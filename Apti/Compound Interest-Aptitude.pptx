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99" r:id="rId3"/>
    <p:sldId id="283" r:id="rId4"/>
    <p:sldId id="284" r:id="rId5"/>
    <p:sldId id="285" r:id="rId6"/>
    <p:sldId id="289" r:id="rId7"/>
    <p:sldId id="297" r:id="rId8"/>
    <p:sldId id="286" r:id="rId9"/>
    <p:sldId id="294" r:id="rId10"/>
    <p:sldId id="290" r:id="rId11"/>
    <p:sldId id="288" r:id="rId12"/>
    <p:sldId id="295" r:id="rId13"/>
    <p:sldId id="291" r:id="rId14"/>
    <p:sldId id="296" r:id="rId15"/>
    <p:sldId id="292" r:id="rId16"/>
    <p:sldId id="293" r:id="rId17"/>
    <p:sldId id="298" r:id="rId18"/>
    <p:sldId id="28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8T13:53:13.0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15592 5163 878 0,'0'0'72'0,"0"0"17"15,0 0 48-15,0 0 71 0,0 0-68 16,0 0-40-16,0 0 12 15,-15-79-79-15,13 110 16 16,-2 38-48-16,-1 20 4 16,0 14 32-16,1-7-35 15,4-8-2-15,0-9 0 16,0-15 13-16,0-22-18 16,0-18 5-16,0-15-24 15,0-8 14-15,0-1-14 16,0-38-11-16,0-35 20 0,0-29-13 15,-7-16 17 1,7 6-7-16,0 10 18 0,0 15 35 16,2 25-29-16,9 25-6 15,-3 23 43-15,0 14-42 16,15 0 23-16,12 29-19 16,14 19 15-16,2 14 17 15,-6 13-31-15,-3 3-6 16,-4-1 2-16,-3-4 9 15,1-5-22-15,-7-8 10 16,-2-7-57-16,-5-12-44 0,-6-8-162 16,-7-9-13-1,-9-10-27-15,0-14-305 0</inkml:trace>
  <inkml:trace contextRef="#ctx0" brushRef="#br0" timeOffset="200.06">15280 5695 1059 0,'0'0'13'0,"-127"27"13"0,94-20 106 0,18-5-9 0,15-2-79 0,4 0-27 16,49-9-15-16,36-22-1 16,38-28-1-16,32-19-137 15,10-12-28-15,10-7 24 0,-8 22-194 16</inkml:trace>
  <inkml:trace contextRef="#ctx0" brushRef="#br0" timeOffset="415.39">16397 5428 985 0,'0'0'204'0,"0"0"-197"15,0 0 137-15,0 0-12 16,0 0-94-16,0 0-34 16,57-38-4-16,51-23-38 0,6 2-32 15,-14 9-56 1,-17 11-116-16,-31 17-116 0</inkml:trace>
  <inkml:trace contextRef="#ctx0" brushRef="#br0" timeOffset="532.54">16446 5671 1013 0,'0'0'4'0,"0"0"53"15,0 0 43-15,0 0-75 16,170-111-25-16,-28 11-146 16,5-10-140-16,-18 3-211 15</inkml:trace>
  <inkml:trace contextRef="#ctx0" brushRef="#br0" timeOffset="884.25">17328 4772 453 0,'0'0'425'0,"-51"-102"-402"16,28 62 103-1,6 10 11-15,3 9 49 0,5 12-36 16,5 6-66-16,2 3 29 16,2 0-67-16,0 21 7 15,23 21-53-15,16 18 11 16,10 11 37-16,0 9-47 15,-4-3-1-15,-3 2 0 16,-4-1-1-16,-7-4-22 16,-6-3-168-16,-10-19-93 15,-5-18 6-15,-8-30-238 16</inkml:trace>
  <inkml:trace contextRef="#ctx0" brushRef="#br0" timeOffset="1082.21">17339 4811 863 0,'0'0'58'0,"-27"-125"-48"0,27 65 34 16,25 4 38-16,22 8-17 16,16 15-44-16,3 20 29 15,-5 13 10-15,-13 12 4 16,-15 29-25-16,-21 16-37 16,-12 5 15-16,-35 7-17 15,-30-2-53-15,-7-9-39 16,3-11-50-16,9-23-112 15,18-23-391-15</inkml:trace>
  <inkml:trace contextRef="#ctx0" brushRef="#br0" timeOffset="1538.24">18561 3378 1003 0,'0'0'15'0,"-119"-26"0"15,66 19 41-15,6 7 38 16,6 0-24-16,4 9-30 16,-1 22-16-16,1 7 10 15,1 2 38-15,2 6-51 16,12 2-6-16,6 2 8 0,7 5-19 15,9-4 21-15,0 7-11 16,0 3-10-16,21 3 48 16,3 0-11-16,2 4-16 15,2 7 24-15,-2 8-42 16,0 15 38-16,-2 3-35 16,-7 10 1-16,1 2 24 15,-1 2-29-15,-1 3-4 16,4-6 3-16,7 1 1 15,2-7 5-15,4-1-11 16,6-5 0-16,-2-8 5 16,4-14-1-16,8-16-4 15,-1-13 0-15,6-17 5 0,2-16-14 16,8-14-45-16,9-2-83 16,9-41-131-16,4-17-100 15</inkml:trace>
  <inkml:trace contextRef="#ctx0" brushRef="#br0" timeOffset="1816.15">18893 4329 1056 0,'0'0'11'0,"0"0"8"0,0 0 101 15,0 0 60-15,0 0-13 0,0 0-103 16,-48-95-56-16,48 95 25 16,0 33 20-16,3 17-38 15,13 17 30-15,1-3-45 16,3-1 0-16,3-2-9 16,3-7 6-16,3-2-124 15,4-8-139-15,2-7-54 16,-4-18-307-16</inkml:trace>
  <inkml:trace contextRef="#ctx0" brushRef="#br0" timeOffset="2016.32">19331 4489 899 0,'0'0'111'16,"0"0"-97"-16,0 0 78 15,0 0-38-15,127-76 7 16,-31 47-24-16,4 0-19 16,-6 3-17-16,-7-2 9 15,-19 0-10-15,-16 0-68 16,-21 8-97-16,-31 2-191 16</inkml:trace>
  <inkml:trace contextRef="#ctx0" brushRef="#br0" timeOffset="2216.09">19543 4077 900 0,'0'0'33'0,"0"0"44"16,0 0 105-16,0 0-36 15,0 0-57-15,0 0-45 16,5 80-2-16,24-10 72 16,2 6-57-16,6 3-30 15,5-4-2-15,1 0-25 16,-1-7-39-16,1-12-74 15,-7-9-217-15,-3-26-81 16</inkml:trace>
  <inkml:trace contextRef="#ctx0" brushRef="#br0" timeOffset="2466.41">20651 3176 1051 0,'0'0'103'0,"0"0"-46"15,0 0 86-15,0 0-99 16,0 0 101-16,25 138-33 16,0-65-72-16,-2-1 0 15,-5-6-39-15,1 1 9 0,0 3-20 16,-4-11-8-1,-3-10-179-15,-4-17-130 0,-8-30-113 16</inkml:trace>
  <inkml:trace contextRef="#ctx0" brushRef="#br0" timeOffset="2783.06">20672 3236 535 0,'0'0'394'0,"0"0"-381"16,20-115-5-16,23 80 6 15,8 6 24-15,3 14-13 16,0 12-7-16,-12 3-4 16,-9 34 34-16,-18 19 3 0,-15 11-49 15,-6 5 2 1,-36-1 2-16,-12-3-5 0,-4-9 14 16,8-9-9-16,16-17 5 15,16-10 19-15,18-6-28 16,0-4 8-16,33 6 23 15,21-2-11-15,8 2 18 16,11 7-28-16,1-10-11 16,-5 9 6-16,-6-4-3 15,-15-2-8-15,-12-3 0 16,-4-7-83-16,-11 3-24 16,-9-9-132-16,-12 3-290 15</inkml:trace>
  <inkml:trace contextRef="#ctx0" brushRef="#br0" timeOffset="3015.47">20532 4117 809 0,'0'0'319'16,"-129"56"-299"-16,98-43-14 16,31-8 115-16,15-5 56 15,68-9-127-15,50-28-27 16,46-17 20-16,30-17-22 15,16-3 19-15,-5-1-33 16,-28 8-6-16,-29 5 10 0,-44 9-11 16,-44 19-2-1,-35 20-13-15,-36 12-137 16,-17 2-82-16,-68 43-109 16</inkml:trace>
  <inkml:trace contextRef="#ctx0" brushRef="#br0" timeOffset="3267.08">20819 4449 894 0,'0'0'356'16,"0"0"-326"-16,0 0 34 15,0 0 81-15,0 0 44 0,0 0-153 16,3 97 7-16,21-33-15 15,-1 2-14-15,2-2-13 16,-4-3-1-16,0-3-18 16,-4-13-130-16,1-13-169 15,-2-14-3-15,1-18-324 16</inkml:trace>
  <inkml:trace contextRef="#ctx0" brushRef="#br0" timeOffset="3816.24">21189 4363 1139 0,'0'0'16'0,"0"0"-16"0,0 0 87 0,0 0 149 15,0 0-165 1,0 0-67-16,-22 66 24 0,29 1-20 16,8-3 35-16,8-10-43 15,2-8 10-15,6-12-12 16,0-11 2-16,0-12-28 15,0-11 22-15,0 0-66 16,1-21 45-16,-13-20 9 16,-9-15-9-16,-10-2 26 15,-17 4-24-15,-24 5 24 16,-9 13-11-16,0 12 7 16,5 2 5-16,15 8 0 15,15 3 8-15,15-3-4 16,13-3-4-16,37-8-21 0,21-2 16 15,7 4-20-15,0 6-24 16,-16 1 19-16,-13 9 30 16,-17 6-6-16,-15 1 13 15,-13 3-7-15,-4 28 41 16,-2 15-6-16,-15 13-3 16,1 0-15-16,16 4-11 15,0-8 10-15,27-5-16 16,18-7 0-16,1-15-4 15,3-14 0-15,0-14 3 16,-1 0-14-16,-3-30 15 16,-6-19 21-16,-16-11-20 15,-20-13 6-15,-3-10 59 16,-38 7-2-16,-24 5-16 0,-11 20-14 16,-10 15-34-16,-6 10 0 15,9 12-112-15,12 3-105 16,20 4-172-16</inkml:trace>
  <inkml:trace contextRef="#ctx0" brushRef="#br0" timeOffset="4333.35">21476 2771 1039 0,'0'0'3'0,"0"0"10"0,0 0 22 0,152-117-7 16,-78 95 34-16,1 7-58 15,0-1 3-15,-11 7 37 16,-11 1 2-16,-10 6-10 15,-16 2-32-15,-17 0 2 16,-3 0 21-16,-5 0-10 16,6 9 7-16,-1 21 16 0,11 20-33 15,3 10 19-15,8 5-5 16,2 10-15 0,3 6 31-16,5 5-6 0,2 6-23 15,-3 4 38-15,-1 1-46 16,-1 7 25-16,0 4-7 15,-2 6 8-15,3 8 18 16,-1 1-41-16,-1-3 5 16,-1-3 8-16,-1-6-7 15,0-7 1-15,-4-2-10 16,-4-18 5-16,-7-14 11 16,-14-8-12-16,-4-10-4 15,-24-2 23-15,-39 0-13 16,-24 1-10-16,-23-8 0 0,-20-6-73 15,-17-11-92-15,-12-22-265 16</inkml:trace>
  <inkml:trace contextRef="#ctx0" brushRef="#br0" timeOffset="4899.16">22390 2139 603 0,'0'0'506'0,"0"0"-466"0,0 0 172 0,0 0-108 15,0 0 32-15,0 0-87 16,7 5-42-16,15 40 32 15,3 10-14-15,-2-3-6 0,-6-8 0 16,-3-14-9-16,-8-12-9 16,-4-12-1-16,-2-2 0 15,0-4 1-15,0-2-1 16,-8-28-13-16,-17-17 7 16,-2-6-32-16,9-6 17 15,14-9-1-15,4 11-18 16,16 2 32-16,28 13-2 15,16 26 10-15,14 14 0 16,4 2 13-16,0 38-13 16,-9 9 0-16,-13 18 1 0,-14 12-2 15,-20 5 1-15,-22 8-77 16,-33-8-244-16,-52 2-477 16</inkml:trace>
  <inkml:trace contextRef="#ctx0" brushRef="#br0" timeOffset="12285.7">15243 5206 468 0,'0'0'378'0,"0"0"-363"0,0 0 72 0,0 0 56 0,0 0-22 15,0 0-27-15,0 0-3 16,3 3 44-16,-15-3-52 0,-13-18-2 16,-6-18-8-16,-6-14-57 15,-4-14 25-15,-3-10-34 16,-8-7-2-16,1-4 36 16,-2-2-38-16,3 3 8 15,6 14-5-15,9 12-1 16,6 15 12-16,8 16-17 15,6 8 0-15,8 9 26 16,7 5-22-16,0-2-4 16,0 5 0-16,0-1 8 15,0 2-25-15,0 0-8 16,0 1-72-16,0 0-91 16,0 0-158-16,0 9 2 15,-8 11-209-15</inkml:trace>
  <inkml:trace contextRef="#ctx0" brushRef="#br0" timeOffset="12600.67">14545 4720 470 0,'0'0'393'16,"0"0"-378"-16,0 0-13 16,0 0 105-16,0 0-8 15,0 0-51-15,-2 0 26 16,6-34 3-16,7-10-36 15,-4-4 17-15,-5 0-41 0,-2 4 16 16,0 8 7-16,0 11-22 16,0 12 36-16,-6 8-30 15,3 5-8-15,3 0 9 16,0 0-24-16,34 0-1 16,18 0 11-16,12 0-4 15,7 5-3-15,5-5-4 16,-3 0-14-16,1 0-18 15,-7 0-222-15,-16-11-60 16,-13-1-499-16</inkml:trace>
  <inkml:trace contextRef="#ctx0" brushRef="#br0" timeOffset="13449.99">12674 3994 1053 0,'0'0'15'0,"0"0"119"0,0 0 106 0,0 0-102 15,0 0 1-15,0 0-130 16,-101-56 23-16,101 114-20 15,0 28 16-15,0 18 31 0,16 5-59 16,-1 1 0-16,4-9-14 16,-1-19-3-1,-3-28-43-15,-1-29-87 0,1-16-7 16,-9-9-28-16,-6-48 61 16,0-28 94-16,0-33 16 15,-8-15 14-15,-15-3-3 16,6 8 0-16,3 17 6 15,8 35 39-15,6 33 2 16,0 23 19-16,0 11 58 16,0 5-35-16,33 29-35 15,18 14 6-15,12 7-23 16,-1 3 23-16,3-3-60 16,-5-6 0-16,1-1-8 15,-2-14-16-15,-12-6-58 0,-14-5-144 16,-19-2-54-16,-14-3-204 15</inkml:trace>
  <inkml:trace contextRef="#ctx0" brushRef="#br0" timeOffset="14083.66">12560 4435 492 0,'0'0'526'16,"-125"8"-506"-16,105-8 67 15,20-2 21-15,16-34-88 16,42-18-5-16,28-16-30 15,20-4 1-15,2-1-35 16,-9 9 47-16,-19 14-41 0,-24 12 20 16,-21 19 15-16,-19 8 8 15,-12 5 39-15,-4 8 47 16,0 0 31-16,0 0 15 16,0 0-112-16,3 0 11 15,12 21-31-15,9 14 7 16,10 9 47-16,3-2-54 15,-4-7 0-15,-8-9-1 16,-8-8 12-16,-9-10-21 16,-6-8 10-16,-2 0-6 15,-2-4-16-15,-27-26 17 16,-6-15-9-16,-3-7 3 16,11-2 8-16,9-1 3 0,14 10 0 15,4 7 0 1,11 10-8-16,25 14 8 0,10 7 0 15,8 7-1-15,2 3 15 16,-3 25-9-16,-13 6-5 16,-9 8 14-16,-15-6-5 15,-7-8-9-15,-9-4 0 16,0-14-4-16,0-6 16 16,-4-4-12-16,-17-4 0 15,-1-26-1-15,-1-18-15 16,8-8 1-16,9-6 12 15,6 3-12-15,0 11 16 0,3 19-4 16,15 6 3-16,9 18 0 16,7 5 23-1,9 9-15-15,1 21 13 0,1 4 27 16,-8 1-38-16,-5-6 19 16,-8 6-29-16,-10-1-7 15,-3 4-7-15,-11 1-163 16,0-10-213-16,-16-15-333 15</inkml:trace>
  <inkml:trace contextRef="#ctx0" brushRef="#br0" timeOffset="14366.33">13782 3498 467 0,'0'0'549'0,"0"0"-547"0,0 0 175 0,0 0-62 0,0 0-64 15,0 0-28-15,-12 111 11 16,12-57-25-16,4-10 18 16,21-3-27-16,6-18 0 15,7-8-3-15,2-15 11 16,-2 0-8-16,2-26 0 16,-11-18 4-16,-9-5 26 15,-18-5-28-15,-2 8 24 16,-20 6 30-16,-20 6-34 15,-9 12 11-15,-4 14-33 16,-3 8-51-16,7 0-75 0,7 26-222 16,8 4-264-16</inkml:trace>
  <inkml:trace contextRef="#ctx0" brushRef="#br0" timeOffset="15284.01">14033 3387 1070 0,'0'0'39'15,"0"0"124"-15,0 0-60 16,0 0-92-16,0 0 10 16,0 0 13-16,40 98-28 15,-13-64 0-15,-2-7-4 16,-4-2 7-16,2-8-18 0,-5-10 0 15,-1-7-20-15,1 0 17 16,-3-11-16-16,-3-27 28 16,-5-1 5-16,-7-14 4 15,0 3 8-15,-7 6-7 16,-11 8-1-16,1 13 64 16,5 6-42-16,3 11 15 15,7 4 14-15,2 2-44 16,0 0-16-16,0 11-24 15,11 16 24-15,16 7-8 16,4 5 8-16,0-9 0 16,5-2-4-16,-7-6-5 0,-7-8 6 15,-1-14-30-15,-13 0-19 16,-1 0 51-16,-1-12-50 16,-6-12 51-16,0-14 2 15,0 0 13-15,0 10 4 16,-11 3 0-16,5 11-13 15,0 6 93-15,0 5-96 16,6 3 25-16,0 0-28 16,0 18 20-16,6 11-25 15,4 4 5-15,3-2 0 16,-3-8-7-16,-6-7 7 16,3-5 0-16,-5-6-4 15,0-5 9-15,-2-5-21 0,0-26 16 16,-9-9 0-16,-5-9-20 15,6 4 20-15,8 4-34 16,0 11 22 0,0 10 7-16,20 10-1 0,5 10-8 15,10 6 8-15,5 21-8 16,7 5 14-16,0 1 0 16,0-3 0-16,-1-7 18 15,-3-8-31-15,-7-8 13 16,-7-7-4-16,-12 0-22 15,-3-18 13-15,-10-19 13 16,-4-10 6-16,-2-16 8 0,-29-8 5 16,-10-2-19-16,-6-4 2 15,-5 11 33-15,7 5-29 16,6 20-1-16,16 19 36 16,11 8-5-16,7 14 36 15,5 0-72-15,0 0 9 16,7 36-2-16,22 10 5 15,10 10-7-15,0 4 10 16,-1-1 1-16,-2-2-19 16,-3 0 3-16,-2-9-31 15,-4-12 31-15,-7-14-233 16,-5-16-67-16,-5-6 15 0,-3-10-366 16</inkml:trace>
  <inkml:trace contextRef="#ctx0" brushRef="#br0" timeOffset="15416.02">14761 3016 987 0,'0'0'32'0,"0"0"74"0,0 0 70 0,0 0-80 0,123-99-68 16,-38 55-23-16,2-2-5 16,-14 4-66-16,-20 2-241 15,-17 6-559-15</inkml:trace>
  <inkml:trace contextRef="#ctx0" brushRef="#br0" timeOffset="16083.37">17190 4395 791 0,'0'0'84'0,"0"0"75"0,0 0-12 0,0 0-62 0,0 0 6 16,-51-138 11-16,29 70-64 15,-3-18 22-15,0-7 5 16,-2-7 0-16,-4 0 0 15,2 11-65-15,1 17 7 16,6 15 76-16,3 24-78 16,6 13 28-16,9 12-7 15,2 8-13-15,2 0-6 16,0 0-7-16,0 0-1 16,0 0-26-16,0 0-5 15,0 0-21-15,0 4-99 16,4 6-52-16,11 2-39 15,-6 4-93-15,-9 0-406 0</inkml:trace>
  <inkml:trace contextRef="#ctx0" brushRef="#br0" timeOffset="16351.07">16731 3816 857 0,'0'0'0'0,"0"0"104"15,0 0 47-15,0 0-79 16,0 0 6-16,0 0-60 15,-51-10 32-15,76-36 27 16,-1-12-68-16,-2-3-7 16,-4 2 17-16,-9 12-15 0,-3 7 29 15,-6 18-27 1,3 12-3-16,-3 1 60 0,0 9-63 16,8 0 14-16,13 0 7 15,14 7 0-15,19 13 36 16,10-6-57-16,7-11 0 15,3 0-27-15,4-3-60 16,-10-3-213-16,-11-11-192 16</inkml:trace>
  <inkml:trace contextRef="#ctx0" brushRef="#br0" timeOffset="16933.46">16315 2913 1034 0,'0'0'8'0,"0"0"43"0,0 0 161 0,0 0-59 0,0 0-50 0,0 0-64 16,-50-37-27-16,50 77 15 15,23 14 14-15,1 14 8 16,3 0-6-16,2-5-37 15,-5-4-6-15,0 0 0 16,-1-14 20-16,-8-8-39 16,-3-15 19-16,-5-15-103 15,-5-7 66-15,-2 0-52 16,0-11 58-16,-5-25 12 16,-26-21-65-16,-8-9 68 0,-9-8 16 15,4-9 0 1,5 1-19-16,18 5 29 0,13 14-10 15,8 16 0-15,17 18-1 16,16 17-10-16,12 12 11 16,-1 0 0-1,-2 30 29-15,-9 12-27 0,-19 7 12 16,-14 4-2-16,-2 0 2 16,-29-3-13-16,-4-5-1 15,-2-7-137-15,11-9-118 16,4-10-341-16</inkml:trace>
  <inkml:trace contextRef="#ctx0" brushRef="#br0" timeOffset="17383.52">16626 3207 1064 0,'0'0'17'0,"0"0"19"0,0 0 85 16,0 0-53-16,-82-138-25 16,91 98 5-16,35 5-43 15,10 7-5-15,13 14 12 16,-3 14-6-16,-6 0 29 16,-14 25-35-16,-15 18 17 0,-10 8-15 15,-11-1 1-15,-8-5 5 16,0-15 3-16,-2-16-1 15,-9-8 15-15,2-6-25 16,-4 0 0-16,-2-26 34 16,-3-20-33-16,1-12-1 15,13-5 0-15,4 2 8 16,0 6-13-16,10 13 5 16,11 12 0-16,6 16-13 15,2 14 19-15,7 0-6 16,4 6 39-16,-1 18-33 15,-2 4 18-15,-8 6-24 16,-11 2 0-16,-11 3-28 0,-7-6-50 16,0-6-154-16,-7-6-66 15,-16-19-341-15</inkml:trace>
  <inkml:trace contextRef="#ctx0" brushRef="#br0" timeOffset="17499.41">16907 2675 1027 0,'0'0'0'0,"0"0"41"16,0 0 130-16,-69-112-142 16,69 95-29-16,2 5-51 15,26 8-205-15,5 4-290 16</inkml:trace>
  <inkml:trace contextRef="#ctx0" brushRef="#br0" timeOffset="17866.16">17319 2757 1061 0,'0'0'20'0,"0"0"103"15,0 0 42-15,0 0-55 16,0 0-106-16,0 0 37 16,14 122-15-16,4-84-4 15,-3-6-18-15,-2-10 10 16,-3-11-15-16,-8-8 1 15,0-3 0-15,-2 0-13 16,0-23 13-16,0-20-17 16,-2-13 15-16,-5-2-19 0,2 4 4 15,5 5 13-15,0 11 4 16,0 13-17-16,10 13 20 16,9 4-3-16,10 8 26 15,10 0-12-15,1 12 44 16,-1 14-58-16,-1 2 4 15,-5 0-17-15,-4-3 13 16,0-8-48-16,0-7-141 16,-2-10-96-16,-4 0-206 15</inkml:trace>
  <inkml:trace contextRef="#ctx0" brushRef="#br0" timeOffset="18216.46">17780 2392 842 0,'0'0'29'0,"0"0"161"15,0 0-87-15,0 0 3 16,-117 18-35-16,99 24-40 16,9 2 41-16,9 6-35 15,0-8-37-15,11-6 32 16,20-3-29-16,9-11-3 16,5-7 0-16,1-15-11 15,-1 0-5-15,1-17-44 16,-3-15-52-16,-7-11 58 15,-14-1-6-15,-15-4 52 16,-7 2 4-16,0 12 8 0,-9 10 57 16,-2 12 9-16,2 8 42 15,0 4 15-15,9 0-109 16,0 2-2-16,0 26-8 16,5-2-1-16,16-2 5 15,2-6-12-15,8-4-27 16,-6-2 24-16,-5-2-153 15,-7-4-89-15,-9-4-22 16,-4-2-174-16</inkml:trace>
  <inkml:trace contextRef="#ctx0" brushRef="#br0" timeOffset="18316.06">17919 2274 912 0,'0'0'20'15,"0"0"27"-15,0 0-14 0,0 0-33 16,0 0-60-16,0 0-420 15</inkml:trace>
  <inkml:trace contextRef="#ctx0" brushRef="#br0" timeOffset="18699">18175 2213 1208 0,'0'0'23'0,"0"0"82"16,0 0 7-16,0 0 11 15,0 0-78-15,-5 133-4 16,32-75 24-16,11 2-37 0,2 0-18 16,3-2 7-16,-5-3-16 15,-8-10-1-15,-5-10 0 16,-7-14-8-16,-9-10-3 16,-5-11-81-16,-4 0-3 15,0-16 39-15,-4-28-61 16,-21-14 31-16,-8-19 80 15,-5-6-6-15,5 2 0 16,-4-2 7-16,12 20 5 16,13 13-6-16,12 18 18 15,0 15 0-15,4 11 11 16,19 6-11-16,4 6 58 16,4 20-21-16,-7 2-43 15,-6 2 14-15,-4 5-20 0,-14-3-9 16,0 5-74-1,-7 1-149-15,-20-9-239 0</inkml:trace>
  <inkml:trace contextRef="#ctx0" brushRef="#br0" timeOffset="19199.59">18741 2167 899 0,'0'0'102'0,"0"0"-31"0,0 0 124 0,0 0-140 16,0 0-16-16,0 0-39 15,-80 39 10-15,67-19-18 16,3-8 8-16,6-2-57 16,4-10 23-16,0 0-47 15,0 0 45-15,0-10 20 16,6-7 6-16,10 3 9 15,-1 2 1-15,6 5 0 16,1 4 48-16,3 3-31 16,1 0 37-16,5 0-13 15,0 0-39-15,0 0 3 16,2 0-5-16,-8-14-4 0,-2-19-12 16,-7-14 14-1,-9-6 2-15,-7-14 9 16,-3-9-5-16,-26-3 10 0,-8 1-8 15,-11 11 7-15,2 16 30 16,3 11-27-16,12 22 41 16,14 8 5-16,9 10-7 15,8 4 0-15,0 30-55 16,25 16 5-16,15 14 119 16,9 5-114-16,7 0-4 15,0 0-3-15,-5-3-3 16,-4-8 0-16,-7-16-159 15,-9-10-169-15,-6-14-186 0</inkml:trace>
  <inkml:trace contextRef="#ctx0" brushRef="#br0" timeOffset="19783.79">20559 3083 643 0,'0'0'377'0,"0"0"-355"0,0 0 161 0,0 0-105 16,0 0 50-16,0 0-16 16,-43-89-74-16,57 16-19 15,6-13-19-15,-2-10 0 16,-3 2 29-16,-5 6-25 15,-4 13 4-15,-6 19 13 16,0 16 15-16,0 17-18 16,0 8-18-16,0 5-24 15,0 5 15-15,0 5-75 16,0-1-166-16,2 1-35 16,3 0-211-16</inkml:trace>
  <inkml:trace contextRef="#ctx0" brushRef="#br0" timeOffset="20019.7">20410 2526 125 0,'0'0'808'0,"0"0"-734"15,0 0 61-15,0 0-64 16,0 0 32-16,-21-136-65 16,84 94-27-16,9 8-9 15,5 14-2-15,-6 9 74 16,-11 11-36-16,-12 0 25 15,-15 6-23-15,-13 24-34 0,-9 7 27 16,-4 7-33 0,-7-2-2-16,0-8-15 0,4-8-83 15,6-9-133 1,3-12-78-16,5-5-622 0</inkml:trace>
  <inkml:trace contextRef="#ctx0" brushRef="#br0" timeOffset="20983.38">21047 1837 1087 0,'0'0'2'0,"0"0"72"16,0 0 155 0,0 0-122-16,0 0-26 15,0 0-31-15,-60-3-39 0,69 47 17 16,11 10-2-16,2-5-6 15,-4-1-15-15,1-12-5 16,-3-12-1-16,-7-6-17 16,1-10-23-16,-8-4-7 15,-2-4-25-15,0-2 13 16,-5-33 26-16,-19-24-9 16,-3-6 43-16,2-2-10 15,12-4 10-15,13 17-11 16,0 7 7-16,20 8-1 15,15 16-3-15,8 8 6 16,-3 13 2-16,0 2-10 0,-2 23 18 16,-9 10-8-16,-13 5 15 15,-12 11-13-15,-4-4 21 16,-15 1-23-16,-14-3 0 16,0-15 8-16,4-8-5 15,12-12-3-15,6-2 0 16,7-2-6-16,0-4-9 15,31 0-40-15,16 0 55 16,9-8-19-16,4 2 16 16,0-11-5-16,-5-4 2 15,-1-2 2-15,-14-8-3 16,-9-5-10-16,-11-3 17 0,-11 0 14 16,-7-3-8-1,-2 15 9-15,0 10 28 0,-15 14 18 16,-12 3 32-16,-2 2-93 15,-6 20 5-15,1 8-10 16,6 2 5-16,14-1-5 16,11-14-10-16,3-2-58 15,0-5 18-15,10-10-28 16,11 0 7-16,4 0 34 16,6-23 13-16,-8 7 29 15,-9 5 10-15,-3 4 7 16,-11 7 37-16,2 0-3 15,6 2 14-15,4 12 50 0,5 7-103 16,6-7-5 0,-1-10-7-16,0 3-21 15,3-7 2-15,2-10-58 0,-3-13 24 16,-6-13 52-16,-4-7-17 16,-8-12 18-16,-6-6 0 15,0-11 5-15,-9 4 7 16,-18-1-11-16,-4 7-1 15,0 14 44-15,2 14-18 16,9 16 36-16,7 12 11 16,8 2-31-16,5 4 47 15,0 0-89-15,0 15 4 0,9 26 21 16,14 12-17 0,6 8 46-16,2 3-27 0,-5-6-24 15,3-3 9-15,2-12-12 16,-4-8 0-16,-5-12-14 15,-1-8-43-15,-8-5-84 16,-7-5-114-16,2-5 1 16,-8 0-203-16</inkml:trace>
  <inkml:trace contextRef="#ctx0" brushRef="#br0" timeOffset="21118.29">21787 1533 908 0,'0'0'45'0,"0"0"117"0,0 0-33 0,0 0 8 15,0 0-32-15,0 0-64 16,44-128-41-16,21 94-143 0,3-5-86 16,-9 8-284-16</inkml:trace>
  <inkml:trace contextRef="#ctx0" brushRef="#br0" timeOffset="22102.21">22085 1554 935 0,'0'0'26'16,"0"0"33"-1,0 0-45-15,0 0 14 16,110-106-9-16,-93 74-15 0,-10-2-4 15,-7 10 9-15,0 11-2 16,-2 6 41-16,-18 5 7 16,-7 2-7-16,-2 3-11 15,0 25-24-15,6 13 28 16,15 0-5-16,8-2-19 16,0-3 1-16,22-12-18 15,20-8 0-15,12-14-2 16,15-2-5-16,7-16-28 15,4-18-48-15,-2-6 20 16,-5-10-11-16,-16 1 49 0,-12-3 19 16,-18 2-1-16,-17 14 14 15,-10 5 4-15,0 17 59 16,-25 7 26-16,-10 7 7 16,-8 2-89-1,-1 14 9-15,8 12 10 0,16 0-33 16,17-4 2-16,3 4-2 15,27-14-14-15,17-5 3 16,8-9-51-16,1 0 9 16,-8 0-4-16,-10-21 0 15,-10-3 36-15,-14-8 8 16,-8-4 13-16,-3 8 20 0,-14 2 8 16,-17 3 31-16,-5 12 11 15,-2 0-41 1,8 1-8-16,7 10-7 0,12-3-13 15,11 0-2-15,0 3-14 16,18-9-73-16,21-3 41 16,6-9-11-16,-5-3 5 15,-15-5 38-15,-16-4 15 16,-9-3 15-16,0 2 16 16,-18-7 32-16,-9 4 44 15,3 7 10-15,-1 10-19 16,12 15-14-16,4 2-53 15,2 3 49-15,7 0-65 16,0 0-15-16,0 42 8 0,7 24 3 16,17 21-11-16,7 13 12 15,3 12-8-15,0 3 45 16,4 10-48-16,2-8 3 16,-1-13 5-16,6-4 0 15,-3-15-11-15,1-16 2 16,-7-19-18-16,-12-27 11 15,-6-21-72-15,-7-2-72 16,-8-34 68-16,-3-20 34 16,0-13 45-16,-29-11-19 15,-12 9 15-15,-8 8 3 16,-9 9 10-16,-4 6 12 16,2 13 43-16,10 5-46 15,19 6 9-15,18 11-9 0,13-11-14 16,25-3-4-16,40 0-88 15,14-6-101-15,6 3-123 16,-12 8-519-16</inkml:trace>
  <inkml:trace contextRef="#ctx0" brushRef="#br0" timeOffset="22299.38">23331 958 1146 0,'0'0'2'0,"0"0"41"0,0 0 83 0,0 0-10 16,0 0-17-16,0 0-50 16,-29 53 4-16,54-13 0 0,-2 1 28 15,3-5-81-15,2-3-13 16,-5 0-14-16,1-14-88 16,-9-7-95-16,-6-8-45 15,-1-4-129-15</inkml:trace>
  <inkml:trace contextRef="#ctx0" brushRef="#br0" timeOffset="22415.59">23279 810 1001 0,'0'0'25'16,"0"0"103"-16,0 0-127 16,0 0-1-16,0 0-73 0,0 0-268 15</inkml:trace>
  <inkml:trace contextRef="#ctx0" brushRef="#br0" timeOffset="22932.65">23558 994 845 0,'0'0'100'0,"0"0"-42"16,0 0 34-16,0 0 3 16,0 0 21-16,0 0-70 15,62 107-7-15,-55-91-39 16,-3-6 0-16,-1-6-4 15,1-4 10-15,1 0-12 16,-3-17 6-16,-2-13 0 16,0-17-5-16,0 0 5 0,0 7 0 15,0 4 0-15,0 20 10 16,0 6-7-16,11 10-3 16,9 0-17-16,9 0 17 15,12 20-24-15,7-1 24 16,1 11-14-16,0-4 6 15,-5-13-1-15,-5-1-4 16,-8-12-15-16,-9 0 23 16,-8-7-7-16,-8-28 12 15,-6-12 18-15,0-12-14 16,-13-5 5-16,-14 4 7 0,-6 4-5 16,2-3 32-16,2 24-22 15,6 0 31-15,11 23 50 16,8 12-44-16,4 0 20 15,0 3-56-15,0 24-18 16,2 9 29-16,14 22 7 16,7-8-25-16,4 3-5 15,-1-11 2-15,3 6-17 16,-5-18 5-16,-5-6-20 16,-4 2-33-16,-6-16-217 15,-4 10-56-15,-1-20-231 16</inkml:trace>
  <inkml:trace contextRef="#ctx0" brushRef="#br0" timeOffset="23066.08">23934 808 1175 0,'0'0'2'0,"0"0"133"0,0 0-1 0,0 0-53 15,0 0-81-15,70-126-2 0,1 93-241 16,-4 7-59-16,-16 20-416 15</inkml:trace>
  <inkml:trace contextRef="#ctx0" brushRef="#br0" timeOffset="23538.35">24191 913 969 0,'0'0'20'0,"0"0"21"0,0 0 14 16,0 0 2-16,0 0-47 15,104-113 6-15,-81 77-9 16,-14 4-5-16,-9 2 75 16,0 11-64-16,-5 6 32 15,-15 13 35-15,-5 0-48 16,1 3-11-16,4 32-21 16,7 6 0-16,13 6-11 15,0-1 10-15,17-8-10 16,19-14-31-16,1-11-22 15,2-13 35-15,-1 0-41 16,-3-17 30-16,-4-14 37 0,-8-6 3 16,-9-7 0-16,-5-2 4 15,-3 2 13-15,-2 13 31 16,1 9-26 0,-3 13 39-16,2 9 7 0,6 2-52 15,7 23 15-15,6 11 93 16,1-3-77-16,-7-1-12 15,-5-13-27-15,-5-13-5 16,-7 1 24-16,0-7-15 16,0 0 21-16,0 0 4 15,6-14-36-15,1-20-1 16,9-8-66-16,6-6-63 0,0 9-125 16,6 16-45-1,-5 6-225-15</inkml:trace>
  <inkml:trace contextRef="#ctx0" brushRef="#br0" timeOffset="24049.78">24819 639 757 0,'0'0'111'0,"0"0"24"0,0 0-22 0,0 0-20 0,0 0 45 0,0 0-65 16,6-28-56-16,-3 16-1 16,-3-4-2-16,0 4-21 15,0-3 7-15,0 11-11 16,0 3 2-16,0 1-6 15,0 0 15-15,0 0-5 0,0-2 21 16,0-5-16 0,0-2 0-16,-3 9 2 0,-5 0 19 15,-5 23-18 1,-1 15-3-16,5-5 13 0,9-11-3 16,0 5 0-16,2-15-10 15,21 2 0-15,6-8 17 16,7-6-12-16,6-5 4 15,-3-18 1-15,0-8 0 16,-10-1-20-16,-16-2 10 16,-11-10-10-16,-2-10-14 15,-4 10 24-15,-19 8-9 16,1 8 8-16,0 22 2 16,10-1-3-16,6 4 2 0,4 3 0 15,2 8-17 1,0 18 11-16,0 10 6 0,20 10 15 15,5-10-7-15,6 0 13 16,-7-6-10-16,-4-8-5 16,-5-2 38-16,-7-3-40 15,0-2 1-15,-6-10-3 16,-2-4 11-16,0-1-26 16,-20-4-68-16,-8-2-223 15,5-13 27-15,7-3-197 16</inkml:trace>
  <inkml:trace contextRef="#ctx0" brushRef="#br0" timeOffset="24317.62">24997 320 733 0,'0'0'210'0,"0"0"-60"0,29-126-79 0,-16 96 42 0,1 12-56 16,-1 6 18-16,-2 12-45 16,1 0-19-16,5 18 118 15,3 20-28-15,1 10-69 16,6-8-15-16,-8 1 1 15,2 3-15-15,-6-6-3 16,-1-4 0-16,-6-6-24 16,-1-14-39-16,-3-10-72 15,-2 0 44-15,-2-4 12 16,0 0 73-16,3-39 6 16,4-2 0-16,14-29 73 0,18-9-42 15,25-4 6-15,30 0-37 16,24 31-10-16,11 24-311 15</inkml:trace>
  <inkml:trace contextRef="#ctx0" brushRef="#br0" timeOffset="25235.39">22897 2729 566 0,'0'0'555'0,"0"0"-516"0,0 0 162 0,0 0-87 0,0 0-10 16,0 0-17-16,0 0-61 15,-85-54-26-15,90 61 2 16,27 18-2-16,6 12 38 16,5-2-34-16,-5-3 16 15,-5-4-20-15,-4-6 0 16,-2-4-10-16,-6-2 10 15,0-10-54-15,-1-2-60 16,-5-4-127-16,3 0 16 16,-9-14-82-16,-9-4-128 15</inkml:trace>
  <inkml:trace contextRef="#ctx0" brushRef="#br0" timeOffset="25434.3">23007 2823 644 0,'0'0'133'0,"0"0"50"0,0 0-67 16,0 0-49-16,0 0 9 15,0 0-31-15,-64 65-25 16,78-48 13-16,12-9-27 16,5-8-2-16,5 0 38 15,2-1-15-15,0-26 21 16,-1-12-30-16,4-6-14 16,-5-10-8-16,-1-6 3 15,-4-3-122-15,0 1-68 0,-8 9-391 16</inkml:trace>
  <inkml:trace contextRef="#ctx0" brushRef="#br0" timeOffset="26116.46">23348 2966 851 0,'0'0'40'0,"0"0"56"0,0 0-2 0,0 0 13 15,0 0 20-15,0 0-13 16,-87-87-62-16,87 87 29 16,0 0-1-16,0 10-65 0,21 28 21 15,12 11 7 1,-2 4-31-16,5 0 3 0,-5-8-15 15,-2-3 0-15,-2-7-14 16,-7-5-59-16,-9-5-124 16,-7-2-52-16,-4-7-1 15,-6-1-103-15</inkml:trace>
  <inkml:trace contextRef="#ctx0" brushRef="#br0" timeOffset="26399.58">23126 3298 818 0,'0'0'21'15,"0"0"55"-15,0 0 52 16,0 0-115-16,97-121-4 0,-28 82-7 16,3-5 6-16,-8 6-12 15,-7 3 4-15,-15 6 0 16,-13 8-1-16,-13 7 5 16,-10 9-4-16,-6 2 47 15,0 3 42-15,0 0 20 16,0 0 7-16,0 10-45 15,0 23-19-15,5-2-37 16,7 6 19-16,7-5-5 16,1-8-28-16,-3-2 23 0,4-6-24 15,-4-6-78 1,-1-3-74-16,-3-7-111 0,-9 0-107 16</inkml:trace>
  <inkml:trace contextRef="#ctx0" brushRef="#br0" timeOffset="26516.44">23466 2788 707 0,'0'0'2'0,"0"0"-4"16,0 0-409-16</inkml:trace>
  <inkml:trace contextRef="#ctx0" brushRef="#br0" timeOffset="27282.36">23734 2956 869 0,'0'0'15'0,"0"0"121"16,0 0-30-16,0 0-26 15,7 106 13-15,6-78-65 16,-2-2-12-16,0-8-15 16,-4-2 5-16,-5-10-12 15,1-6-2-15,-3 0-18 16,0-2 23-16,0-25-11 15,-14-10 6-15,-3-7 8 16,5-3 0-16,8 10 4 16,4 4-4-16,0 9 0 15,4 4 7-15,18 8-7 0,12 8 0 16,6 4-7-16,-1 2 7 16,4 25 2-16,-9 8-2 15,-10 3 0-15,-8-6 7 16,-7-8 2-16,-7-9-12 15,0-9 3-15,-2-6 0 16,0 0 16-16,0-9-16 16,-4-23 0-16,-10-5 5 15,1-12 6-15,7 1 1 16,3 4-1-16,3 6-3 16,0 10 26-16,0 14-31 15,7 9 4-15,10 5 15 0,6 0 13 16,4 11 44-16,2 9 0 15,-2 4-25-15,0-4-39 16,-8-1-15-16,-1-4-34 16,-3-1 9-16,-3 1-142 15,-3-6-22-15,-3-1 8 16,1-8-65-16,0 0-18 16,0 0 178-16,-3 0 86 15,0 0 56-15,0 0 47 16,5 0 87-16,3 0-41 15,3-16-52-15,5-8-11 16,5-6-43-16,-2-5-16 16,-2-7-2-16,-5 3-23 0,-9 5 10 15,-7 7-7-15,0 14 28 16,-9 1 77-16,-13 9-14 16,-3 3-28-16,-1 0-29 15,10 4-12-15,6 22-15 16,10 7-6-16,0 3-6 15,12 2 47-15,19-11-47 16,7-6 0-16,7-15-1 16,1-6-38-16,4 0-16 15,-6-6-82-15,-9-20-51 16,-8-6 18-16,-10-6-134 16,-9-6-146-16</inkml:trace>
  <inkml:trace contextRef="#ctx0" brushRef="#br0" timeOffset="27632.37">24624 2492 583 0,'0'0'242'0,"0"0"-43"0,0 0-72 16,0 0 38-16,0 0-13 16,0 0-21-16,0 0-50 15,-17-4-35-15,24 42 3 16,20 17-27-16,2 6-7 16,4-1 34-16,-2-1-46 15,2-7 13-15,-4-10-16 16,-4-6-7-16,-7-11 4 15,-11-12-70-15,-3-4-145 16,-4-8-11-16,0-1-6 16,-11-20 49-16,-15-23-106 15,-8-18 215-15,-1-8 77 0,0 0 39 16,7 0 66 0,10 5 74-16,14 14-61 15,4 14-55-15,0 16 2 0,8 9-22 16,11 10 16-16,-2 1-34 15,1 0 15-15,-3 10 41 16,1 6-41-16,-9 2-8 16,-7 4-32-16,0 2-90 15,-5 8-86-15,-28-2-299 16</inkml:trace>
  <inkml:trace contextRef="#ctx0" brushRef="#br0" timeOffset="28267.58">24815 2552 967 0,'0'0'18'0,"0"0"45"0,0 0-49 15,0 0 11-15,60-108-8 16,-54 83 0-16,-6 0-9 16,0 7 6-16,-6 8 83 0,-10 7-28 15,1 3-36-15,1 0-21 16,3 11-6-16,7 13-11 16,4 4 5-16,0-4 0 15,6-8-9-15,12-4-2 16,0-8-22-16,0-4 19 15,1 0-60-15,0-12 53 16,-1-14 19-16,-1-8 2 16,-1 0 1-16,1 4-1 15,-1 8 0-15,-5 4 20 16,3 16-10-16,1 2 12 16,10 3 1-16,2 19 27 15,0 7 48-15,0 3-33 16,-10-3-43-16,-3-4-17 15,-8-6 0-15,-4-13-8 0,-2-6 3 16,0 0 0-16,-8 0-7 16,-15-11-28-16,1-20 16 15,7-12 10-15,7 1-10 16,8-4 17-16,0 14 2 16,0 10 0-16,2 6 36 15,8 16-36-15,3 0 0 16,3 0 23-16,1 12 3 15,8 3 29-15,-3 3-39 16,-2 5-15-16,-8-1-2 0,-10 2-102 16,-2 0-111-1,-2-8-92-15</inkml:trace>
  <inkml:trace contextRef="#ctx0" brushRef="#br0" timeOffset="28383.39">25110 1955 932 0,'0'0'107'0,"0"0"47"0,0 0-113 0,0 0-41 0,0 0-61 0,0 0-190 16</inkml:trace>
  <inkml:trace contextRef="#ctx0" brushRef="#br0" timeOffset="28916.6">24705 3082 948 0,'0'0'44'16,"0"0"68"-16,0 0 39 16,0 0-111-16,0 0 42 15,0 0-57-15,-102 116-21 16,102-74 13-16,0-9-16 16,25-5-1-16,4-9 0 0,2-11-2 15,0 1-8 1,-2-9-2-16,0 0 12 0,-2-17 9 15,-10-11 0-15,-10-5 3 16,-7-7 29-16,0 3-24 16,-24 3 42-16,-8 12-28 15,-4 9-25-15,-1 2-6 16,5 9-38-16,3 2-118 16,9 0-46-16,11 10-102 15,9 10-85-15</inkml:trace>
  <inkml:trace contextRef="#ctx0" brushRef="#br0" timeOffset="29266.08">24919 3204 505 0,'0'0'80'15,"0"0"163"-15,0 0-69 0,0 0-51 16,0 0 10-16,0 0-48 16,31-84-11-1,-62 84-11-15,-2 12-63 0,4 8 0 16,16 5-14-16,13-2 4 15,0-4-14-15,13-8-27 16,16-11-28-16,8 0 12 16,4-17 51-16,-3-20 16 15,-9-13-8-15,-11-12 10 16,-12-8-2-16,-6-8 18 16,-6 3-1-16,-19 9 34 15,-8 12 5-15,0 22 35 0,8 12 24 16,7 12 5-16,11 8-50 15,7 2-25-15,0 37-28 16,8 22 2-16,24 14-19 16,11 0 8-16,8-3-19 15,2 5 8-15,-11 5-74 16,-24-5-302-16,-18 6-397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10T13:02:16.9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4624 13240 176 0,'0'0'525'0,"45"-116"-432"0,-26 52 46 0,-4 1-31 0,-10 0 6 0,-5 7 16 0,0 25-13 0,-6 9 6 0,-10 8-43 0,-1 11 38 0,-8 3-53 0,-6 0-34 0,-7 31-18 0,-5 21-3 0,1 15-9 0,7 8 3 0,6-2-3 0,8-7 5 0,15-5-6 0,6-7-1 0,0-8 0 16,31-7-3-1,15-2-1-15,14-13-9 0,12-2 5 16,6 0 1-16,0 0 0 15,-6 6 3-15,-8 9 5 16,-10 7 0-16,-17 7 0 16,-19 6 0-16,-15-1 1 15,-3 5 5-15,-32 2 5 16,-21-1 3-16,-10-4-5 16,-3-12 2-16,1-15-3 15,7-15-7-15,2-16 0 16,5 0-2-16,4-22-20 0,8-21-64 15,10-7-153-15,12 0-91 16,17-3-21-16,0 9-274 16</inkml:trace>
  <inkml:trace contextRef="#ctx0" brushRef="#br0" timeOffset="274.8">5326 12958 1031 0,'0'0'81'0,"0"0"-19"0,0 0 64 15,0 0 38-15,0 0-94 16,0 0-33-16,0 0-6 15,6 125 77-15,19-24-31 16,2 9-49-16,-5 4 4 16,-2 1-22-16,-2-6-10 15,-3-15-2-15,7-10 0 16,5-22-91-16,5-16-129 16,5-24-159-16,1-22-64 15</inkml:trace>
  <inkml:trace contextRef="#ctx0" brushRef="#br0" timeOffset="525.67">6041 13491 573 0,'0'0'604'15,"0"0"-566"-15,0 0 58 16,0 0 40-16,0 0-80 15,0 0-32-15,64-10-9 16,15-22-1-16,5-14-14 16,0 0-1-16,-1 1-10 15,-12 5-125-15,-17 16-95 16,-19 12-89-16,-25 12-160 0</inkml:trace>
  <inkml:trace contextRef="#ctx0" brushRef="#br0" timeOffset="675.18">6239 13705 945 0,'0'0'73'0,"0"0"-21"16,0 0 39-16,0 0-59 15,0 0-14-15,0 0 2 16,71 0-3-16,16-59-17 16,7-12-16-16,0-1-52 15,-1-2-135-15,7 6-345 16</inkml:trace>
  <inkml:trace contextRef="#ctx0" brushRef="#br0" timeOffset="1092.39">7912 11915 404 0,'0'0'666'16,"0"0"-623"-16,0 0 55 15,0 0 103-15,0 0-46 16,0 0-102-16,-58-22-26 16,85 104 74-16,4 25-18 15,-2 2-65-15,-2-3-9 16,-4-3-6-16,-4-2-3 15,2-9-2-15,-3-13-28 0,-1-4-202 16,-8-23-198 0,-5-23-149-16</inkml:trace>
  <inkml:trace contextRef="#ctx0" brushRef="#br0" timeOffset="1327.5">7868 12132 462 0,'0'0'632'15,"2"-153"-626"-15,36 77 3 16,8 10 12-16,8 20 24 16,4 26 24-16,-4 20 3 15,-10 23 15-15,-19 36-52 16,-21 17-8-16,-4 7 14 0,-38 1 7 16,-16-2-34-1,-1-13-12-15,6-12-2 0,12-20-57 16,14-16-176-16,17-21-118 15,6 0-518-15</inkml:trace>
  <inkml:trace contextRef="#ctx0" brushRef="#br0" timeOffset="1558.93">8543 11837 1162 0,'0'0'50'0,"0"0"11"16,0 0 56-16,0 0 7 0,0 0-81 16,0 0-19-16,13 138 54 15,8-49 3-15,-2-6-58 16,2 0-19-16,-4-3-4 16,-1 0-2-16,-3 1-45 15,-8-5-213-15,-5-18-104 16,0-24-256-16</inkml:trace>
  <inkml:trace contextRef="#ctx0" brushRef="#br0" timeOffset="1725.12">8390 12069 721 0,'0'0'427'0,"0"0"-421"15,-8-111-4-15,39 61 4 16,23-9-5-16,15-3 0 15,7 3-1-15,-5 18-17 16,-8 10-112-16,-18 19-287 16</inkml:trace>
  <inkml:trace contextRef="#ctx0" brushRef="#br0" timeOffset="1925.4">8953 11658 1007 0,'0'0'64'0,"0"0"-5"0,0 0 40 16,0 0 4-16,0 0-29 16,0 136 51-16,9-59-39 15,8-1-17-15,1-2-45 16,0-8-15-16,-3-7-6 16,2-9-3-16,-2-6-35 15,-4-6-127-15,-4-12-194 16,-7-12-132-16</inkml:trace>
  <inkml:trace contextRef="#ctx0" brushRef="#br0" timeOffset="2274.44">8955 11859 920 0,'0'0'11'0,"0"-116"-10"16,15 57 5-16,33 3 8 15,16 8-5-15,9 14 4 16,4 21 27-16,-13 13 1 15,-12 27 1-15,-19 29-14 16,-18 22-21-16,-15 12 5 16,-15 4 6-16,-28-1 2 15,-8-11 0-15,2-17 5 16,3-15 9-16,9-18-17 16,11-14-6-16,9-10 3 15,10-4-4-15,7-2-9 16,0 2-1-16,17 1 0 0,25 4 2 15,13-3 0 1,11 0-1-16,3-2-1 0,6 0 3 16,4-2-2-1,-4 2 2-15,-8-2-3 0,-9 0-1 16,-13 4-64-16,-16 2-78 16,-16 0-140-16,-13 4-339 15</inkml:trace>
  <inkml:trace contextRef="#ctx0" brushRef="#br0" timeOffset="2594.21">8097 13058 1130 0,'-143'56'55'0,"8"2"-52"0,21-9 1 0,22-13 29 0,38-15 23 16,33-10 1-16,25-11-5 16,81-20 6-16,53-28-44 15,59-19 0-15,38-11-11 16,22-8-3-16,20 2 8 16,5-3 4-16,12 7 5 15,3 5-10-15,-13 2-5 16,-18 10-2-16,-35 7 0 15,-38 12-5-15,-56 12-85 0,-64 19-131 16,-67 11-106-16,-41 2-367 16</inkml:trace>
  <inkml:trace contextRef="#ctx0" brushRef="#br0" timeOffset="2974.45">8766 13477 845 0,'0'0'277'16,"-29"-102"-231"-16,25 72 49 16,-1 12 72-16,5 7 12 15,0 11-78-15,0 0-56 16,0 31-30-16,0 37 1 16,5 16 46-16,8 8-40 15,1-3-18-15,-2-7-4 16,-1 0-1-16,5-4-8 0,2-11-65 15,0-13-182 1,-2-20-72-16,-1-20-44 0,-2-14-324 16</inkml:trace>
  <inkml:trace contextRef="#ctx0" brushRef="#br0" timeOffset="3558.91">9095 13405 1021 0,'0'0'118'0,"0"0"-48"15,0 0 63-15,0 0 59 16,0 0-98-16,0 0-56 16,0-71-16-16,-4 109-6 15,2 19 21-15,-1 9 2 16,3 3-23-16,0-15-13 16,19-4-3-16,10-13-3 0,1-8-7 15,6-10 6-15,4-10-4 16,3-9-33-16,-3 0 2 15,-7-21-3-15,-8-12 3 16,-14-7 9-16,-11-9 14 16,0 1 13-16,-13 0 3 15,-18 4 7-15,-6 2-1 16,-1 6 3-16,5 6 10 16,8 6-8-16,15 2-5 15,10-6-6-15,6-4-4 16,41 0-16-16,14 6-1 15,7 8-28-15,-1 13-74 0,-7 5 84 16,-8 10 30-16,-12 26 6 16,-11 12 3-16,-11 11 3 15,-12 5 11-15,-3 1 8 16,3-2-3-16,7-9-10 16,10-4-6-16,14-11-3 15,10-9 0-15,7-12-4 16,-1-12-2-16,1-6-3 15,-7-6 9-15,-7-24 2 16,-9-10 14-16,-13-10 30 16,-16-7 20-16,-2-11-1 15,-22-2 2-15,-20 4 8 16,-10 10-53-16,-8 17 17 16,-4 16-32-16,-3 9-7 0,-1 10-14 15,6 4-67-15,-5 0-133 16,9 0-144-16,8 1-266 15</inkml:trace>
  <inkml:trace contextRef="#ctx0" brushRef="#br0" timeOffset="4242.47">10854 11264 567 0,'0'0'531'0,"-137"-200"-522"0,35 100 12 0,-22 6 46 0,-30 4 7 15,-29 11 9-15,-33 11 28 16,-36 14 3-16,-40 21-69 16,-40 18-31-16,-36 15 41 15,-42 19-42-15,-35 32-10 16,-30 28 2-16,-22 25 5 16,-12 26-7-16,-2 27-2 0,12 21 3 15,17 20 7-15,35 31-9 16,37 26 11-16,41 28-10 15,54 30-6-15,57 13 6 16,68 15 2-16,65 0-4 16,70-8-1-16,55-6 0 15,50-19 0-15,71-4 0 16,49-28 0-16,59-22-3 16,59-25 0-16,63-39 1 15,63-23-5-15,64-36-13 16,60-35-3-16,54-46 13 15,46-36 3-15,33-28-21 0,15-62 13 16,3-44-24-16,-9-41 20 16,-25-31 11-16,-38-32-8 15,-56-38 16-15,-71-24 4 16,-77-35-2-16,-82-28 0 16,-84-30 9-16,-90-29 4 15,-96-18 13-15,-84-8-13 16,-124 18 8-16,-94 24-10 15,-84 41 41-15,-83 51-37 16,-85 57-17-16,-77 59-12 16,-84 59-153-16,-69 67-214 15,-70 58-108-15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8T13:54:46.78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1212 3169 1019 0,'0'0'29'0,"0"0"126"0,0 0 3 16,0 0-12-16,0 0-77 0,0 0 28 16,-38-86-9-16,38 116-88 15,0 21 65-15,0 21-28 16,0 6-11 0,0-1 1-16,0-3-7 0,0-5-20 15,5-11 0-15,2-9-5 16,4-13-13-16,9-10-170 15,2-16-277-15,5-10-180 16</inkml:trace>
  <inkml:trace contextRef="#ctx0" brushRef="#br0" timeOffset="318.3">1486 3184 1041 0,'0'0'12'0,"0"0"157"15,0 0-44-15,0 0-99 16,0 0 11-16,-60 107-13 16,60-57-20-16,0 1 17 15,14 2-21-15,3-7 0 16,4-2-6-16,-3-8 9 16,-1-16-6-16,8-6-9 15,0-14-32-15,-1 0 32 16,5-32-39-16,-9-10 51 15,-2-10 7-15,-14-4 3 16,-4 2 25-16,-11 4 11 16,-18 7-44-16,-2 15 63 0,-4 12-61 15,8 10 0-15,2 6-4 16,5 0-88-16,7 20-170 16,1 10-257-16</inkml:trace>
  <inkml:trace contextRef="#ctx0" brushRef="#br0" timeOffset="682.84">1830 3221 989 0,'0'0'23'16,"0"0"171"-16,0 0-106 15,0 0 25-15,0 0-107 0,0 0 0 16,-67 88-1-1,67-34 18-15,18-8-30 0,4-3 7 16,2 1 0-16,5-9-8 16,-2-5 8-16,2-14 0 15,0-11 0-15,-3-5 6 16,-5 0-11-16,-8-19 5 16,-6-9 0-16,-7-16 39 15,0 1-32-15,-22-3 29 16,-9 3 26-16,-10 4-61 15,8 11 31-15,4 6-32 16,2 18-10-16,8 4-12 0,-5 4-195 16,2 22-186-16</inkml:trace>
  <inkml:trace contextRef="#ctx0" brushRef="#br0" timeOffset="949.77">2190 3273 903 0,'0'0'12'0,"0"0"226"15,0 0-163-15,0 0-32 16,0 0-43-16,-29 123 3 16,52-67 33-16,6-7-34 15,4-5-2-15,-1-12 0 16,1-10 24-16,-2-8-31 0,-4-14 7 15,-3 0 0-15,1-34 45 16,-12-11 14-16,-11-10-15 16,-2 5 19-16,-17 2-46 15,-24 1 28-15,-5 15-45 16,-5 10 0-16,-1 18-23 16,1 4-44-16,-2 26-287 15</inkml:trace>
  <inkml:trace contextRef="#ctx0" brushRef="#br0" timeOffset="1582.98">3432 3527 1027 0,'0'0'11'0,"-122"0"165"0,77 2 90 0,13-2-218 16,22 0 11-16,10 6-56 15,48-6 26-15,62 0-29 16,50-1 0-16,49-24 28 15,34-3-14-15,11-1-7 16,-7 4-5-16,-30 5 19 16,-48 8-32-16,-46-1 11 0,-48 12-80 15,-35-3-74-15,-26-2-94 16,-14-5 48-16,-41 2 137 16,-21-4-36-16,-7-2 99 15,7 5 11-15,20-1 48 16,17 1 65-16,21 5-26 15,4-8-24-15,17 2 17 16,27 5-61-16,13 6 63 16,1 2-50-16,-10 27-22 15,-10 7 71-15,-18 4-87 16,-15 7 11-16,-5 9-16 16,-34 2 18-16,-25 8-36 15,-15-2-174-15,-19-12-190 16</inkml:trace>
  <inkml:trace contextRef="#ctx0" brushRef="#br0" timeOffset="1899.86">3595 2526 792 0,'0'0'286'0,"0"0"-191"0,0 0 201 16,0 0-166-16,0 0-17 16,0 0-65-16,-48 18-47 15,48 42 61-15,0 3-57 16,0 1-5-16,8 1 0 15,7 2-7-15,4-1-52 16,-1-7-208-16,3-15-139 16,-9-20-132-16</inkml:trace>
  <inkml:trace contextRef="#ctx0" brushRef="#br0" timeOffset="2199.39">3909 2591 877 0,'0'0'24'0,"0"0"110"16,0 0-22-16,0 0-38 16,0 0-70-16,0 0 0 15,-32 111 6-15,32-40-5 16,7-5 4-16,20-10-9 16,2-7 0-16,-2-17-6 15,-3-9 6-15,5-15 0 16,0-8-1-16,0-11 9 15,3-29-3-15,-13-17-5 16,-13-9 0-16,-6-2 48 16,-13 4 0-16,-20 12 13 0,-7 20-9 15,-7 17-35-15,-2 15-4 16,7 11-13-16,6 25-101 16,5 9-142-16,8 0-343 15</inkml:trace>
  <inkml:trace contextRef="#ctx0" brushRef="#br0" timeOffset="2467.19">4666 2460 1008 0,'0'0'0'0,"0"0"140"16,0 0 27-16,-5-108-8 15,5 108-80-15,0 0-30 16,0 8 6-16,0 36-42 0,0 21 7 16,0 23 81-16,0 4-93 15,0 3 21-15,0-6-29 16,-11-1 0-16,-6-7-9 16,-5-7 9-16,-3-14-93 15,-2-19-115-15,0-22-161 16,-2-19-141-16</inkml:trace>
  <inkml:trace contextRef="#ctx0" brushRef="#br0" timeOffset="2666.91">4388 2715 903 0,'0'0'0'16,"0"0"0"-16,0 0 60 15,0 0-7-15,0 0 40 16,0 0-8-16,109-57-11 15,-99 30 16-15,-10 3-59 16,0 1 0-16,-2 12-24 16,-24 8-1-16,-5 3-12 15,0 25-119-15,11 8-81 16,15 6-181-16</inkml:trace>
  <inkml:trace contextRef="#ctx0" brushRef="#br0" timeOffset="2819.62">4902 2935 960 0,'0'0'10'0,"0"0"124"16,0 0 54-16,0 0-99 15,0 0-37-15,0 0-9 16,7 17-43-16,-7-13-42 16,-11 2-277-16,-21 3-785 15</inkml:trace>
  <inkml:trace contextRef="#ctx0" brushRef="#br0" timeOffset="3267.27">3358 4057 1054 0,'0'0'39'15,"0"0"136"-15,0 0 10 16,0 0-28-16,0 0-123 16,0 0 66-16,-33-20-82 15,33 61-16-15,8 13 35 16,7 10-17-16,-1 3-36 15,-2-5 16-15,1-8-112 0,-2-10-108 16,-2-18-156 0,4-18-218-16</inkml:trace>
  <inkml:trace contextRef="#ctx0" brushRef="#br0" timeOffset="3467.45">3552 4092 574 0,'0'0'486'16,"0"0"-437"-16,0 0 200 15,0 0-109-15,0 0-52 16,0 0-62-16,-24-33 8 16,51 61 2-16,1 12-30 15,3 4 11-15,-5 4-17 16,4-6-42-16,-3-2-47 16,0-12-174-16,-1-15 36 15,-2-13-96-15,6 0-117 0</inkml:trace>
  <inkml:trace contextRef="#ctx0" brushRef="#br0" timeOffset="3633.1">3871 4137 85 0,'0'0'684'0,"0"0"-522"16,0 0 35-16,-40-107-26 15,22 103-23-15,-3 4-61 16,3 31 21-16,1 29-94 16,4 18 90-16,11 11-14 15,2 6-87-15,0-2 37 16,0-4-40-16,4 3 0 0,-2-13-17 15,-2-2 17 1,2-15-123-16,1-12-177 0,1-18-180 16</inkml:trace>
  <inkml:trace contextRef="#ctx0" brushRef="#br0" timeOffset="3916.34">3967 4334 1010 0,'0'0'10'0,"0"0"115"16,20-125 32-16,22 102-91 16,7 23 19-16,12 3-49 15,-7 39 4-15,-2 16 39 16,-10 8-72-16,-11-4-6 16,-13-9 7-16,-11-13 16 15,-7-15-16-15,0-10 4 16,0-11-1-16,-17-4 57 0,-6-12-58 15,3-31-1-15,7-20-9 16,13-10-13-16,0-4 12 16,29 8-88-16,13 11-81 15,1 20-98-15,-4 15-255 16</inkml:trace>
  <inkml:trace contextRef="#ctx0" brushRef="#br0" timeOffset="4650.59">7037 3052 852 0,'0'0'7'0,"13"-131"175"0,-13 75-48 0,-20 10-79 0,-11 16 69 15,-3 14-82-15,1 14 11 16,-3 4-22-16,3 32-27 15,2 14 17-15,13 13-21 16,18-1 0-16,0-3-5 16,36 0 5-16,21-11 0 15,15-6 0-15,6-2 15 16,-2-12-16-16,-18 0 1 16,-16-8 0-16,-21-4-11 15,-21 8 15-15,-15 6-4 16,-54 6 3-16,-22-2 15 0,-2-11-21 15,12-15 3-15,28-6-35 16,26-9-29-16,25-25-198 16,2-7-281-16</inkml:trace>
  <inkml:trace contextRef="#ctx0" brushRef="#br0" timeOffset="4884.06">7578 2926 902 0,'0'0'25'15,"0"0"182"-15,0 0-34 16,0 0-35-16,0 0-45 0,0 0-3 16,-44-75-89-1,44 125 7-15,11 20 7 0,5 11-8 16,-1-1 1-16,-4 1-8 15,-2 4-47-15,-7 2-134 16,-2-7-189-16,-2-3-363 16</inkml:trace>
  <inkml:trace contextRef="#ctx0" brushRef="#br0" timeOffset="5418.29">8750 3012 554 0,'0'0'25'0,"-9"-167"103"0,-7 95 80 0,-3 14-49 15,1 20-58-15,5 15-6 16,3 15 13-16,4 7 3 16,6 1 25-16,0 46-120 15,0 52-9-15,0 52 80 16,6 45-37-16,12 38-2 16,3 23 9-16,-8 25-50 15,-2 10 12-15,-6-14-19 16,-5-21 0-16,0-33-14 15,0-31-19-15,0-25-91 0,4-33-143 16,0-31-95-16,-4-37-255 16</inkml:trace>
  <inkml:trace contextRef="#ctx0" brushRef="#br0" timeOffset="6149.82">9815 3156 828 0,'0'0'51'0,"0"0"131"0,0 0 5 0,0 0 10 15,0 0-96-15,0 0-31 16,-18 10-63-16,-9 58-2 0,4 2 55 16,4-3-47-16,8-13-13 15,2-16 0-15,2-12-9 16,5-13-11-16,0-13 20 16,2 0 0-16,0-7 1 15,0-37-1-15,11-15-13 16,11-17 10-16,3-4 6 15,2 7 11-15,-2 6-14 16,-2 17 0-16,-6 16 11 16,-9 16 2-16,-1 12 0 15,0 6-10-15,10 10 8 16,10 30 50-16,4 18-29 16,3 6-15-16,-5 6 15 0,2-4-14 15,-2-3-19 1,0-8 1-16,-2-6 0 0,-5-11-26 15,-2-5-27-15,-4-12-158 16,-10-7-95-16,-6-8-20 16,-4-6-136-16</inkml:trace>
  <inkml:trace contextRef="#ctx0" brushRef="#br0" timeOffset="6266.54">9723 3507 865 0,'0'0'13'16,"0"0"92"-16,0 0 110 15,0 0-151-15,0 0-33 0,248-169-31 16,-63 75-37-16,29-16-295 16</inkml:trace>
  <inkml:trace contextRef="#ctx0" brushRef="#br0" timeOffset="9999.62">6896 3936 848 0,'0'0'43'0,"0"0"120"0,0 0-8 0,0 0-3 16,0 0-42-16,0 0 21 16,0 0 7-16,0 0-123 0,-29-46 41 15,29 96-38 1,0 11-2-16,5 4 17 0,3-3-32 16,-2-8 21-16,0-1-22 15,3-9 0-15,-3-6-31 16,4-9 4-16,-2-2-195 15,2-11-147-15,5-14-156 16</inkml:trace>
  <inkml:trace contextRef="#ctx0" brushRef="#br0" timeOffset="10517.26">7152 3994 495 0,'0'0'8'16,"0"0"100"-1,0 0 21-15,0 0-30 0,0 0-13 16,0 0-45-16,29-64 36 16,-29 60-5-16,0 4-31 15,0 0 46-15,0 0-43 16,0 0 22-16,0 0-2 15,0 0-29-15,0 0 23 16,0 0-45-16,0 0-11 16,0 0 33-16,0 0-28 15,0 0-7-15,0 0 9 16,0 0-4-16,0 10 8 0,-13 32-13 16,-5 17 0-16,9 8 3 15,7 2 4 1,2-11-7-16,9-3 0 0,18-6 7 15,6-13-6-15,3-9-1 16,-3-18 0-16,0-9-13 16,2 0 14-16,-4-22-1 15,-2-12 0-15,-3-12 7 16,-12-11-8-16,-12 0 1 16,-2-6 0-16,-11 5 7 15,-25 11-4-15,-4 6-3 0,-4 12 0 16,-8 12 7-16,0 13-18 15,6 4-81-15,9 12-157 16,10 15-48-16,11 6-312 16</inkml:trace>
  <inkml:trace contextRef="#ctx0" brushRef="#br0" timeOffset="10984.2">7701 4063 693 0,'0'0'45'0,"0"0"207"0,0 0-116 15,6-123-10-15,-15 109-25 16,-4 8-17-16,0 2 23 16,4 4-61-16,-2 4-10 0,-1 35-36 15,4 11 12 1,6 14-11-16,2-2-1 0,0-5 0 15,24-4-7-15,7-6 14 16,1-7-7-16,5-19 0 16,1-11 1-16,5-10-12 15,1-14 11-15,-2-24 0 16,-3-14-3-16,-18-9 19 16,-17-2-16-16,-4-12 11 15,-21 5-1-15,-24 10-20 16,-18 18 0-16,-12 34-84 15,-16 8-211-15,-12 48-296 16</inkml:trace>
  <inkml:trace contextRef="#ctx0" brushRef="#br0" timeOffset="12801.84">9755 4334 465 0,'0'0'345'0,"0"-103"-292"0,0 68 152 16,0 14-89-16,0 7 18 16,0 7-22-16,0 7-47 15,0 0 53-15,0 0-53 0,0 14-45 16,0 31 0-16,4 13-19 15,1 12 25-15,-3 0-26 16,-2-3 0-16,0-2-24 16,2-8 20-16,2-7-133 15,4-10-81-15,0-10-49 16,5-16-112-16</inkml:trace>
  <inkml:trace contextRef="#ctx0" brushRef="#br0" timeOffset="13017.02">9926 4339 754 0,'0'0'1'0,"0"0"122"16,8-136 59-16,-8 110-72 0,0 12-20 15,0 10-3-15,0 4 20 16,4 14-62-16,0 26-36 16,1 20 96-16,1 1-81 15,-4-6-10-15,6-3-10 16,-2-4 4-16,3-3-16 15,7-7 5-15,5-4-181 16,0-10-154-16,-1-8-325 16</inkml:trace>
  <inkml:trace contextRef="#ctx0" brushRef="#br0" timeOffset="13536.52">10325 4284 881 0,'0'0'27'16,"0"0"81"-16,0 0 54 15,0 0-14-15,0 0-41 16,0 0-61-16,-43-59 22 16,43 59-61-16,-5 28 12 15,-4 20-9-15,-5 10-5 16,8 0 5-16,6-9-10 15,0-8 0-15,0-5-4 16,8-9 8-16,8-13-4 16,-1-8 0-16,-1-6 4 0,-1 0-21 15,-2-18 8-15,-2-19 9 16,-9-10-6-16,0-6 10 16,0 3-4-16,0 1 0 15,0 9 6 1,0 7-12-16,3 6 6 0,20 14 0 15,10 11-19-15,0 2 21 16,5 34-2-16,-5 20 0 16,-2 13 0-16,-6 2 2 15,-8 2-2-15,-1-9 0 16,-2-12-12-16,3-14 19 0,1-14-7 16,9-16 0-1,-1-6 0-15,10-16-1 0,-3-26 1 16,-8-14 0-1,-9-12 7-15,-16-13 9 0,-2 1-16 16,-39 2 0-16,-14 20 8 16,-15 24-20-16,-3 23 10 15,-12 16-190-15,-13 33-125 16</inkml:trace>
  <inkml:trace contextRef="#ctx0" brushRef="#br0" timeOffset="16549.41">1232 6166 810 0,'0'0'3'0,"0"0"159"0,0 0 3 0,0 0-78 0,-33-110 36 15,25 101-13-15,5 8 14 16,-1 1-35-16,1 0-10 0,1 0-7 16,-6 26-69-1,-1 38-3-15,-10 22 32 0,4 10-21 16,1-10 1-16,10-9-12 15,4-5 9-15,0-10-10 16,0-4 1-16,0-12 0 16,9-8-12-16,9-7-152 15,7-16-145-15,1-15-75 16,3 0-229-16</inkml:trace>
  <inkml:trace contextRef="#ctx0" brushRef="#br0" timeOffset="16899.87">1395 6300 891 0,'0'0'12'16,"0"0"47"-16,0 0 95 0,0 0-34 15,0 0-31-15,0 0-15 16,-42-91 46-16,35 110-102 16,-1 23-11-16,2 15-1 15,6 2 9-15,0 3-16 16,0-1 1-16,6-5 0 15,7-10-10-15,9-12 10 16,0-10 0-16,0-15-4 16,5-9-20-16,0 0 23 15,0-27-22-15,2-19 23 16,-4-12 0-16,-8-10 0 16,-13 2 0-16,-4 1 11 15,-6 11 4-15,-21 14 5 16,-6 12-20-16,-1 18 0 0,1 10 2 15,0 0-2-15,8 28-21 16,9 14-125-16,6 6-139 16,10 0-98-16</inkml:trace>
  <inkml:trace contextRef="#ctx0" brushRef="#br0" timeOffset="17266.82">1765 6330 847 0,'0'0'12'16,"0"0"138"-16,-9-124 1 15,-4 102-39-15,-1 11 16 16,3 8-54-16,-5 3-3 0,6 12-45 16,-8 28-7-16,11 16-18 15,7 10-1-15,0 3 0 16,14-5-12-16,13-6 12 15,4-7 0-15,4-9-4 16,3-19-43-16,0-11 22 16,5-12-32-16,-4-6 34 15,1-28 1-15,-4-11 19 16,-16-12 3-16,-9-1 7 16,-11-5 5-16,-13 1 19 15,-18 8-10-15,-9 12-20 0,-7 16 60 16,5 14-56-16,3 11-5 15,1 1 0-15,14 19-66 16,4 20-159-16,0 11-127 16</inkml:trace>
  <inkml:trace contextRef="#ctx0" brushRef="#br0" timeOffset="17600.16">2186 6282 933 0,'0'0'12'0,"0"0"152"0,0 0-33 15,0 0-28-15,0 0-70 16,0 0-20-16,-31 165 3 16,31-97-16-16,9-10 0 15,22-12-4-15,5-12 4 16,0-12 0-16,-3-16 0 15,4-6 17-15,-1-8-18 16,-5-30 1-16,-10-12 0 16,-17-7 35-16,-4-8-29 15,-22 6 39-15,-18 5-3 16,-8 14-37-16,2 16 14 16,-1 16-19-16,3 8-49 0,6 8-103 15,9 20-237 1</inkml:trace>
  <inkml:trace contextRef="#ctx0" brushRef="#br0" timeOffset="18266.79">3790 6629 991 0,'0'0'10'0,"0"0"56"16,-169 0 82-16,109 0-85 16,13 0 99-16,18 0-115 15,18 0 19-15,11 0-18 0,0 7-43 16,42 6 8-16,30 4-13 15,30-4 0-15,21-3 12 16,8-4-5-16,10-2-7 16,-4 0 13-16,-10 4-4 15,-17-2-7-15,-19-4-2 16,-20 1-26-16,-10-3 24 16,-14 0-160-16,-16-11-60 15,-12-11 36-15,-11-4-54 16,-8-2 36-16,0-4 77 15,-16 4 127-15,-9 0 13 16,0 6 91-16,4 6 50 16,5 1 12-16,5 7-88 0,4 6 35 15,7-1-35-15,0 3-46 16,0 0 18-16,18 0-47 16,15 11 26-16,5 16 30 15,-4 5-34-15,-13 8 34 16,-11 5-59-16,-10 5 12 15,-2 9-14-15,-34 3 2 16,-13 4-95-16,-15 3-134 16,-11-5-272-16</inkml:trace>
  <inkml:trace contextRef="#ctx0" brushRef="#br0" timeOffset="18917.03">3474 5717 886 0,'0'0'8'0,"0"0"168"0,-25-114-37 0,21 95-30 16,2 9 13-16,2 9-61 15,0 1-17-15,0 0-1 16,15 31-30-16,1 18 31 15,-1 9-24-15,-3 12-10 16,-8 0 0-16,3 1-10 0,-3 0-10 16,-4-7 3-16,0-5-165 15,0-14-132 1,0-16-93-16</inkml:trace>
  <inkml:trace contextRef="#ctx0" brushRef="#br0" timeOffset="19249.84">3737 5795 762 0,'0'0'143'16,"0"0"-91"-16,0 0 137 15,0 0-100-15,0 0 36 16,0 0-63-16,-40-82 24 16,40 98-85-16,0 24 3 15,0 12-1-15,14 2 11 16,1-4-18-16,7-9 4 0,1-8-9 15,-2-10-11-15,4-10-1 16,0-9-30-16,0-4 27 16,1-11-37-16,-2-24 59 15,-6-11-3-15,-7-6 5 16,-11-1 14-16,-2 6-9 16,-31 7 8-16,-1 10 66 15,-1 14-74-15,-1 11 29 16,1 5-34-16,6 13-29 15,-2 23-55-15,8 9-184 16,14 2-287-16</inkml:trace>
  <inkml:trace contextRef="#ctx0" brushRef="#br0" timeOffset="19549.3">4624 5266 1118 0,'0'0'10'0,"0"0"-3"15,0 0 118-15,-55-105 56 16,47 99-120-16,2 6-10 0,-5 26 6 16,-1 45-31-1,-5 29 32-15,3 26-11 16,3 16-28-16,3 1 47 0,2-1-66 15,2-8 0-15,4-14 2 16,-2-19 22-16,-7-17-45 16,1-18 21-16,-2-22-186 15,1-21-54-15,-2-23-133 16,-5-5-161-16</inkml:trace>
  <inkml:trace contextRef="#ctx0" brushRef="#br0" timeOffset="19782.78">4207 5671 974 0,'0'0'7'0,"0"0"16"0,0 0 99 15,0 0-111-15,0 0-2 16,0 0 19-16,11 76-21 16,7-76 43-16,0 0-3 15,-2-5 5-15,-9-12 56 16,-3-4-84-16,-4 3 1 15,0 7-14-15,-13 3 7 16,-10 8-36-16,-4 0-32 16,7 15-161-16,7 16-9 15,11 1-276-15</inkml:trace>
  <inkml:trace contextRef="#ctx0" brushRef="#br0" timeOffset="20016.32">4698 5941 852 0,'0'0'3'0,"0"0"55"16,0 0 145-16,0 0-127 15,0 0-33-15,0 0 20 16,42 66 20-16,-27-81 70 16,-4-11-107-16,0-4-37 15,-11 7 46-15,0 5-46 16,0 8 14-16,-24 10-23 15,-8 0-28-15,-7 20 5 16,1 20-194-16,0 4-153 16,7 1-592-16</inkml:trace>
  <inkml:trace contextRef="#ctx0" brushRef="#br0" timeOffset="20582.77">3441 7443 941 0,'0'0'27'0,"0"0"30"0,0 0 99 16,-135-15-23-16,125-12-43 16,10-2-41-16,0-5-35 0,20 7-8 15,12 11 14-15,5 12-20 16,-4 4 0-16,3 16 1 16,-14 24 4-16,-9 12-5 15,-7 4 17-15,-6 5-16 16,-8-3 63-16,-24-10-36 15,2-9-16-15,-1-8 106 16,13-16-98-16,7-6-8 16,6-7-7-16,5-2 9 15,16 0-19-15,31 0 5 16,25-24-50-16,11-7-66 16,-2 1-132-16,-10-3-21 0,-13 2-112 15,-13 0-228 1</inkml:trace>
  <inkml:trace contextRef="#ctx0" brushRef="#br0" timeOffset="20749.55">3806 7409 739 0,'0'0'63'0,"0"0"131"15,0 0-5-15,0 0-89 16,0 0 59-16,0 0-123 16,-58-23-13-16,67 52-13 15,18 9-6-15,0 6 13 16,4 1-17-16,0-4-24 15,-2-2-28-15,0-7-192 16,-7-10 33-16,0-10-139 16</inkml:trace>
  <inkml:trace contextRef="#ctx0" brushRef="#br0" timeOffset="20954.14">4002 7382 789 0,'0'0'32'0,"0"0"141"16,0 0-7-16,0 0 11 15,0 0-72-15,0 0-43 16,-52 27-10-16,48 53 6 16,4 13 41-16,-2 5-51 15,0 2-48-15,-5 1 19 16,-1-7-16-16,-2-6-6 16,4-16-45-16,6-21-203 15,0-26-98-15,14-25-289 0</inkml:trace>
  <inkml:trace contextRef="#ctx0" brushRef="#br0" timeOffset="21268.03">4131 7586 1022 0,'0'0'3'0,"0"0"31"16,0 0 133-16,2-125-88 15,35 99-8-15,7 13-17 16,5 13-24-16,-7 13 30 16,-2 37-34-16,-9 15-10 0,-13 7 19 15,-9-2-23-15,-9-13-5 16,0-18 33-16,0-17-20 16,-6-12 38-16,3-8-18 15,-1-2-35-15,-3-8 32 16,-2-32-35-16,0-18-4 15,9-18 0-15,0-7-56 16,16 7-75-16,8 12-157 16,1 25 0-16,-5 22-130 15</inkml:trace>
  <inkml:trace contextRef="#ctx0" brushRef="#br0" timeOffset="21568.39">4985 7292 818 0,'0'0'54'16,"0"0"162"-16,0 0-90 16,0 0-5-16,0 0-69 15,-127-45 30-15,98 67-41 16,4 8-36-16,14 6 7 16,11 1-12-16,7 2 0 15,33-3-2-15,7 0 5 16,3-3-3-16,2-6 0 15,-14-3 8-15,-14-8-12 0,-15-3 4 16,-9-5 0 0,-9 6 20-16,-37 6-20 0,-24 5 14 15,-14 0-14-15,-7-7-119 16,6-13-185-16,7-5-369 16</inkml:trace>
  <inkml:trace contextRef="#ctx0" brushRef="#br0" timeOffset="22682.93">7181 6274 376 0,'0'0'475'0,"8"-115"-428"0,-8 72 162 0,-14 11-94 16,-11 14-9-16,-6 13 14 16,-7 5-88-16,3 17 3 15,4 27-21-15,8 7 5 16,14 4-7-16,9-5-12 16,9-6 0-16,36-6-4 15,15-4 4-15,5-1 0 16,2-3 0-16,-12-6 20 15,-17-7-31-15,-15-4 11 16,-17-7 0-16,-6 8 0 0,-43 8 5 16,-28 6-5-16,-18-2 0 15,7-14-7-15,15-12 0 16,33 0-116 0,30-28-117-16,4-8-79 0</inkml:trace>
  <inkml:trace contextRef="#ctx0" brushRef="#br0" timeOffset="22933.74">7540 6161 933 0,'0'0'20'16,"0"0"57"-16,0 0 44 15,-73-118-8-15,66 110-7 0,2 8-25 16,5 0 21-16,0 15-102 15,0 31 18-15,10 18 22 16,-1 12-34-16,-3 2-6 16,-2-1 0-16,5-1-9 15,1-2-49-15,0-10-232 16,-1-3-53-16,1-18-513 16</inkml:trace>
  <inkml:trace contextRef="#ctx0" brushRef="#br0" timeOffset="23483.1">9069 6060 684 0,'0'0'11'0,"-18"-143"139"0,9 85-11 0,-3 16-12 0,2 14-32 16,1 14-24-16,5 10 111 15,-2 4-97-15,2 50-31 16,-2 52-2-16,-3 42 10 0,3 37 31 16,-4 12-73-16,4 7-17 15,-3 5 28-15,7-15-25 16,2-9-6-16,0-24 0 16,17-24 4-16,1-16-16 15,3-23-113-15,-6-26-129 16,5-24-40-16,-5-27-184 15</inkml:trace>
  <inkml:trace contextRef="#ctx0" brushRef="#br0" timeOffset="24067.17">9856 6188 793 0,'0'0'28'0,"8"-122"154"0,-3 81-50 0,-3 19 0 0,-2 11-5 15,0 8-16-15,0 3-32 16,0 13-37 0,-18 37 31-16,-11 17-73 15,-2 17 0-15,2-9 7 0,12-15-1 16,5-12-6-16,7-17 0 15,3-17-19-15,2-10 7 16,0-4-23-16,0-10-17 16,19-30 51-16,4-17-10 15,4-11 11-15,-7-8 0 16,-2 2 5-16,-6 10-7 16,-4 17 2-16,-4 23 0 15,1 21 8-15,2 3 3 0,6 31-11 16,5 26 29-16,4 17 22 15,5 8 5-15,-2-4-43 16,4-5-10-16,2-8-6 16,-2-11-3-16,-2-9 0 15,-8-13-33-15,-5-11-114 16,-8-19-97-16,-6-2-56 16,0-19-117-16</inkml:trace>
  <inkml:trace contextRef="#ctx0" brushRef="#br0" timeOffset="24201.75">9720 6322 483 0,'0'0'441'16,"0"0"-380"-16,0 0 118 0,0 0-93 15,0 0-32-15,180-40 52 16,-9-28-106-16,21-16-148 16,6-7-398-16</inkml:trace>
  <inkml:trace contextRef="#ctx0" brushRef="#br0" timeOffset="45550.18">7129 7351 460 0,'0'0'370'0,"0"0"-343"0,0 0 67 0,0 0 51 16,0 0-81-16,0 0 19 15,-114 106-57-15,80-96 35 16,5-3-10-16,5-7-34 16,1 0 33-16,4-8-50 15,2-17 5-15,9-5 2 16,6 0-1-16,2 2-6 15,2-1 0-15,23 0 0 16,-4 9-8-16,6 3 8 16,4 14 0-16,-4 3-7 15,6 12 12-15,1 24-5 16,-7 14 0-16,-5 6 6 16,-5 9-5-16,-17 3-1 15,0-3 0-15,-17-4-4 16,-21-11 13-16,0-11-9 0,2-14 0 15,3-10 3-15,0-13-4 16,4-2 1-16,2-9 0 16,7-20-3-16,4-4 8 15,12-9-5-15,4-2 0 16,0 8 1-16,4 9-10 16,12 14 9-16,-1 13 0 15,8 0-2-15,6 13 15 16,7 19-13-16,1 11 0 0,-1 6 11 15,-7-2-3 1,-5 0-8-16,1-1 0 0,-13-7-15 16,3 0-73-16,-4-7-130 15,-7-13-80-15,4-10-315 16</inkml:trace>
  <inkml:trace contextRef="#ctx0" brushRef="#br0" timeOffset="45900.25">7395 7461 778 0,'0'0'7'0,"0"0"111"0,0 0 44 0,-2-104-78 0,-11 94 49 16,1 4-53-16,1 3-19 16,-4 3 33-16,2 0-91 15,-3 31 23-15,7 11-26 16,7 10 0-16,2 2-5 15,0-2 5-15,8-3 0 16,17-7-4-16,0-12 17 16,4-10-29-16,2-10 6 15,-6-10-31-15,2 0 28 16,-6-9-27-16,2-20 40 16,-7-13-7-16,-8-5 29 15,-8-4-18-15,0 1-4 16,-16 10 1-16,-12 10 19 15,-6 11-20-15,3 13 0 16,0 6 0-16,2 2-68 0,0 27-154 16,3 6-164-16</inkml:trace>
  <inkml:trace contextRef="#ctx0" brushRef="#br0" timeOffset="46234.02">7678 7386 820 0,'0'0'49'0,"0"0"57"16,0 0 41-16,0 0-4 0,0 0-90 16,0 0 6-16,16-62-59 15,-14 107 0-15,-2 19 19 16,5 10-19-16,-1-3 0 15,5-13 1-15,7-12 19 16,2-12-34-16,3-16 14 16,8-16 0-16,5-2-8 15,2-29 8-15,0-18 0 16,-7-17 6-16,-10-7 11 16,-15-5-2-16,-4 2-15 15,-12 12 5-15,-24 14 20 16,-11 24-25-16,-6 24-5 0,-9 0-147 15,-10 36-327-15</inkml:trace>
  <inkml:trace contextRef="#ctx0" brushRef="#br0" timeOffset="50466.61">9730 6978 566 0,'0'0'514'0,"0"0"-488"0,0 0 200 0,0 0-49 16,0 0-89-16,0 0 0 15,0 0-84-15,0 48 46 16,0-10-1-16,0 2-45 0,0 5 23 16,0-8-15-1,0 2-13-15,0-6 1 0,0-6-22 16,0-3 14-16,5-4-169 16,-3-8-175-16,2-6-89 15</inkml:trace>
  <inkml:trace contextRef="#ctx0" brushRef="#br0" timeOffset="50918.04">10049 7144 239 0,'0'0'612'0,"0"0"-603"0,0 0 115 16,0 0-52-16,-129-17 10 15,111-7-55-15,7-5 4 16,8 4 4-16,3-4-18 16,0 6-4-16,30 4-13 15,5 8 0-15,4 10-9 16,3 1 9-16,-3 31 0 16,-3 14 11-16,-7 16-7 15,-9 3 16-15,-13 2-12 16,-7-4-7-16,-7-6 34 15,-24-6-31-15,-7-12 12 16,-2-5 19-16,0-13-28 0,2-17 15 16,3-3-20-1,6-3 8-15,2-28 17 16,13-6-27-16,10-5 0 0,4 5-1 16,0 5 11-1,45-6-13-15,-18 32 3 16,4 6 6-16,4 0-2 15,-1 16-1-15,1 10 7 16,-2-1 2-16,-6 8-24 16,0 1 8-16,-10 2-116 15,-3 0-52-15,-7-4-140 16,-3-11-514-16</inkml:trace>
  <inkml:trace contextRef="#ctx0" brushRef="#br0" timeOffset="51266.88">10354 7153 722 0,'0'0'70'0,"0"0"-14"0,0 0 128 0,0 0-67 16,-9-111 12-16,5 111-49 16,2 0 32-16,0 0-85 15,2 22-20-15,0 18 8 16,0 16-15-16,0 6 0 15,2-5-2-15,9-5 12 16,7-8-25-16,-3-8 11 0,3-11-44 16,3-12 48-16,-2-10-45 15,6-3 2-15,0-21 43 16,3-17-3-16,-4-14 3 16,-12-6 0-16,-12-3 0 15,0 6 32-15,-6 8-13 16,-19 11 31-16,-6 11-8 15,-3 10-36-15,-1 13-12 16,6 2-81-16,2 14-183 16,2 14-159-16</inkml:trace>
  <inkml:trace contextRef="#ctx0" brushRef="#br0" timeOffset="51617.53">10904 7103 84 0,'0'0'827'15,"0"0"-789"-15,0 0 107 16,0 0-19-16,0 0-35 16,0 0-46-16,-70-93-8 15,70 115-33-15,0 26-4 16,0 16 7-16,0 7 6 15,6-9-18-15,14-3 5 16,0-10 0-16,7-10-17 16,0-16 17-16,2-17-16 0,6-6 11 15,3-22 5-15,2-24 7 16,-6-11-7-16,-12-8 0 16,-15-4 71-16,-7 2-39 15,-12 4-2-15,-26 13-15 16,-17 22-15-16,-10 28-38 15,-11 8-181-15,-17 36-483 16</inkml:trace>
  <inkml:trace contextRef="#ctx0" brushRef="#br0" timeOffset="52683.16">657 8512 1027 0,'0'0'12'0,"-121"-15"68"16,63 15 31-16,4 0-3 16,12 0-35-16,13 0-23 15,9 0 7-15,11 2-38 16,4-1 9-16,5 9-28 16,18 14 7-16,44 8-3 15,44 10-4-15,38 0 5 0,43-1 10 16,38-6-4-1,29 2-11-15,42-3 0 0,38-5 7 16,44-6-21-16,38-9 14 16,36-8 0-16,41-6-10 15,30 0 9-15,32-4 1 16,29-10 0-16,20-2 4 16,24 2 0-16,14 0 6 15,2-8-10-15,3 4 5 16,-11-2 12-16,-32-5-12 15,-23 7-5-15,-35 1 2 16,-46 1 6-16,-56 8-8 0,-63 2 0 16,-75 2-5-16,-88 4 5 15,-82 0-76-15,-82 0-128 16,-54 0-71-16,-58 0 55 16</inkml:trace>
  <inkml:trace contextRef="#ctx0" brushRef="#br0" timeOffset="53652.77">388 8564 787 0,'0'0'88'0,"0"0"-52"0,0 0 108 0,0 0-63 16,0 0-5-16,0 0 2 0,-105 0-18 16,105 0-34-16,0 0 47 15,0 0-68-15,0 0 7 16,36 18 3-16,20 4-5 16,26 6 19-16,30 7-29 15,28-2 3-15,41 4 12 16,37-5-14-16,33-4-1 15,42-1 5-15,32-2 6 16,31 1-17-16,29 2 6 16,24-5-5-16,27 2-23 15,28-7 28-15,26-6 0 16,27-4 0-16,26-8 8 16,22 0-2-16,21-10-6 15,12-18 0-15,-1-8 30 16,5-4-24-16,-15-10-6 0,-20 0 12 15,-23 0 6 1,-41 0-22-16,-48 12 4 0,-58 7-66 16,-75 5-117-16,-83 8-102 15,-92 6-370-15</inkml:trace>
  <inkml:trace contextRef="#ctx0" brushRef="#br0" timeOffset="59400.75">873 9768 981 0,'0'0'38'0,"0"0"82"0,0 0 34 0,0 0 8 16,0 0-80-16,0 0 42 15,0 0-69-15,-33-73-12 16,33 75 7-16,0 34-43 16,14 18 27-16,-3 10-29 15,3 3 4-15,-3-1 2 16,-3 1-11-16,6 0 0 15,-10-7-2-15,5-6-4 16,-4-7-17-16,8-11-192 16,0-10-117-16,3-16-4 0,4-10-259 15</inkml:trace>
  <inkml:trace contextRef="#ctx0" brushRef="#br0" timeOffset="59750.23">1186 9904 797 0,'0'0'63'0,"0"0"31"16,0 0 61-16,0 0-74 16,0 0 51-16,0 0-56 15,-91-67-7-15,77 92-21 16,3 17-44-16,7 10 18 16,4 12-22-16,0 0 0 15,0-4 3-15,15-5-3 16,5-11 0-16,9-11-2 15,0-6-6-15,0-13 2 0,5-14-51 16,-1 0-24-16,0-18 76 16,-1-27-31-16,-10-9 36 15,-11-6-5-15,-11-2 19 16,0 8-1-16,-13 4-9 16,-18 14 7-16,-6 7 48 15,0 12-57-15,-5 11 12 16,-1 6-14-16,3 0 4 15,4 18-9-15,14 12-123 16,8 6-118-16,14 8-165 16</inkml:trace>
  <inkml:trace contextRef="#ctx0" brushRef="#br0" timeOffset="60167.65">1534 9936 956 0,'0'0'25'0,"0"0"98"0,0 0 7 16,0 0-12-16,0 0-53 16,0 0-18-16,-48-36-43 15,48 86-4-15,-2 16 5 16,2 8 16-16,0-6-26 0,4-1 5 15,17-10 0-15,-3-10-8 16,4-13 8-16,0-12-2 16,-1-10 2-16,-4-12-50 15,1 0 28-15,-3-10-2 16,1-22 24-16,-5-14-9 16,-7-14 15-16,-4-11-6 15,0 1 28-15,-6 6-27 16,-19 13 50-16,4 9-43 15,-4 13 7-15,0 8 1 16,3 14-16-16,2 5-2 16,0 2-14-16,7 9-165 0,-1 24-19 15,12 5-249-15</inkml:trace>
  <inkml:trace contextRef="#ctx0" brushRef="#br0" timeOffset="60516.41">1858 9978 185 0,'0'0'722'0,"0"0"-693"16,0 0 201-16,0 0-100 16,0 0-8-16,0 0-70 15,-24-16-45-15,15 74 8 16,0 16-15-16,9 0 0 15,0-8-7-15,11-6 11 0,12-11-4 16,6-13 0 0,2-12-9-16,0-14-2 0,2-10-18 15,-4-6 15-15,-2-30-7 16,-2-11 31-16,-6-15-10 16,-11-6 21-16,-8-4-9 15,-10 1 43-15,-21 10-40 16,-13 11-14-16,-6 14 35 15,0 18-36-15,-6 14-1 16,14 4-10-16,6 10-180 16,14 17-171-16</inkml:trace>
  <inkml:trace contextRef="#ctx0" brushRef="#br0" timeOffset="61049.87">3111 10412 604 0,'0'0'489'0,"-114"0"-454"0,63 7 24 0,4-1 34 16,14-2 6-16,15-4-4 0,18 0-17 16,13 0-59-16,56 0-12 15,45-17 57-15,42-13-31 16,38 5 1-16,13-1-27 15,3 6-3-15,4 0 3 16,-12 4-7-16,-12 2-9 16,-17 0-2-16,-26 5-58 15,-33 3-120-15,-30 3-113 16,-32 0-167-16</inkml:trace>
  <inkml:trace contextRef="#ctx0" brushRef="#br0" timeOffset="61234.28">4802 10104 1009 0,'0'0'5'16,"0"0"-2"-16,0 0 147 16,0 0-34-16,0 0-14 15,0 0-77-15,-20-22-24 16,44 52 97-16,3 12-72 16,-14 12-26-16,-13 12 15 15,0 9-15-15,-31 7-11 16,-13 0-192-16,-16 1-104 15,-7-11-373-15</inkml:trace>
  <inkml:trace contextRef="#ctx0" brushRef="#br0" timeOffset="61866.84">3352 9613 84 0,'0'0'868'0,"-27"-106"-854"0,14 64 159 0,3 8-22 0,-1 11 6 16,5 14-41-16,4 9-5 16,-6 0-57-16,8 0 23 15,0 14-76-15,0 23 3 16,16 20 42-16,3 7-32 16,-7 0-11-16,5 2-3 15,-4-5-8-15,5-8-10 16,-3-5-104-16,-2-11-117 15,1-13-97-15,-8-16-158 0</inkml:trace>
  <inkml:trace contextRef="#ctx0" brushRef="#br0" timeOffset="62201.77">3520 9485 837 0,'0'0'3'15,"0"0"105"-15,0 0 62 16,0 0-56-16,0 0 12 15,0 0-71-15,-33-85 8 16,27 120-59-16,-1 12 3 0,7 3 12 16,0-1-19-1,15-4 0-15,12-6 1 0,2-7 18 16,0-8-37-16,4-10 18 16,0-10-24-16,1-4 15 15,0-14-24-15,-2-20 33 16,-11-12-6-16,-5-6 25 15,-16 0-14-15,0-1-5 16,-20 9 2-16,-22 13 38 16,-7 12-40-16,-5 18 10 15,3 1-10-15,4 17 8 16,16 19-19-16,8 8-54 16,17 4-187-16,6 2-25 15,0 3-458-15</inkml:trace>
  <inkml:trace contextRef="#ctx0" brushRef="#br0" timeOffset="62502.03">4256 9192 1042 0,'0'0'28'16,"0"0"5"-16,0-110 133 15,-2 96-21-15,-1 9-64 16,3 5 9-16,0 25-88 16,-4 38 8-16,0 30 83 0,2 23-29 15,-3 9 3 1,5 3-63-16,0-8 9 0,-4-6 10 16,4-11-16-16,-7-15-7 15,-2-14 0-15,0-15-10 16,0-19 9-16,-2-19-225 15,-2-21-146-15,-7-7 58 16,-5-51-300-16</inkml:trace>
  <inkml:trace contextRef="#ctx0" brushRef="#br0" timeOffset="62735.73">3950 9494 1009 0,'0'0'0'0,"0"0"1"15,0 0 5-15,-15 125 81 0,28-112-69 16,10-8 11-16,-3-5 36 16,2 0-7-16,-6-19 50 15,-3-6-52-15,-6-1-54 16,-7 2 48-16,0 5-49 16,-14 2 6-16,-11 9-7 15,4 8-29-15,1 0-65 16,4 26-125-16,7 4-115 15,9 6-456-15</inkml:trace>
  <inkml:trace contextRef="#ctx0" brushRef="#br0" timeOffset="62951.78">4392 9803 817 0,'0'0'65'0,"0"0"-23"16,0 0 61-16,0 0-36 0,0 0 31 15,0 0-52-15,27 22 72 16,-23-29 39-16,-1-18-54 16,-3 1-46-16,0-2-20 15,0 9-36-15,-12 15 25 16,-3 2-26-16,-3 0-41 0,2 18-63 16,-4 18-163-1,-3 7-86-15</inkml:trace>
  <inkml:trace contextRef="#ctx0" brushRef="#br0" timeOffset="63384.13">3367 11051 434 0,'0'0'396'0,"0"0"-285"0,-47-112 39 16,37 87-35-16,4 10 78 15,2 6-83-15,4 8 20 16,-2 1-62-16,2 0-58 16,0 5 12-16,0 26-22 15,8 8 0-15,8 5-8 16,3 5 8-16,-2-1-89 0,3-4-70 15,5-11-161-15,-1-14-75 16</inkml:trace>
  <inkml:trace contextRef="#ctx0" brushRef="#br0" timeOffset="63569.54">3526 10894 1019 0,'0'0'50'0,"0"0"100"16,0 0 11-16,0 0-7 15,0 0-81-15,0 0-10 16,-71-48-63-16,71 78 0 0,17 12 19 16,12 4-17-1,7 1-4-15,3-1-22 0,-1-2-53 16,1-8-97 0,-6-5-75-16,0-18-27 0,-4-12-187 15</inkml:trace>
  <inkml:trace contextRef="#ctx0" brushRef="#br0" timeOffset="63784.1">3853 10894 901 0,'0'0'2'0,"0"0"137"15,0 0 23-15,0 0-28 16,-67-104 21-16,58 104-91 16,5 26-40-16,-6 32 21 15,2 21 19-15,1 11 8 0,3 4-27 16,4 0-27-16,0 3 5 15,-4-9-23 1,1-7 0-16,-4-10-11 0,7-15 3 16,0-9-179-16,0-18-207 15,0-21-172-15</inkml:trace>
  <inkml:trace contextRef="#ctx0" brushRef="#br0" timeOffset="64116.57">3925 11121 1024 0,'0'0'41'0,"0"0"-21"15,-16-122 85-15,26 81 8 16,24 14 9-16,15 13-69 0,5 14 9 16,-6 9-49-16,-3 37 18 15,-11 14-28-15,-14 5 1 16,-13-5 6-16,-7-12-10 15,0-18 0-15,0-14 43 16,-11-10-17-16,3-6 13 16,-5 0 14-16,-5-26-47 15,1-20 9-15,7-17-15 16,10-6 0-16,0-6-10 16,11 9-59-16,12 16-10 0,-1 16 36 15,1 16-90 1,-10 15-35-16,-4 3-37 15,-9 17-172-15,0 15-174 16</inkml:trace>
  <inkml:trace contextRef="#ctx0" brushRef="#br0" timeOffset="65217.1">6814 9745 695 0,'0'0'93'0,"0"0"115"0,0-116-71 0,-13 98 4 16,-16 12-15-16,-7 6-71 15,-9 14 47-15,3 30-60 16,9 12 31-16,8 6 7 16,14-3-78-16,11-7 46 15,0-6-48-15,25-6 0 16,15-4-4-16,9-10 4 16,14-10-17-16,3-15-54 15,3-1-127-15,0-8-64 16,-2-19-16-16,-7-2-145 0</inkml:trace>
  <inkml:trace contextRef="#ctx0" brushRef="#br0" timeOffset="65449.45">7197 9705 822 0,'0'0'7'0,"0"0"115"16,-64-114 38-16,46 92-74 15,0 8 49-15,13 8-29 16,3 4-30-16,2 2 41 15,0 0-75-15,0 8-23 16,4 24 6-16,14 10-2 16,3 5 13-16,-4 6-36 0,-7-1 0 15,-2 3-14-15,-6 1 14 16,-2 2-86-16,0 4-117 16,-8 0-136-1,-10 1-186-15</inkml:trace>
  <inkml:trace contextRef="#ctx0" brushRef="#br0" timeOffset="66383.25">8608 9538 635 0,'0'0'25'0,"-10"-148"75"0,-3 88 33 0,3 14 4 16,-2 13-16-16,8 14-63 15,-3 9 17-15,7 10 39 16,-2 0-46-16,-2 24-13 15,4 42-35-15,0 39 50 16,0 39 76-16,0 26-125 16,0 27 23-16,10 9 2 15,9 11-18-15,-2 3 9 16,-6-11-37-16,0-13 0 16,-4-27 5-16,4-29-2 15,-4-29-3-15,-3-29 0 16,-4-23 3-16,0-24-18 15,0-14-54-15,0-18-101 0,0-3-84 16,-11-40-118-16,-2-32-437 16</inkml:trace>
  <inkml:trace contextRef="#ctx0" brushRef="#br0" timeOffset="67266.13">9452 9517 810 0,'0'0'50'0,"0"0"46"0,0 0 54 0,-4-111 29 15,-1 101-37-15,1 7-42 16,-1 3 15-16,-2 13-88 15,-8 31 15-15,-3 21 21 16,-5 7-61-16,2-2 37 16,5-9-39-16,7-16 0 15,0-12-3-15,7-19 25 16,2-9-29-16,0-2 7 16,0-3 0-16,0-3-8 15,0-37 8-15,11-20 0 16,4-18-5-16,-1-6 25 15,-3 6-27-15,-7 11 7 0,6 17 0 16,-8 20-3-16,0 16 3 16,-2 14 0-16,2 0 2 15,7 20 25-15,7 24-27 16,3 18 0-16,4 5 10 16,-3-3 7-16,-2-3-17 15,4-4 0-15,-1-7-2 16,0-8 15-16,-3-10-30 15,-3-8-59-15,-1-4-144 16,-7-3-25-16,-7-9-32 0,0-7-193 16</inkml:trace>
  <inkml:trace contextRef="#ctx0" brushRef="#br0" timeOffset="67401.03">9305 9800 826 0,'0'0'159'0,"0"0"-120"0,0 0 74 15,0 0 11-15,0 0-12 16,136-111-112-16,2 33 0 16,16-12-247-16</inkml:trace>
  <inkml:trace contextRef="#ctx0" brushRef="#br0" timeOffset="108352.02">9443 10439 842 0,'0'0'59'0,"0"0"45"0,0 0 56 16,0 0 45-16,0 0-99 15,0 0-46-15,0 0 1 16,-24 0-48-16,24 50 83 16,8 11-34-16,2-4-48 15,-4 2 1-15,3-3-12 16,-3-6-3-16,-1-8 0 16,2-5-42-16,-2-12-110 15,2-8-117-15,5-14-65 16,0-3-106-16</inkml:trace>
  <inkml:trace contextRef="#ctx0" brushRef="#br0" timeOffset="108584.35">9722 10519 577 0,'0'0'231'0,"0"0"-210"16,4-112 176-16,-4 87-66 15,0 12-17-15,0 7 61 16,0 6-91-16,0 0-18 15,0 0 6-15,0 2-69 16,7 30 26-16,9 14 5 16,1 6-5-16,-3-1 4 15,-1-4-31-15,-5-3-2 16,2 1 0-16,-6-7-6 0,-2-5-7 16,1-2-155-1,-3-5-99-15,0-8-12 0,0-12-291 16</inkml:trace>
  <inkml:trace contextRef="#ctx0" brushRef="#br0" timeOffset="109383.18">10078 10443 452 0,'0'0'396'16,"0"0"-346"-16,0 0 102 0,0 0-5 16,0 0-44-16,0 0 16 0,-69-54-51 15,56 60-23-15,-3 25-18 16,3 11-26-16,9 5 28 15,4 0-29-15,0-6 3 16,13-2-2-16,9-5-1 16,5-7-3-16,0-8 1 15,-1-7-24-15,1-12 25 16,-3 0-20-16,-1 0 7 16,-8-12-7-16,-5-10 13 15,-10-9 8-15,0-2-2 16,-4-3 11-16,-15-1-15 15,-4 7 6-15,1 3 0 16,7 2-4-16,8 3 4 0,7-5-11 16,0 4-11-16,27-1-42 15,13 2 45-15,4 14-10 16,3 8 14-16,-5 6-8 16,-4 30 26-16,-7 14-3 15,-10 10 0-15,-11 4 11 16,-2 5-3-16,-2-3-8 15,-1-8 0-15,5-10 4 16,6-11-4-16,7-14 0 16,3-11 0-16,5-12 2 15,-2 0-3-15,-2-16 1 16,-2-15 0-16,-7-12 10 0,-9-8-4 16,-9-8-6-1,-7-6 25-15,-28-1-6 0,-11 4 35 16,-2 10-54-16,-6 16 16 15,-4 22-33-15,-4 14-69 16,-11 18-175-16,-8 22-408 16</inkml:trace>
  <inkml:trace contextRef="#ctx0" brushRef="#br0" timeOffset="110883.74">1153 9133 306 0,'0'0'350'0,"0"0"-318"0,0 0 115 15,0 0-2-15,0 0-59 16,0 0-1-16,-54-104 2 16,52 99 25-16,2 0-15 15,0 5 2-15,-2 0-4 16,0 0-33-16,-1 0 36 15,3 14-94-15,0 28 1 16,3 15 30-16,10 11-33 0,0-6 7 16,3-2-9-16,-3-10 4 15,3-9-3-15,-10-11-1 16,-2-12 0-16,-1-7-4 16,-3-4 8-16,2-7-8 15,0 0 4-15,-2 0 0 16,0 0-14-16,-4-25 6 15,-11-12-36-15,-2-17 34 16,9-5-24-16,8-7 27 16,0 4-14-16,0 10 20 15,22 10-12-15,5 11 13 16,4 12 0-16,3 12-12 0,-3 7 13 16,-2 0-1-1,-10 18 0-15,-11 10 0 0,-8 8-17 16,-6 6 6-16,-31 1-34 15,-9 1-101-15,-8-2-105 16,-2-8-44-16,2-6-615 16</inkml:trace>
  <inkml:trace contextRef="#ctx0" brushRef="#br0" timeOffset="112083.75">6572 10756 4 0,'0'0'909'0,"0"0"-865"16,0 0 11-16,0 0 97 15,0 0-9-15,-37-107-51 0,37 104 33 16,0 3-56 0,0 0 9-16,0 0 12 0,0 0-67 15,0 13 13-15,0 22-36 16,8 14 3-16,10 7 41 15,1 1-39-15,-2-1 4 16,0-1 4-16,0-10 5 16,-3-2-15-16,-1-9-3 15,-4-4 0-15,-4-8-29 16,-3-6 23-16,-2-5-62 16,0-7-147-16,0-1-81 15,0-3-23-15,0 0-319 16</inkml:trace>
  <inkml:trace contextRef="#ctx0" brushRef="#br0" timeOffset="112651.92">6928 10743 481 0,'0'0'295'15,"0"0"-270"-15,0 0 109 16,0 0 53-16,-23-103-64 15,12 96-21-15,-5 6 2 16,1 1-63-16,-8 0 33 16,6 14-52-16,1 24-14 15,3 8 51-15,9 11-57 16,4 0 4-16,0-7 9 0,2-5 1 16,20-8-19-16,2-6 3 15,5-10 0 1,-2-8-16-16,2-7 16 0,-2-6-12 15,-8 0 9-15,-2-6-23 16,-11-18 11-16,-6-6 15 16,0-11 0-16,-9-2-3 15,-17-4 3-15,-1 1 0 16,4 4-7-16,12 2 17 16,11 4-26-16,0 6 11 15,21 5-40-15,8 10 37 16,8 12-18-16,3 3 26 0,5 23-11 15,-7 27 15 1,-7 14-9-16,-4 6 5 16,-10-2 0-16,2-8-6 0,-2-11 8 15,3-11-2-15,7-14 0 16,6-13 11-16,5-11-17 16,3 0 6-16,1-15 0 15,-11-21 5-15,-6-11-3 16,-15-6-2-16,-10-8 27 15,-2-2-26-15,-35 0 41 16,-15 7-42-16,-15 11 2 16,-8 26-18-16,-10 19-130 15,-8 22-236-15</inkml:trace>
  <inkml:trace contextRef="#ctx0" brushRef="#br0" timeOffset="116950.54">848 12902 199 0,'0'0'566'0,"0"0"-485"0,0 0 144 15,-37-121-104-15,33 101 2 16,-3 4 50-16,4 10-72 16,2 4-37-16,-3 2 56 15,4 0-74-15,0 0-7 16,0 8-39-16,0 26 0 15,0 10 5-15,0 12 7 0,0 1-12 16,0-3 0-16,4 0 0 16,7 2 1-16,1-2-1 15,0-1-6-15,2-6 4 16,6-8-170-16,9-13-82 16,0-18-100-16,4-8-188 15</inkml:trace>
  <inkml:trace contextRef="#ctx0" brushRef="#br0" timeOffset="117319.29">1164 12922 836 0,'0'0'25'16,"0"0"117"-16,0 0 4 0,0 0-48 16,0 0 7-1,0 0 10-15,-79-76-71 0,75 76-30 16,2 13 5-16,-5 18-13 15,3 7-5-15,4 4-1 16,0-4 0-16,0 0 5 16,9-1-5-16,7-6 0 15,1-5-4-15,5-6 4 16,1-9 0-16,6-11-7 16,-1 0-13-16,6-31-9 15,-2-9-1-15,-9-8 18 16,-4-1 4-16,-13 2 13 15,-6 3-8-15,0 5 6 0,-17 7-1 16,-12 12 23 0,-5 10-14-16,-2 10-5 0,0 0 7 15,5 10-13-15,12 16-3 16,5 6-82-16,10 11-126 16,4 1-27-16,0 2-194 15</inkml:trace>
  <inkml:trace contextRef="#ctx0" brushRef="#br0" timeOffset="117734.25">1494 12941 818 0,'0'0'83'0,"0"0"109"0,0 0-81 0,0 0 6 0,0 0 9 15,0 0-55-15,-12-88-19 16,10 88-48-16,-3 8-2 16,-1 22 6-16,1 11-3 15,4 7-9-15,1 2 5 16,0-2-1-16,8-6 4 16,7-2-4-16,3-7 0 15,3-12-6-15,-5-7-7 16,6-14-22-16,0 0-32 15,2-20 24-15,-4-16 11 0,0-8 7 16,-11-1 24-16,-9-4 0 16,0 4 2-16,0 2 5 15,-16 9-2-15,-10 4 24 16,-3 9 19-16,0 12-34 16,5 4 4-16,-1 5-13 15,4 3-4-15,6 20-7 16,5 12-131-16,4 4-84 15,6 3-180-15</inkml:trace>
  <inkml:trace contextRef="#ctx0" brushRef="#br0" timeOffset="118133.37">1847 12869 913 0,'0'0'43'0,"0"0"114"16,0 0-17-16,0 0-67 16,0 0 22-16,0 0-49 15,-75-17-39-15,73 52-6 16,2 14 1-16,0-1-2 16,2-2 0-16,15 0 6 15,6-8-10-15,-3-4 4 16,2-10 0-16,0-7-1 0,5-13-3 15,2-4-1-15,0-4 5 16,-2-29-4 0,-7-5 2-16,-6-8 4 0,-8-2 0 15,-6 2 10-15,0-2-11 16,-22 4 9-16,-14 10 20 16,-8 10-27-16,1 14 15 15,1 10-18-15,4 0-1 16,11 23-29-16,7 12-219 15,9 1-183-15</inkml:trace>
  <inkml:trace contextRef="#ctx0" brushRef="#br0" timeOffset="118801.73">3113 13146 906 0,'0'0'31'0,"0"0"75"0,-156-22 35 16,110 20-53-16,12 0 48 16,12 2-44-16,11 0-29 15,10 0-8-15,1 0-48 16,14-2 6-16,44-2 2 15,36-4-13-15,30-9 64 16,18-8-52-16,17 1-12 16,10 4 65-16,5 0-62 15,5 4 9-15,-6 0-14 16,-21 4 11-16,-26 3-18 0,-32 9 7 16,-32 0 0-1,-19 0-3-15,-19 0-19 0,-10 0-139 16,-14 3-47-16,0-3-55 15,-7 0 25-15,-19-4-186 16,-1-16-66-16,0-3 490 16,4 2 129-16,4 0 125 15,3 3-110-15,5 4 30 16,5 4 14-16,0 5-45 16,6 2-53-16,0 3-23 15,0 0-32-15,10 0-19 16,15 10 27-16,8 15-19 15,-8 7 17-15,0-1-16 16,-8 6-10-16,-13 6 1 16,-4 2-16-16,0 12-6 0,-31 14-3 15,-17 0-227-15,-16-3-286 16</inkml:trace>
  <inkml:trace contextRef="#ctx0" brushRef="#br0" timeOffset="119366.99">3165 12276 970 0,'0'0'15'0,"0"0"118"15,0 0 4-15,0 0 2 16,0 0 9-16,0 0-58 16,0 0-72-16,-84-96 24 15,84 124-42-15,0 17 0 16,9 14 77-16,7 3-74 0,1 0-3 16,-3 0 0-1,3-1 0-15,-2-6-26 0,-4-5-17 16,0-6-152-1,2-13-98-15,-2-14-111 0</inkml:trace>
  <inkml:trace contextRef="#ctx0" brushRef="#br0" timeOffset="119717.55">3376 12394 872 0,'0'0'11'15,"0"0"42"-15,-16-105 115 16,8 86-59-16,1 9 55 15,1 8-65-15,6 2-50 0,-4 0-22 16,4 12-18-16,0 22-6 16,0 14-3-16,0 0 0 15,4-2 0-15,4-3 1 16,3-7-1-16,9-6 0 16,0-10 4-16,7-6-13 15,0-10-8-15,2-4-42 16,-3 0 48-16,-1-24-25 15,-2-11 29-15,-10-9-5 16,-11-6 24-16,-2 1-10 16,-11 2-2-16,-20 7 0 15,-6 8 52-15,1 12-45 0,4 15-5 16,0 5-2 0,8 11 13-16,5 22-28 0,4 10-40 15,15 6-200-15,0-5-13 16,0-5-311-16</inkml:trace>
  <inkml:trace contextRef="#ctx0" brushRef="#br0" timeOffset="120033.75">4071 11937 1005 0,'0'0'22'0,"7"-128"22"16,-7 90 99-16,0 10-32 0,0 13-5 16,-5 13 36-16,-4 2-132 15,-1 35 18-15,-6 25-6 16,0 20-21-16,7 8 49 16,2 5-32-16,5 1 32 15,-2-2 0-15,2 0-48 16,-3-8 9-16,-1-1-10 15,4-5 17-15,-8-8-28 16,2-6 10-16,0-7-34 16,-3-14-88-16,3-17-174 15,-3-19-48-15,1-10-211 16</inkml:trace>
  <inkml:trace contextRef="#ctx0" brushRef="#br0" timeOffset="120283.25">3721 12147 700 0,'0'0'235'16,"0"0"-219"-16,0 0-16 15,0 0 45-15,0 0-21 16,0 0 45-16,16 47-29 16,8-50-36-16,-3-16 75 15,-6-3-32-15,-8 0-10 16,-7 3 33-16,0 7-51 15,-18 2 28-15,-11 6-37 0,2 4 6 16,-2 0-32 0,10 20 9-16,3 17-141 0,5 7-79 15,11 6-308-15</inkml:trace>
  <inkml:trace contextRef="#ctx0" brushRef="#br0" timeOffset="120550.12">4116 12406 1073 0,'0'0'14'0,"0"0"-10"0,0 0 37 16,0 0-19-16,0 0 11 16,0 0-26-16,23 75-3 15,-18-73 9-15,0-2-13 16,0 0 71-16,-3 0-19 15,-2-17-13-15,0-6 22 16,-7-2-61-16,-11 11 55 16,-7 8-48-16,0 6 3 15,0 8-20-15,-2 26-186 16,4 7-171-16</inkml:trace>
  <inkml:trace contextRef="#ctx0" brushRef="#br0" timeOffset="121083.72">3137 13866 1009 0,'0'0'19'0,"0"0"19"0,0 0 89 0,0 0-51 15,-86-120-28-15,86 83-3 16,16 4-32-16,13 9-13 16,2 8 9-16,2 12-9 15,-6 4 0-15,-1 5-7 16,-8 26 15-16,-7 9-8 16,-11 12 7-16,0 4 3 15,-19 0 38-15,-15-4-17 16,-1-12-1-16,4-10 19 0,4-9-28 15,12-12 9-15,9-5-21 16,6-2-7-16,0-2 2 16,29 0-4-16,25 0 0 15,15-8-6-15,10-12-102 16,0-2-152-16,-12 4-14 16,-9-5-217-16</inkml:trace>
  <inkml:trace contextRef="#ctx0" brushRef="#br0" timeOffset="121283.21">3516 13697 744 0,'0'0'161'0,"0"0"-99"15,0 0 140-15,0 0-87 0,0 0 49 16,0 0-60 0,0 0-88-16,-62-51 5 0,84 67-15 15,7 9-1-15,3 4 22 16,1 2-22-16,2 8-7 15,-1 1 2-15,-3 4-8 16,-4-2 3-16,-7-4-209 16,-7-8-52-16,-1-16-25 15,-6-14-357-15</inkml:trace>
  <inkml:trace contextRef="#ctx0" brushRef="#br0" timeOffset="121517.01">3721 13703 881 0,'0'0'19'0,"0"0"59"15,-26-114 83-15,19 94-38 16,-2 12 54-16,4 5-57 0,5 3-86 16,0 0-5-16,0 24-24 15,8 16 1-15,5 14 21 16,5 10 17-16,-3 4-7 16,-6 2 5-16,0 0-33 15,-9-3 8-15,0-4-13 16,0 0-8-16,0-3-8 15,0-3 3-15,0-12-160 16,0-11-153-16,2-16-29 16,9-18-536-16</inkml:trace>
  <inkml:trace contextRef="#ctx0" brushRef="#br0" timeOffset="121885.12">4044 13924 938 0,'0'0'21'0,"0"0"4"16,0 0 130-16,-75-118-44 16,65 78-66-16,9-6 11 15,1 6-12-15,1 4-21 16,22 7-4-16,5 11-14 16,4 8 0-16,7 10 14 15,2 0-18-15,-3 28 8 16,-5 15 11-16,-8 8-1 0,-11 6 20 15,-5-5-35 1,-9-6 2-16,0-12 21 0,0-10 13 16,0-12-8-16,0-10-15 15,0-2 6-15,0 0 21 16,-9-22 5-16,-5-20-44 16,6-14-5-16,3-4-12 15,5-2 8-15,0 9 2 16,0 15-24-16,11 17-39 15,7 16-118-15,-1 5-110 16,0 14 82-16,-2 17-79 16,-4 0-5-16</inkml:trace>
  <inkml:trace contextRef="#ctx0" brushRef="#br0" timeOffset="122183.5">4448 13690 338 0,'0'0'270'15,"0"0"-141"-15,75-111 49 16,-56 67-26-16,-11 4-50 15,-3 6-12-15,-5 10 9 16,0 8-30-16,-2 9-10 16,-15 4-41-16,2 3-1 15,-1 0-2-15,1 22-15 16,4 11 0-16,11 4-1 16,0 3 5-16,0 0-4 15,24 0 0-15,5 5 0 16,4-8 0-16,1-1 0 15,-3-1 0-15,-8-5-3 16,-7-8 6-16,-14 0-3 0,-2 0 2 16,-21 6-1-16,-23 6 1 15,-9 3-2-15,-10-4-45 16,-1-9-251-16,-3-5-178 16</inkml:trace>
  <inkml:trace contextRef="#ctx0" brushRef="#br0" timeOffset="123535.09">6605 12531 820 0,'0'0'49'0,"0"0"133"0,0 0-80 16,-114-91 10-16,74 91-1 15,-1 0-49-15,-1 14 24 16,-2 18-51-16,15 4 19 16,7 3-4-16,13-3-42 0,9 0 26 15,0-3-17 1,20 2-12-16,11-5 17 0,8-3-22 15,11-7-25-15,6-7 18 16,6-8-16-16,1-5-46 16,-1 0-143-16,-4 0-40 15,-6-13 15-15,-13-5-205 16</inkml:trace>
  <inkml:trace contextRef="#ctx0" brushRef="#br0" timeOffset="123788.48">6880 12587 607 0,'0'0'21'0,"0"0"124"16,0 0-49-16,-13-110 64 0,9 87-64 16,-2 9-23-16,1 5 36 15,3 0-12-15,-3 8 7 16,5-2-16-16,0 3-72 16,0 3 15-16,0 20-31 15,0 11 0-15,0 7 57 16,2-5-50-16,8 2-1 15,-2 2-6-15,-1 2 2 16,-3 2-5-16,0 2-13 16,2-2-90-16,-2-1-143 15,-4-9-136-15</inkml:trace>
  <inkml:trace contextRef="#ctx0" brushRef="#br0" timeOffset="124633.2">8625 12444 617 0,'0'0'14'0,"-33"-124"62"0,18 68 105 0,-1 10-86 15,5 10 43-15,1 12-22 16,4 12-43-16,4 7 68 15,-1 5-64-15,3 0-54 0,0 37 21 16,0 25-36-16,5 24 82 16,7 19-39-16,1 15-15 15,3 16 38-15,-1 14-48 16,1 16-25-16,-3 15 55 16,-7 4-43-16,-2-7-8 15,4-11-3-15,-2-29 10 16,5-24-10-16,-2-19-2 15,0-32 0-15,-2-15-6 16,-3-17 11-16,-2-18-5 16,1-7 0-16,-1-6 2 15,-2 0-15-15,2 0 13 16,-2 0 0-16,0 0-23 0,0 0 23 16,0 0-4-1,0 0-17-15,0 0-25 0,0 0 15 16,0 0-74-16,0 0-49 15,0-6-37-15,0-2-45 16,-4-9-60-16</inkml:trace>
  <inkml:trace contextRef="#ctx0" brushRef="#br0" timeOffset="125349.88">9410 12383 754 0,'0'0'136'0,"0"0"44"0,0 0-92 0,0 0 102 0,0 0-64 16,0 0-66-16,0-23-29 16,-6 77-6-16,-8 13 74 15,1 3-75-15,-3-6-16 16,3-7 13-16,3-8-18 15,1-11-3-15,5-16 0 0,4-12 6 16,-2-5-8-16,2-5 2 16,0 0 0-16,0-30-7 15,15-17 7-15,-1-17 0 16,1-4-1-16,-5 2 9 16,-4 6-7-16,3 7-1 15,-5 13 0-15,-2 18-8 16,3 13 17-16,-4 6-9 15,5 3 0-15,7 13 3 16,7 23-1-16,9 12 6 16,7 2-8-16,-3 0 22 15,5-3-18-15,2 2-4 16,3-5 0-16,-10-4-8 0,-5-2-14 16,-7-4-49-1,-12-6-115-15,-7-2-78 0,-2-10-43 16,-2-11-190-16</inkml:trace>
  <inkml:trace contextRef="#ctx0" brushRef="#br0" timeOffset="125483.26">9232 12759 822 0,'0'0'97'16,"0"0"11"-16,0 0 8 15,0 0-13-15,0 0-71 16,211-66-32-16,-84 14-28 15,4-18-296-15</inkml:trace>
  <inkml:trace contextRef="#ctx0" brushRef="#br0" timeOffset="-214062.89">8955 13680 1040 0,'0'0'39'0,"0"0"55"0,0 0 91 16,0 0-14-16,0 0-62 16,0 0 20-16,-64-94-63 15,59 94-62-15,5 3 38 16,0 34-28-16,0 13-1 15,0 6 33-15,13-2-46 16,8-7 0-16,3-6-1 16,2 1 15-16,-3-6-28 15,-1-5-28-15,3-3-147 16,-5-12-145-16,0-15-182 0</inkml:trace>
  <inkml:trace contextRef="#ctx0" brushRef="#br0" timeOffset="-213662.62">9276 13659 1027 0,'0'0'3'0,"0"0"45"16,0 0 145-16,0 0-97 15,0 0-12-15,0 0-33 16,-94-57-35-16,92 30 16 15,2 1-32-15,2 2 0 16,16 4 1-16,7 6 11 16,2 8-18-16,-1 6 6 15,1 6 0-15,-3 26-13 16,-3 14 13-16,-13 3 0 0,-5 6 11 16,-3-2-1-16,-9-5 17 15,-16-4-15-15,-5-8 11 16,4-7 55-16,-1-8-43 15,6-7 1-15,9-5 12 16,4-8-47-16,8-1 21 16,0 0-22-16,0 0 0 15,10 0-11-15,29-10 11 16,9-8-4-16,8-2-74 16,2 4-155-16,-2-2-67 15,-5 6-60-15</inkml:trace>
  <inkml:trace contextRef="#ctx0" brushRef="#br0" timeOffset="-213429.25">9699 13626 524 0,'0'0'470'0,"0"0"-450"16,0 0 135-16,0 0 11 15,0 0-6-15,0 0 12 16,-71-99-90-16,71 99-11 15,0 0-26-15,0 0-42 16,0 20 11-16,7 19-14 16,8 7 0-16,-3 2 10 0,3-1-8 15,-4 4-4-15,0-1-10 16,0 0-152-16,-1-6-133 16,-2-18-131-16</inkml:trace>
  <inkml:trace contextRef="#ctx0" brushRef="#br0" timeOffset="-213095.98">10005 13539 964 0,'0'0'30'0,"0"0"87"16,0 0 6-16,0 0 22 15,0 0 3-15,0 0-86 0,-90-60-26 16,86 92-19-16,1 15-8 15,3 9 6-15,0-1-15 16,12-6 0-16,10-5 3 16,3-6-3-16,2-12 0 15,-1-12 0-15,1-8 6 16,-1-6-24-16,3-10 18 16,-2-20 0-16,-7-18 4 15,-4-5 6-15,-14-2-10 16,-2-6 8-16,-13 5 0 15,-20 6 1-15,-5 14-9 16,-4 24-11-16,-3 12 1 0,-13 44-265 16,-16 20-241-16</inkml:trace>
  <inkml:trace contextRef="#ctx0" brushRef="#br0" timeOffset="-210351.43">6537 13703 503 0,'0'0'436'0,"0"0"-397"0,0 0-13 16,0 0 107-16,0 0-11 16,-127 93-76-16,88-77 10 15,5-4 6-15,1-12-24 16,4 0 20-16,8 0-43 16,6 0-14-16,6-16 37 15,4-6-36-15,5-4 4 16,0 0-6-16,0 0 12 0,25 5-24 15,0 6 12-15,4 2 0 16,2 7 0-16,-2 6 0 16,2 0 0-16,2 33-4 15,-5 15 14-15,-9 12-12 16,-7 4 2-16,-10 0 0 16,-2-8 12-16,-7-7-4 15,-17-5-5-15,-10-8 9 16,-4-6-8-16,2-8 12 15,1-9-16-15,-1-7 0 0,5-6 4 16,4 0 2 0,7-6-6-16,9-13 1 0,9-7 5 15,2 0-6-15,0-3 0 16,11 8 0-16,7 9-5 16,2 7 9-16,7 5-4 15,6 0 0-15,3 0 7 16,-1 9-15-16,3 10 8 15,-2 6-2-15,-1 3-19 16,2 4-82-16,-4-2-216 16,-4-6-79-16</inkml:trace>
  <inkml:trace contextRef="#ctx0" brushRef="#br0" timeOffset="-210112.86">6722 13768 961 0,'0'0'9'0,"0"0"29"0,0 0 161 0,0 0-40 0,0 0 48 15,0 0-130-15,-64-78-52 16,64 78 83-16,0 15-107 16,0 24 8-16,11 8 29 15,5 8-38-15,-3-5 13 16,0-5-13-16,-2 3-7 15,3-4-6-15,-4-3-161 16,3-4-141-16,-3-13-118 16</inkml:trace>
  <inkml:trace contextRef="#ctx0" brushRef="#br0" timeOffset="-209779.97">6919 13766 970 0,'0'0'10'0,"0"0"112"16,0 0 35-16,0 0-30 16,0 0-6-16,0 0-99 15,-33-17-19-15,33 62 30 16,0 11-33-16,8 8 22 16,13-10-22-16,-1-7 15 15,2-10-21-15,2-9 6 16,-1-7 0-16,3-17-8 0,-2-4 17 15,5-4-9-15,0-28 4 16,-2-15 5-16,-6-11-4 16,-15-2-5-16,-6-8 0 15,-6 12 53-15,-23 12-49 16,-8 13 11-16,0 23-15 16,-8 8-8-16,-4 35-25 15,-2 19-286-15,-7 7-385 16</inkml:trace>
  <inkml:trace contextRef="#ctx0" brushRef="#br0" timeOffset="-187592.7">10858 3810 838 0,'0'0'0'0,"0"0"-27"0,0 0 27 0,0 0 0 0,0 0-154 0,0 0-308 0</inkml:trace>
  <inkml:trace contextRef="#ctx0" brushRef="#br1" timeOffset="-183778.68">1918 2651 382 0,'0'0'572'0,"0"0"-562"16,-44-109 179-16,-5 80-112 0,-11-2-39 16,-13 12 98-16,-5 6-124 15,-13 13 35-15,-17 0 44 16,-10 26-70-16,-17 28 57 16,-11 20-74-16,11 24 15 15,8 15 83-15,33 10-89 16,32 12-2-16,37 6-5 15,25 8 19-15,22 5-20 16,38 5-5-16,14-7 0 16,20-10-4-16,12-24 4 15,17-25 0-15,13-29-3 16,16-25 24-16,10-31-34 0,9-8 13 16,3-41 0-1,-6-25-29-15,-10-21 29 0,-18-17 0 16,-17-19-7-16,-23-16-39 15,-22-11 29-15,-26-14 17 16,-23 5 0-16,-25 2-24 16,-4 4 25-16,-49 19-1 15,-27 18 25-15,-29 13-19 16,-24 27-12-16,-25 22-6 16,-24 24-65-16,-7 30 3 15,-11 6-242-15,-11 42-41 16</inkml:trace>
  <inkml:trace contextRef="#ctx0" brushRef="#br1" timeOffset="-182279.51">1779 9485 587 0,'0'0'165'0,"0"0"-144"0,-87-148 108 0,49 98-6 0,-7 3-59 0,-6 3 27 15,-9 4-49-15,-14 8 20 16,-12 9 25-16,-15 15-39 0,-10 8-15 16,-12 17 55-1,-11 27-76-15,-4 15 9 0,5 10 13 16,13 3-15-16,24 9 60 16,22 5-57-16,18 17-19 15,20 8 32-15,24 10-28 16,12 9 2-16,4-2-9 15,38 1 8-15,9-4 3 16,14-10-11-16,13-6 0 16,14-9-8-16,10-12 9 15,12-14-2-15,7-22-6 16,12-18 7-16,2-24-10 0,4-10-26 16,-2-24-13-16,2-28 41 15,1-18-45-15,3-18 28 16,-8-15 0-16,-10-19 25 15,-13-20-17-15,-21-17 17 16,-22-13 0-16,-33-3-3 16,-32 7 6-16,-17 10-3 15,-58 13 0-15,-37 24-34 16,-39 27 15-16,-28 33-41 16,-24 34-17-16,-13 27-48 15,4 23-89-15,-6 31-188 16</inkml:trace>
  <inkml:trace contextRef="#ctx0" brushRef="#br1" timeOffset="-180596.08">7297 2354 795 0,'0'0'16'0,"0"0"-2"0,-33-108 151 0,0 71-72 0,-21 4 5 16,-6 6-62-16,-13 10 0 15,-8 8 76-15,-4 9-64 16,-13 22-12-16,-6 27 7 16,-8 24-42-16,-6 20 64 15,3 25-65-15,7 31 0 16,17 18 68-16,29 18-62 16,30 16 54-16,32-3-43 15,23 8-13-15,50-17-4 16,32-22 0-16,24-23-20 15,21-33-6-15,12-25 30 0,15-28-4 16,12-32 0-16,6-26-24 16,15-37 23-16,4-45-26 15,-15-29 7 1,-15-23-12-16,-35-27 33 16,-41-16-1-16,-42-19 0 0,-34-12 22 15,-32-9-50-15,-42-8 28 16,-48 9-52-16,-40 15 47 15,-22 36-59-15,-29 57 36 16,-24 50 28-16,-14 58-140 16,-7 27-59-16,-9 60-226 15</inkml:trace>
  <inkml:trace contextRef="#ctx0" brushRef="#br1" timeOffset="-179395.02">7006 9376 238 0,'0'0'487'0,"0"0"-474"0,0 0 77 16,-14-126 56-16,-17 102-42 16,-11 5-39-16,-10 11 6 15,-6 8-38-15,-8 0 61 16,-3 11-41-16,-5 25-8 16,0 14 48-16,1 18-83 15,-5 22 20-15,0 21 12 16,2 23 32-16,3 24-12 15,13 15-39-15,19 5-22 16,22 7 55-16,19-7-52 0,4-6 7 16,42-9 1-16,24-12-6 15,21-17 17-15,16-19-23 16,11-24 0-16,9-18-12 16,10-27 28-16,7-25-16 15,16-21 0-15,12-25 5 16,-2-36-3-16,-6-18-2 15,-17-14 0-15,-28-11-13 16,-26-18 16-16,-36-19-3 16,-32-21 0-16,-25-23 9 0,-35-12-23 15,-48-7-19 1,-34 16-20-16,-37 25 36 0,-31 41-94 16,-25 44 64-16,-20 44-53 15,-11 34-139-15,-6 28-10 16,-5 34-331-16</inkml:trace>
  <inkml:trace contextRef="#ctx0" brushRef="#br1" timeOffset="-177812.41">10285 2463 453 0,'0'0'499'0,"0"0"-495"0,-46-119 170 0,1 101-69 0,-13 8-38 15,-11 10 30-15,-10 16-47 16,-11 34-22-16,-15 22 44 16,-4 26-29-16,-7 32 5 15,0 27-13-15,12 27 11 16,19 17 28-16,31 6-69 15,37 10 3-15,17-11 32 16,37-1-33-16,30-23 16 16,29-24-23-16,24-18 0 15,25-26-17-15,15-29 17 0,11-29 0 16,-3-30-5-16,-5-26 24 16,2-29-29-16,0-45 10 15,-1-37 0-15,-7-34-11 16,-19-35 11-16,-30-37 0 15,-38-18-7-15,-41-6-6 16,-29-6-3-16,-43 22-81 16,-48 18 30-16,-32 31 49 15,-31 31-44-15,-19 45-35 16,-19 42-40-16,-8 42-97 16,-10 22-75-16</inkml:trace>
  <inkml:trace contextRef="#ctx0" brushRef="#br1" timeOffset="-176595.8">10015 9069 627 0,'0'0'26'0,"0"0"58"0,8-120 47 0,-45 80-33 15,-11 5 25-15,-17 6-72 16,-11 13-1-16,-13 13 26 16,-13 3-40-16,-8 39 77 15,-3 28-45-15,-1 39-36 0,0 36 72 16,3 36-53-16,16 23 41 16,21 3-45-1,40-4-39-15,34-13 31 0,34-18-39 16,53-17 0-16,24-17 9 15,21-17-9-15,19-16 0 16,12-22-6-16,11-24 18 16,4-31-33-16,0-25 17 15,-6-25-24-15,-8-47-7 16,-8-34 44-16,-11-28-9 16,-27-33 0-16,-30-34 22 15,-44-24-31-15,-44-20 9 16,-20-4-33-16,-69 14 24 15,-41 29-77-15,-37 47-30 16,-38 59 55-16,-33 63-63 0,-38 40-18 16,-23 67-165-16,-4 32-251 15</inkml:trace>
  <inkml:trace contextRef="#ctx0" brushRef="#br1" timeOffset="-169512.83">7478 5574 214 0,'0'0'710'0,"11"-107"-694"0,-11 62-16 16,-2 3 122-16,-23 6-26 16,-11 8 26-16,-8 10-62 15,-9 5-27-15,-14 13 78 16,-16 0-92-16,-15 26 7 16,-16 35-4-16,-15 23-16 15,-15 21 26-15,-1 23-32 16,-7 19 0-16,9 23 67 15,17 16-29-15,19 7-1 16,22 0-7-16,34 1-23 0,33-6 38 16,18-4-45-16,40 4 0 15,43-3 26 1,30-3-17-16,36-14-9 0,30-22 0 16,21-30 10-16,23-34-5 15,13-33-5-15,0-40-7 16,3-18-21-16,-14-56 0 15,-20-33 9-15,-22-32 13 16,-27-27-12-16,-34-27-24 16,-30-27 7-16,-34-23 22 15,-35-13-14-15,-23-1 23 16,-29 4 4-16,-48 12 0 16,-33 14 8-16,-36 18-23 15,-44 31 12-15,-33 36-71 16,-30 46-24-16,-22 54-134 0,-5 33 8 15,6 46-223-15</inkml:trace>
  <inkml:trace contextRef="#ctx0" brushRef="#br1" timeOffset="-168479.18">7015 12512 350 0,'0'0'343'0,"17"-131"-290"0,-17 60 20 16,0 5 26-16,0 6-3 15,-20 12 9-15,-11 9-11 16,-10 15-60-16,-13 10 22 0,-21 14 23 16,-14 0-60-1,-19 32 6-15,-22 18 16 16,-8 15-17-16,-9 12 35 0,-7 14-46 15,5 12 0-15,9 11 51 16,15 20-38-16,23 13 32 16,20 20-23-16,29 16-21 15,32 10 50-15,21 14-55 16,2-3 3-16,44-3 10 16,12-6-7-16,27-9-10 15,15-18-4-15,23-17-1 16,22-26 6-16,15-19-6 15,25-27 0-15,9-27 0 16,7-30 10-16,5-22-10 16,2-40 0-16,-3-42 0 0,-3-35-6 15,-10-21 6-15,-23-26 0 16,-28-29-10 0,-43-25 19-16,-44-23-20 0,-50-22-13 15,-24-5-31-15,-72 8 48 16,-48 16-55-16,-47 42-5 15,-47 43-36-15,-34 59-59 16,-27 50-33-16,-23 42-199 16</inkml:trace>
  <inkml:trace contextRef="#ctx0" brushRef="#br1" timeOffset="-165145.04">6687 12544 645 0,'0'0'50'0,"0"0"28"0,0 0 51 16,0 0 2-16,0 0-24 15,0 0-44-15,0 0 14 16,-113-111-15-16,76 96-12 15,-3 1 9-15,1 1-40 16,-1 6 28-16,-10 4-23 0,-1 3-1 16,-14 0 12-1,-10 31-35-15,-16 18 46 0,-7 17-2 16,-8 10-42-16,4 8 51 16,11 7-35-16,4 3-8 15,14 6 30-15,13 12-33 16,14 15-1-16,25 14 12 15,13 16-2-15,8 10-5 16,21 1-5-16,30-5-3 16,18-4 19-16,20-9-19 15,11-11-3-15,17-15 3 16,14-17 12-16,16-16-22 16,9-13 7-16,8-18 0 15,4-20-2-15,1-29 2 0,3-11 0 16,5-51-7-16,6-30 9 15,2-23-5 1,-4-20-6-16,-16-16 9 0,-25-17-13 16,-30-21 13-16,-42-19 0 15,-42-25-5-15,-26-21 17 16,-52-10-24-16,-53-1 8 16,-46 13-69-16,-46 35-54 15,-39 49-26-15,-20 67 72 16,-13 69-9-16,-8 44-111 15,-5 63-172-15</inkml:trace>
  <inkml:trace contextRef="#ctx0" brushRef="#br2" timeOffset="-68262.88">11658 10317 678 0,'0'0'519'0,"0"0"-474"0,0 0 116 0,0 0 27 16,0 0-94-16,0 0-48 15,-72-26 18-15,72 26-61 16,0 8 2-16,2 31 6 16,19 22-1-16,8 11-10 15,13 3 0-15,9-12 10 16,12-10-11-16,15-12 1 16,10-16 0-16,20-25-6 15,19-16 12-15,24-50-6 16,16-34 0-16,5-28 16 15,-10-23-38-15,-23-22 8 0,-23-21-41 16,-20-25 43 0,-21-34-79-16,-10-25 65 0,-5-23-38 15,-4-8 39-15,-3 11 22 16,-6 14 3-16,-7 30 0 16,-8 25 29-16,-11 17-7 15,-3 13-5-15,0 13-17 16,5 1 9-16,12 9 2 15,16 13-11-15,10 13 0 16,3 25 12-16,1 27-3 16,-12 28 2-16,-11 26 2 15,-13 16-8-15,-10 14-1 16,-13 8-4-16,-5 2 0 16,2 2-3-16,-3 0 3 15,0 2-3-15,0 0 2 0,0 0-79 16,0 6-82-16,-4 12-148 15,-23 0-263-15</inkml:trace>
  <inkml:trace contextRef="#ctx0" brushRef="#br2" timeOffset="-67929.11">13701 5828 993 0,'0'0'19'0,"0"0"1"0,0 0 10 0,0 0 19 15,0 0-41-15,120-83-6 16,-51 56 46-16,-6 13-29 16,-12 8 12-16,-11 6-8 15,-13 0-23-15,-9 13 35 16,-14 24-19-16,-4 16 33 15,0 13 33-15,-2 6-66 16,-7-5 13-16,9-1-18 16,0-6-1-16,11-12-18 0,25-2 8 15,10-12-61 1,10-10-59-16,-2-8-129 0,-10-10-303 16</inkml:trace>
  <inkml:trace contextRef="#ctx0" brushRef="#br2" timeOffset="-59946.34">15008 4472 586 0,'0'0'357'0,"0"0"-309"0,0 0 81 0,0 0 33 0,-64-107-8 0,62 99-59 0,0 4 20 16,2 4-38 0,0 0-46-16,0 0 18 0,0 6-40 15,0 21 4 1,4 19-13-16,8 7 2 0,-2 0 16 15,1-1-18-15,1-2 0 16,1-4-9-16,-1-2 12 16,-4-8-12-16,5-1-55 15,-3-5-150-15,5-8-29 16,5-12-22-16,0-10-155 16</inkml:trace>
  <inkml:trace contextRef="#ctx0" brushRef="#br2" timeOffset="-59562.79">15282 4507 68 0,'0'0'511'0,"0"0"-409"16,0-123 87-16,0 98-62 15,-2 5 9-15,-2 13-52 16,0 4-6-16,2 2 45 16,2 1-65-16,0 0-23 15,-3 8-35-15,-1 29 3 16,2 13-4-16,0 9 1 15,2-2 0-15,0 0-5 16,15-5 20-16,7-6-28 16,5-10 13-16,4-12-26 15,3-10 22-15,-1-10-47 16,0-4 3-16,0-8 42 0,-1-22-17 16,-5-8 18-16,-10-10 5 15,-12-4 0-15,-5-10 2 16,-7-5-2-16,-26 7 0 15,-8 6 44-15,-2 14-40 16,-5 13 34-16,9 8-29 16,1 13 5-16,7 6-28 15,4 0 3-15,4 25-109 16,1 17-86-16,-1 9-187 16</inkml:trace>
  <inkml:trace contextRef="#ctx0" brushRef="#br2" timeOffset="-59211.08">14802 5172 1043 0,'0'0'26'0,"-129"19"-17"0,61-3 143 16,15-6-40-16,20-1-40 16,17-9-1-16,16 0-56 15,18 0-3-15,62-10 25 16,65-27-35-16,55-16 26 16,39-18-16-16,8 1-3 0,-13 8 25 15,-34 10-32-15,-39 13-2 16,-45 16 5-16,-44 8 12 15,-37 9-34-15,-35 4 12 16,-16 2-107-16,-53 8 19 16,-29 22-185-16,-11 14 26 15,0 6-114-15</inkml:trace>
  <inkml:trace contextRef="#ctx0" brushRef="#br2" timeOffset="-58862.12">15182 5432 950 0,'0'0'14'0,"0"0"77"16,0 0 96-16,-68-112-21 16,65 103-39-16,3 5-34 15,0 3-64-15,0 1 39 16,0 17-68-16,7 33 19 0,11 19 36 16,-1 5-54-1,4-4 5-15,-2-8-6 0,2-1 8 16,1-3-25-16,-5-2 15 15,0-7-133-15,-2-10-4 16,1-15-163-16,-3-20-75 16</inkml:trace>
  <inkml:trace contextRef="#ctx0" brushRef="#br2" timeOffset="-58229.45">15486 5430 519 0,'0'0'439'15,"0"0"-428"-15,0 0 169 16,-38-102-23-16,34 96-8 16,4 1-60-16,0 5-65 0,0-3 27 15,0 3-51-15,0 18 9 16,0 22-16-16,0 18 7 16,8-2 0-16,3-4-2 15,3-9 20-15,3-6-29 16,-1-8 11-16,4-5-3 15,0-9-22-15,3-9 10 16,-2-3-19-16,0-3 10 16,-3-3-45-16,-9-14 62 15,-5-13-12-15,-4-2 19 16,-7-3-16-16,-19 1 16 16,-12 6 0-16,-5 4-11 0,5-1 22 15,5 8-14-15,14 7 3 16,9 0 0-16,10-6-25 15,10-6 10-15,31-11-43 16,22-9 47-16,10 7-24 16,-1 2 33-16,-10 6-16 15,-11 4 18-15,-8 3-14 16,-14 7 15-16,-12 4-1 16,-10 5 4-16,-7 4 4 15,0 0 19-15,0 14-12 16,-11 21-14-16,-4 12 43 15,-2 4-39-15,16 1-4 16,1 2 3-16,1 0 7 16,22-5-11-16,6-8 0 0,1-7 0 15,7-12-13-15,3-5 13 16,-3-13 0-16,2-4-7 16,-3-3 19-16,-7-23 0 15,-8-8-12-15,-11-10 2 16,-10-10 14-16,-7-9-11 15,-36-6-4-15,-15 5 0 16,-8 16-1-16,-9 15-39 16,-4 25-90-16,-10 8-260 0</inkml:trace>
  <inkml:trace contextRef="#ctx0" brushRef="#br2" timeOffset="-57396.27">15145 4081 826 0,'0'0'24'0,"-114"-72"96"0,67 41 37 0,7 10-25 0,14 4 0 16,12 9-51-16,10 4 19 15,4 0-27-15,0 4-48 16,4 0 11-16,29 0-30 16,17 20-6-16,16 20 9 15,3 10-1-15,0 19 5 16,-1 10-13-16,-4 8 0 16,-1 7-11-16,-1-4 11 15,0 3-10-15,1-1-74 0,-5 0-123 16,0 1-30-16,-8-13-202 15</inkml:trace>
  <inkml:trace contextRef="#ctx0" brushRef="#br2" timeOffset="-56827.45">15751 5119 894 0,'0'0'14'0,"0"0"103"0,0 0 18 15,-134-100-11-15,119 94-1 16,5 4-50-16,10 2 0 16,0 0-41-16,2 8-27 15,27 28 17-15,16 20-6 16,7 11-10-16,3 4 0 0,7 12-2 15,6-5-4 1,1 6 0-16,-3-4-35 0,-1-7-38 16,-13 5-108-1,-11 4-40-15,-11-4-175 0</inkml:trace>
  <inkml:trace contextRef="#ctx0" brushRef="#br2" timeOffset="-54246.59">18768 4053 744 0,'0'0'98'0,"0"0"-9"0,-49-123 47 16,40 87 3-16,-1 12-23 16,6 17-16-16,2-6 24 15,2 9-58-15,-2 4 67 16,2 0-77-16,0 0-47 0,0 14 16 16,0 22-25-16,0 22 0 15,4 18 29-15,3 3-24 16,0 4 1-1,-1-2-5-15,3-8 12 0,-2-3-14 16,-2-14 1-16,-1-8 0 16,-2-14-18-16,-2-9 18 15,2-8-32-15,-2-9-80 16,3-6-28-16,-3-2 36 16,0-10-24-16,0-30 41 15,0-14 59-15,0-16-1 16,-7-13 29-16,-2-5 0 15,3 2 6-15,6 9 6 16,0 9-12-16,0 12 0 0,22 8 31 16,11 4-25-16,7 18 16 15,1 2 5-15,1 13-1 16,-3 11 18-16,-5 0-17 16,-10 29-9-16,-15 11 9 15,-9 4-19-15,-22 8-8 16,-36 0 0-16,-14 1-57 15,-4-5-71-15,10-10-78 16,11-6-183-16</inkml:trace>
  <inkml:trace contextRef="#ctx0" brushRef="#br2" timeOffset="-53278.9">15257 6280 237 0,'0'0'574'0,"0"0"-538"0,0 0 104 16,-126 36-4-16,109-34-25 0,6-2 26 15,11 0-67 1,0 0-33-16,0 0 5 15,26-8-36-15,34-22 18 0,31-16-24 16,19-10 7-16,6-5-3 16,-12 10-4-16,-19 13 0 15,-26 12-4-15,-22 12-22 16,-23 7-90-16,-14 7-43 16,-16 0 6-16,-34 16-73 15,-18 19-116-15,-11 2 95 16</inkml:trace>
  <inkml:trace contextRef="#ctx0" brushRef="#br2" timeOffset="-53043.89">15370 6166 273 0,'0'0'182'16,"-119"58"-70"-16,67-26 62 0,4-4-44 16,15-6-29-16,13-8 6 15,13-6-59-15,7-6-4 16,18-2-32-16,31 0-2 16,25-20 61-1,22-24-56-15,14-13-4 0,13-10 25 16,-5 7-19-16,-12 12 47 15,-27 11-53-15,-30 19 2 16,-24 11-4-16,-18 7-9 16,-7 0 0-16,0 0 37 15,-23 0-30-15,-10 12-14 16,-3 1 3-16,7 0-56 16,15-12 33-16,9-1-108 15,5-1-64-15,9-24-270 0</inkml:trace>
  <inkml:trace contextRef="#ctx0" brushRef="#br2" timeOffset="-52362.98">18527 5071 692 0,'0'0'164'0,"0"0"-121"0,0 0 111 0,0 0-25 16,0 0-16-16,0 0 37 15,0 0-82-15,-31-80 6 0,31 80 31 16,-2 0-24 0,2 0-23-16,0 0-58 15,0 22 7-15,0 12 18 0,2 14-20 16,9 4 0-16,2 4 6 16,-1 2 2-1,0 1-12-15,0-6-1 0,-3-6-4 16,-3-8-22-16,-1-10-34 15,-1-3-189-15,3-10-55 16,2-12-67-16,4-4-288 16</inkml:trace>
  <inkml:trace contextRef="#ctx0" brushRef="#br2" timeOffset="-52009.79">18812 5107 424 0,'0'0'349'16,"0"0"-278"-16,0 0 76 15,0 0 6-15,0 0-29 0,0 0-41 16,-4-94 25-16,4 94-35 16,-2 0-42-16,2 0 12 15,0 26-43-15,0 8 0 16,0 12 4-16,0 4 6 16,8 1-9-16,11-5-1 15,2-2 0-15,4-6-12 16,2-13 12-16,0-2-5 15,-5-13 0-15,0-6-4 16,-2-4 1-16,2 0 2 0,-4-20 6 16,-2-16 3-1,-10-4-1-15,-6-7-2 0,0 2 18 16,-8-1-16-16,-17 6 26 16,-6 9-15-16,0 7-13 15,-5 10 13-15,-7 4-13 16,-5 10-39-16,-4 0-80 15,1 22-164-15,7 2-120 16</inkml:trace>
  <inkml:trace contextRef="#ctx0" brushRef="#br2" timeOffset="-51128.77">14694 4341 229 0,'0'0'635'0,"0"0"-622"0,0 0 111 0,0 0-22 0,0 0-54 16,0 0 10-16,-50-86-35 15,50 29-11-15,21-6 24 16,15-12-19-16,18-19-9 15,12-12 48-15,15-2-46 16,6 7 34-16,0 13 31 16,-5 20-41-16,-10 16 30 15,-14 11-57-15,-21 13-2 16,-12 13 5-16,-12 8-4 16,-9 3-7-16,-1 4 1 0,-1 0-27 15,-2 0 21 1,4-6-131-16,3-5-44 0,0-4 11 15,-5-7-153-15,-2 1-29 16</inkml:trace>
  <inkml:trace contextRef="#ctx0" brushRef="#br2" timeOffset="-50829.12">15212 3209 658 0,'0'0'66'0,"0"0"87"15,0 0 17-15,0 0-91 16,0 0-35-16,0 0-8 15,-56 19-31-15,80-9 43 16,8-4-17-16,7-4-28 16,6-2 18-16,0 0-21 0,-8 0 0 15,-6 0 5-15,-10 0 5 16,-9 0-10-16,-8 0 0 16,-4 0 2-16,0 0 15 15,0 0-9-15,0 23 23 16,-23 18 22-16,-6 16-45 15,-2-3 23-15,6-10-31 16,15-8 6-16,7-6-23 16,3-9 5-16,13-4-115 15,25-15-75-15,7-2-315 16</inkml:trace>
  <inkml:trace contextRef="#ctx0" brushRef="#br2" timeOffset="-50561.72">15882 2879 456 0,'0'0'516'0,"0"0"-491"16,0 0 175-16,0 0-93 15,0 0-8-15,0 0 0 16,-31-24-97-16,54 51 50 15,0 4-10-15,4 9-15 16,-4 5 23-16,-6 1-50 0,4-4 0 16,-8-2-3-16,-2-8-4 15,0-6-18 1,-4-3-77-16,-4-6-150 0,-3-5 24 16,0-8-302-16</inkml:trace>
  <inkml:trace contextRef="#ctx0" brushRef="#br2" timeOffset="-50341.13">15753 3006 91 0,'0'0'757'0,"0"0"-751"16,0 0 65-16,0 0 63 16,-31-123-90-16,44 99 11 15,18 0-5-15,8 0-45 16,7 2 30-16,-2 6-35 0,-1 8 6 15,-9 8-26-15,-10 0-10 16,-11 29-91-16,-13 15-40 16,0 7-155-16,-13 17-55 15</inkml:trace>
  <inkml:trace contextRef="#ctx0" brushRef="#br2" timeOffset="-50179.61">15824 3401 623 0,'0'0'56'16,"0"0"89"-16,0 0-59 15,0 0 33-15,0 0-26 0,148-16-43 16,-64-28 7 0,12-13-40-16,2 5 38 0,-11 2-42 15,-18 12-1 1,-21 14-12-16,-25 14 0 0,-19 10-48 16,-4 0-64-16,-21 3-163 15</inkml:trace>
  <inkml:trace contextRef="#ctx0" brushRef="#br2" timeOffset="-49546.08">15380 6214 917 0,'0'0'112'0,"0"0"-86"0,0 0 108 0,0 0 28 0,0 0-56 16,0 0-29-16,-55-22-58 0,55 22-13 15,0 8 53 1,5 20-52-16,19 5 41 15,8 12-19-15,5-3-17 0,10-1 4 16,13-3-16-16,7-8 1 16,2-10 4-16,4-11-5 15,-4-9-3-15,-3 0-14 16,-9-7-29-16,-3-18-127 16,-7-2-99-16,-12-3-108 15</inkml:trace>
  <inkml:trace contextRef="#ctx0" brushRef="#br2" timeOffset="-49328.59">15945 6232 984 0,'0'0'47'16,"0"0"74"0,0 0-29-16,0 0-49 0,0 0-10 15,0 0-21-15,48 32-7 16,-5 2 57-16,-1 15-37 15,-13 4-1-15,-15 12-24 16,-14 4 8-16,0 0-29 16,-27-3 21-16,-11-6-131 15,-4-14-62-15,0-11-289 16</inkml:trace>
  <inkml:trace contextRef="#ctx0" brushRef="#br2" timeOffset="-48560.36">16354 6057 211 0,'0'0'516'0,"0"0"-397"0,0 0 18 0,0 0-13 0,0 0 4 16,0 0-52-16,-22-34 7 15,20 34-6-15,2 15-39 16,0 19 31-16,5 13-49 16,14 12 52-16,4 1-35 15,-6-1-34-15,5-6 14 16,-3-5-17-16,-2-7 0 15,1-12-13-15,-5-5 13 16,-1-11-24-16,-5-7-1 0,-5-6-75 16,-2 0 33-1,0 0-10-15,-13-19 17 0,-20-16 40 16,-9-15-25-16,3-10 45 16,6-11-8-16,12-5 13 15,13-2-17-15,8 6 12 16,6 14 0-16,27 18-18 15,10 13 17-15,6 13 1 16,2 14-7-16,-2 0 14 16,-6 8-18-16,-14 20 11 15,-23 10-18-15,-6 9 10 16,-31 7-104-16,-27 0-261 0</inkml:trace>
  <inkml:trace contextRef="#ctx0" brushRef="#br2" timeOffset="-47711.95">16651 6056 485 0,'0'0'138'0,"0"0"-46"0,0 0 21 0,0 0-14 0,0 0-95 16,-120 88 5-16,78-46-9 15,-10 6-65-15,-8-2-197 16</inkml:trace>
  <inkml:trace contextRef="#ctx0" brushRef="#br2" timeOffset="-44295.92">21185 3854 545 0,'0'0'474'0,"0"0"-452"0,0 0 136 0,0 0-17 0,0 0 4 15,0 0 9-15,0 0-113 16,-9-70 24-16,7 70 0 15,0 23-53-15,-3 20 6 16,-2 16-18-16,-3-1 5 0,3-7-4 16,0 1-1-16,0-9 0 15,1-10-8-15,-5-8 26 16,3-11-26-16,4-4 8 16,4-7-37-16,0-3 31 15,0 0-66-15,0 0 47 16,0-21 18-16,0-15-9 15,10-17 11-15,5-7 5 16,1 3 0-16,-1 3-6 16,3 3 6-16,-1 8 0 15,-5 12 4-15,-5 12 12 16,-3 12-12-16,-4 3-4 16,0 4 11-16,6 0 38 0,6 22-38 15,6 17-8 1,6 4 39-16,3 5-25 0,0 2-12 15,-5-1-5-15,0-5 0 16,1-6-4-16,-4-6 4 16,-1-13 0-16,-5-4-12 15,-5-3-39-15,-4-12-66 16,-2 4-77-16,0-2-33 16,-2-2 81-16,0 0-162 15,-18 0-217-15</inkml:trace>
  <inkml:trace contextRef="#ctx0" brushRef="#br2" timeOffset="-44112.02">21060 4132 574 0,'0'0'107'0,"0"0"58"0,0 0-53 0,0 0 1 16,0 0-95-16,0 0-9 15,44-5 43-15,22-13-40 16,14 0 8-16,13-5-20 15,3 1-13-15,-11 0 5 16,-14 7-139-16,-22 2-175 16</inkml:trace>
  <inkml:trace contextRef="#ctx0" brushRef="#br2" timeOffset="-42762.52">16425 5446 45 0,'0'0'554'0,"0"0"-426"0,0 0 50 15,0 0-75-15,0 0 12 16,0 0-51-16,-23-26 26 16,23 23-37-16,0 2-29 15,0 1 36-15,0 0-60 16,0 0 1-16,0 6-1 15,6 2 14-15,15 8-7 16,2-8-7-16,8-3 2 0,10-5 8 16,5 0-5-16,8-25-4 15,0-6 11-15,-6-13-4 16,-2-9 3-16,-7-5-11 16,-10-4 4-16,-8-5-7 15,-14-4 3-15,-7-2 0 16,0-11-2-16,-15-1 16 15,-14-4-18-15,-4-2 4 16,-3 4 0-16,-8 4-6 16,-1 6 8-16,-3 13-2 15,-6 10 4-15,5 18 3 16,2 9 6-16,2 10-13 16,8 4 0-16,1 8 11 15,5 5-2-15,2 0-9 16,4 0 4-16,6 0 3 0,1 0 2 15,5 0-9-15,-1 4 0 16,5 2 0-16,0 0 4 16,-2 1-4-16,4-1 0 15,3-6 10-15,2 3-16 16,2-3 6-16,0 0 0 16,0 6-17-16,0-3-12 15,0 6-85-15,4-1-49 16,19-8-12-16,-2 0-110 15,3 0-200-15</inkml:trace>
  <inkml:trace contextRef="#ctx0" brushRef="#br2" timeOffset="-42462.83">16410 3944 686 0,'0'0'52'0,"0"0"48"0,0 0-13 0,0 0-32 15,-114 63-11-15,77-38 11 16,-3 2-48-16,-3-8 30 16,5-1-10-16,7-1-26 15,4-6 22-15,12-3-23 16,3-3 0-16,12-3 10 16,0 4-5-16,0 3-5 15,21 8 1-15,12-3 6 0,5-1 2 16,3 4-9-1,1 3 0-15,-5 8-6 0,-1 5 10 16,-7 7-8-16,-5 3 4 16,-1 10-88-16,-8 0-32 15,-3 5-223-15,-4 1-288 16</inkml:trace>
  <inkml:trace contextRef="#ctx0" brushRef="#br2" timeOffset="-41595.11">21310 5128 535 0,'0'0'209'0,"0"0"-160"0,0 0 116 0,-63-105-57 15,55 91-7-15,-2 3 33 0,8 5-63 16,-2 5 7-16,1-1-8 15,3-1-31-15,-2 3 39 16,2 0-68-16,0 0-2 16,0 0 13-16,0 3-6 15,0 19-3-15,14 3-12 16,-3 8 4-16,0-1 34 16,-5 3-38-16,-3 2 0 15,2-3 3-15,-3-2 10 16,0-5-26-16,2-1-7 15,1-1-28-15,1-4-14 16,6-7-122-16,5-12-31 0,8-2 52 16,8-6-160-16,1-13-51 15</inkml:trace>
  <inkml:trace contextRef="#ctx0" brushRef="#br2" timeOffset="-41293.61">21580 5055 514 0,'0'0'18'16,"0"0"66"-16,0 0 68 16,0 0-41-16,0 0 27 15,2-108-57-15,-2 102-22 16,0 4 29-16,0 2-26 16,0 0 9-16,0 0 5 15,0 0-55-15,0 0 30 16,0 0-51-16,0 6 9 0,0 14 21 15,8 12-24-15,4 5-4 16,-3 2 13-16,-3 1 4 16,1-2-23-16,-1-3 4 15,-1 1 0-15,0-10-29 16,-1 2-37-16,-2-4-63 16,-2-4-11-16,2 0-83 15,-2-6-183-15</inkml:trace>
  <inkml:trace contextRef="#ctx0" brushRef="#br2" timeOffset="-39295">18179 4842 836 0,'0'0'18'0,"0"0"134"0,0 0-58 0,0 0 0 16,0 0 13-16,-123-28-59 16,86 48 6-16,-7 20-1 15,-4 13-2-15,4 15 21 16,3 2-58-16,16 8 26 0,13 7-1 15,12-2-31 1,2 6 59-16,33-7-67 0,13-5 0 16,8-12 7-16,2-4-6 15,2-12-2-15,4-10-10 16,7-3-106-16,8-14-65 16,7-12-84-16,3-10-232 15</inkml:trace>
  <inkml:trace contextRef="#ctx0" brushRef="#br2" timeOffset="-38895.77">19008 4842 874 0,'0'0'25'0,"0"0"60"15,0 0 29-15,0 0-40 0,0 0-27 16,0 0-18-16,49 11-16 16,5 28 55-16,6 22 0 15,-3 11-32-15,-5 10 41 16,-9 10-20-16,-22 13-57 16,-18 2 18-16,-3 6-18 15,-49-1-37-15,-21-12-95 16,-7-7-126-16,-10-19-124 15</inkml:trace>
  <inkml:trace contextRef="#ctx0" brushRef="#br2" timeOffset="-38396.66">19398 4628 548 0,'0'0'198'0,"0"0"-85"0,0 0 18 16,0 0-1-16,0 0 2 15,-49-108-29-15,44 102 30 16,3 3-80-16,2 3 3 15,0 0 25-15,0 0-70 16,0 0 60-16,0 0-71 16,0 3 8-16,0 22 3 15,0 6-11-15,9 3 0 16,0 2 0-16,-2-3 15 16,-3 3-30-16,-2-5 10 0,1-1-114 15,-3-3 28 1,2-4-125-16,-2 4-33 0,0-7-148 15</inkml:trace>
  <inkml:trace contextRef="#ctx0" brushRef="#br2" timeOffset="-37479.08">20919 4786 452 0,'0'0'284'0,"0"0"-143"0,0 0-14 0,0 0 33 0,0 0-72 16,0 0-10-16,-95-2 25 16,57 42-74-16,-2 14 50 15,5 10-24-15,6 7-18 16,8 2 44-16,11 2-50 16,7-1 7-16,3-2-12 15,5 1-15-15,26-7-10 16,11-2-1-16,6-6 0 15,8-8-28-15,8-9-30 0,4-14-95 16,6-6-86 0,2-15-87-16,-1-6-509 0</inkml:trace>
  <inkml:trace contextRef="#ctx0" brushRef="#br2" timeOffset="-37063.15">21733 4748 420 0,'0'0'353'0,"0"0"-326"0,0 0 120 0,0 0-78 0,0 0 31 15,0 0-63-15,31-45-33 16,18 52 75-16,11 36-24 15,8 18 5-15,-2 20 22 0,-7 9-30 16,-13 0-12 0,-17 2-39-16,-27-3 7 15,-4 1 14-15,-50-2-22 16,-17-4-28-16,-10-10-129 0,-6-12-133 16,2-16-257-16</inkml:trace>
  <inkml:trace contextRef="#ctx0" brushRef="#br2" timeOffset="-36645.15">22212 4496 848 0,'0'0'17'0,"0"0"143"0,0 0-69 0,0 0 27 0,0 0-1 16,0 0-43 0,-13-95 30-16,13 93-76 0,0 2 5 15,0 2-1-15,0 23-29 16,15 10 25-16,-1 6-28 16,-1 0 1-1,-4 0-24-15,2 1 3 0,-2 2-185 16,-7-5-48-16,-2-4-310 15</inkml:trace>
  <inkml:trace contextRef="#ctx0" brushRef="#br2" timeOffset="-28144.81">18558 6655 487 0,'0'0'342'0,"0"0"-263"0,0 0 44 0,0 0-7 0,0 0 32 15,0 0-31-15,0 0-38 16,0 0 7-16,-24-66-74 15,24 66 17-15,0 20 5 16,2 10 41-16,6 6-9 16,2 6-66-16,-1-2 2 15,-3 6 17-15,3-3-14 0,-4-1-5 16,-3-4 0 0,3-4-10-16,-2-2 0 0,2-4-189 15,2-4-129-15,2-8 18 16,2-12-226-16</inkml:trace>
  <inkml:trace contextRef="#ctx0" brushRef="#br2" timeOffset="-27763">18812 6725 143 0,'0'0'571'0,"0"0"-555"15,0 0 104-15,0 0 26 0,0 0-27 16,0 0-29-16,0-78-15 15,0 78-24-15,-2 0 22 16,0 0-50-16,0 31-21 16,2 10 50-16,-2 13-49 15,2 5 19-15,0-5-5 16,0-2-16-16,0-10 20 16,12-8-21-16,9-6 0 15,-2-11-11-15,6-6 17 16,2-11-6-16,2 0 0 15,1-10 4-15,4-22 0 16,-7-8-4-16,-4-14 0 16,-12-4 2-16,-11-5 3 0,0 2-5 15,-11 11 0 1,-21 9 10-16,-8 16-6 0,-6 14-4 16,-12 11-21-16,-3 0 16 15,1 22-173-15,2 16-23 16,11 8-94-16,12 2-366 15</inkml:trace>
  <inkml:trace contextRef="#ctx0" brushRef="#br2" timeOffset="-26679.41">21432 6541 907 0,'0'0'1'0,"0"0"87"0,0 0 74 0,0 0-103 16,0 0 82-16,0 0-23 16,-35-55-80-16,35 55 14 15,0 0-52-15,0 23 1 16,0 13 48-16,6 11-39 15,1 6 34-15,0 1 12 16,0 4-51-16,-3 1 16 0,0-6-21 16,0-5-12-1,3-9 7-15,3-9-56 0,7-7-84 16,5-8-133-16,4-11-40 16,4-4-128-16</inkml:trace>
  <inkml:trace contextRef="#ctx0" brushRef="#br2" timeOffset="-26429.05">21717 6589 690 0,'0'0'85'0,"0"0"99"16,0 0-73-16,0 0 13 15,0 0-60-15,0 0 70 0,-29-47-94 16,29 47-3-16,0 17-26 15,8 15 0-15,7 12 53 16,-7 6-64-16,0 4 0 16,-6 0 8-16,-2 0-8 15,0-3-1-15,0-1-74 16,-2-6-179-16,-10-8-5 16,0-8-321-16</inkml:trace>
  <inkml:trace contextRef="#ctx0" brushRef="#br2" timeOffset="-18662.2">1463 9082 866 0,'0'0'13'16,"0"0"77"-16,-123-44 59 0,58 38-86 15,-13 6-10-15,-7 0 25 16,-6 1 1-16,-9 26 9 15,-2 9-25-15,-12 18-32 16,0 18 92-16,2 22-82 0,12 21-1 16,18 15 3-1,22 10-38-15,17 2 47 0,24 8-52 16,16 1 5-16,3-1 25 16,32-1-14-16,20-13-16 15,16-15 3-15,23-15 19 16,14-22-31-16,17-20 9 15,21-21 0-15,11-28-9 16,13-15 11-16,2-31-2 16,9-50 0-16,14-32 17 15,-3-32-30-15,1-22 13 16,-19-7 0-16,-35 1-25 16,-34 4 25-16,-41 13-15 0,-41 8 13 15,-20 8-15 1,-52 12 1-16,-41 7 16 0,-34 15 0 15,-33 17-6-15,-21 25 7 16,-12 31-1-16,-13 28 0 16,3 12 25-16,5 52-33 15,7 32 8-15,10 21 0 16,23 22 7-16,31 13 0 16,26 9-7-16,37 12 0 15,26 15 23-15,25 8-27 16,13 4 4-16,11-4 0 15,37-18 0-15,20-17 7 16,18-23-7-16,24-34 0 0,27-34 14 16,23-41-28-16,24-24 14 15,14-68 0-15,10-41-7 16,3-28 13-16,-19-13-12 16,-30-7-3-16,-52-10-302 15,-64-11-158-15</inkml:trace>
  <inkml:trace contextRef="#ctx0" brushRef="#br2" timeOffset="-17578.75">18841 7749 913 0,'0'0'61'0,"0"0"-11"0,-76-138 48 16,56 106 33-16,4 14 35 16,8 9-7-16,3 7-23 15,5-1-103-15,-2 3 53 16,2 0-86-16,0 9 10 16,0 35 5-16,18 19 0 15,2 17-3-15,0-3-3 16,0 0-2-16,-2-7 0 15,-1-2-7-15,-1-8 0 16,-5-6-16-16,-3-10 5 16,-4-8-88-16,-4-5-166 15,0-16-92-15,-8-8-23 16,-17-7-356-16</inkml:trace>
  <inkml:trace contextRef="#ctx0" brushRef="#br2" timeOffset="-17312.85">18658 8085 901 0,'0'0'17'0,"0"0"63"16,0 0 33-16,0 0 12 16,0 0 25-16,0 0-91 15,-26-11-26-15,28 52-29 16,16 9 15-16,3 3 19 16,6-9-30-16,2-6-8 15,3-9 1-15,1-7 6 16,0-7-9-16,2-15 2 15,2 0 0-15,5-23-6 0,3-14 6 16,-3-12-7-16,-4-1-9 16,-9 2-28-16,-4 8 4 15,-10 7-94-15,-6 18-17 16,-9 15-83-16,0 0-502 16</inkml:trace>
  <inkml:trace contextRef="#ctx0" brushRef="#br2" timeOffset="-16979.18">18289 8962 964 0,'0'0'41'16,"0"0"40"-16,0 0 71 15,0 0 29-15,0 0-5 16,0 0-60-16,-67-50-73 0,67 83-18 16,0 21-19-1,0 16 49-15,0 5-55 0,9-7 0 16,7-2-10-16,3-6 10 15,4-4-41 1,1-7-147-16,-2-11-136 0,-2-14-14 16</inkml:trace>
  <inkml:trace contextRef="#ctx0" brushRef="#br2" timeOffset="-16594.93">18536 9140 983 0,'0'0'12'0,"0"0"-3"16,0 0 106-16,0 0 48 16,0 0-9-16,0 0-81 0,-31-74-5 15,31 74-61 1,0 2 10-16,0 27-14 0,0 12 1 16,0 9 2-1,0-4-6-15,8 0 0 0,4-6-10 16,4-4 10-16,8-5-5 15,-2-10-25-15,5-7-38 16,-1-10 18-16,3-4-28 16,-2-4 19-16,-2-24 47 15,-5-12-11-15,-9-4 23 16,-9-2 5-16,-2-2-4 16,-6 10 44-16,-21 6-6 15,-4 10 21-15,2 10 30 16,-3 6-75-16,3 6 2 0,5 0-17 15,6 4-20-15,7 18-71 16,5 9-106-16,6 5-13 16,0-3-91-16,24-3-212 15</inkml:trace>
  <inkml:trace contextRef="#ctx0" brushRef="#br2" timeOffset="-16212.05">18901 9066 838 0,'0'0'33'0,"0"0"58"16,0 0 73-1,0 0-53-15,0 0 58 0,0 0-83 16,-18-50-26-16,18 52-60 16,-2 33 0-16,2 13 9 15,0 14-1-15,0-3-8 16,0-7 0-16,6-4 1 15,13-6-13-15,1-7 0 16,2-13-36-16,5-11 14 16,-1-11-50-16,3-1 38 15,-2-27 9-15,-2-12 37 16,-10-7-12-16,-8-3 12 16,-7-4 0-16,0 5 28 15,-16 8-16-15,-13 11 60 0,-4 9-3 16,-5 12-29-16,-2 7-9 15,2 2-31-15,7 2-12 16,6 22-26-16,14 3-167 16,9 10-37-16,2 1-235 15</inkml:trace>
  <inkml:trace contextRef="#ctx0" brushRef="#br2" timeOffset="-15896.1">19288 9028 521 0,'0'0'520'15,"0"0"-507"1,0 0 36-16,0 0 23 0,0 0 64 16,0 0-82-16,-62 25-35 15,62 23-14-15,0 7 1 16,5-1 4-16,13-2-10 15,4-8 0-15,3-7-9 16,-4-16 2-16,6-9 3 16,-2-10-10-16,-2-2 14 15,-2-11-1-15,-3-28 1 16,-5-7 0-16,-9-4 35 16,-4 0-29-16,-14 6 40 15,-20 6-46-15,-6 9 10 16,-5 15-23-16,-5 14-54 0,-10 0-215 15</inkml:trace>
  <inkml:trace contextRef="#ctx0" brushRef="#br2" timeOffset="-13329.5">21669 7574 148 0,'0'0'860'0,"0"0"-844"0,0 0 93 0,0 0-22 16,-81-102 72-16,73 93-31 15,3 7-79-15,-1 0 45 0,6 2-27 16,0 0-31 0,0 0 16-16,0 15-44 0,0 21 11 15,0 21 10-15,4 16-10 16,7 5 32-16,0 7-47 16,-2 0 3-16,2-1 12 15,0-7 1-15,1-8-23 16,-2-11 3-16,-1-9 0 15,-2-12-10-15,0-14 10 16,-3-11-17-16,-2-6-28 16,1-6-171-16,-3 0-77 15,0-7-29-15,0-20-244 16</inkml:trace>
  <inkml:trace contextRef="#ctx0" brushRef="#br2" timeOffset="-13046.42">21511 8101 918 0,'0'0'34'16,"0"0"48"-16,0 0 64 0,0 0-82 16,0 0 67-16,0 0-43 15,-49-34-79-15,49 34 24 16,10 12-24-16,17 16-3 16,6 8 39-16,-2 2-38 15,1 0 10-15,-6-4-9 16,4-5 17-16,-4-11-25 15,-1-8 0-15,2-8 0 16,2-2-5-16,4-12 27 16,7-22-33-16,-2-10 11 0,-3-6 0 15,-6 3-21-15,-6 10-15 16,-10 14-25-16,-6 9-49 16,-7 10-102-16,0 4-124 15</inkml:trace>
  <inkml:trace contextRef="#ctx0" brushRef="#br2" timeOffset="-12544.59">21626 9128 773 0,'0'0'311'0,"0"0"-309"0,0 0 79 0,0 0-15 0,-89-145-59 0,94 101 32 16,26 6-39-16,5 12 0 15,3 16-2-15,-1 10 3 16,1 3-1-16,-11 28 29 15,-8 11-24-15,-11 9 51 16,-9 8-14-16,0 0-15 16,-22-1 53-16,-5-6-70 15,-3-10 3-15,9-11-10 0,6-8 2 16,7-7-10 0,8-4-183-16,0 4-81 0,0 0-107 15</inkml:trace>
  <inkml:trace contextRef="#ctx0" brushRef="#br2" timeOffset="-12162.94">21829 9689 869 0,'0'0'44'16,"0"0"5"-16,0 0 54 15,0 0-5-15,0 0-29 16,0 0-48-16,-14-2 19 0,22-6-38 16,7 4-2-16,-1 4 5 15,-4 0 9-15,-5 0-1 16,-3 14-4-16,-2 0 3 16,0 1 65-16,-5-4-25 15,-13-1-22-15,-1-6 9 16,1-4-30-16,5 0 23 15,4 0-32-15,2-4 5 16,4-4-6-16,3-2 1 16,0 4-10-16,3 3 8 15,15 0 3-15,2 3-18 16,-5 0 17-16,-8 0 0 16,-3 0-21-16,-4 10 21 0,-2 6-77 15,-29 0-185-15,-11-5-453 16</inkml:trace>
  <inkml:trace contextRef="#ctx0" brushRef="#br2" timeOffset="-1311.62">17869 7756 416 0,'0'0'668'0,"0"0"-640"0,0 0 125 16,0 0 17-16,0 0-29 16,0 0-1-16,0 0-86 15,-72-30-50-15,72 30 27 16,24 2-27-16,16 17-4 15,11 4 14-15,-2 4 5 0,-2-2-29 16,-5 2 10-16,-7-4-71 16,-1 2-59-16,-5-1-130 15,-6-2-16-15,-8-7-135 16</inkml:trace>
  <inkml:trace contextRef="#ctx0" brushRef="#br2" timeOffset="-1144.67">18135 7696 722 0,'0'0'82'16,"0"0"5"-16,0 0 65 15,0 0-50-15,0 0 75 16,0 0-103-16,-114 14-39 0,83 46-35 16,-3 8 6-1,3 4-17-15,4 6-7 0,-6 8-201 16,-11-5-160-16</inkml:trace>
  <inkml:trace contextRef="#ctx0" brushRef="#br2" timeOffset="-626.91">16444 7903 842 0,'0'0'82'0,"0"0"-20"0,0 0 72 0,-63-123-33 15,50 111 53-15,8 5 17 16,1 6-110-16,2 1-7 16,2 0 65-16,0 1-111 15,0 31 32-15,0 11-40 16,6 12 7-16,8 1 4 16,1 2-11-16,1 0 0 15,5 3-4-15,0-6-20 16,-1-1-128-16,1-4-92 15,-4-14-91-15,1-15-249 0</inkml:trace>
  <inkml:trace contextRef="#ctx0" brushRef="#br2" timeOffset="-45.13">16760 7972 28 0,'0'0'855'0,"0"0"-825"15,0 0 121-15,-20-109-63 16,13 90 45-16,5 9 5 16,0 6-92-16,-1 2 43 15,1 2-57-15,2 0-27 16,-4 2 44-16,-5 26-41 0,0 13-8 16,0 4 7-1,7-1 15-15,2-6-25 0,0-5 3 16,11-6 0-16,9-2-8 15,3-11 8-15,1-7 0 16,2-4-8 0,1-3-18-16,-4 0 19 0,-5-11-21 15,-7-18 17-15,-11-7-14 16,0-6 25-16,0 0 0 16,-15-1-6-16,-4 5 18 15,9 7-21-15,4 9 9 16,6 5 0-16,0 7-19 0,6 6 19 15,19 4 0-15,12 0-8 16,1 20 3-16,-3 20-7 16,-2 11 12-16,-6-1 0 15,-4 3-8-15,1-12 8 16,2-5 0-16,6-8-2 16,-3-12 20-16,0-8-25 15,-5-8 7-15,-5 0 0 16,-6-18 5-16,-7-18-3 15,-6-14-2-15,0-6 9 16,-27-5 7-16,-15 1-16 16,-7 10 0-16,-2 10-6 15,-3 18-15-15,-1 22-57 0,-4 0-129 16,-3 37 1 0,-5 10-287-16</inkml:trace>
  <inkml:trace contextRef="#ctx0" brushRef="#br2" timeOffset="2004.78">22290 7828 586 0,'0'0'534'0,"0"0"-457"0,0 0 118 16,0 0-88-16,0 0 68 15,0 0-82-15,-35-20-79 16,35 20 7-16,27 14-21 16,12 13 0-16,11 2 1 15,3 1-1-15,-4 0-6 16,-5-3-51-16,-11-1-77 0,-4-2-89 15,-6-8-37-15,-7-12-183 16</inkml:trace>
  <inkml:trace contextRef="#ctx0" brushRef="#br2" timeOffset="2175.35">22611 7753 617 0,'0'0'358'15,"0"0"-282"-15,0 0 8 16,0 0-2-16,0 0 103 15,0 0-94-15,-127 3-67 16,100 49 29-16,-2 8-51 16,9-3 7-16,7-1-9 15,4-2-34-15,5 2-69 16,-1-4-147-16,1-12-100 16</inkml:trace>
  <inkml:trace contextRef="#ctx0" brushRef="#br2" timeOffset="2422.23">22764 7666 1001 0,'0'0'69'16,"0"0"54"-16,0 0 43 15,0 0-31-15,0 0-24 0,0 0-15 16,-19-28-81-1,19 60-8-15,6 11 33 0,7 12-40 16,-3 1 8-16,-4-2-8 16,1-4-23-16,-1-3-75 15,4-9-138 1,-3-13-62-16,0-16-237 0</inkml:trace>
  <inkml:trace contextRef="#ctx0" brushRef="#br2" timeOffset="2921.37">23026 7642 346 0,'0'0'637'0,"0"0"-591"15,0 0 31-15,0 0 0 16,0 0 73-16,0 0-36 0,-76-35-38 16,73 64-76-16,-1 7 4 15,4 8 34-15,0-4-38 16,7-2 0-16,24-4 8 15,-5-6 7-15,3-10-26 16,-2-7 11-16,-4-10-13 16,-6-1 1-16,-3-4-9 15,-10-25 21-15,-4-8-12 16,0-7 31-16,0 0-23 16,-11 2 4-16,6 0 0 15,5 5-5-15,0 8 5 16,21 8 0-16,12 14-10 0,5 7 22 15,5 10-24-15,1 26 9 16,-1 17 3-16,-8 5-19 16,-6 9 19-16,-7-7 0 15,0-6-4-15,-1-11 21 16,0-16-25-16,2-10 8 16,-1-13 0-16,5-4 10 15,0-25-9-15,4-19-1 16,-9-16 23-16,-6-10-14 15,-16 0 11-15,0 0-20 16,-29 9 11-16,-23 17-10 16,-12 25-1-16,-16 19-79 15,-21 26-38-15,-10 36-189 0,-11 14-397 16</inkml:trace>
  <inkml:trace contextRef="#ctx0" brushRef="#br2" timeOffset="3420.54">21626 9787 785 0,'0'0'298'0,"0"0"-251"16,0 0 91-16,0 0-27 15,0 0 82-15,0 0-44 16,-94-50-121-16,94 50 42 0,0 0-60 16,0 2-8-1,0 34 7-15,12 17 9 0,3 15 8 16,1 4-26-16,-3-2 0 15,1 4-6-15,-3-4 6 16,0-3 0-16,3-7-2 16,-1-14-100-16,0-12-102 15,5-16-142-15,2-18-100 16</inkml:trace>
  <inkml:trace contextRef="#ctx0" brushRef="#br2" timeOffset="3754.95">21864 9818 784 0,'0'0'66'16,"0"0"9"-16,0 0 16 16,0 0 16-16,0 0-27 15,-41-105 4-15,41 101-43 16,0 4-18-16,0 0 47 15,-3 0-45-15,3 0 8 16,0 0 17-16,0 0-47 16,0 12 37-16,0 16-24 15,3 15-2-15,9 7 57 0,2 7-69 16,-1 1 11 0,0 3-4-16,6-3 12 0,-3-3-33 15,-1-8 12-15,-2-10-50 16,5-12-38-16,2-11-173 15,2-14-8-15,5 0-309 16</inkml:trace>
  <inkml:trace contextRef="#ctx0" brushRef="#br2" timeOffset="4637.12">22288 9669 919 0,'0'0'83'0,"0"0"34"0,0 0 6 0,0 0-7 0,0 0-8 0,0 0-51 15,-105 73 27-15,94-22-67 16,11-1-14-16,0-3 35 16,14-5-35-16,14-6-3 15,6-4 0-15,4-8 9 16,-5-10-24-16,-2-8 3 16,-6-6-36-16,-9 0 42 15,-1-16-19-15,-6-16 25 16,-9-13-3-16,0-2 12 15,0-7-21-15,-18 1 12 16,3 7 0-16,1 4-19 16,11 7 19-16,3 4-20 15,0 9-9-15,23 6-16 0,10 12 43 16,7 4-27 0,3 12 21-16,-1 24-14 0,-4 12 20 15,-9 6 2-15,-7 2-3 16,-8-1 12-16,-5-8-9 15,0-5 0-15,-3-11 0 16,4-13-4-16,3-11 5 16,5-7-1-16,1-1 5 15,6-31-4-15,0-14 25 16,-8-13-26-16,-5-4 0 16,-12-6 38-16,-2 6-27 15,-30 8 29-15,-8 12 19 0,-9 18-52 16,0 11 3-1,-7 12-10-15,1 2-89 0,-3 16-94 16,-5 14-266 0</inkml:trace>
  <inkml:trace contextRef="#ctx0" brushRef="#br2" timeOffset="6488.09">19144 10305 1133 0,'0'0'91'0,"0"0"-84"0,0 0 180 0,0 0-92 16,0 0-38-16,0 0 147 16,0 0-198-16,-85-83 8 15,96 112-13-15,36 29 26 16,18 22-19-16,20 16-8 16,11 9 0-16,11-3 4 15,21-4-4-15,17-7 0 16,21-22-1-16,21-18 21 15,11-27-39-15,9-24 19 16,-5-10-6-16,-17-33-28 0,-17-7 34 16,-21-8 0-16,-22 0-6 15,-23 1 28-15,-21 0-31 16,-26 7 9-16,-17 8 0 16,-14 4 1-16,-8 9-1 15,-7 8 0-15,-3 6-4 16,-6 9-8-16,0 6-111 15,-8 0-132-15,-28 28-183 16</inkml:trace>
  <inkml:trace contextRef="#ctx0" brushRef="#br2" timeOffset="6937.92">20073 11382 791 0,'0'0'354'0,"0"0"-280"0,0 0 116 0,0 0-8 15,0 0-51-15,0 0-31 16,-31-50-100-16,31 54 13 15,0 29 0-15,0 12-10 16,13 5-3-16,1 0 0 16,-3-2 10-16,1 0-23 15,0 0-144-15,1-2-112 0,-3-11-32 16,-1-13-301-16</inkml:trace>
  <inkml:trace contextRef="#ctx0" brushRef="#br2" timeOffset="7454.23">20310 11474 996 0,'0'0'8'15,"0"0"91"-15,0 0 41 16,0 0 10-16,0 0-7 16,0 0-43-16,-31-91-88 15,31 91 89-15,0 0-101 16,0 7-33-16,0 25 32 15,0 5 1-15,8 10-2 16,7-7-11-16,4-6 26 0,3-6-30 16,5-10 17-16,-3-7-43 15,-4-11 43-15,1 0-77 16,-9-3 32-16,-5-27 28 16,-7-6 15-16,0-6-11 15,0-2 13-15,-7 2 0 16,-1 3-9-16,8 7 11 15,0 9-2-15,0 5 0 16,25 8 10-16,6 7-28 16,6 3 18-16,5 18 0 15,-2 21-22-15,-3 7 24 16,-6 4-2-16,-2-4 0 0,-3-6 9 16,-4-10-15-16,-1-8 6 15,-8-10 0-15,-4-10-7 16,-2-2 21-16,3-14-14 15,-1-22 30-15,-4-8-21 16,-5-8 60-16,-3 4-50 16,-23 0-18-16,-10 9 27 15,-2 12-24-15,-2 11-4 16,-2 12 0-16,2 4-71 16,-2 4-89-16,2 19-117 15,1 0-177-15</inkml:trace>
  <inkml:trace contextRef="#ctx0" brushRef="#br2" timeOffset="7840.18">20777 11003 985 0,'0'0'2'0,"0"0"71"0,-71-127 21 16,13 97 5-16,-11 10 96 15,-11 12-127-15,-19 8 35 16,-12 14-45-16,-15 36-26 16,-9 22 53-16,-7 25-69 15,8 17 30-15,23 17-32 16,30 7-2-16,48 6 1 16,33-4-13-16,58-5 0 0,56-19 1 15,38-21 5-15,35-23-6 16,22-30 0-16,14-33 2 15,8-12-20-15,-10-62 8 16,-20-35-10-16,-33-30-3 16,-35-19 32-16,-54-17-9 15,-54-8 0-15,-40-1 11 16,-74 5-13-16,-38 25 2 16,-29 42-1-16,-23 56-29 15,-28 47-93-15,-30 52-223 16,-18 39-473-16</inkml:trace>
  <inkml:trace contextRef="#ctx0" brushRef="#br2" timeOffset="10487.41">10105 14897 658 0,'0'0'96'0,"0"0"-4"0,-92-117 47 16,65 85-39-16,6 6 8 16,-2 4-16-16,5 6 3 15,7 6 28-15,6 8-52 16,5 2-21-16,0 0 46 16,0 0-94-16,0 0 13 15,0 22-15-15,23 18 3 16,15 10 31-16,11 7-28 15,9-3-5-15,14 9 20 0,9 4-15 16,15-5 3-16,16-2-9 16,21-8 1-1,23-15 5-15,20-15-6 0,18-14 0 16,11-8-12-16,3-18 16 16,-6-18-14-16,-13-13 10 15,-19-5 0-15,-16 0-11 16,-23 7 11-16,-24 5 0 15,-25 13-3-15,-30 10 14 16,-25 10-16-16,-17 9 5 16,-10-4 0-16,0 4 12 0,0 0-11 15,0 0-1 1,0 0 10-16,0 0 0 0,0 0-20 16,0 0 4-16,0 0-43 15,0 0-59-15,0-4-77 16,0-6-31-16,-15-2-47 15,-7-2-136-15</inkml:trace>
  <inkml:trace contextRef="#ctx0" brushRef="#br2" timeOffset="10723.55">12413 14784 573 0,'0'0'302'0,"0"0"-231"0,0 0 82 0,0 0-49 0,0 0 12 16,0 0 11-1,-69-12-101-15,69 12 2 0,11 5-24 16,22 16-2-16,14 5 34 16,5-3-33-16,-4-2 0 15,-2 2-1 1,-15-3 11-16,-10 4-21 0,-13 9 8 16,-8 15-6-16,-25 15-2 15,-22 13-127-15,-12 5-76 16,-7-1-14-16,-3-5-278 15</inkml:trace>
  <inkml:trace contextRef="#ctx0" brushRef="#br2" timeOffset="13437.91">3925 11589 576 0,'0'0'413'0,"0"0"-406"0,0 0 99 0,0 0-14 0,-48-125-7 0,6 101 88 15,-7 6-113-15,-11 4-1 16,-23 12 22-16,-15 2-3 15,-10 16-56-15,-9 26 0 16,-1 20-11-16,-3 12 24 16,3 16-35-16,10 13 2 15,14 3 49-15,20 7-44 16,17-3 2-16,21-2-8 16,20-10 6-16,16-4 4 15,18 0-11-15,36-5 0 16,20-1 6-16,19-8 4 0,20-14-12 15,21-19 3-15,20-25-1 16,24-22 6-16,4-12-6 16,8-43 0-16,0-21-8 15,-17-18-14-15,-5-15 6 16,-22-7 2-16,-28-8-5 16,-35-4 13-16,-34-7-14 15,-41-2 20-15,-13 4-3 16,-63 4 3-16,-39 19 0 15,-40 19-2-15,-31 29-18 16,-29 30-6-16,-16 32-49 16,-2 22-69-16,2 50-73 0,14 27-88 15,15 27-226-15</inkml:trace>
  <inkml:trace contextRef="#ctx0" brushRef="#br2" timeOffset="14437.89">12962 13739 38 0,'0'0'933'0,"0"0"-908"16,0 0 77-16,-88-124 45 15,73 106 7-15,3 4-40 16,6 8-21-16,6 4 7 16,-2 0-34-16,2 2-35 15,0 0-27-15,0 6 26 0,0 24-13 16,16 14-15-1,3 8 13-15,-3 3 1 16,-1-1-18-16,4-2 2 16,-7-2 0-16,2-4-23 0,2-11-41 15,0-5-155-15,1-13-99 16,2-13-18-16,7-4-126 16</inkml:trace>
  <inkml:trace contextRef="#ctx0" brushRef="#br2" timeOffset="14773.74">13184 13672 839 0,'0'0'57'0,"0"0"97"16,0 0-16-16,0 0-1 15,0 0 8-15,0 0-66 16,-44-70-3-16,44 70-76 16,0 13 5-1,0 25 8-15,10 8-12 16,9 2-1-16,2-1 0 0,6-5 17 15,4-4-32-15,5-8 15 16,0-7-4-16,0-14-17 16,-7-9 1-16,0 0-8 15,-5-14 26-15,-6-22-4 16,-2-10-5-16,-14-5 11 16,-2-4 0-16,-2-2 18 15,-27 3-12-15,-8 8 6 16,-2 12 12-16,-3 10-21 0,4 13 12 15,1 11-15-15,6 0-33 16,4 17-48-16,6 22-233 16,3 11-19-16,3 8-211 15</inkml:trace>
  <inkml:trace contextRef="#ctx0" brushRef="#br2" timeOffset="15054.88">12807 14414 1067 0,'0'0'58'0,"0"0"-14"0,0 0 72 15,-140 54 25-15,117-45-82 16,18-2 30-16,5-7 7 16,57 0-94-16,46-16 9 15,48-30 20-15,41-21-20 16,22-9-4-16,3-4-7 15,-18 2 0-15,-25 12 7 16,-38 13 2-16,-41 19-9 16,-35 14 0-16,-39 18-57 15,-21 2-64-15,-42 20-66 16,-34 25-135-16,-22 16-115 16</inkml:trace>
  <inkml:trace contextRef="#ctx0" brushRef="#br2" timeOffset="15320.39">13333 14694 93 0,'0'0'869'0,"0"0"-784"16,0 0 63-16,0 0 51 15,0 0-26-15,0 0-27 16,-69-88-73-16,69 88-53 15,0 8 33-15,0 22-48 16,18 12 25-16,9 6-7 0,2 2-13 16,2-4-9-1,0-2-1-15,0 0-23 0,0-3-19 16,-2-5-205-16,-6-6-124 16,-6-16-86-16</inkml:trace>
  <inkml:trace contextRef="#ctx0" brushRef="#br2" timeOffset="15954.84">13629 14654 1104 0,'0'0'0'0,"0"0"33"16,0 0 73-16,0 0 100 16,0 0-61-16,0 0-73 15,-71-74-41-15,71 74-31 16,0 11 0-16,2 22 2 15,16 11 9-15,5 0-9 16,2-4-2-16,-2-12 8 0,2-1-10 16,0-13 2-16,2-5 0 15,0-9-18-15,2 0 18 16,-4-18-10-16,-2-11-29 16,-7-6 29-16,-12 1-7 15,-4 3 17-15,-6 2 0 16,-25 8-6-16,-10 2 10 15,-1 9-4-15,-5 8 0 16,-2 2 4-16,6 0-12 16,12 0 8-16,14 0 0 15,15 0-15-15,2 0 3 16,24-6-28-16,25-16 17 0,15-9-12 16,6 0 2-16,-4 5-30 15,-5 4 52-15,-10 4-5 16,-11 8 25-16,-8 0-9 15,-13 6 12-15,-9 1 1 16,-8 3 30-16,0 0-30 16,-2 24 3-16,0 15 65 15,0 7-64-15,0 0 6 16,6-6-21-16,13-10 2 16,4-6-3-16,9-6-1 15,1-13 0-15,7-5-16 0,-2 0 16 16,-2-19-6-1,-1-20 4-15,-8-8 2 16,-16-11 4-16,-11 6-4 0,-2-6 0 16,-40 8 43-16,-10 11-23 15,-10 13-10 1,-3 20-10-16,3 6-33 0,0 11 3 16,-1 22-290-16,5 5-242 15</inkml:trace>
  <inkml:trace contextRef="#ctx0" brushRef="#br2" timeOffset="16654.89">12990 13218 857 0,'0'0'32'0,"0"0"73"0,-129-82 23 15,98 66-64-15,6 4 73 16,19 6-24-16,-2 4-23 16,8-1-35-16,0 3-37 15,4 0 6-15,31 23-24 16,19 17 0-16,19 16 54 16,2 12-52-16,8 13 66 15,2 5-51-15,-3 0-11 16,3-1 8-16,-7-8-14 15,-5-4 0-15,-10-4-11 0,-8-2-13 16,-6-7-116-16,-6-1-134 16,-10-8-58-16,-10-8-508 15</inkml:trace>
  <inkml:trace contextRef="#ctx0" brushRef="#br2" timeOffset="17138.25">13875 14239 913 0,'0'0'34'0,"0"0"46"0,0 0 31 0,0 0 20 0,0 0 12 0,0 0-43 15,-96-88-39-15,114 88-58 16,24 27 25-16,9 22 57 16,5 13-68-16,0 8 41 15,0 7-58-15,1-10 1 16,3 0 6-16,0-13-2 15,-2-1-10-15,-6-8-73 16,-8-5-145-16,-15-5-164 16,-15-8-665-16</inkml:trace>
  <inkml:trace contextRef="#ctx0" brushRef="#br2" timeOffset="18587.24">13518 15446 1102 0,'0'0'91'0,"0"0"-26"0,0 0 139 16,0 0-90-16,0 0 6 15,0 0-6-15,0 0-80 16,-93 8-5-16,106-8-21 0,25-14-4 15,17-18 31-15,13-8-35 16,1-4 2-16,-3 0-1 16,-1 0 5-16,-7 7-6 15,-11 7 0-15,-18 13-24 16,-12 11-25-16,-14 6-170 16,-3 0-69-16,-16 23 73 15,-27 20-83-15,-7 7-109 16</inkml:trace>
  <inkml:trace contextRef="#ctx0" brushRef="#br2" timeOffset="18787.4">13612 15446 208 0,'0'0'237'0,"0"0"-54"16,-134 94 16-16,112-77-65 0,13-9-15 15,7-7-46-15,2-1 30 16,11 0-69-16,26 0 15 16,21-19 93-16,9-12-116 15,7-5 3-15,4-4-7 16,-2 0-8-16,-7 2 22 15,-20 10-36-15,-15 10 0 16,-19 10-9-16,-15 6 3 16,0 2-127-16,-9 0-161 15,-20 0-371-15</inkml:trace>
  <inkml:trace contextRef="#ctx0" brushRef="#br2" timeOffset="19654.14">16541 13275 417 0,'0'0'563'0,"0"0"-496"0,-33-111 84 0,25 91-35 0,3 4 79 16,3 8-99-16,0 2-16 15,2 4 12-15,0 2-89 16,0 8 0-16,0 38 46 15,0 22-39-15,9 17 28 16,8 4-24-16,-1-2-13 16,-1-3 21-16,-1-4-22 0,-1-9 0 15,1-12-2 1,-6-15 10-16,-1-13-8 0,-5-15 0 16,0-7 1-16,-2-7-6 15,0-2 5-15,0-8 0 16,-2-35-16-16,-20-19-2 15,-2-17 14-15,-3-9-3 16,2-8-19-16,10-8 23 16,5 4-22-16,10 10-8 15,0 10 31-15,29 19-30 16,17 14 3-16,2 10 16 16,6 21 12-16,-3 14-12 15,-4 2 13-15,-4 28 0 16,-18 12-4-16,-13 10 7 15,-12 4-3-15,-14 10 0 0,-32 5 7 16,-19 5-25-16,-7 2-220 16,-5-6-122-16,-8-4-261 15</inkml:trace>
  <inkml:trace contextRef="#ctx0" brushRef="#br2" timeOffset="20953.28">16535 14490 986 0,'0'0'69'0,"0"0"59"0,0 0-14 15,-52-125 26-15,44 109 9 16,3 6-89-16,3 8 49 16,2 2-61-16,0 0-28 15,0 0 30-15,0 0-44 16,0 4-6-16,0 28 0 15,9 13 17-15,7 9 10 16,-1-4-27-16,1 2 0 16,-3-6 3-16,-4 2-3 0,-2-8 0 15,-2-8-1 1,-3-1-8-16,0-5-30 0,2-2-179 16,0-7-141-16,1-4 55 15,4-13-223-15</inkml:trace>
  <inkml:trace contextRef="#ctx0" brushRef="#br2" timeOffset="21339.4">16782 14496 750 0,'0'0'129'16,"0"0"-49"-16,0 0 59 15,0 0 10-15,0 0-42 16,0 0-44-16,-15-82 11 15,15 82-13-15,0 0-61 0,0 0 4 16,0 0 14-16,0 16-10 16,0 18-8-16,0 10 12 15,0 0-2-15,2 0-4 16,9-1-6-16,2-8 0 16,7-5-1-16,3-4 4 15,4-8-3-15,4-5 0 16,-2-3 11-16,2-10-21 15,-2 0 10-15,-5-9 0 16,-1-14-8-16,-5-12 12 16,-10-9-4-16,-8-6 0 15,0-8 12-15,-10 3-15 0,-17 7 3 16,-4 8 0 0,-1 13-8-16,-1 13 8 0,-8 14-40 15,-5 11-246-15,-8 29-77 16</inkml:trace>
  <inkml:trace contextRef="#ctx0" brushRef="#br2" timeOffset="23837.33">12681 13414 908 0,'0'0'24'0,"0"0"57"0,0 0 87 0,0 0-94 15,0 0 50-15,0 0-49 16,-77-81-57-16,77 26 21 16,10-9-32-16,20-6-5 15,13-10 15-15,9 0 4 16,0-1-27-16,9 10 6 16,6 5 0-16,-2 15 5 15,-1 5-5-15,-4 10 0 16,-7 8 10-16,-8 6 5 15,-16 8-6-15,-11 6-9 16,-13 6 2-16,-3 2 4 0,-2 0-6 16,0 0 0-1,0 0-4-15,0 0-37 0,-2 0-128 16,-16 0-61-16,-7 0 10 16,0 0-27-16,-1 0-2 15,0-18 45-15,-1-4 202 16,-2 4 2-16,2 0 187 15,2 6-39-15,2 3-4 16,11 5 34-16,3 4-90 16,5 0 33-16,4-1-26 15,0 1-68-15,0 0 8 16,0 0-35-16,19 1 1 16,12 12 8-16,5-3-9 0,0-7 0 15,2-3 1 1,-5 0 15-16,-2 0-22 15,-10 0 6-15,-8 0 0 0,-9 0-2 16,-4 0 2-16,0 2 0 16,0 31 4-16,0 9 6 15,-11 11 12-15,-5-2-17 16,5-1-2-16,3 0 11 16,6-1-14-16,2-7-26 15,0-8-109-15,10-10-216 16</inkml:trace>
  <inkml:trace contextRef="#ctx0" brushRef="#br2" timeOffset="24120.84">13573 12216 1135 0,'0'0'23'0,"0"0"88"0,0 0 24 0,0 0-11 15,0 0-107-15,0 0-15 16,28 44 72-16,-7-2-67 16,0 0 9-16,-3 3-3 0,-1-1 6 15,-3-6-21 1,-5-5 2-16,-4-3-35 15,1 1-64-15,-4-12-251 0,-2-6-113 16</inkml:trace>
  <inkml:trace contextRef="#ctx0" brushRef="#br2" timeOffset="24320.77">13483 12283 864 0,'0'0'32'0,"0"0"127"15,0 0-98-15,0 0-3 16,56-124-19-16,-12 106-32 0,2 6 3 16,-3 6-10-1,-1 6 0-15,-8 0-21 0,-10 24-15 16,-10 19-99-16,-14 11-118 16,0 10-324-16</inkml:trace>
  <inkml:trace contextRef="#ctx0" brushRef="#br2" timeOffset="24547.29">13632 12721 845 0,'0'0'30'0,"0"0"57"15,0 0 88-15,0 0-100 16,0 0-33-16,0 0 19 16,125-66-60-16,-65 26 13 15,-4 3-14-15,-8 7 0 16,-8 4-8-16,-9 8 8 0,-10 7-5 15,-11 4-16-15,-4 5-43 16,-6 2-18-16,0 0-34 16,-10 6-68-16,-11 12-225 15</inkml:trace>
  <inkml:trace contextRef="#ctx0" brushRef="#br2" timeOffset="25470.31">12776 14358 995 0,'0'0'64'0,"0"0"-14"0,0 0 75 15,0 0-13-15,0 0-13 16,0 0-95-16,13 6 9 16,34-27 4-16,12-6-14 15,1-4 7-15,-8-1-10 0,-4 8-2 16,-15 9-16 0,-15 6-79-16,-9 7-44 0,-9 2 25 15,0 0-59-15,-16 0-86 16,-14 18-126-16</inkml:trace>
  <inkml:trace contextRef="#ctx0" brushRef="#br2" timeOffset="25622.49">12932 14297 124 0,'0'0'302'16,"0"0"-154"-16,0 0 56 15,0 0-55-15,-116 55-42 16,110-52 20-16,6-3-61 16,0 0-13-16,0 0-22 15,29 0-28-15,16-9 46 16,14-18-49-16,3-3-5 0,1 0-12 15,-5 4-152 1,-17 7-179-16</inkml:trace>
  <inkml:trace contextRef="#ctx0" brushRef="#br2" timeOffset="27487.25">19122 13130 218 0,'0'0'621'0,"0"0"-520"0,0 0 37 0,0 0 9 16,0 0-3 0,0 0-48-16,0 0 9 0,-25-80-84 15,19 90 9-15,-5 32-11 16,-3 14 1-16,-1 13 85 16,-1-3-105-16,5-12 5 15,2-4-1-15,2-12 8 16,3-9-12-16,1-10 0 15,3-9-4-15,0-8 0 16,0-2-61-16,0 0 26 16,0-30 20-16,16-19-8 15,2-16 26-15,0-3-5 16,-7 7 6-16,1 7-6 16,-4 14 6-16,1 12 0 0,-5 14 2 15,-4 8 10-15,2 4-7 16,-2 2 12-16,5 0-12 15,6 2 10-15,9 28-1 16,9 13 70-16,2 2-46 16,-2 1-25-16,0 1-4 15,-2-4-9-15,-5 0 3 16,-7-6 1-16,-3-4-4 16,-5-5-17-16,-3-6-34 15,-2-5-125-15,-2-8-68 16,0-5-32-16,-5-4-40 15,-21-2-193-15</inkml:trace>
  <inkml:trace contextRef="#ctx0" brushRef="#br2" timeOffset="27654.96">18935 13414 644 0,'0'0'110'0,"0"0"-28"0,0 0 95 0,0 0-73 0,0 0-37 0,0 0-32 16,77-27 33-16,4 12-33 15,4-2-35-15,-4 1-5 16,-4-1 3-16,-13 4-109 16,-12 5-96-16,-23 1-227 15</inkml:trace>
  <inkml:trace contextRef="#ctx0" brushRef="#br2" timeOffset="28821.37">14567 14757 951 0,'0'0'107'0,"0"0"-27"0,0 0 68 16,0 0-41-16,0 0 20 0,0 0-90 16,-60 14 0-16,60-2 7 15,0-5-43-15,0 1 26 16,19-5-27-16,5-3 0 16,7-7 33-16,7-21-27 15,8-20-6-15,6-14 0 16,2-15 14-16,-8-16-15 15,-8-10 1-15,-17-5 0 16,-13-6 1-16,-8-3-1 0,-9 3 0 16,-27 4-4-1,-11 8 24-15,-8 11-29 0,-5 17 9 16,-2 12 0 0,-3 14 1-16,3 10 17 0,4 10 9 15,0 8-5-15,6 8-10 16,8 4 14-16,13 5-26 15,11 2 0-15,9 1 19 16,5 0-17-16,4 0-2 16,2 0 0-16,0 0 19 15,0 0-45-15,0 0 26 16,0 18-58-16,0 6-69 16,10-4-209-16,11-14 5 0,4-6-190 15</inkml:trace>
  <inkml:trace contextRef="#ctx0" brushRef="#br2" timeOffset="29113.03">14509 13146 276 0,'0'0'673'0,"0"0"-671"0,0 0 55 0,-126 65 20 0,74-29 12 0,4-5-7 15,4 0-59-15,3-6 32 16,5-7-25-16,5-4-12 15,6-3 49-15,6-3-59 16,7-4 26-16,3 0 1 16,7 0-31-16,0 0 17 0,2 0-21 15,0 7 0-15,9 6 4 16,20 5-1-16,8 6-3 16,3 0 0-16,5 4 15 15,-2 7-35-15,4 5-13 16,-3 6-248-16,-9 1 29 15,-6 5-396-15</inkml:trace>
  <inkml:trace contextRef="#ctx0" brushRef="#br2" timeOffset="29921.17">19072 14539 942 0,'0'0'54'0,"0"0"57"0,0 0 9 0,0 0 26 16,-64-112-2-16,55 103-41 0,7 5 8 15,-2-2-63-15,2 3-3 16,2 1 25-16,0 2-70 16,0 0 10-16,0 19-6 15,0 18 12-15,2 12-15 16,6 1 5-16,3-4 2 15,1-4-5-15,-3-2-3 16,1 1 0-16,0-6-12 16,-4-3-1-16,3-2-88 15,5-7-194-15,-1-18-132 0,3-5-260 16</inkml:trace>
  <inkml:trace contextRef="#ctx0" brushRef="#br2" timeOffset="30172.69">19255 14484 721 0,'0'0'153'0,"0"0"-50"15,0 0 42-15,0 0 15 16,0 0-34-16,0 0-25 16,-13-87-33-16,13 92-62 15,11 23 10-15,7 14 35 16,-4 2-40-16,-1 0 7 15,-9 6-18-15,-1 0 0 16,-3 2-16-16,0 2-119 0,0-2-199 16,-21 1-182-1</inkml:trace>
  <inkml:trace contextRef="#ctx0" brushRef="#br2" timeOffset="33204.06">4212 13072 547 0,'0'0'175'0,"0"0"-83"0,0 0 39 15,-61-104-4-15,20 73 0 16,-13 6-78-16,-13 0 56 0,-13 6-28 16,-16 10-8-16,-22 9 21 15,-11 17-71-15,-14 33 38 16,-5 21 9-16,0 22-45 16,5 15 39-16,10 16-45 15,25 15 26-15,28 9-25 16,29 5-11-16,30 7 16 15,21 5-21-15,32-3 0 16,44-12 13-16,30-15-5 16,31-29-9-16,23-25 1 15,29-28 0-15,21-29 8 16,13-24-8-16,12-26 0 16,5-48-10-16,-5-33-12 15,-3-31 6-15,-20-18 5 16,-30-17 11-16,-33-10-10 0,-51-9 10 15,-53-5 0-15,-45 6-16 16,-68 13 16-16,-65 28-15 16,-44 39-48-16,-37 42-18 15,-33 52 65-15,-19 28-44 16,-10 64-55-16,8 33-143 16,14 28-30-16,18 17-298 15</inkml:trace>
  <inkml:trace contextRef="#ctx0" brushRef="#br2" timeOffset="36471.37">16138 14327 86 0,'0'0'201'0,"0"0"7"0,0 0-74 0,48-124 37 15,-48 102-42-15,0 5-4 16,0 4 17-16,-8 7-39 16,-1 4 48-16,-8 2-50 15,-11 21-32-15,-6 29 39 16,-10 23-76-16,7 13-8 15,6 0 43-15,13-2-54 16,11-7 13-16,7-7-12 16,0-6-6-16,23-2 2 15,19-1-10-15,16-5 0 0,18-10-7 16,8-10-56-16,8-12-184 16,-5-9-167-16,-9-15-203 15</inkml:trace>
  <inkml:trace contextRef="#ctx0" brushRef="#br2" timeOffset="36888.46">16985 14114 922 0,'0'0'25'0,"0"0"80"0,0 0 5 0,0 0-6 16,0 0 34-16,0 0-56 15,-29-63-48-15,71 95-28 16,19 26 48-16,5 15 7 0,-1 16 34 16,-9 10-46-1,-11 2-20-15,-19 6-14 0,-17-5 14 16,-9 1-22-16,-14-7-14 15,-19-8-18-15,-2-12-159 16,-3-22-223-16,-3-20-352 16</inkml:trace>
  <inkml:trace contextRef="#ctx0" brushRef="#br2" timeOffset="37326.91">17408 14071 1076 0,'0'0'20'0,"0"0"66"16,0 0-44-16,-55-125 9 16,55 89 20-16,15 4-49 15,10 8-10-15,4 10-9 16,-2 14 0-16,-3 0 8 16,0 24-9-16,-10 12-2 0,-7 8 15 15,-7 5-11-15,-2-3 37 16,-23-5-4-16,-6-2-7 15,2-13 33-15,4-5-36 16,8-6 6-16,5-9 36 16,5-2-38-16,7-4-6 15,0 0-23-15,14 0 1 16,35-13-1-16,27-18-2 16,20-11-74-16,12-2-184 15,-2 4-250-15</inkml:trace>
  <inkml:trace contextRef="#ctx0" brushRef="#br2" timeOffset="38020.96">18922 14093 948 0,'0'0'65'0,"0"0"-2"0,0 0 93 15,-123-27-39-15,82 54 6 16,4 31 2-16,1 20-47 16,9 16 31-16,11 2-60 0,12-3-20 15,4-9 19-15,11-8-41 16,30-15-2-16,10-5-5 15,9-15 7-15,16-6-18 16,11-13-25-16,8-16-236 16,-3-6-168-16,-17 0-346 15</inkml:trace>
  <inkml:trace contextRef="#ctx0" brushRef="#br2" timeOffset="38321.07">19456 14178 1020 0,'0'0'21'0,"0"0"80"15,0 0 0-15,0 0 39 16,0 0-58-16,0 0-32 15,78 69 97-15,-34-1-104 16,-3 8-1-16,-12 5 35 16,-13-1-71-16,-12 4-5 15,-4-2-1-15,-7 1-14 16,-15-3-131-16,-9-10-253 0,1-13-307 16</inkml:trace>
  <inkml:trace contextRef="#ctx0" brushRef="#br2" timeOffset="38738.31">19913 14149 1134 0,'0'0'8'0,"0"0"21"16,0 0 41-16,-74-128-66 15,74 78 36-15,10 3-3 16,21 9-34-16,0 12 22 16,-2 12-18-16,-5 14-7 15,-4 0 16-15,-4 32-9 16,-12 18 18-16,-4 11 1 15,-2 2 14-15,-22 0 41 16,-8-7-56-16,-1-11 9 16,2-3 31-16,4-19-58 15,11-7 36-15,9-11-43 0,7-4 0 16,0-1-2 0,34 0 10-16,28-14-8 0,21-17 0 15,15-13-95-15,4-1-83 16,-3-2-147-16,-15 3-253 15</inkml:trace>
  <inkml:trace contextRef="#ctx0" brushRef="#br2" timeOffset="39387.36">15996 15815 962 0,'0'0'77'0,"0"0"26"0,-22-124 21 0,15 101 24 16,2 10-42-16,3 9 46 15,0 4-57-15,2 0-66 16,0 4 1-16,0 26-27 16,0 16 47-16,0 8-36 15,0 0-12-15,2-1 6 16,0-3-2-16,5 1-12 15,2 4 6-15,0-7-101 16,2-2-176-16,0-15-169 16,4-18-401-16</inkml:trace>
  <inkml:trace contextRef="#ctx0" brushRef="#br2" timeOffset="39988.18">16348 15811 941 0,'0'0'155'0,"0"0"-142"15,0 0 92-15,0 0-4 16,0 0 14-16,0 0-6 16,-67-66-74-16,55 66-8 15,-3 9 18-15,-5 20-17 16,1 13-21-16,5 2 2 15,7-4-8-15,7-7 11 0,0-3-12 16,0-9 0-16,15-1 0 16,14-3 4-16,6-13-4 15,1-4 0-15,-1 0-10 16,-6 0-12-16,-8-12-10 16,-9-6 5-16,-12-5 25 15,0-3-3-15,-12-2 2 16,-18-1 3-16,-2 0 0 15,8 8-6-15,6-2 6 16,16 0 0-16,2 0-8 16,10 0-47-16,24 8-8 15,2 5 12-15,6 10 6 16,-2 0 41-16,-4 23-3 0,-5 16 7 16,-9 5 7-1,-12 11-2-15,-1-1 23 0,-5-7 12 16,2-6-23-16,5-13 9 15,10-6-26-15,3-10 0 16,5-6 3-16,5-6 4 16,-1-6-7-16,-4-20 3 15,-6-14-2-15,-11-9 9 16,-12-5-9-16,0-8-1 16,-24-4 8-16,-20 8-5 15,-6 16-5-15,0 16 2 16,0 18-17-16,-1 8-107 0,2 30-125 15,-1 16-213-15</inkml:trace>
  <inkml:trace contextRef="#ctx0" brushRef="#br2" timeOffset="40705.15">18841 15588 928 0,'0'0'76'0,"0"0"58"0,0 0-20 16,0 0 31-16,-45-102 7 0,43 100-68 16,0 2-6-16,2 0-9 15,0 0-38-15,0 14-20 16,0 18 14-16,7 12 1 15,2 9 4-15,-1 1-21 16,-3 0-2-16,1-4-2 16,-3-2-5-16,0-4-6 15,-3-3 4-15,0-5-102 16,1-17-213-16,4-12-186 16</inkml:trace>
  <inkml:trace contextRef="#ctx0" brushRef="#br2" timeOffset="41120.64">19076 15761 1020 0,'0'0'45'15,"0"0"12"-15,0 0 73 16,0 0-80-16,-83-110 22 15,83 74-36-15,0 4-28 16,8 6-5-16,15 3-3 16,4 10-4-16,2 8-3 15,0 5 4-15,0 0 2 0,-3 22-1 16,-6 14 2 0,-7 11 4-16,-13 0-1 0,0-3-2 15,0-2 21 1,-21-3-2-16,-8-3 41 0,-5-4-7 15,1-1-39-15,4-18 27 16,8-5-7-16,6-6-21 16,8-2 25-16,5 0-31 15,2 0 6-15,0 0-14 16,11 0 0-16,23-6 6 16,10-7-6-16,5-4 0 15,2 7-6-15,1 2-30 16,-1 2-33-16,-5 3-130 0,-3 3-102 15,-11 0-161-15</inkml:trace>
  <inkml:trace contextRef="#ctx0" brushRef="#br2" timeOffset="41354.81">19529 15579 539 0,'0'0'488'0,"0"0"-404"0,0 0 45 0,0 0 50 0,0 0-46 15,0 0-31-15,-13-85-71 16,16 118-18-16,12 19 20 0,3 6-16 16,-7 9-17-16,-4 4 0 15,-5 6-12-15,-2 2-256 16,-14 3-226-16</inkml:trace>
  <inkml:trace contextRef="#ctx0" brushRef="#br2" timeOffset="45391.15">16381 16615 216 0,'0'0'733'0,"0"0"-628"0,-37-124-22 0,28 100 34 16,-3 4 13-16,6 10-12 15,1 4-40-15,5 2 0 16,0 4 9-16,0 0-61 15,0 4 10-15,0 33-30 16,0 20 38-16,18 16-8 16,2 6-6-16,3 2-6 15,-2-9-11-15,1 0 4 16,1-6 1-16,-2-4-18 0,-4-4 8 16,-1-9-7-16,-3-9-1 15,-4-8 0-15,-2 0 0 16,-3-11-5-16,-4-2-20 15,0-7-67-15,3-1-147 16,-3-11-129-16,0 0 18 16,-21 0-453-16</inkml:trace>
  <inkml:trace contextRef="#ctx0" brushRef="#br2" timeOffset="45753.87">16257 17142 850 0,'0'0'95'0,"0"0"-22"15,0 0 64-15,0 0-26 0,0 0 1 16,0 0-43-16,-21-31-34 16,29 35-21-16,21 14 20 15,4 10 22-15,0 2-46 16,-4 2 15-16,0 4 6 16,-3-6-21-16,-3-4 0 15,-5-8-8-15,-5-8-2 16,1-2 2-16,1-8 1 15,10 0-1-15,6-8-2 16,8-29 0-16,9-7 2 16,-4-1-2-16,3-11 0 15,-7 10-1-15,-9 10 4 0,-8 9-5 16,-10 13 5 0,-9 10-3-16,-4 0 3 0,0 4-3 15,0 0 0-15,0 0 0 16,0 0-69-16,0 0-87 15,-2 8-116-15,-13 6-133 16</inkml:trace>
  <inkml:trace contextRef="#ctx0" brushRef="#br2" timeOffset="48955.64">16105 17897 1002 0,'0'0'68'0,"0"0"44"0,-65-129 18 16,57 105-2-16,0 6 9 15,4 15 37-15,4 3-102 16,0 0-43-16,0 0-6 15,0 0-12-15,0 3 0 16,0 29-6-16,4 12 13 16,10 10-9-16,-3 8-6 15,-1 1-3-15,3-5 0 0,2 1-23 16,7-6-91 0,3-9-105-16,0-3-100 0,2-23-12 15,-1-18-235-15</inkml:trace>
  <inkml:trace contextRef="#ctx0" brushRef="#br2" timeOffset="49304.85">16332 17867 908 0,'0'0'81'0,"0"0"24"16,0 0 30-16,0 0-20 16,0 0 42-16,0 0-72 15,-31-50-61-15,31 50-12 16,0 12-3-16,0 23-4 15,0 7-2-15,0 14-3 16,14-9 0-16,8-2-1 0,2-10-4 16,3-1-6-16,1-9-36 15,0-11-18-15,1-13-25 16,-2-1-14-16,-1-20 58 16,-4-19 29-16,-6-9 1 15,-5 4 16-15,-11-1 7 16,0 1 17-16,-15 4 37 15,-16 5 1-15,-3 7 34 16,-1 6-32-16,-2 8-30 16,11 6-26-16,4 8-8 15,6 0 0-15,9 8-128 16,3 16-144-16,4 6-167 0</inkml:trace>
  <inkml:trace contextRef="#ctx0" brushRef="#br2" timeOffset="49720.83">16836 17723 884 0,'0'0'126'0,"0"0"-45"15,0 0-27-15,0 0 42 16,0 0-12-16,0 0-2 15,-52-31-43-15,44 39-15 16,-1 18-14-16,4-2 5 16,5 10 4-16,0 6-18 0,0-3 10 15,12 7-9-15,9-12 5 16,2-1-4-16,1-8-3 16,2-9-3-16,0-2-7 15,-4-4 8-15,0-8-19 16,-1 0 3-16,-2-4-3 15,-3-26 9-15,-7-2 12 16,-7-9 1-16,-2-3 7 16,0 4-4-16,-20-4 25 15,-4 4 16-15,-5 8-32 0,0 10 41 16,0 7-23 0,4 8-19-16,6 7-12 0,0 0 0 15,3 7-104 1,3 26-172-16,5 7-109 0</inkml:trace>
  <inkml:trace contextRef="#ctx0" brushRef="#br2" timeOffset="50104.83">17279 17690 154 0,'0'0'883'0,"0"0"-795"16,0 0-58-16,0 0 68 0,0 0 0 16,0 0-5-16,-73-44-48 15,71 44-19 1,-3 10-25-16,5 24 1 0,0 12 10 16,0 2-10-16,0-2 6 15,18-6-8-15,2-5 0 16,3-11-4-16,2-2 2 15,0-6 0-15,2-15-4 16,0-1-9-16,2-1 6 16,-2-29-9-16,-6-10 18 15,-7-9-2-15,-14-1 4 16,0 0 4-16,-14 6 16 0,-19 4-2 16,-5 13 19-16,-6 19-33 15,-1 3-6-15,1 5-10 16,-1 22-191-16,5 11-227 15</inkml:trace>
  <inkml:trace contextRef="#ctx0" brushRef="#br2" timeOffset="53337.41">19236 16271 1026 0,'0'0'32'0,"0"0"54"0,0 0-3 0,0 0 71 16,0 0 12-16,0 0-72 15,0 0-63-15,-41-77-9 16,41 114 29-16,18 16 40 15,0 6-35-15,-2 3-42 0,-4 0 11 16,5 2-22-16,-5-2 11 16,5-4-14-1,-5-5 5-15,2-3-13 16,-3-6 2-16,-2-8-66 0,-4-4-109 16,-5-11-209-16,0-8 20 15,-9-13-218-15</inkml:trace>
  <inkml:trace contextRef="#ctx0" brushRef="#br2" timeOffset="53622.01">19066 16780 898 0,'0'0'110'15,"0"0"-20"-15,0 0 36 0,0 0 4 16,0 0-39 0,0 0-68-16,10 28 12 0,25 6 7 15,3-6-26-15,-1 2-2 16,-1-6-14-16,-1-8 0 15,0-2 5-15,-4-10-2 16,-3-4-3-16,3-4 3 16,0-26-1-16,-2-7 1 15,-1-7-3-15,-2-1 0 16,-3 5 8-16,-8 4-7 16,-4 10 2-16,-4 11-1 15,-5 7-1-15,-2 8-2 16,0 0-7-16,0 0-137 15,0 14-146-15,-6 21-293 16</inkml:trace>
  <inkml:trace contextRef="#ctx0" brushRef="#br2" timeOffset="54137.36">19601 17592 1060 0,'0'0'87'0,"0"0"-7"0,0 0 37 0,-89-111-17 0,89 75-79 16,4-4 24-16,34 4-45 16,11 15 0-16,0 12 3 15,0 9 1 1,-7 4-4-16,-8 32 3 0,-10 12 2 16,-17 6 4-16,-7 4 2 15,-20 5 16-15,-18-5 22 16,-2-8-46-16,9-6-3 15,4 0-28-15,10-8-102 16,7-3-180-16,6-12-246 16</inkml:trace>
  <inkml:trace contextRef="#ctx0" brushRef="#br2" timeOffset="54537.83">19832 18209 791 0,'0'0'278'0,"0"0"-245"0,0 0 5 16,0 0 103-16,0 0-52 15,0 0-28-15,-2 4-41 16,2-4-14-16,2-4 11 16,3 0-16-16,1 4-1 15,-5 0 12-15,4 12-8 16,-5 7 6-16,0-6 16 15,0 1 5-15,-17-5 14 16,2-5-3-16,-1-4-21 0,1 0-6 16,6-9-15-16,2-13 12 15,7 0-12-15,0 4-12 16,18 5-19-16,11 4 19 16,-3 9 10-16,1 0-8 15,-9 0 16-15,-10 0-8 16,-8 9 4-16,0 4-1 15,-10 9 17-15,-19-4-16 16,-2-5-2-16,-2-9 0 16,6-4-98-16,2 0-273 0,10-17-462 15</inkml:trace>
  <inkml:trace contextRef="#ctx0" brushRef="#br2" timeOffset="69721.13">15323 16677 1100 0,'0'0'87'0,"0"0"54"0,0 0 47 16,0 0-51-16,0 0-106 15,0 0-15-15,0 0 10 16,60 0-18-16,3 22 23 16,-1 1-29-16,-2-2-2 15,-8 4-2-15,-4-3-5 0,-12 0-8 16,-9-8-83-16,-7 2-102 16,-7-6-80-16,-11-10-88 15,-2 0-366-15</inkml:trace>
  <inkml:trace contextRef="#ctx0" brushRef="#br2" timeOffset="69871.48">15677 16521 447 0,'0'0'399'15,"0"0"-276"-15,0 0 44 16,0 0 9-16,0 0-71 16,0 0-22-16,-96 40-59 15,81 32-9-15,-1 4 2 16,3 8-17-16,-3 2-7 15,1-1-42-15,-5-1-221 0,-9-12-108 16</inkml:trace>
  <inkml:trace contextRef="#ctx0" brushRef="#br2" timeOffset="70320.68">14472 16842 907 0,'0'0'107'0,"0"0"16"16,0 0 12-16,-85-106 65 15,78 96-84-15,3 7-16 16,4 3-5-16,0 0-81 15,0 23 2-15,13 15-8 0,12 8 4 16,4 8-6-16,-2 8-6 16,2 0-1-16,-2 0-6 15,-3 1-6-15,-2-9-149 16,-2-10-84-16,-5-13-59 16,-1-12-143-16</inkml:trace>
  <inkml:trace contextRef="#ctx0" brushRef="#br2" timeOffset="70655.18">14699 16892 838 0,'0'0'79'15,"0"0"0"-15,0 0 86 0,0 0-27 16,0 0-10 0,0 0-13-16,-26-99-65 0,23 99-20 15,3 0 1-15,0 15-23 16,0 14-4-16,5 13 5 15,10 3-8-15,3-1 4 16,6-4-5-16,1 0-8 16,2-4 5-16,4-9-3 15,0-14 5-15,2-8-21 16,3-5-15-16,-2-5 10 16,-3-27-4-16,-5-12 17 15,-14-10 10-15,-12-4 8 16,0 3-1-16,-23 0-3 15,-12 15 2-15,-1 16 2 0,-2 11-4 16,2 13-26-16,1 23-54 16,1 25-155-16,8 11-78 15</inkml:trace>
  <inkml:trace contextRef="#ctx0" brushRef="#br2" timeOffset="72138.92">19839 16321 722 0,'0'0'330'0,"0"0"-196"0,0 0 5 0,0 0 26 16,0 0-29-16,-120-95-20 16,117 95-36-16,3-3-60 15,0 3 0-15,14 0-19 16,24 0 4-16,6 13 10 16,10 9-11-16,-3 0 1 15,-4 4-5-15,0 1-4 16,-7 1 3-16,1-1-46 15,-6 3-117-15,-6-3-135 16,-5-10-45-16,-10-12-208 0</inkml:trace>
  <inkml:trace contextRef="#ctx0" brushRef="#br2" timeOffset="72320.68">20078 16208 883 0,'0'0'29'0,"0"0"53"16,0 0 42-16,0 0-14 15,0 0 23-15,0 0-60 16,-92-27-47-16,79 76-10 16,-1 5-9-16,-3 9 4 15,1 1-11-15,1 2-1 16,0 0-1-16,7-4-140 0,2-12-81 16,2-9-182-1</inkml:trace>
  <inkml:trace contextRef="#ctx0" brushRef="#br2" timeOffset="72637.35">20450 16106 548 0,'0'0'321'0,"0"0"-249"16,-29-126 11 0,24 100 48-16,-1 3 6 0,4 10-17 15,-1 8-8 1,1 5-51-16,2 0-23 0,0 0-18 16,0 29-16-16,5 9 22 15,8 4-20-15,3 6-6 16,1-6 9-16,-1 2-9 15,-1 0-1-15,3 0-12 16,0-4-136-16,0-7-162 16,0-12-114-16</inkml:trace>
  <inkml:trace contextRef="#ctx0" brushRef="#br2" timeOffset="73005.25">20699 15999 848 0,'0'0'53'0,"0"0"32"0,0 0 27 16,0 0-35-16,0 0 34 15,0 0-17-15,-60-63-66 16,60 64-27-16,0 30 1 16,12 9 17-16,5 4-17 15,1 0-1-15,5-4 10 16,-4-3-8-16,4-10-2 15,-1-9-1-15,2-6 2 16,-2-8-5-16,5-4 3 0,2 0 0 16,-2-26-3-16,0-14 8 15,-5-8-5-15,-8-6 0 16,-12-8 2-16,-2 0 6 16,-2 7-6-16,-23 7 2 15,-6 13 44 1,-5 10-19-16,-4 12-10 0,0 13-19 15,-5 9-11-15,0 31-68 16,3 18-188-16,5-4-234 16</inkml:trace>
  <inkml:trace contextRef="#ctx0" brushRef="#br2" timeOffset="73788.13">20655 17427 957 0,'0'0'77'0,"0"0"20"0,-47-102 17 0,38 88 46 15,5 7-10-15,2 7-36 16,2 0-17-16,0 0-78 16,0 2 0-16,4 25-8 15,13 9 3-15,4 4 4 16,1 0-18-16,-5-3 0 15,1-6 3-15,1 0-3 16,-4 1-6-16,1 4-41 16,3 0-188-16,-3-9-110 15,-5-6-234-15</inkml:trace>
  <inkml:trace contextRef="#ctx0" brushRef="#br2" timeOffset="74155">21056 17463 646 0,'0'0'364'15,"0"0"-313"-15,0 0 25 16,-139-84 22-16,122 53-34 16,11-11-11-16,6 3-27 15,13-1-9-15,20 4-17 16,2 10 0-16,3 8-5 15,-2 13 5-15,-2 5-3 0,-5 19-3 16,-8 17 6-16,-11 12 1 16,-10 0 0-16,0 2 6 15,-12-6 30-15,-12-8 4 16,-2-5 19-16,1-8-11 16,5-11-14-16,9-2 7 15,4-5-23-15,7-5-9 16,0 0 20-16,0 0-30 15,26 0 0-15,26-9 0 16,12-13-1-16,8 3-97 16,1-8-105-16,-2 5-82 15,-4-4-139-15</inkml:trace>
  <inkml:trace contextRef="#ctx0" brushRef="#br2" timeOffset="74404.95">21430 17038 928 0,'0'0'64'0,"0"0"22"16,0 0 51-16,0 0-11 15,0 0 14-15,0 0-40 16,-60-58-67-16,60 58-20 16,18 14 18-16,4 12 52 15,4 2-58-15,0 8-6 16,2 0-18-16,-5 0 1 15,1 3-2-15,-2-3-4 16,-4 0-36-16,0-10-165 0,-2-8-154 16,1-12-109-16</inkml:trace>
  <inkml:trace contextRef="#ctx0" brushRef="#br2" timeOffset="74770.87">21702 16906 960 0,'0'0'74'0,"0"0"19"16,0 0 25-16,0 0 5 16,0 0 12-16,0 0-77 15,-54-72-45-15,54 104-11 16,11 8 3-16,7 12 4 0,3 2-9 16,0-8 0-16,2-2 1 15,6-9 3-15,-2-7-7 16,4-10 3-16,2-14 0 15,1-4-3-15,1 0-19 16,1-31 13-16,0-10 6 16,-10-12 6-16,-12-1-3 15,-14-4 2-15,-2 0 1 16,-34 8 12-16,-5 6-8 16,-5 14 2-16,1 16-5 15,1 14-4-15,-1 9-14 16,5 32-159-16,-4 11-163 0,3 2-730 15</inkml:trace>
  <inkml:trace contextRef="#ctx0" brushRef="#br2" timeOffset="75104.86">21025 18071 603 0,'0'0'481'0,"-230"72"-351"0,121-28-40 0,16-8 22 0,30-14 33 15,28-13-87-15,21-9 17 16,16 0-51-16,67-45 7 16,63-22-10-16,78-32-10 15,63-21-2-15,46-9-6 16,20-1-3-16,-17 5 0 16,-34 17-1-16,-50 20-1 15,-62 22-1-15,-60 24-52 0,-60 24-159 16,-56 13-174-16,-45 5-189 15</inkml:trace>
  <inkml:trace contextRef="#ctx0" brushRef="#br2" timeOffset="78238.15">9445 14660 565 0,'0'0'404'0,"-193"8"-351"16,98 7 74-16,11-2 47 15,10 3-19-15,26-7-6 0,19-3-91 16,27-6 0-16,13 0-41 16,57-9-13-16,48-29 16 15,45-22-18-15,33-19-3 16,17-7 1-16,3-1-6 16,-13 8-11-16,-34 15 0 15,-35 17-57-15,-48 20-58 16,-41 17-136-16,-43 10 34 15,-19 23-5-15,-60 24-76 16</inkml:trace>
  <inkml:trace contextRef="#ctx0" brushRef="#br2" timeOffset="78390.36">9404 14722 586 0,'-197'94'276'0,"41"-13"-94"0,52-29-18 16,63-26-44-1,50-26-59-15,83-26 27 0,54-42-76 16,57-29 0-16,34-19-12 15,23-13 7-15,-2 4-20 16,-13 13-27-16,-37 24-187 16,-48 21-256-16</inkml:trace>
  <inkml:trace contextRef="#ctx0" brushRef="#br2" timeOffset="79753.65">17968 18155 389 0,'0'0'669'0,"0"0"-575"0,-91-101 36 16,81 86 25-16,6 7-51 16,4 2 59-16,0 6-132 15,0 0-20-15,6 20-1 0,21 24-3 16,4 22 33 0,1 15-16-16,-6 5-9 0,-5-2-2 15,-2-4-1-15,2-8-12 16,-5-2 3-16,-1-15 0 15,-4-19-4-15,-4-14 4 16,-1-8-2-16,-1-7 0 16,-1 2-1-16,10 1 0 15,3-2-8-15,13-2 12 16,17-6-8-16,24 0 1 16,38-24 2-16,45-28-2 15,42-20-16-15,31-13-12 16,15-8 13-16,18-2 1 15,2-3 17-15,-1 9 1 16,-7 3 1-16,-25 16-2 16,-28 7-2-16,-37 18 2 0,-39 10 6 15,-40 14-3-15,-41 10-1 16,-23 3-2-16,-17 8 1 16,-4 0 9-16,0 0-8 15,0 0 16-15,0 0-15 16,0 0-3-16,0 0-49 15,0 0-237-15,-4 8-149 16,-7 0-268-16</inkml:trace>
  <inkml:trace contextRef="#ctx0" brushRef="#br2" timeOffset="79987.95">20940 17499 1038 0,'0'0'28'0,"0"0"70"0,0 0 60 0,0 0 38 0,0 0-65 0,0 0-65 15,-85-50-41-15,89 68-22 16,21 19 4-16,10 13 12 16,4 2-10-16,-1 2-9 15,-1 0 1-15,-4 5-1 16,1 2-23-16,-5-3-243 15,-14 1-177-15</inkml:trace>
  <inkml:trace contextRef="#ctx0" brushRef="#br2" timeOffset="80537.63">21621 18677 865 0,'0'0'297'0,"-131"-35"-153"0,100 10-83 15,20-12 46-15,11-3-75 16,5-6-18-16,32 2-6 15,15 11-7-15,-4 12-1 16,-5 17 0-16,-12 4-6 0,-9 25-2 16,-6 18 8-16,-12 14 2 15,-4 6 19-15,-6-1 5 16,-23-7 31-16,-2-11 53 16,4-12-41-16,4-11-31 15,13-13-18-15,7-8-12 16,3 0-6-16,15 0-2 15,35 0-4-15,23-21 1 16,14-15-35-16,-1-8-140 16,-5-3-77-16,-14-1-39 15,-20 9-117-15</inkml:trace>
  <inkml:trace contextRef="#ctx0" brushRef="#br2" timeOffset="80737.32">22003 18223 950 0,'0'0'119'15,"0"0"20"-15,0 0 8 16,0 0 8-16,0 0 40 16,0 0-135-16,-43-60-43 15,43 78-13-15,9 14 13 16,16 18 28-16,4 3-33 16,2 5-7-16,2-1-5 15,3 2-2-15,0 3-12 16,0-8-158-16,-7-9-260 15,-3-21-125-15</inkml:trace>
  <inkml:trace contextRef="#ctx0" brushRef="#br2" timeOffset="81070.7">22295 18165 1098 0,'0'0'71'15,"0"0"-2"-15,0 0 95 16,0 0-40-16,0 0-27 15,0 0-70-15,-50-32-26 16,50 82 4-16,18 21-5 16,7 1 7-16,1-11-7 15,8-2 0-15,0-24 3 16,-3-2 0-16,2-21-2 16,-4-12-1-16,0 0-10 0,-2-29 10 15,-5-22 0-15,-6-12 6 16,-14-8-1-16,-2 4-2 15,-9 9 34-15,-20 19-7 16,-8 14 44-16,-9 8-43 16,-2 15-29-16,-4 2-4 15,1 18-2-15,9 19-38 16,13 13-182-16,13 4-123 16,16-5-239-16</inkml:trace>
  <inkml:trace contextRef="#ctx0" brushRef="#br2" timeOffset="81454.92">22749 17888 1137 0,'0'0'60'16,"0"0"47"-16,-82-121-90 15,33 85 39-15,-19 9 29 16,-21 9-17-16,-15 11 0 15,-23 7-17-15,-18 21 0 16,-20 27-5-16,-22 21 2 16,-4 28-5-16,-1 28-4 15,21 38-25-15,34 18 32 16,53 12-27-16,55-14-5 0,38-40 5 16,82-52-19-16,59-38 0 15,63-40 3-15,50 2 10 16,42-11-14-16,25 0 1 15,-7-37-4-15,-22-46-10 16,-45-45 13-16,-68-39 1 16,-77-18 6-16,-80 2-6 15,-54 9 0-15,-88 22-2 16,-49 23 2-16,-39 35-10 16,-25 50-102-16,-19 44-139 0,-11 30-181 15</inkml:trace>
  <inkml:trace contextRef="#ctx0" brushRef="#br2" timeOffset="82660.02">6545 15263 1312 0,'0'0'47'0,"0"0"60"0,-117-90 98 0,97 72-61 15,7 10-51-15,9 8-50 16,2 0-18-16,-1 0 15 16,3 0-37-16,0 0 14 15,0 12-17-15,0 20 11 16,18 4-11-16,0-1 0 16,2-13 0-16,11-22-9 15,14 0 10-15,26-32-4 16,18-38-7-16,7-37-30 15,2-10-6-15,-7 2-21 16,-13 20-72-16,-15 26 56 16,-28 26-161-16,-20 29-29 0,-15 14 18 15,-29 22-218-15</inkml:trace>
  <inkml:trace contextRef="#ctx0" brushRef="#br2" timeOffset="82862.34">6595 15071 861 0,'0'0'81'15,"-146"78"-30"-15,94-50 96 16,19-6 34-16,17-16-63 16,14-3-27-16,2-3-53 15,0 14-21-15,12 4 16 16,19 0 14-16,11-4 1 0,4-10 9 16,8-4-47-1,12-27 3-15,19-35-13 0,18-29-4 16,17-20-36-1,16-13-164-15,2-4-299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05:40.56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6302 3491 700 0,'0'0'17'0,"-199"0"104"0,112 0 63 0,53 7-95 0,19 2-2 0,13-3-1 0,2-4-12 16,0-2 6-16,20 8-40 0,38 0 42 0,41 0-46 0,43-5-31 0,38-3 1 0,30 0-6 0,23-13 5 0,10 1 1 0,-6 6 1 0,-13 6-3 15,-29 0-3-15,-35 0 1 16,-40 0-2-16,-40 4 0 15,-37 0-1-15,-26-4-3 16,-17 2-8-16,0 0-27 16,-19 0-167-16,-37 2-60 0,-25 2-69 15,-16 8-236 1</inkml:trace>
  <inkml:trace contextRef="#ctx0" brushRef="#br0" timeOffset="2066.84">14060 3498 699 0,'0'0'23'0,"0"0"146"0,0 0-65 0,0 0-44 0,0 0-22 16,0 0-13-16,-2-9 27 15,2 9-17-15,0 0-8 16,0 0-16-16,-2 7 2 16,-1 20 5-16,0 11 33 15,1 10-10-15,0 9-13 16,2 6 24-16,0 8-15 15,0 5-4-15,0 2-9 16,0 2-15-16,0 9 2 16,0 3-8-16,0 8 4 0,0 8 2 15,4 8-1-15,6 9 3 16,-1 3-2-16,-1 5 0 16,4 1-1-16,1 5-2 15,3 1 13-15,3 2-18 16,4 1 0-16,0-1 4 15,0 2-5-15,2 7 1 16,2-1-1-16,0 3 0 16,-3 3 0-16,1 6 1 15,-5 11-1-15,-4 1 0 16,-6 7 0-16,-1 5-4 16,-1-3 3-16,0 0-12 0,-1 5 26 15,1-6-26 1,0 6 7-16,-2 7 5 0,-4 8 1 15,-2 9 0-15,0 5 4 16,0 4-4-16,0 0-1 16,0 3 1-16,0 4-2 15,0-1 2-15,0 5-3 16,0 5 3-16,0-2-1 16,0 8 1-16,0-4 0 15,0 12-4-15,0 3 4 16,-4 4-5-16,-12 4 5 15,3-1-2-15,-5-3 1 16,3 7-3-16,-6-4 1 16,1 2-13-16,-2-6-10 15,0-11 22-15,-1-7 3 0,6-6-3 16,7-5 4-16,4-5 0 16,6 1-1-16,0-1 1 15,0-9 4-15,0 5-4 16,0-9 0-16,6 9-3 15,15-4 2-15,6 3 1 16,2-7-2-16,6-11 2 16,9-7 0-16,1-7 0 15,7-5-8-15,3 0 7 16,1 2-1-16,4 4-8 16,4-2-34-16,-1-25-69 15,3-44-6-15,-5-43-53 0,-8-44-14 16,-13-18-210-16</inkml:trace>
  <inkml:trace contextRef="#ctx0" brushRef="#br0" timeOffset="3400.43">15851 5147 132 0,'0'0'837'0,"0"0"-800"0,0 0 209 0,0 0-40 16,0 0-106-16,0 0-72 16,0 0 9-16,-2-4-19 15,-8 52-2-15,0 14 20 16,-1 11-15-16,1-7-14 16,4-8-6-16,1-10 0 15,1-18 0-15,0-11-2 0,4-16-1 16,0-3 1-16,0 0 1 15,0-30-4-15,0-31-2 16,0-20-11-16,0-5 17 16,11 14-1-16,5 15 1 15,-6 17 0-15,-3 14 1 16,-3 14-1-16,-2 6 3 16,2 6 0-16,6 0-2 15,15 12-1-15,13 25 6 16,13 14 5-16,4 15 1 15,-3 6-4-15,-2 5-4 16,-2-1-4-16,-5-5-2 16,-12-15-1-16,-10-8-3 0,-7-14-11 15,-9-10-95 1,-5-12-162-16,0-10-52 0,-27-2-223 16</inkml:trace>
  <inkml:trace contextRef="#ctx0" brushRef="#br0" timeOffset="3601.07">15675 5578 919 0,'0'0'35'0,"0"0"27"0,0 0 129 16,0 0-120-16,0 0-61 0,0 0-4 15,83-50 0-15,-8 32-6 16,14 0-5-16,9-4-107 15,-4 5-168-15,-7 6-201 16</inkml:trace>
  <inkml:trace contextRef="#ctx0" brushRef="#br0" timeOffset="3833.45">16745 5591 381 0,'0'0'588'0,"0"0"-567"16,0 0 119-16,0 0-8 15,0 0-106-15,0 0-26 16,-48 1 0-16,91-1 2 16,10 0-2-16,5 0-1 15,-4-1-32-15,-12-4-79 16,-14 3-81-16,-13 2-99 15,-15 0-88-15</inkml:trace>
  <inkml:trace contextRef="#ctx0" brushRef="#br0" timeOffset="3966.1">16697 5769 747 0,'0'0'86'15,"0"0"37"-15,0 0-63 0,0 0-18 16,0 0-29-16,185 15-13 15,-93-40-9-15,-3-3-143 16,-13-3-312-16</inkml:trace>
  <inkml:trace contextRef="#ctx0" brushRef="#br0" timeOffset="4400.03">17524 5266 788 0,'0'0'60'16,"0"0"105"-16,0 0-25 16,0 0 58-16,0 0-11 0,0 0-137 15,-54-82-21-15,54 96-3 16,0 26-7-16,0 18 16 15,12 16 1-15,-1 0-18 16,-2 0-10-16,0-4-5 16,-2-10-3-16,1-11-1 15,-1-10-5-15,2-12-27 16,4-21-209-16,-6-6-226 16,-2-6-277-16</inkml:trace>
  <inkml:trace contextRef="#ctx0" brushRef="#br0" timeOffset="4617.14">17507 5238 349 0,'0'0'573'0,"0"0"-563"15,0 0 1-15,0 0 31 16,109-115-3 0,-47 114-23-16,-4 1 11 0,-14 7 7 15,-15 23-18-15,-17 6-6 16,-12 3 3-16,-16-1-2 15,-28-3-5-15,-12-4-3 16,0-9-3-16,7-10-14 16,9-12-78-16,8-6-119 15,17-20-232-15</inkml:trace>
  <inkml:trace contextRef="#ctx0" brushRef="#br0" timeOffset="5099.32">18758 4646 73 0,'0'0'769'15,"0"0"-755"-15,0 0 38 16,-131-70 31-16,89 60-15 15,-3 5-30-15,1 5-17 0,1 0-3 16,1 3 12-16,9 11 35 16,4 4-52-16,6 3-6 15,6 2 1-15,3 4-2 16,8 6 0-16,1 1 2 16,5 6 5-16,0 4 17 15,0 6-2-15,0 7-6 16,0 7-5-16,5 4-9 15,1 3 3-15,0 4-6 16,0 6-4-16,-4 5 5 16,0 4-5-16,-2-2 2 15,0-4-1-15,0 1-2 16,0-1 3-16,0-4-2 16,2-2 0-16,3-5-1 0,3-9 0 15,6-1 2-15,8-11-2 16,9-4-2-16,10-10-5 15,9-7-15-15,15-15-92 16,9-10-94-16,1-6-177 16</inkml:trace>
  <inkml:trace contextRef="#ctx0" brushRef="#br0" timeOffset="5382.92">18887 5317 197 0,'0'0'550'0,"0"0"-516"0,-12-104 93 0,12 86 8 0,0 9-35 16,0 7-3-16,0-1-27 15,0 3 7-15,0 0-40 16,0 25 4-16,-3 17-3 15,1 12 7-15,2 4-32 16,0-1-2-16,0-2-11 16,0-7 0-16,17-4-7 15,6-10-134-15,0-8-84 16,-8-8-161-16</inkml:trace>
  <inkml:trace contextRef="#ctx0" brushRef="#br0" timeOffset="5618.58">19236 5528 977 0,'0'0'16'16,"0"0"17"-16,0 0 30 15,0 0-13-15,0 0-9 16,162 0-18-16,-97 0-13 15,-3 0-1-15,-4 6-5 16,-4-2-4-16,-8-1 0 16,-8-3-36-16,-9 0-114 0,-11-3-66 15,-16-13-140 1</inkml:trace>
  <inkml:trace contextRef="#ctx0" brushRef="#br0" timeOffset="5833.48">19481 5373 727 0,'0'0'56'16,"0"0"69"-16,0 0-37 15,0 0-42-15,0 0-38 16,0 0 36-16,11 91-3 16,-3-35-10-16,0 1 19 0,-2-2-42 15,1 2-8-15,-1-1-5 16,-2-6-43-16,-1-6-77 15,-3-8-179-15,0-12-396 16</inkml:trace>
  <inkml:trace contextRef="#ctx0" brushRef="#br0" timeOffset="6267.07">20797 4744 448 0,'0'0'209'0,"0"0"-65"0,0 0 40 0,7-104-46 0,-7 98 25 15,0 6-4-15,0 0-50 16,0 0-69-16,0 19-4 15,0 16-24-15,0 11 12 16,9 6-18-16,2-2-4 16,1-1-2-16,0-7-4 15,2-4-45-15,-7-11-168 16,-5-6-92-16,-2-11-158 16</inkml:trace>
  <inkml:trace contextRef="#ctx0" brushRef="#br0" timeOffset="6632.6">20838 4660 693 0,'0'0'8'15,"0"0"6"-15,0 0 83 16,160-112-23-16,-102 103-18 16,-7 9-23-16,-6 4 11 15,-18 29-21-15,-17 7-10 16,-10 8 11-16,0 2-9 15,-29-3-14-15,-11-4 3 16,-9-6-2-16,-2-11 3 16,4-7-4-16,7-7 6 15,14-3-6-15,5-6 2 0,13-3-1 16,5 0 0 0,3 0 4-16,0 0 6 0,0 7-6 15,13 3-1-15,24 8 4 16,9 4-6-16,10 3 5 15,2 6 4-15,-2-1 26 16,-3 1-35-16,-4-2 0 16,-5-1-3-16,-11-2-32 15,-8-8-6-15,-11-1-125 16,-14-6-246-16</inkml:trace>
  <inkml:trace contextRef="#ctx0" brushRef="#br0" timeOffset="6900.98">20455 5510 429 0,'0'0'501'16,"0"0"-470"-16,-116 16 37 16,104-10 45-16,12-2-18 15,33 4-90-15,44-2 7 16,33-3-2-16,31-2-2 15,22-1-8-15,6 0 2 16,0 5 7-16,-1 0-8 16,-20 1 3-16,-23 1-4 15,-38-2 0-15,-40-1-36 16,-38 1-103-16,-11-1 11 0,-58 1-127 16,-34 12-320-16</inkml:trace>
  <inkml:trace contextRef="#ctx0" brushRef="#br0" timeOffset="7132.54">20706 5909 495 0,'0'0'494'0,"0"0"-471"16,0 0 181-16,0 0 12 15,0 0-53-15,0 0-139 16,-18-28 0-16,18 32-8 15,0 27-8-15,4 10 6 0,13 12-1 16,-2 3-13-16,3-5 0 16,-3-1-6-16,-4-1-57 15,-2-9-208-15,-9-4-25 16,0-17-182-16</inkml:trace>
  <inkml:trace contextRef="#ctx0" brushRef="#br0" timeOffset="7799.86">20919 5967 57 0,'0'0'764'0,"0"0"-740"15,0 0 100-15,0 0 36 0,0 0-14 16,0 0-107 0,0-45-28-16,0 62-3 0,0 17 1 15,0 15 33-15,0 2-33 16,0-1-9-16,0-1 1 15,12-10-1-15,1-6-1 16,2-11-24-16,6-8 12 16,3-10-21-16,3-4 3 15,0-10-7-15,-2-22 5 16,-8-12-28-16,-10-10 58 16,-7 0-16-16,0 3 11 15,-7 11 8-15,-22 11 12 16,-6 6 11-16,-5 5 40 15,6 6-42-15,10 6-16 16,13 2-2-16,11 4-3 0,0-2-4 16,13 2-14-16,31 0 12 15,16 0 3-15,8 0-50 16,-8 0 22-16,-5 0 12 16,-6 0 11-16,-9 0 8 15,-6 0 0-15,-14 0 0 16,-9 0 1-16,-8 0 0 15,-3 0 0-15,0 0 3 16,0 6 8-16,0 18 8 16,-8 11-3-16,-2 5-9 15,3 0 22-15,3 2-23 16,4-2-2-16,0 0-2 0,2-3 2 16,17-6-4-16,2-5-1 15,6-6 0-15,0-6 0 16,-4-5-4-16,2-9 4 15,-2 0-30-15,-5-6 30 16,-5-23 4-16,-7-9 0 16,-6-8 16-16,0-2 9 15,-15-1 7-15,-18 10 46 16,-8 2-58-16,-1 5-15 16,2 6-9-16,7 1-86 15,4 0-75-15,8 0-276 16</inkml:trace>
  <inkml:trace contextRef="#ctx0" brushRef="#br0" timeOffset="8385.09">21775 4632 1002 0,'0'0'6'0,"0"0"7"0,0 0 57 0,0 0-1 0,170-78-42 0,-108 76 18 0,-1 2-14 0,-11 0-7 16,-11 0-8-16,-8 8-8 15,-13 2-3-15,-3 4-4 16,-4 0 1-16,-4 2 6 16,-1 6 2-16,-1 2 7 15,-2 4-5-15,1 6-1 16,-2 5-6-16,2 9-1 16,1 7 3-16,-1 8-5 15,-2 2 1-15,-2 8 0 16,0 3-2-16,0 6 5 15,0 9-5-15,0-1 0 16,0 0-1-16,-4-2 0 0,2-2 0 16,2 1-3-16,0-1 3 15,0-4 0-15,2-2 0 16,7-8-1-16,-2-5 1 16,-1-6-3-16,-3-10 3 15,-3-2 4-15,0-10-4 16,0-3 1-16,0-7 1 15,-13-4-2-15,-10-3 2 16,-6-4-2-16,-9-1-5 16,-11-8 4-16,-16-2-57 15,-10-7-104-15,-14-7-115 16,-12-23-380-16</inkml:trace>
  <inkml:trace contextRef="#ctx0" brushRef="#br0" timeOffset="8999.21">22498 4319 892 0,'0'0'11'0,"0"0"83"0,0 0 49 0,0 0 16 16,0 0-29-16,0 0-72 16,-14-92-3-16,14 92-38 15,0 24-15-15,0 10 4 16,0 10-2-16,0 0-1 16,2-1-2-16,0-7 0 0,-2-9-1 15,0-10 0-15,0-10 0 16,0-3-1-16,0-1-2 15,0-3 3-15,0 0-1 16,-4-21 0-16,-7-15-56 16,5-8 43-16,6-6 3 15,0-2-8-15,23 6 3 16,12 10 3-16,2 12 11 16,3 9 2-16,0 14 0 15,1 1 1-15,-4 13 1 16,1 28-2-16,-5 9 3 15,-4 7 2-15,-10 6-4 16,-11-9-1-16,-8-3-2 0,0-8-8 16,0-14-165-16,-22-11-74 15,-12-11-311-15</inkml:trace>
  <inkml:trace contextRef="#ctx0" brushRef="#br0" timeOffset="10115.83">15372 7395 394 0,'0'0'387'0,"0"0"-311"0,0 0 72 0,0 0 75 0,0 0-42 16,0 0-69-16,0-53-71 15,-15 108-20-15,-6 20 48 16,-1 13-28-16,2-4-20 16,6-8-4-16,4-8-9 15,5-15-8-15,1-16 1 16,2-15-1-16,2-12-3 0,0-6 3 16,0-4-9-16,0 0 2 15,0-23-9-15,0-34-2 16,11-21-3-16,4-17 12 15,5 0 5-15,3 4 4 16,-6 19 0-16,-1 20 1 16,-5 22 3-16,-9 16-3 15,2 10 15-15,-2 4-5 16,12 6-4-16,11 34-5 16,8 20 20-16,5 19 4 15,-5 2-13-15,1 0 2 16,-5-5-2-16,2-5-11 15,-6-10-2-15,-3-11 0 0,-7-5-1 16,-3-12-8-16,-6-8-57 16,-3-10-186-16,-3-6-131 15,0-9-129-15</inkml:trace>
  <inkml:trace contextRef="#ctx0" brushRef="#br0" timeOffset="10316.91">15236 7806 803 0,'0'0'171'0,"0"0"-121"0,0 0 94 0,0 0 31 0,0 0-87 16,0 0-88 0,38-18 0-16,16 10 3 0,10-2-3 15,3 1-62-15,2-2-95 16,3 4-63-16,0 0-253 15</inkml:trace>
  <inkml:trace contextRef="#ctx0" brushRef="#br0" timeOffset="10566.34">16269 7794 915 0,'0'0'100'0,"0"0"-54"0,0 0 124 16,0 0-95-1,0 0-53-15,0 0-19 0,0 24 4 16,54-22 11-16,9-2-9 16,-3 0-9-16,-6 0-5 15,-15 0-68-15,-8-2-52 16,-10-5-76-16,-19 6-78 15,-2 1-89-15</inkml:trace>
  <inkml:trace contextRef="#ctx0" brushRef="#br0" timeOffset="10733.31">16359 7918 174 0,'0'0'501'0,"0"0"-424"0,0 0 64 16,0 0-3-16,0 0-49 15,0 0-58-15,-22 26-10 16,71-26 34-16,11 0-49 15,4-12-6-15,1-3-9 16,-11 1-171-16,-15-3-137 16,-18 8-379-16</inkml:trace>
  <inkml:trace contextRef="#ctx0" brushRef="#br0" timeOffset="12150.04">10102 2948 935 0,'0'0'15'0,"-122"0"18"0,68 0 139 0,10 0-56 16,17 0-53-16,16 0-2 16,11 0 49-16,0 0-43 15,18 0-26-15,25 0-40 16,23 0 12-16,26 0-11 15,14 0-2-15,4 0 0 16,-6 0 0-16,-13 0-12 16,-16 0-48-16,-15 0-68 15,-20 0 11-15,-18 0-82 16,-22-4-55-16,-12-5-24 16,-38 1-219-16</inkml:trace>
  <inkml:trace contextRef="#ctx0" brushRef="#br0" timeOffset="12333.33">10096 2919 142 0,'0'0'535'16,"-185"14"-520"-16,112-6 157 0,26-4 8 16,26-1-84-16,21-2-5 15,5 3-8-15,35 2-22 16,25 5-46-16,26-8-2 16,21-3-11-16,11 0 0 15,-2 0-2-15,-3 0-5 16,-10-6-12-16,-19-2-131 15,-20-2-91-15,-23 2-184 0</inkml:trace>
  <inkml:trace contextRef="#ctx0" brushRef="#br0" timeOffset="12999.42">13050 2867 572 0,'-149'9'429'0,"-13"0"-424"0,6 1 159 0,17 0 5 16,41-2-76-16,45-2 2 15,33-4-23-15,20 3 13 0,36 2-50 16,49 4-24 0,48-6-7-16,41-2-2 15,39-3-2-15,21 0-3 16,9 0 1-16,-5 0-5 0,-21-7-23 15,-30 0-15-15,-37-4-30 16,-48 1-113-16,-42 2-10 16,-51-6 38-16,-22 1-32 15,-66 0-145-15</inkml:trace>
  <inkml:trace contextRef="#ctx0" brushRef="#br0" timeOffset="13199.14">12766 2935 118 0,'-162'24'630'15,"27"-4"-599"-15,33-3 140 16,39-6-26-16,36-4-78 0,27 0-40 16,27 5 38-16,53 3-16 15,46-6-20-15,47-6-13 16,34-3-3-16,20 0-6 16,2-6-7-16,-5-6-1 15,-29-1-1-15,-32 1-9 16,-38 1-70-16,-41-1-99 15,-41-3-179-15,-34 3-284 16</inkml:trace>
  <inkml:trace contextRef="#ctx0" brushRef="#br0" timeOffset="14632.85">17618 7718 535 0,'0'0'370'0,"0"0"-348"0,0 0 45 16,0 0 23-16,-140 48-40 16,101-42-1-16,4-4-40 15,4-2 7-15,3 0 23 16,7-10 19-16,3-7-41 16,9-8 1-16,5 2-18 15,4 0 1-15,0 7-1 0,0 6 2 16,4 9-2-1,11 1 0-15,6 0 9 0,6 0-2 16,6 19-3-16,1 5 6 16,3 6-5-16,-2 4-1 15,-8 4 3-15,-8 2-4 16,-11 4 0-16,-6 0 2 16,-2 2 1-16,0 1 2 15,-25-5 2-15,-3-4 2 16,-12-8-4-16,0-6-4 15,0-8-1-15,2-9-3 16,6-7 1-16,3 0 0 16,2-15 0-16,6-16-1 0,5-2-3 15,9-3-3-15,7 5 2 16,0 6 4-16,0 6 4 16,9 4-3-16,16 5 6 15,4 6 15-15,4 4-17 16,4 0 4-16,2 14 3 15,-1 12-5-15,0 2-3 16,-3 0-3-16,-4-2-1 16,-2-6-3-16,-2-4-11 15,-2-8-144-15,0-8-85 16,-4 0-126-16</inkml:trace>
  <inkml:trace contextRef="#ctx0" brushRef="#br0" timeOffset="15018.19">17834 7734 627 0,'0'0'74'0,"0"0"1"0,0 0 85 0,0 0-23 16,0 0-1-16,0 0-55 16,-11-78-31-16,5 78-26 15,-2 30-12-15,-1 8-4 16,5 8 0-16,2 0-8 15,2-2 0-15,0 0 4 16,3 1-4-16,17-8-4 0,1-4-5 16,4-9 5-1,2-6-23-15,4-10-18 0,0-8 10 16,-2 0 15-16,-4-10 6 16,-8-20 12-16,-5-8 2 15,-6-6 0-15,-6-9 3 16,0 3 6-16,-14 6 5 15,-9 5 9-15,0 16 28 16,-2 7-8-16,1 7-10 16,0 7-33-16,-1 2-10 15,-2 2-43-15,3 17-49 16,1 5-137-16,8 0-230 16</inkml:trace>
  <inkml:trace contextRef="#ctx0" brushRef="#br0" timeOffset="15450.91">18166 7794 4 0,'0'0'849'0,"0"0"-818"0,0 0 127 0,0 0-42 16,0 0 4-16,0 0-81 15,-9-34-10-15,9 34 6 16,0 1-35-16,-2 28 0 16,0 9 1-16,2 6 3 15,0-3-4-15,0-4 0 0,11 1-2 16,6-1-2-16,6-7-5 16,4-10-3-16,2-9-20 15,0-6 7-15,0-5-2 16,0 0 2-16,0-22 21 15,-7-6 4-15,-7-8 0 16,-6-6 1-16,-9-4 8 16,0-1 5-16,-7 5 18 15,-15 8 16-15,-7 8 15 16,0 8-45-16,-2 11 9 16,-3 4-19-16,1 3-8 15,2 0-58-15,2 16 7 16,9 0-81-16,6 0-135 0,10-1-243 15</inkml:trace>
  <inkml:trace contextRef="#ctx0" brushRef="#br0" timeOffset="15866.84">18661 7716 798 0,'0'0'45'0,"0"0"38"0,0 0 49 0,0 0 3 0,0 0-49 16,0 0-52-16,-3-36-11 16,-6 55-19-16,0 14 6 15,-2 9-2-15,5 2-6 16,6-4-2-16,0-1 3 15,0-1-3-15,17-5 0 16,6-2 0-16,4-6-4 16,2-11-3-16,0-5-5 15,-2-5 3-15,-3-4 0 16,0 0 7-16,-2-22 1 16,-1-10 2-16,-6-4 1 15,-11-7 7-15,-4-5 0 0,0 5 7 16,-2 0-2-16,-13 12 21 15,-5 6-8-15,-5 7-27 16,-6 7-11-16,-9 6-60 16,-2 5-51-16,-7 0-173 15,-1 0-293-15</inkml:trace>
  <inkml:trace contextRef="#ctx0" brushRef="#br0" timeOffset="16668.59">20065 7163 871 0,'0'0'82'0,"0"0"-68"0,-145-32 48 0,84 21 24 16,1 0 20-16,2 2-55 15,4 1 2-15,6 4-10 16,5 4 79-16,5 0-92 15,7 0-15-15,4 0-8 16,6 12-2-16,0 1-1 0,7-2-3 16,6 0 3-16,1 1-3 15,3 5 1-15,0 5 2 16,-4 7 3-16,4 7 3 16,0 1-2-16,-3 10 5 15,2 7-1-15,1 2-2 16,0 9-4-16,-1-1 1 15,-2 6 0-15,3 2-2 16,-2 5 2-16,-1 4-6 16,0 3 8-16,0 7-9 15,2-4 3-15,2 3 0 16,-4 0 0-16,5-2 1 16,0 1-2-16,2-2-4 15,0-3 3-15,0-4-1 0,0 0 4 16,0-3-4-16,0-2-2 15,4-1 2-15,6-5 0 16,9-6-2-16,5-9 1 16,7-6 0-16,8-8-3 15,9-6-6-15,12-10 2 16,19-6-40-16,14-5-86 16,12-9-51-16,0-4-35 15,-5 0-261-15</inkml:trace>
  <inkml:trace contextRef="#ctx0" brushRef="#br0" timeOffset="17733.77">20069 7897 712 0,'0'0'217'0,"0"0"-172"0,-40-109 92 0,33 89 19 16,5 8 24-16,-3 9-87 16,5 0-32-16,0 3 1 15,0 0-39-15,0 7-12 16,0 39-10-16,0 15 11 16,7 16 5-16,-1-1-7 0,-1 0-4 15,2-6-5-15,-3-7 1 16,-2-6-2-16,-2-8-4 15,0-9-18-15,3-2-82 16,5-12-145-16,4-6-92 16,7-14-132-16</inkml:trace>
  <inkml:trace contextRef="#ctx0" brushRef="#br0" timeOffset="18000.5">20557 8131 886 0,'0'0'107'0,"0"0"-84"0,0 0 87 16,0 0 7-16,0 0-66 16,0 0-41-16,-29-24-5 15,75 24-5-15,20 0 12 16,18 0 1-16,-1 0-9 15,-8 0-3-15,-13 0 0 16,-10 0-1-16,-15 0-8 16,-10 0-56-16,-6 0-57 15,-8-21-67-15,-9 0-191 16</inkml:trace>
  <inkml:trace contextRef="#ctx0" brushRef="#br0" timeOffset="18216.91">20865 7910 289 0,'0'0'562'0,"0"0"-527"16,0 0 72-16,0 0 21 15,0 0-36-15,0 0-66 16,-48 58-2-16,48-5 34 16,5 5-24-16,6-1-18 15,-2 4-5-15,2-1-8 16,-2-5-3-16,0-1-5 15,-5-4-17-15,-1-4-65 16,-3-2-91-16,0-3-144 16</inkml:trace>
  <inkml:trace contextRef="#ctx0" brushRef="#br0" timeOffset="19733.49">21994 7519 624 0,'0'0'322'0,"0"0"-246"0,0 0 65 0,0 0-3 0,0 0 20 15,0 0-99-15,-49-56-33 16,49 56-10-16,0 0-6 15,0 12-8-15,0 19-2 16,0 9 2-16,0 0 0 16,0-7-2-16,0-8 0 15,0-8 0-15,0-4-3 16,0-7-8-16,0-6-2 16,0 0-7-16,0 0 2 15,0 0-5-15,0 0 11 0,0 0 11 16,7-6-3-16,8-14 4 15,12-1 2-15,4 1-2 16,7 7 0-16,4 5-2 16,5 6 2-16,2 2 1 15,3 7 3-15,-8 22 8 16,-11 8 2-16,-10 6 2 16,-17 1 5-16,-6-4 8 15,0-8-10-15,-2-7-9 16,-13-12 7-16,-1-5-12 15,-3-6-5-15,-2-2-1 16,-10 0-38-16,-5-21-161 16,-5-12-63-16,4-1-128 0</inkml:trace>
  <inkml:trace contextRef="#ctx0" brushRef="#br0" timeOffset="19967.82">22010 7479 822 0,'0'0'20'0,"0"0"65"0,0 0 57 16,0 0-61-16,0 0-23 0,0 0-50 16,75-51-4-16,-19 32 0 0,0 5-4 15,-8 1 0-15,-7 9-5 16,-13 4-68-16,-8 0-77 15,-17 0-128-15,-3 17-134 16</inkml:trace>
  <inkml:trace contextRef="#ctx0" brushRef="#br0" timeOffset="20299.03">21725 8109 920 0,'0'0'27'0,"0"0"47"15,0 0 52-15,0 0-5 16,0 0-89-16,0 0-10 16,10 0 0-16,49 0-2 15,35 0 38-15,34-8-46 16,17-2 7-16,11 5-1 15,-4 5-10-15,-8 0 2 16,-10 0 8-16,-21 7 16 16,-28-1-26-16,-31-2-5 15,-30-2-3-15,-15-2-9 16,-9 0-15-16,0 0-47 16,-31 0-84-16,-16 0-88 15,-14 0-38-15,-7 0-137 0</inkml:trace>
  <inkml:trace contextRef="#ctx0" brushRef="#br0" timeOffset="20618.34">22201 8307 195 0,'0'0'722'0,"0"0"-697"16,0 0 113-16,0 0 41 15,0 0-57-15,0 0-12 0,-18-29-74 16,13 40-3-16,-1 28-5 16,2 11 55-16,2 4-54 15,2 2-12-15,0-4-6 16,0-4-11-16,0-4 0 15,6-5 0-15,0-7-5 16,4-6-72-16,-1-8-134 16,-1-10-136-16,6-8-151 15</inkml:trace>
  <inkml:trace contextRef="#ctx0" brushRef="#br0" timeOffset="21350.27">22424 8428 732 0,'0'0'123'0,"0"0"-58"16,0 0 73-16,0 0-18 15,0 0-43-15,0 0-63 16,0-16-8-16,0 24-2 16,0 21-3-16,2 4 2 15,10 5 0-15,-3-4 1 16,3-4-2-16,2-4-4 15,-1-8 4-15,3-5-4 0,-1-10 1 16,-1-3 1 0,1 0 0-16,-1-1-1 0,1-24 1 15,-1-13-4-15,-7-10 5 16,-7 2-1-16,0 4 4 16,-7 5-3-16,-22 13 0 15,-10 4-1-15,-5 7 4 16,0 5 1-16,8 4-2 15,14 2 1-15,12-1 0 16,10 3 0-16,0 0-4 16,3 0-4-16,28 0-10 15,14 0 11-15,10 0 3 16,2 0-2-16,-4 0 4 16,-4 0-2-16,-7 0 2 15,-7 0-2-15,-10 0 2 0,-11 0-2 16,-8 0 1-16,-3 0 4 15,-1 0-5-15,-2 0 0 16,0 0 5-16,0 0-4 16,0 0 2-16,0 10-2 15,0 13 3-15,0 7 6 16,0 6-9-16,-2 4 1 16,-3 2 0-16,3 0-1 15,2-2-1-15,0-5 0 16,0-8-1-16,15-7-1 15,8-5-2-15,-3-8-1 16,0-4 3-16,0-3-5 16,-1 0 6-16,2-9 1 0,-5-10 0 15,-5-13 2-15,-3-7 2 16,-7-7 0-16,-1-6 3 16,0 3 7-16,-9 8 14 15,-14 8 27-15,-2 10-27 16,-6 6-7-16,-4 7-21 15,-3 2-42-15,5 1-71 16,6 1-93-16,10-3-286 16</inkml:trace>
  <inkml:trace contextRef="#ctx0" brushRef="#br0" timeOffset="22016.1">22957 7433 563 0,'0'0'414'0,"0"0"-402"0,0 0 60 0,0 0-3 0,0 0-1 0,0 0-58 0,31-24-3 16,7 20-2-1,1 0-4-15,6 4 2 0,-5 0 2 16,-4 0-3-16,-7 0 1 16,-12 0 1-16,1 4 1 15,-4 6 5-15,-3 4-1 16,0 6 1-16,-2 3 1 15,0 2 4-15,0 3-4 16,5 3-1-16,-4 1-4 16,1 2-1-16,1 1 3 15,-8 2-5-15,1 1 4 16,-3 4 0-16,0 0 10 16,0 2 1-16,2 3-5 15,1 0-2-15,0 6 25 0,1 1-7 16,-1 3-18-1,-3-1-5-15,0-4-1 0,0 5 4 16,0-2-6-16,1 6 1 16,1-3 5-16,3 5-7 15,-1-3 0-15,3-2 2 16,3 0-3-16,1 1-1 16,0-1 0-16,-1-3 0 15,-4-8 0-15,-5-5 2 16,-3-10-2-16,0-8-2 15,0-9 1-15,0-5-2 16,-15-2 3-16,-17-4 0 0,-15-4 0 16,-24 0-97-1,-20 0-41-15,-19 0-41 0,-19 0-52 16,-16 1-137-16</inkml:trace>
  <inkml:trace contextRef="#ctx0" brushRef="#br0" timeOffset="23100.89">20427 2877 1031 0,'0'0'4'0,"-209"-12"26"0,114 10 89 0,16 2 56 0,28 0-96 0,20 0-39 16,17 0 27-16,14 0-31 15,43 6-29-15,52 7 4 16,63-4-9-16,48-9-2 16,39 0-4-16,18 0 4 15,8-3 1-15,-3-3 2 16,-14 1-1-16,-18 1 1 16,-43-2-3-16,-43 2-2 15,-52 0 2-15,-49 0 6 16,-30 2-6-16,-19-2-18 15,-4-4-38-15,-35-8-96 16,-28 0-156-16,-24 2-259 0</inkml:trace>
  <inkml:trace contextRef="#ctx0" brushRef="#br0" timeOffset="24100.68">23830 7099 445 0,'0'0'472'0,"0"0"-453"0,0 0 79 0,0 0-3 0,0 0 38 16,0 0-103 0,-73-123-11-16,73 87-3 0,21 6-1 15,2 8-15-15,4 7 2 16,-1 9-2-16,-2 5-1 16,1 1 1-16,-5 3 1 15,-1 22 2-15,-6 13 2 16,-5 4-4-16,-8 2 4 15,0-1-4-15,0-5 1 16,-21-5-1-16,-12-5 8 16,0-6 0-16,0-4 4 15,9-5 3-15,7-9 2 16,12 0 5-16,5-4 3 0,0 0-10 16,0 0-6-1,0 0 11-15,15 0-15 0,25 0-8 16,21-10 4-16,13-7-4 15,12-5 2-15,10-3-116 16,6-9-42-16,-4-5-193 16</inkml:trace>
  <inkml:trace contextRef="#ctx0" brushRef="#br0" timeOffset="26600.12">15664 10044 1085 0,'0'0'29'16,"0"0"59"-16,0 0 99 0,0 0-88 0,0 0-52 0,0 0-28 0,-20 116 87 15,18-42-71-15,-3-3-18 16,1-7-3-16,0-7-7 0,-2-12-5 16,3-13-1-1,2-14 2-15,-1-8 1 0,2-8-4 16,0-2 0-16,0 0 0 16,0-30-19-16,-2-26-8 15,2-17 11-15,0-10 9 16,0 4-4-16,4 17-2 15,10 13 13-15,-5 20 2 16,-5 13 7-16,-2 10-2 16,0 6 7-16,6 0-6 15,6 18-5-15,11 22 7 16,9 16 29-16,-1 5-27 16,-2-5-5-16,-2 0-1 15,0-4-6-15,-4-6-2 0,-6-5 0 16,-5-8-3-16,-7-5-10 15,-7-6-60 1,0 1-162-16,-2-5-105 0,-23-11 7 16,-9-7-288-16</inkml:trace>
  <inkml:trace contextRef="#ctx0" brushRef="#br0" timeOffset="26783.17">15477 10447 971 0,'0'0'57'16,"0"0"-4"-16,0 0 103 16,0 0-18-16,0 0-54 0,0 0-25 15,89-35-45-15,-5 22-14 16,12-5-45-16,5 2-160 16,1-4-55-16,-6 0-139 15</inkml:trace>
  <inkml:trace contextRef="#ctx0" brushRef="#br0" timeOffset="27000.12">16591 10355 639 0,'0'0'474'0,"0"0"-454"16,0 0 18-16,0 0 93 0,0 0-77 15,0 0-31-15,-29 0 17 16,80-4-39-16,19-6-1 16,7-5-74-16,-11 8-107 15,-14 3-58-15,-25 4-159 16</inkml:trace>
  <inkml:trace contextRef="#ctx0" brushRef="#br0" timeOffset="27133.53">16593 10487 811 0,'0'0'64'16,"0"0"-8"-16,0 0 124 0,0 0-85 16,0 0-58-16,0 0-1 15,40 22-36-15,69-34-105 16,27-17-226 0</inkml:trace>
  <inkml:trace contextRef="#ctx0" brushRef="#br0" timeOffset="27582.85">17694 10343 903 0,'0'0'77'0,"0"0"-40"16,0 0 131-16,-45-114-83 15,45 81-22 1,20 4-63-16,16 2-23 0,1 11 23 16,1 9 3-16,-1 7-3 15,-2 1-4-15,-6 25 4 16,-6 8 8-16,-10 6-6 16,-13-4-2-16,0 3 1 15,-9-6 2-15,-18 0 8 16,-4-1 3-16,-5-2-4 15,2-2 7-15,3-1 11 16,1-2-6-16,9-7 8 16,5-6 4-16,10-4-11 0,4-5 9 15,2-3-16-15,0 0-1 16,0 0 5-16,6 0-20 16,21 0 9-16,13 0-9 15,10-3 0-15,12-5-30 16,2 1-108-16,-5 4-35 15,5-5-84-15,-9-2-146 16</inkml:trace>
  <inkml:trace contextRef="#ctx0" brushRef="#br0" timeOffset="27966.22">18251 10244 733 0,'0'0'58'0,"0"0"22"15,0 0 61-15,0 0-36 0,0 0-18 16,0 0-59-16,-31-29-17 16,23 46-2-16,2 13 23 15,4 5-18-15,2 0-5 16,0 4 1-16,0-1-7 16,16-4-3-16,8-3-10 15,4-6-12-15,1-9-13 16,3-6-6-16,-3-10 12 15,0 0-29-15,-2-10 58 16,-5-16 1-16,-7-8 2 16,-9-8 36-16,-6-3 1 15,0-6-8-15,-10 5 28 0,-9 7-7 16,-5 11-3-16,2 8 19 16,0 7-11-16,-4 6-58 15,1 7-16-15,-4 0-15 16,-2 12-60-16,0 16-93 15,6 2-100-15,9 1-225 16,14-5 106-16</inkml:trace>
  <inkml:trace contextRef="#ctx0" brushRef="#br0" timeOffset="28350.07">18607 10208 809 0,'0'0'110'0,"0"0"-63"0,0 0 88 0,0 0-8 0,0 0-95 15,0 0-30-15,2 0 1 16,-2 35 11-16,-4 6-9 16,-3 4-2-16,5 0-2 15,2 2-1-15,0-5-5 16,4-4 0-16,17-4 5 15,3-12-1-15,2-5 1 16,9-13-40-16,0-4 17 16,1 0-9-16,-3-21 19 15,-9-5 13-15,-8-6 0 0,-12-5 2 16,-4-7 12-16,0-3 31 16,-4 1-5-16,-13 2-1 15,-4 10-5-15,1 8 3 16,0 8-2-16,-2 9-35 15,-7 9-4-15,-9 0-92 16,-3 17-71-16,2 10-159 16,9 6-261-16</inkml:trace>
  <inkml:trace contextRef="#ctx0" brushRef="#br0" timeOffset="28717.24">18988 10276 206 0,'0'0'638'0,"0"0"-588"15,0 0-38-15,0 0 75 16,0 0-23-16,0 0-52 16,0 0 18-16,5 105-15 15,-5-61-7-15,0 0 5 16,0-4-12-16,13-3 1 15,7-8-2-15,5-8 0 16,4-10-7-16,4-6-6 0,5-5 10 16,-1-5 3-1,-3-19-2-15,-5-6 2 0,-13-5 6 16,-10-7 20-16,-6 5 33 16,-2-3-4-16,-25 9 29 15,-8 1-1-15,-5 11-58 16,-5 7-15-16,3 6-10 15,3 6-30-15,0 0-163 16,7 4-106-16,5 8-511 16</inkml:trace>
  <inkml:trace contextRef="#ctx0" brushRef="#br0" timeOffset="29399.15">20000 9899 943 0,'0'0'23'0,"0"0"3"0,0 0 145 0,-141-13-100 0,102 13-22 0,5 0 6 16,3 0-17-16,6 0-4 15,5 4 3-15,7 0 33 16,3 3-45-16,0 8-21 15,1 7 5-15,-4 12 3 16,6 6 9-16,0 5 3 16,1 4-7-16,1 1 1 15,0 2-13-15,3 5-2 16,2 3 0-16,-2 6 0 16,2 2 6-16,-2 6-3 15,-1 0 0-15,1 3-4 16,0-4 4-16,0 2 2 0,-5-1 1 15,2 4-9-15,-1-1 3 16,-1-3-1 0,3-2 3-16,1-1-4 0,-1-7 1 15,4-5-2-15,-2-2 1 16,2-5-1-16,0 0-1 16,0-6-1-16,0-4 2 15,0-5-6-15,11-10-2 16,16-7-3-16,11-6-30 15,11-4 2-15,13-1 26 16,11-5-79-16,1-3 49 16,4 2-37-16,-5-3 15 15,-1 0-8-15,-1 0-4 0,-8 0-38 16,-1 0-93-16,-11-13-108 16</inkml:trace>
  <inkml:trace contextRef="#ctx0" brushRef="#br0" timeOffset="30983.14">21796 7793 1138 0,'0'0'69'0,"0"0"-5"0,-135 17 152 15,122-17-97-15,13 0-74 16,0 0-21-16,29-6-24 16,34-24 0-16,28-8 4 15,23-6-4-15,1 2-13 0,-1 5-5 16,-6 6 17-16,-15 2-1 16,-13 5 4-16,-10 6 1 15,-20 4-2-15,-12 5 0 16,-16 2-1-16,-13 7 0 15,-9 0 0-15,0 0-24 16,-4 0-118-16,-27 0-135 16,-9 0-143-16</inkml:trace>
  <inkml:trace contextRef="#ctx0" brushRef="#br0" timeOffset="31516.25">22691 6792 507 0,'0'0'409'0,"0"0"-336"0,0 0 134 0,0 0-49 16,0 0-41-16,0 0-59 0,-22-57-41 15,22 57-12-15,4 12-4 16,14 19 0-16,5 8-1 16,-2 10-4-16,-5 1-7 15,-3 6-67-15,-13 8-134 16,0-1-88-16,-2-2-283 16</inkml:trace>
  <inkml:trace contextRef="#ctx0" brushRef="#br0" timeOffset="32316.67">22154 8614 838 0,'0'0'82'0,"-167"50"60"0,94-26-15 0,8-1-2 16,16-5-18-16,18-6-29 16,15-9-31-16,16-3-18 15,0 0 13-15,43 0-36 16,36-22 4-16,33-7-10 0,21-14-8 15,17-3 7-15,4-2 1 16,-3 6 4 0,-1 2-2-16,-13 6-1 0,-14 1 0 15,-22 6 1-15,-32 7-2 16,-25 7-7-16,-26 8 6 16,-18 1-8-16,0 2-8 15,-29 2-131-15,-20 0-75 16,-4 7-17-16,-7 19-211 15</inkml:trace>
  <inkml:trace contextRef="#ctx0" brushRef="#br0" timeOffset="33683.33">22473 9182 334 0,'0'0'339'0,"0"0"-255"0,0 0 16 0,0 0 45 16,0 0-14-16,0 0-47 16,-74-44-12-16,74 24-19 15,0-2-37-15,0 1-3 16,12 8-12-16,7 2 2 15,8 6-3-15,2 5-2 16,2 0-3-16,-2 0 3 16,-4 14 2-16,-9 16-6 0,-7 8 6 15,-9 6 0 1,0 2-6-16,-12-4 6 16,-16-3 5-16,-7-8 15 0,-2-3 4 15,-1-8 26-15,5-4-18 16,6-7 24-16,6-8-20 15,13 1-17-15,1-2 5 16,7 0-19-16,0 0 24 16,0 0-26-16,0 0-3 15,3 0-12-15,23 0 3 16,12 0 9-16,14 0-2 16,6-3-1-16,2-6-39 15,-5 2-111-15,-6-4-6 16,-7-2-203-16,-11-6-364 15</inkml:trace>
  <inkml:trace contextRef="#ctx0" brushRef="#br0" timeOffset="34133.33">22874 9101 167 0,'0'0'525'0,"0"0"-459"0,0 0 82 0,0 0-15 15,0 0 0-15,0 0-72 0,0-8-12 16,-4 8 23-16,-1 0-25 16,-4 0-8-16,-4 13-1 15,-1 7-14-15,2 4 1 16,5 4-14-16,2 1-8 15,5 4 3-15,0 3-5 16,0 0-1-16,9 2 3 16,13 0-3-16,4-4-1 15,1-6-3-15,4-10-3 16,-4-5-1-16,0-12 4 16,0-1 3-16,0 0 1 15,-3-21 2-15,-2-9 2 16,-4-7 2-16,-9-8 2 15,-7-5 3-15,-2-3 2 0,-2 6-6 16,-17 10 23-16,-8 8-30 16,-5 14-7-16,-3 7-30 15,-14 8-55-15,-9 3-155 16,-6 22-252-16</inkml:trace>
  <inkml:trace contextRef="#ctx0" brushRef="#br0" timeOffset="36001.33">20298 10332 966 0,'0'0'49'0,"0"0"1"0,0 0 69 0,0 0-7 0,0 0-23 16,-80-111-22-16,76 98-26 0,4 5-18 15,0 4 44 1,0-2-52-16,30 3-11 0,7 3-3 16,3 0 1-16,-7 7-2 15,-11 21-1-15,-9 12 1 16,-8 7 20-16,-5-1-19 15,0 0 4-15,-24-4-4 16,-15-4 7-16,-3-6 4 16,0-6-3-16,4-8-1 15,9-7 5-15,7-5-1 16,6-2-5-16,10 0 6 16,3-4-2-16,3 1 0 0,0-1-2 15,0 0-9-15,3 0-1 16,24 0 1-16,14-4 0 15,22-10 0-15,9 0-17 16,-1 5-87-16,-5 4-55 16,-12 5-38-16,-5 0-53 15,-14 0-97-15,-6 6-253 16</inkml:trace>
  <inkml:trace contextRef="#ctx0" brushRef="#br0" timeOffset="36216.64">20766 10171 105 0,'0'0'658'0,"0"0"-566"16,0 0 4-1,0 0 109-15,2-107-50 0,-2 105-35 16,0 2-82-16,0 14-26 16,6 24 4-16,8 10 44 15,5 5-48-15,-2-3-5 16,3 0-7-16,-2 3-18 15,-11 4-107-15,-7-1-203 16,0-2-276-16</inkml:trace>
  <inkml:trace contextRef="#ctx0" brushRef="#br0" timeOffset="36499.5">20154 10910 582 0,'0'0'366'0,"0"0"-328"16,0 0 48-16,0 0 62 15,0 0-26-15,0 0-30 16,-41 0-13-16,84 4-36 16,24 0-21-16,26-1-4 15,20-3-9-15,8 0-8 16,-3 0 1-16,-2-4 1 15,-12-3-2-15,-14 3-1 16,-26 2 0-16,-23 2-14 16,-24 0-84-16,-17 0-128 0,0 0-126 15,-29 0-370-15</inkml:trace>
  <inkml:trace contextRef="#ctx0" brushRef="#br0" timeOffset="36900.07">20322 11312 931 0,'0'0'50'0,"0"0"-19"16,0 0 99-16,0 0-46 0,0 0-27 15,0 0-53 1,63-117-2-16,-25 111-2 0,-6 6 1 15,2 0 3-15,-7 6-4 16,-11 21 4-16,-9 10 8 16,-7 4-6-16,0-2 15 15,-25 0 10-15,-10-5 30 16,-5-6-32-16,-1-6 3 16,6-8 19-16,1-1-14 15,9-9-11-15,10-1-7 16,5-3 4-16,4 0-2 15,6 0-10-15,0 0 4 16,0 0-6-16,14 0 6 16,17 0-13-16,18 0 7 0,13 0-9 15,6-3-9-15,-1-6-74 16,-9 1-88-16,-12 2-107 16,-8-5-172-16</inkml:trace>
  <inkml:trace contextRef="#ctx0" brushRef="#br0" timeOffset="37267.96">20878 11249 804 0,'0'0'102'0,"0"0"-37"16,0 0 90-16,0 0-62 16,0 0 30-16,0 0-85 15,-23-23-26-15,19 44-7 0,1 11 46 16,3 4-4-1,0 0-43-15,0-1 8 0,7-3-9 16,16 0-3-16,6-4-3 16,4-6 2-16,0-6-7 15,3-8-8-15,-3-8 3 16,-4 0 9-16,-4-4 4 16,-5-16 0-16,-9-8 8 15,-5-2-1-15,-6-9 8 16,0-2 11-16,-17-2-2 15,-12 7-5-15,-2 9 45 16,0 8-12-16,0 8-22 16,2 7-30-16,4 4-9 15,2 0-8-15,6 0-96 16,3 13-181-16,10-1-67 0</inkml:trace>
  <inkml:trace contextRef="#ctx0" brushRef="#br0" timeOffset="37550.08">21651 10651 1290 0,'0'0'50'0,"0"0"-7"0,0 0 60 0,0 0-8 15,0 0-64-15,0 0-2 16,133 93-3-16,-82-44-17 16,-3-3-4-16,-2-4-4 15,-3-9-1-15,-8-4-4 16,-8-14-49-16,-9-5-79 16,-10-6-66-16,0-4-33 15,-3-1-81-15,-5-30-77 16</inkml:trace>
  <inkml:trace contextRef="#ctx0" brushRef="#br0" timeOffset="37733.28">22036 10637 376 0,'0'0'486'15,"0"0"-353"-15,0 0-31 0,0 0 12 16,0 0 24-16,0 0-78 16,-89 57-17-16,62-5 20 15,1 1-18-15,1-8 18 16,2-2-46-16,4-8-17 15,1-3-10-15,5-5-59 16,-6-4-124-16,6-10-135 16,7-11-310-16</inkml:trace>
  <inkml:trace contextRef="#ctx0" brushRef="#br0" timeOffset="38150.01">22584 10425 967 0,'0'0'10'0,"0"0"31"16,-20-110 67-16,20 77-29 15,0 8-10-15,27 6-26 16,4 7-40-16,3 7-3 15,-6 5 0-15,0 0 0 16,-9 19-15-16,-5 16-11 16,-12 7 26-16,-2 2 25 0,-2 2 13 15,-25-4-3-15,-4-4 49 16,0-7-35-16,-3-6 7 16,5-9-3-16,3-4-16 15,5-1-23-15,8-7-2 16,7 0-2-16,6-4-2 15,0 2 1-15,0-2-2 16,2 0-3-16,25 0-4 16,13 0 0-16,10 0-9 15,8 0-23-15,0 0-51 16,0 0-115-16,-6 0 5 16,-2-10-66-16,-7-4-158 0</inkml:trace>
  <inkml:trace contextRef="#ctx0" brushRef="#br0" timeOffset="38368.25">23084 10274 733 0,'0'0'198'0,"0"0"-136"15,0 0 107-15,0 0-30 16,0 0 25-16,0 0-54 16,-21-70-71-16,21 73-22 15,0 24-17-15,11 13 64 16,5-1-54-16,4 5-10 15,-4-2-16-15,0 2 15 16,-6 0-47-16,-5-2-127 16,-5 0-82-16,0-6-91 15,-11-3-386-15</inkml:trace>
  <inkml:trace contextRef="#ctx0" brushRef="#br0" timeOffset="38634.18">22513 10939 434 0,'0'0'543'16,"0"0"-526"-16,0 0 79 0,0 0 33 16,0 0-51-1,138-17-4-15,-58 12-10 0,6-4-31 16,9 0 3-16,-2-3 4 15,-1 1-13-15,-10 1-18 16,-11 0-6-16,-13 3-3 16,-11 1-17-16,-20 2-118 15,-11 2-98-15,-16 2-197 16</inkml:trace>
  <inkml:trace contextRef="#ctx0" brushRef="#br0" timeOffset="39016.51">22834 11201 805 0,'0'0'189'16,"0"0"-159"-16,0 0 100 0,0 0-3 16,0 0-62-16,0 0-37 15,59-58-13-15,-16 54-15 16,-7 4 5-16,-7 0-3 15,-7 12 0-15,-9 19 4 16,-13 8 5-16,0 5 12 16,-13-2 0-16,-20-3 3 15,-8-7 21-15,2-10-19 16,-1-6 2-16,4-6-12 16,9-8 2-16,7 0-10 15,7-2 1-15,8 0 3 16,5 0-5-16,0 0-1 0,0 0 0 15,5 0 8-15,24 0-13 16,11 0-2-16,8 0-1 16,2 0-26-16,-3-7-59 15,-3 0-91-15,-6-1-8 16,-3-4-103-16,-8-5-180 16</inkml:trace>
  <inkml:trace contextRef="#ctx0" brushRef="#br0" timeOffset="39367.05">23240 11169 24 0,'0'0'752'0,"0"0"-645"15,0 0-19-15,0 0 52 16,0 0-34-16,0 0-65 0,0-18-34 16,0 31-6-16,0 16 4 15,0 7 14-15,0 4-3 16,2-3-11-16,6-4 2 15,8-3-7-15,6-7 0 16,5-6-4-16,8-7-1 16,4-10-11-16,-1 0-6 15,-3-1 15-15,-6-21 7 16,-6-6 0-16,-12-3 9 16,-9-5-2-16,-2-3 23 15,-7-1 14-15,-20 3-3 0,-4 7-9 16,-4 7 58-1,-1 10-24-15,0 5-52 0,4 8-14 16,7 0-13-16,-2 0-44 16,-2 4-79-16,0 7-122 15,7-6-210-15</inkml:trace>
  <inkml:trace contextRef="#ctx0" brushRef="#br0" timeOffset="39868.43">23614 9924 467 0,'0'0'414'0,"0"0"-358"0,0 0-16 0,116-106 45 0,-70 91 6 16,1 9-37-16,0 6-20 16,-2 0-13-16,-12 4 26 15,-6 23-16-15,-10 10 8 16,-3 16-24-16,-10 3 6 16,-1 7-5-16,-3 1 4 15,0 2 8-15,2 1-3 16,0 2-9-16,2 4-6 0,-2 8 3 15,5 4-1-15,0 5 1 16,-2 2-2-16,3 2-3 16,-1 0-3-16,2 5-1 15,2-3 0-15,4 0 1 16,3-3-4-16,1-3 3 16,4-4-2-16,4 0 1 15,0-7 4-15,-2-12 8 16,-12-9-15-16,-11-13 3 15,-2-11-3-15,-24-3 0 16,-29-2-7-16,-16-5 1 16,-18-2-49-16,-17-4-160 15,0-11-121-15,-2-7-223 0</inkml:trace>
  <inkml:trace contextRef="#ctx0" brushRef="#br0" timeOffset="40249.31">23525 10887 554 0,'0'0'387'0,"0"0"-345"0,0 0 53 0,0 0 46 16,0 0-23-16,0 0-58 15,-21-36-55-15,8 88 4 16,-7 20 35-16,-5 18-4 15,-1 9-10-15,-1 2-2 16,0 6-10-16,3-1-18 16,-3-1-11-16,4-5-5 15,-3-7-75-15,-3-16-129 0,-4-16-220 16</inkml:trace>
  <inkml:trace contextRef="#ctx0" brushRef="#br0" timeOffset="40849.43">21056 10981 450 0,'0'0'499'0,"0"0"-453"0,0 0 46 0,0 0 43 0,0 0-63 16,-23 147 56-16,-10-49-41 15,-5 8-27-15,1 2-28 0,0 6-23 16,4 6-9-16,2-5-22 15,0-7-71-15,2-16-129 16,0-17-213-16</inkml:trace>
  <inkml:trace contextRef="#ctx0" brushRef="#br0" timeOffset="41516.68">19320 10110 244 0,'0'0'498'0,"0"0"-407"0,0 0 4 0,0 0 80 0,0 0-3 0,0 0-51 16,-40-32-67-16,-2 94-26 15,-8 20 46-15,6 7 11 16,4 9-65-16,6 5-12 16,1 4-8-16,-3 6-9 15,1-5-62-15,-12 2-80 16,-6-12-85-16,-5-18-247 16</inkml:trace>
  <inkml:trace contextRef="#ctx0" brushRef="#br0" timeOffset="41933.4">18895 9735 874 0,'0'0'23'0,"0"0"39"15,0 0 34-15,9-110-13 16,-9 103 15-16,0 7-52 16,0 3-31-16,-11 44-2 15,-20 32 19-15,-8 31 4 16,-5 21-22-16,-6 7-13 16,-8 7 0-16,-6 5-1 15,-7 0-14-15,-8 3-91 16,6-11-138-16,4-19-144 0</inkml:trace>
  <inkml:trace contextRef="#ctx0" brushRef="#br0" timeOffset="43100.46">20813 10982 829 0,'0'0'89'0,"0"0"39"0,0 0 22 0,0 0-83 16,-129 65-23-16,69-1 10 15,-7 14-3-15,-9 8-41 16,-11 8-9-16,-11 9-1 0,-4 8-18 15,-12 4-118-15,5-4-91 16,-3-17-178-16</inkml:trace>
  <inkml:trace contextRef="#ctx0" brushRef="#br0" timeOffset="43817.07">23373 10939 638 0,'0'0'112'0,"0"0"36"0,0 0-28 0,0 0 40 0,0 0-21 15,0 0-37-15,-7-36-65 16,-59 90-21-16,-15 21-3 16,-6 21 4-16,0 11-13 15,-9 8-4-15,-14 7-12 0,-17 7-83 16,-12 1-240-1,-8-4-496-15</inkml:trace>
  <inkml:trace contextRef="#ctx0" brushRef="#br0" timeOffset="44501.38">18625 9846 930 0,'0'0'138'0,"0"0"-52"0,0 0 31 0,-122 84-24 0,30 8-46 16,-15 17-14-16,-20 13-33 16,-27 18-14-16,-31-4-200 15,-19 1-480-15</inkml:trace>
  <inkml:trace contextRef="#ctx0" brushRef="#br0" timeOffset="45001.1">17941 9304 802 0,'0'0'184'15,"0"0"-138"-15,0 0 22 0,0 0-13 16,0 0-29-16,0 0-10 15,-60 74 13-15,60-44-17 16,0 0-11-16,7-5 10 16,19-6 8-16,8-4-18 15,0-4 7-15,3 0-5 16,-6-1-1-16,0 4-2 16,-4 4 1-16,-2 2 7 15,-8 6 17-15,-10-4 14 16,-2-4 12-16,-5-3-1 0,0-3 31 15,-27 1-57-15,-9-1 8 16,-11 2-32-16,-4-8-59 16,0-4-109-16,-3-2-94 15,10-12-125-15</inkml:trace>
  <inkml:trace contextRef="#ctx0" brushRef="#br0" timeOffset="45166.87">17975 9312 441 0,'0'0'203'0,"0"0"-157"16,0 0-40-1,133-55 76-15,-81 36-17 0,0-1-31 16,4 1-22-16,-11 4-12 16,-16 5-47-16,-16 5-266 15</inkml:trace>
  <inkml:trace contextRef="#ctx0" brushRef="#br0" timeOffset="46303.28">15893 12847 712 0,'0'0'233'0,"0"0"-137"0,0 0 69 0,0 0 21 0,0 0-57 15,0 0-61-15,-2-54-23 16,-11 80-17-16,-8 27-5 0,-1 12 15 16,1 1-24-1,4-5-3-15,7-13-10 0,2-7 1 16,4-8-2-16,2-12-1 15,0-10-1-15,2-4-5 16,0-7-4 0,0 0 6-16,0-17-2 0,0-23-12 15,6-18-14-15,12-11 23 16,1 2 9-16,-2 2-5 16,-1 15-5-16,-6 16 11 15,-3 17 1-15,-5 8 5 16,-2 7 1-16,2 2 13 15,1 0 2-15,11 24-18 16,1 20-2-16,11 17 45 16,1 2-32-16,2-5-8 0,0 1 0 15,-2-5-3-15,-2 2-3 16,-6-6-1-16,-7-7-3 16,-5-5-15-16,-7-8-51 15,0 2-145-15,-9-14-148 16,-11-10-303-16</inkml:trace>
  <inkml:trace contextRef="#ctx0" brushRef="#br0" timeOffset="46499.17">15644 13284 528 0,'0'0'373'0,"0"0"-276"0,0 0 7 0,0 0 71 0,0 0-25 15,0 0-78-15,-27-31 18 16,74 31-88-16,20 0 11 16,18-2-13-16,4-6-118 15,11-5-185-15,-4-3-77 16</inkml:trace>
  <inkml:trace contextRef="#ctx0" brushRef="#br0" timeOffset="46849.95">16952 13321 538 0,'0'0'401'16,"0"0"-360"-16,0 0 90 15,0 0 15-15,0 0-53 16,0 0 25-16,2 0-86 16,32 0-4-16,14-5 9 15,14-4-23-15,0-4-14 0,-5-1 0 16,-12 6-15-16,-16 2-103 15,-21 6-86-15,-8 0-82 16,-14 6-198-16,-23 13 30 16</inkml:trace>
  <inkml:trace contextRef="#ctx0" brushRef="#br0" timeOffset="47001.98">16934 13458 731 0,'0'0'81'0,"0"0"12"15,0 0 26-15,0 0-64 16,119 1-28-16,-47-1-27 16,-3-4-8-16,-1-4-105 15,-15-2-187-15</inkml:trace>
  <inkml:trace contextRef="#ctx0" brushRef="#br0" timeOffset="49752.85">18035 12909 801 0,'0'0'117'0,"0"0"7"0,0 0 9 0,0 0 1 0,0 0-13 16,0 0-7-16,0-40-67 16,0 39-9-16,0 1 8 15,0 0-12-15,0 0-16 16,0 0-5-16,0 0 0 15,0 8-11-15,-5 25 5 16,-8 11 16-16,-5 9-7 16,4-5-12-16,6-6-4 15,3-4 1-15,5 0-1 16,0-6 0-16,0-6 0 16,13-5-1-16,12-3-3 15,8-4-5-15,7-6-4 0,5-5 1 16,-2-3-2-16,-2 0-15 15,-9-10 5-15,-10-9-4 16,-8-3-5-16,-8-5 15 16,-6 1 8-16,0-2 10 15,0 0 17-15,0-2-9 16,-2 2-6-16,-4 2 3 16,0 6-4-16,2 6 4 15,2 8 5-15,2 2-7 16,-2 4 20-16,0 0-15 15,0 0 16-15,-1 0-15 16,3 0-6-16,-2 0 7 0,0 0-7 16,2 4-3-1,-2 20 3-15,0 8 4 16,2 8 6-16,0 4-11 0,0 4 4 16,0 11 1-16,0 0-2 15,-2 2 3-15,-4-5-1 16,2-6-6-16,0-10 0 15,4-8-1-15,-2-5-1 16,2-12-1-16,-3-4-21 16,3-4-58-16,0 1-145 15,0-8-115-15,0 0-259 16</inkml:trace>
  <inkml:trace contextRef="#ctx0" brushRef="#br0" timeOffset="50400.28">18523 12956 433 0,'0'0'241'0,"0"0"-161"0,0 0-6 15,0 0 40-15,0 0 14 0,0 0-40 0,42-65 12 16,-42 65-26-16,0 0 4 15,0 0-19-15,0 0-18 16,0 17-32-16,-7 16 7 16,-10 15 29-16,3-4-29 0,-4-3-12 15,5-5 9-15,3-6-8 16,6-6-2 0,4-8-1-16,0-6-2 0,0-2-3 15,23 1-1-15,10-4 2 16,7-1 1-16,7-2 1 15,-3-2-13-15,-1 0-10 16,-5 0-24-16,-9 0-3 16,-9-4 9-16,-9-6 7 15,-7-4 31-15,-2-5-4 16,-2-4 7-16,0-1 0 16,0-3 3-16,0 6-3 15,-2-1 2-15,-6 2-2 16,-2 6 10-16,1 4 18 0,4 3 18 15,2 6-12-15,1 1-3 16,0 0-11-16,2 0-6 16,0 0-8-16,0 0-6 15,-3 10 5-15,-1 18 1 16,-3 12 16-16,2 4 33 16,1 3-43-16,2 0 2 15,0 1-5-15,2 1 2 16,0-3-4-16,0-8-3 15,0-2 4-15,0-6-5 16,0-4-3-16,0-2 0 16,0-8-3-16,0 0 3 15,0-5-11-15,4-4-36 0,5 1-64 16,2-6-155-16,4-2-43 16,4-2-269-16</inkml:trace>
  <inkml:trace contextRef="#ctx0" brushRef="#br0" timeOffset="50717.1">18993 12984 540 0,'0'0'131'0,"0"0"6"0,0 0-3 0,0 0-4 0,0 0-16 15,0 0-44-15,0-61-6 16,0 61 0-16,0 0-4 16,0 5-29-16,0 29-14 15,0 18 60-15,0 8-26 16,0 6-6-16,0 1-28 16,0-2-4-16,0-3-6 15,6-9-7-15,5-11-1 16,-2-10-18-16,-4-6-81 15,-5-8-173-15,0-2-124 16,0-8-499-16</inkml:trace>
  <inkml:trace contextRef="#ctx0" brushRef="#br0" timeOffset="59983.32">19463 13080 928 0,'0'0'91'0,"0"0"12"0,0 0 44 0,0 0 19 15,0 0-54-15,0 0-12 16,0 0-52-16,-27-60 11 16,27 60-27-16,0 0-15 15,2 0 0-15,29 19-10 16,12 12 8-16,5 3 1 16,2 2-12-16,-8 1-2 15,3-3-4-15,-5-2 1 0,-7-3-3 16,-2-4-18-16,-8-1-42 15,-4-4-115-15,-7 0-84 16,1-3-20-16,-3-8-110 16</inkml:trace>
  <inkml:trace contextRef="#ctx0" brushRef="#br0" timeOffset="60199.96">19861 13076 131 0,'0'0'541'0,"0"0"-422"15,0 0-11-15,0 0 44 16,0 0-27-16,0 0-10 0,-87-30-48 16,61 67-11-1,-8 10-2-15,1 3-19 0,2 6 35 16,0-1-55 0,-3-5-4-16,7 0-5 0,3-12-6 15,6-6-3-15,7-6-42 16,-2-4-128-16,2-6-92 15,-1-6-196-15</inkml:trace>
  <inkml:trace contextRef="#ctx0" brushRef="#br0" timeOffset="60638.41">20234 13072 907 0,'0'0'71'0,"0"0"-29"16,0 0 70-16,0 0 11 15,0 0-46-15,0 0-35 16,10-38-22-16,-16 38 8 16,-14 0-9-16,2 12-9 15,5 4 4-15,6 5-13 16,7-2 1-16,0 3-2 15,0 0 2-15,12-4-2 16,14 2 6-16,8-6 2 16,1-4-8-16,3 3 1 15,-7-6 1-15,-2 5 1 16,-9 1 4-16,-9 0-1 0,-4 4 0 16,-7 1 13-16,0 2 1 15,0 0 16-15,-18 3-1 16,-8 0-15-16,-1-5 29 15,0-4-47-15,2-6 1 16,0-4-3-16,-3-4-47 16,-1 0-63-16,-7 0-110 15,5-10-75-15,7-10-170 16,6-4-91-16</inkml:trace>
  <inkml:trace contextRef="#ctx0" brushRef="#br0" timeOffset="60883.44">20234 13040 585 0,'0'0'296'0,"0"0"-253"15,0 0 45-15,0 0 30 16,0 0-37-16,0 0-56 16,82-51-11-16,-42 32 6 15,2-4 0-15,1 4-6 16,-5-1 9-16,-7 2-10 15,-11 6-4-15,-11 7-8 16,-9 5-1-16,0 0-8 0,0 0-50 16,-11 3-131-1,-18 17-156-15,-10 0-78 16</inkml:trace>
  <inkml:trace contextRef="#ctx0" brushRef="#br0" timeOffset="61932.7">17190 14744 1202 0,'0'0'105'0,"0"0"-76"0,0 0 100 0,0 0-35 0,0 0-40 16,0 0 5-16,-9-8-37 16,47 2-10-16,11-2-10 15,9 2-2-15,-5-2-8 16,-10 4-97-16,-10 2-92 16,-12 2 25-16,-11 0-34 15,-10 2-126-15,0 10-284 16,-16 2 544-16</inkml:trace>
  <inkml:trace contextRef="#ctx0" brushRef="#br0" timeOffset="62083.34">17241 14888 163 0,'0'0'512'0,"0"0"-386"0,0 0-61 16,0 0 42-16,0 0-36 15,0 0-41-15,125-1-4 16,-71-9-26-16,-6 5-2 15,4-2-77-15,-8-3-206 16</inkml:trace>
  <inkml:trace contextRef="#ctx0" brushRef="#br0" timeOffset="63500.15">22618 15480 1004 0,'0'0'134'0,"0"0"-15"0,0 0 44 0,0 0-12 0,0 0-30 16,0 0-72-1,-20-62-31-15,20 62-9 0,0 6 0 16,-2 36-8-16,-7 13 20 16,-1 11 1-16,-5-2-19 15,-1-11 1-15,3-3 5 16,-1-11-7-16,8-16-2 15,6-6 0-15,0-7-4 16,14-1-9-16,21-6 0 16,16-3-1-16,11 0-24 15,6 0-33-15,-8-7 27 16,-9-8-9-16,-16 7-25 16,-10-6 0-16,-15 1 43 15,-10-8 26-15,0-2 9 16,0-8 2-16,-2 3 6 0,-10 6 4 15,-1 0 7-15,1 8 9 16,3 0 9-16,5 6-13 16,0 4 7-16,4 4 8 15,0 0-21-15,-3 0-8 16,3 0 1-16,0 0-2 16,0 30 0-16,0 20 48 15,-3 13-29-15,3-6-9 16,0 1-13-16,0-4-5 15,0-5 3-15,0-9-3 16,0-12-2-16,0-2-5 16,0-8-19-16,0-4-105 0,3-2-158 15,2-12-58-15,1 0-269 16</inkml:trace>
  <inkml:trace contextRef="#ctx0" brushRef="#br0" timeOffset="64033.3">23215 15458 320 0,'0'0'566'0,"0"0"-458"0,0 0 12 0,0 0-2 16,0 0-49-16,0 0-18 0,4 10-33 15,-4 34 15 1,-8 10 18-16,-13 3-26 0,-4-7-5 15,6-5 1-15,1-7-6 16,3-11-13-16,9-11 3 16,4-9-5-16,2-2-7 15,0-1 7-15,29 0 0 16,14-4 0-16,8 0-17 16,5 0-21-16,-3-3 2 15,-11-2-8-15,-6-7 23 16,-9 2-23-16,-11-4 22 15,-8-7 21-15,-3-6 1 16,-5-1-1-16,0-3 2 16,0 0 4-16,-9 5-4 15,-2 8 10-15,2-1 13 0,2 7 12 16,0 7-4-16,6 0 6 16,-2 5 0-16,3 0-17 15,0 0-11-15,0 14-6 16,0 26 2-16,0 13 43 15,0 0-14-15,0 1-20 16,4-5 16-16,-1 1-5 16,-3-6-19-16,2-7-7 15,5-7 0-15,-1-10-39 16,6-4-1-16,-1-2-117 16,3-14-106-16,1 0-183 15</inkml:trace>
  <inkml:trace contextRef="#ctx0" brushRef="#br0" timeOffset="64282.78">23703 15440 342 0,'0'0'557'0,"0"0"-442"0,0 0-4 0,0 0-9 0,0 0-60 16,0 0-19-16,-4 40 27 15,4 3 17-15,0 5-26 16,0-4 21-16,0 0-15 16,2-8-21-16,0-4-15 0,2-5-11 15,1-6 0-15,-1-3-6 16,6-5-41-16,-8 0-125 16,6-11-98-16,2-2-145 15</inkml:trace>
  <inkml:trace contextRef="#ctx0" brushRef="#br0" timeOffset="64684.62">23934 15500 834 0,'0'0'105'0,"0"0"-25"16,0 0 96-16,0 0-72 0,0 0-34 15,0 0-43 1,-2-20-26-16,0 47 2 0,-5 9 15 15,1 5 17-15,-2-2-25 16,6-3 5-16,2 0-8 16,0 0 0-16,2-6-2 15,19 2-4-15,4-10-1 16,6-4 0-16,2-8-3 16,3-5 3-16,-3-5 5 15,2 0-4-15,0-19-1 16,-4-6 0-16,-3-13 0 15,-6-1 4-15,-3-15 0 16,-13-1 12-16,-6-2 1 0,0 8 11 16,-4 10 6-1,-17 10 1-15,-1 9-18 0,-2 6 2 16,-7 8-19 0,-11 4-47-16,-1 2-106 0,-13 12-34 15,5 14-86-15,-2 7-191 16</inkml:trace>
  <inkml:trace contextRef="#ctx0" brushRef="#br0" timeOffset="65052.06">22817 16405 606 0,'0'0'397'0,"-179"24"-298"0,89-8 13 0,19-6 39 16,22-3-30-16,23-2-4 16,19-5-43-16,7 0-47 15,45 0-5-15,44-5-12 16,42-20-3-16,36-11-5 15,27-4 0-15,15 0 4 16,7-1 2-16,3 5-2 16,-8 2 0-16,-18 5 4 0,-31 0-8 15,-37 8-2 1,-43 6 0-16,-38 9-2 0,-27 2-39 16,-17 4-45-16,-17 0-11 15,-45 14-251-15,-21 12 0 16,-17 14-426-16</inkml:trace>
  <inkml:trace contextRef="#ctx0" brushRef="#br0" timeOffset="65449.52">23395 16790 480 0,'0'0'461'16,"0"0"-369"-16,0 0-10 15,0 0-58-15,0 0-21 16,69-109 3-16,-13 91 2 16,0 6 1-16,-10 7 1 15,-10 5 24-15,-11 0 15 16,-19 19-23-16,-6 25 0 16,0 15 13-16,-27 3 4 15,-15 4 5-15,-9-4-8 16,-2-8 19-16,6-14 2 15,9-8-18-15,7-18 6 16,10-1-23-16,13-9 2 0,6-4-24 16,2 0-4-1,10 0-3-15,33 0 3 0,18 0 4 16,14-13-4-16,10-10 0 16,4-4-27-16,0-2 4 15,-5 4-6-15,-10 3-36 16,-23 4-200-16,-15 0-64 15,-23 2-312-15</inkml:trace>
  <inkml:trace contextRef="#ctx0" brushRef="#br0" timeOffset="65767.93">24102 16506 888 0,'0'0'191'0,"0"0"-40"0,0 0-47 0,0 0 13 15,-166 121-32-15,77-35-2 16,-9 9-10-16,-10 15-28 15,-6-5 3-15,-2-4-24 16,11-13-2-16,27-15-19 16,25-23-3-16,26-12-4 0,14-19-15 15,13-13-93 1,4-6-190-16,25-19-15 0,11-35-105 16</inkml:trace>
  <inkml:trace contextRef="#ctx0" brushRef="#br0" timeOffset="66100.42">24888 15262 308 0,'0'0'431'0,"0"0"-343"16,0 0 33-16,0 0 37 15,0 0-101-15,-171-32 32 16,75 74 2-16,-22 19-24 16,-21 8-8-16,-21 6 17 15,-14-5-18-15,-15-2-5 16,-14-6-12-16,-2-4-26 16,9-4 30-16,22-8-19 15,35-8-12-15,35-13-13 16,31-10-2-16,30-5-14 15,23-10-48-15,13 0-147 16,7-10-75-16,0-28-203 16</inkml:trace>
  <inkml:trace contextRef="#ctx0" brushRef="#br0" timeOffset="66499.86">22548 14955 681 0,'0'0'313'16,"0"0"-250"-16,0 0-3 15,0 0 3-15,-58-117-34 0,66 76-1 16,15 2-28-16,4 15 0 15,-2 11 0-15,-2 8-1 16,-4 5 3-16,-2 0 0 16,-5 36 4-16,-7 14 0 15,-5 16 11-15,-3-1 5 16,-18-5 6-16,-8-10 8 16,-3-14 14-16,1-6 26 15,0-10-15-15,6-3 17 16,12-11-43-16,6-3-3 15,7-3-17-15,0 0-4 16,7 0-11-16,33 0-22 16,20-14 19-16,14-14-64 0,0 2-188 15,-1-6 11-15,-15 4-236 16</inkml:trace>
  <inkml:trace contextRef="#ctx0" brushRef="#br0" timeOffset="66800.98">22934 14834 894 0,'0'0'77'0,"0"0"-2"16,0 0 17-16,5-126-50 15,21 104 16-15,8 8-50 16,-1 2-1-16,-4 12-6 16,-6 0 0-16,-13 20 7 0,-5 22 2 15,-5 10 13 1,0 7 19-16,-17-4 10 0,-10-6 11 15,0-9 39-15,2-13-59 16,7-10-10-16,9-11 18 16,7-4-32-16,2-2-13 15,0 0-6-15,9 0-25 16,27-4-7-16,15-22 0 16,9-7-166-16,-2-2-75 15,-9 1-138-15,-9 5 89 16,-6-5-74-16</inkml:trace>
  <inkml:trace contextRef="#ctx0" brushRef="#br0" timeOffset="67100.45">23379 14700 470 0,'0'0'391'15,"0"0"-323"-15,0 0 4 0,0 0 42 16,0 0-2-16,0 0-76 16,-8 2-22-16,1 32 1 15,5 7 25-15,2 0-25 16,0-4-6-16,2-5-7 15,20-4-2-15,5-8-3 16,4-6-2-16,-2-14 3 16,0 0 1-16,2 0-6 15,-6-20 3-15,-3-8 4 16,-7-14 1-16,-7-2 12 16,-8 0 7-16,0 6 16 15,0 9 16-15,-20 9-18 0,-3 8-15 16,-2 8-6-16,-4 0-13 15,0 4-26-15,-2 0-46 16,-7 8-157-16,3 14 65 16,2 0-310-16</inkml:trace>
  <inkml:trace contextRef="#ctx0" brushRef="#br0" timeOffset="67450.39">23828 14604 998 0,'0'0'119'0,"0"0"-36"15,0 0 38-15,0 0-13 16,0 0-74-16,0 0-25 16,0-20-9-16,0 20 0 15,0 0-2-15,6 2-3 16,7 14 4-16,5 2 2 15,7 1-1-15,4-2 5 16,-2 1 10-16,0-2-12 16,-6-2-3-16,-5-4 14 15,-7-2 8-15,-7-3-3 16,-2-2-5-16,0-3 7 16,0 3-3-16,-8 3-18 15,-18-1-45-15,0-5-38 16,-9 0-138-16,10-14-39 0,8-22-251 15</inkml:trace>
  <inkml:trace contextRef="#ctx0" brushRef="#br0" timeOffset="67616.85">23917 14455 534 0,'6'-8'406'16,"-1"-2"-278"-16,9-4-77 15,7-1 49-15,10-6-32 16,10-1-14-16,1 0-27 15,-4-2-12-15,-5 2 1 16,-9 0-16-16,-12 8-5 16,-12 11-53-16,0 3-95 0,-32 0-275 15</inkml:trace>
  <inkml:trace contextRef="#ctx0" brushRef="#br0" timeOffset="68584.93">18665 14597 924 0,'0'0'21'0,"0"0"14"0,-121 5 94 0,77-5-49 16,9 0-3-16,6 0-22 0,4 0-26 15,7-13 2-15,5-6 15 16,6-11-10-16,7 2-12 16,0-4-24-16,3 5-6 15,16 10 0-15,6 0 6 16,6 12 1-16,0-1 1 16,2 6-2-16,1 0 0 15,-5 22 1-15,0 12-1 16,-7 10 0-16,-9 6 7 15,-7 2-4-15,-6 6-3 16,0-5 1-16,-19 0 2 0,-10-3 4 16,-6-6 1-1,-1-15 18-15,1-8-16 0,4-4-8 16,6-11-2-16,0-6 0 16,7 0-2-16,-1-6 2 15,5-18-33-15,3 0 33 16,9-6 7-16,2 7-7 15,0 4 0-15,0 2 0 16,15 3 2-16,7 1 12 16,5 3-2-16,7 3 5 15,1 7-2-15,1 0 30 16,2 17-6-16,-2 6-25 16,-5 4 0-16,-2 3-7 0,-4-4-3 15,-4-2-4 1,2-3 0-16,1-10-14 0,1 1-133 15,4-12-153-15,-3 0-192 16</inkml:trace>
  <inkml:trace contextRef="#ctx0" brushRef="#br0" timeOffset="69118.64">19111 14583 250 0,'0'0'544'0,"0"0"-516"0,0 0 34 0,0 0 15 16,0 0-17-16,0 0-8 0,-94-17-26 15,74-3 9 1,4-4 7-16,2 1-21 16,9 6-1-16,2 3-7 0,3 5 22 15,0 3-35-15,3 0-1 16,19 5 1-16,6 1 1 15,7 0 0-15,-4 7 1 16,-2 20-1-16,-6 9 8 16,-4 4 0-16,-11 8 0 15,-8 4 10-15,0 4 8 16,0 3 16-16,-17-9 2 16,-8-3 1-16,1-6 16 15,-3-13-29-15,2-7-20 16,1-13 2-16,2-3-1 0,-1-5-8 15,1 0-3-15,2-22-3 16,4-14-2-16,8-3-8 16,5 2 4-16,3 7-6 15,0 2 6-15,11 10-15 16,10 9 21-16,-1 1 2 16,-1 4 26-16,6 4-22 15,2 0-5-15,2 17 8 16,0 15-3-16,0 0 9 15,-2-1-13-15,-3-4 4 16,-2-5-12-16,-1-8-4 16,-2-2 0-16,-5-6-92 15,1-6-150-15,-3 0-244 0</inkml:trace>
  <inkml:trace contextRef="#ctx0" brushRef="#br0" timeOffset="69486">19407 14564 509 0,'0'0'347'0,"0"0"-265"0,0 0-15 0,0 0 75 0,0 0-29 0,0 0-34 16,0 0-53-16,-9-21-18 16,4 52-7-16,4 9 22 15,-2-2-7-15,3 0-9 0,0-1-6 16,0-2-1-16,18-3-5 15,2-2 2-15,3-7-9 16,-3-5-2-16,2-11-2 16,-2-7-3-16,-3 0 6 15,-1 0 7-15,-3-17 6 16,-1-14 14-16,-8-9-14 16,-1-5 9-16,-3-4 13 15,0 3 3-15,0 4 5 16,-12 10 7-16,-1 3-16 15,0 10-4-15,1 9-14 16,-3 4-3-16,-3 6-42 16,-18 0-147-16,-1 20-71 15,-11 6-267-15</inkml:trace>
  <inkml:trace contextRef="#ctx0" brushRef="#br0" timeOffset="69900.34">20096 14484 919 0,'0'0'37'0,"0"0"5"0,0 0 28 0,0 0-11 0,0 0-17 0,0 0-23 15,-110-41-14-15,86 53-2 16,2 5 39-16,6 1-24 16,12 4 0-16,4-4 0 15,0 4-14-15,10 0 3 16,19 0 4-16,5-2 1 16,-1-2-6-16,4 0-3 15,-4-2 10-15,-4 0-2 16,-5 4 12-16,-8-3 9 15,-8 1 10-15,-8 0-3 16,0-1 16-16,-8 2-9 16,-21 0-21-16,-7-2-23 15,-1-5-2-15,0-6-26 0,2-6-121 16,-3 0-47-16,7-32-78 16,12-17-117-16</inkml:trace>
  <inkml:trace contextRef="#ctx0" brushRef="#br0" timeOffset="70100.4">20038 14422 916 0,'0'0'78'0,"0"0"-5"16,0 0 15-16,0 0 10 16,0 0-45-16,116-13-25 15,-81 3-11-15,3 1 3 0,-2-4-16 16,-7 0-2-16,-7 4-2 15,-11 6-37-15,-11 3-28 16,0 0-83-16,-17 0-252 16</inkml:trace>
  <inkml:trace contextRef="#ctx0" brushRef="#br0" timeOffset="70933.12">15857 14566 264 0,'0'0'870'0,"0"0"-762"0,0 0-11 0,0 0 25 16,0 0-28-16,0 0 29 16,-97 161-94-16,81-99-17 15,3-8 1-15,-1-4-9 16,3-14 0-16,5-16-2 15,1-10 2-15,5-10-3 16,0 0-1-16,0 0-4 16,0-28 4-16,11-31 7 15,7-12-7-15,2-8 0 16,0 11-2-16,1 18 2 16,-9 16 0-16,-4 11 3 15,1 16-1-15,-9 7 1 0,0 0-3 16,2 0 1-16,4 22-1 15,7 22 4-15,9 18 22 16,6 0-6-16,5-2-13 16,5-3 1-16,2-11-2 15,-4-8-5-15,-7-7 0 16,-8-14-1-16,-5-3-2 16,-7-3-9-16,-5-7-41 15,-4-1-164-15,0-2-89 16,-10-1-85-16,-13 0-150 15</inkml:trace>
  <inkml:trace contextRef="#ctx0" brushRef="#br0" timeOffset="71101.17">15689 14935 470 0,'0'0'357'0,"0"0"-212"0,0 0-38 15,0 0 28-15,0 0 1 16,0 0-103-16,102-47-24 15,-19 24-9-15,7-1-6 16,-5 1-50-16,-4-1-137 16,-19 1-258-16</inkml:trace>
  <inkml:trace contextRef="#ctx0" brushRef="#br0" timeOffset="72750.12">9472 3003 1115 0,'0'0'2'0,"0"0"35"0,0 0 176 0,0 0-104 0,0 0-66 16,0 0-22-16,0 0-5 15,118-30 2-15,27 19-7 16,31-2-9-16,7 2-2 16,-5 0 3-16,-11 1-3 15,-18 5-2-15,-17-2 2 16,-25 0 0-16,-27 0-20 15,-31 4-71-15,-36-2-77 16,-17 5 49-16,-65 0 32 0,-39 0-168 16,-40 5-26-16,-28 12 162 15,-20 4-87-15</inkml:trace>
  <inkml:trace contextRef="#ctx0" brushRef="#br0" timeOffset="72900.19">9643 2983 176 0,'-173'20'269'0,"35"-2"-33"15,46-1-10-15,42-5-91 16,36-2-46-16,24 0-38 15,71-4-3-15,55-5 51 16,48-1-19-16,40-4-67 16,21-19-13-16,-5-4 4 15,-12 3-4-15,-28 4-1 16,-44 8-97-16,-49-2-165 16,-55 2-308-16</inkml:trace>
  <inkml:trace contextRef="#ctx0" brushRef="#br0" timeOffset="74499.45">17457 8434 501 0,'0'0'350'0,"-138"-21"-321"0,65 15 16 0,2 0 97 15,15-1-40-15,18-1-25 16,20 4-7-16,14-2 23 16,4 2-33-16,0 1-27 15,44 2-9-15,41-4-8 16,49-2-12-16,49-6-4 0,41 2 0 16,22 1-1-1,7 1 1-15,1 8-8 0,-22 1-11 16,-36 0 2-16,-51 0-12 15,-56 0-14-15,-51 0-124 16,-38 0 73-16,-27 4 31 16,-52-1-45-16,-40-3-240 15,-26 0-292-15</inkml:trace>
  <inkml:trace contextRef="#ctx0" brushRef="#br0" timeOffset="74717.28">17395 8343 672 0,'-160'14'38'15,"21"1"31"-15,26-4 50 0,28 0-10 16,36-4-44-16,26-2-37 16,23 2 2-16,37-2 5 15,54-5-4-15,51 0 15 16,53 0-34-16,30-17-9 16,28-2 0-16,8 0 1 15,-5 6 0-15,-13 5-4 16,-33 4-7-16,-43 4-1 15,-49 0-70-15,-51 0-130 16,-45 0-184-16</inkml:trace>
  <inkml:trace contextRef="#ctx0" brushRef="#br0" timeOffset="77499.95">18436 15414 1041 0,'0'0'49'0,"-154"-10"-18"0,111 10 19 0,30 0 26 16,13 0-28-16,52 0 22 16,48 4-53-16,42 2-14 0,38-2-1 15,26-4-2-15,12 0-1 16,2-4 0-16,1-8-1 16,-16 1-1-16,-27 6 0 15,-38 2-11-15,-48-6-17 16,-47 9-72-16,-39-6 23 15,-19 2 42-15,-61 4-14 16,-42 0-48-16,-38 0-49 16,-23 6-24-16,-22 7 39 15,-11 0 37-15,-12-7-42 16,-10 0 139-16,14 0 178 16,24 3 56-16,50-5-33 15,57 5-68-15,56-4-43 0,37 2-45 16,81-1-1-16,67-6-23 15,71 0 11-15,57 0-19 16,38-8-13-16,6-2-1 16,-25 10-2-16,-49 0-66 15,-55 0-434-15</inkml:trace>
  <inkml:trace contextRef="#ctx0" brushRef="#br0" timeOffset="79417">2231 4638 100 0,'0'0'802'0,"-216"72"-799"0,86-23 157 0,-3 1-33 0,6 1-20 15,11 2 39-15,14-7-25 16,17-4-45-16,16-12-20 16,24-10-19-1,23-10-15-15,22-8-13 0,13-2-6 16,56-12 4-16,49-32-1 15,54-27 1-15,42-20-3 16,31-14 2-16,20-7-6 16,0 0-5-16,-13 3 1 15,-25 13-22-15,-42 16-7 16,-48 20-36-16,-44 21-63 16,-45 24-65-16,-40 15-15 15,-18 0 23-15,-61 24-158 16</inkml:trace>
  <inkml:trace contextRef="#ctx0" brushRef="#br0" timeOffset="79650.14">1660 5028 526 0,'-172'91'192'16,"33"-4"-160"-16,34-20 134 16,35-20-65-16,39-21-29 15,31-20-18-15,28-6-16 16,63-35-3-16,42-29 61 15,52-30-55-15,47-26 7 16,34-16-18-16,29-7-6 0,2-3 4 16,-10 8 3-1,-24 11-22-15,-31 19-9 0,-47 21-75 16,-54 25-274-16,-57 23-271 16</inkml:trace>
  <inkml:trace contextRef="#ctx0" brushRef="#br1" timeOffset="100134.45">5415 5541 684 0,'0'0'194'0,"0"0"-134"0,0 0 175 0,0 0-98 16,0 0-34-16,0 0-34 15,-36-32 6-15,36 32-45 0,0 19-22 16,0 26-8-16,0 13 14 16,-4 3 7-16,2-8-13 15,0-9-8-15,-4-10-7 16,6-8 6-16,0-12-1 16,0-5 2-16,0-8-5 15,0-1 5-15,0 0-1 16,0 0-6-16,0 0 6 15,0-4-6-15,12-14 3 16,13-2-2-16,3-2 6 16,1 8 0-16,-4 5 0 15,4 8 4-15,8 1-2 16,6 6 1-16,1 22 4 16,-1 6 2-16,-9-1-1 0,-17 0-2 15,-11 1 19-15,-6 1-18 16,-23 2 2-16,-25 2-7 15,-8-10-2-15,8-6-54 16,5-20-116-16,8-3-109 16,1-27-28-16,7-22-302 15</inkml:trace>
  <inkml:trace contextRef="#ctx0" brushRef="#br1" timeOffset="100317.92">5421 5582 481 0,'0'0'304'0,"0"0"-302"0,0 0 121 0,0 0 6 0,0 0-96 0,0 0-3 15,5-52-6-15,24 33-16 16,11-4 2-16,11-4 2 16,5 6-5-16,0-2-7 15,0 10 0-15,-10 5 0 16,-11 8-13-16,-13 0-102 15,-19 14-175-15</inkml:trace>
  <inkml:trace contextRef="#ctx0" brushRef="#br1" timeOffset="100666.86">5128 6338 5 0,'0'0'889'16,"0"0"-877"-16,-125 71 147 16,73-48-55-16,5-5 29 15,16-5-12-15,16-9-58 16,15-4 15-16,0 0-13 16,27 0-14-16,35-6-47 15,38-16 9-15,52-13-11 16,37-6 0-16,29-6 2 15,10 1-4-15,-10 0-1 0,-16 6-2 16,-30 2 3 0,-42 6 0-16,-43 8-6 0,-45 9-74 15,-38 7-51-15,-13 8 23 16,-53 0-100-16,-25 0-57 16,-20 23-93-16,-9 10-152 15</inkml:trace>
  <inkml:trace contextRef="#ctx0" brushRef="#br1" timeOffset="101035.79">5477 6625 257 0,'0'0'602'0,"0"0"-551"0,0 0 139 0,0 0 44 0,0 0-45 0,0 0-80 15,-49-91-47-15,47 91-23 16,2 13-14-16,0 25-7 15,4 12 18-15,13 12-8 16,0-2-18-16,3 6-9 0,2 1-1 16,-1-7-1-16,-2-6 0 15,-1-9-25-15,-5-14-69 16,1-14-195-16,-5-11-98 16,-1-6-208-16</inkml:trace>
  <inkml:trace contextRef="#ctx0" brushRef="#br1" timeOffset="101735.19">5820 6693 481 0,'0'0'407'16,"0"0"-405"-16,0 0 154 0,0 0-6 16,0 0 5-16,0 0-74 15,-33-52 16-15,33 52-46 16,0 0-23-16,0 0-21 15,-2 28-7-15,-1 12 12 16,3 11-9-16,0-1-3 16,0-4 1-16,3-4-3 15,15-10 2-15,3-9-6 16,4-10 0-16,4-13-15 16,5 0-24-16,1-12-33 15,-4-19 38-15,-8-8-20 16,-15-5 33-16,-8-3 27 15,0 6 0-15,-19 6 0 0,-21 13 6 16,-5 6 17-16,-7 6-1 16,-1 4-6-16,6 2-9 15,14 4 6-15,13 0-9 16,13 0 6-16,7-2-10 16,0 0-6-16,27-4-5 15,25-7 6-15,12-4 4 16,5-3 0-16,2 0 0 15,-4 0-2-15,-7 3 3 16,-11 4 0-16,-15 3 1 16,-14 4-1-16,-11 2 1 15,-7 4 2-15,-2 0 0 16,0 0-1-16,0 0 8 16,0 19-8-16,0 14-1 15,-4 9 3-15,4 4-1 0,0-2-1 16,0 2-2-16,10-1 0 15,9-4 2-15,0 1-2 16,6-6 0-16,-1-9 0 16,3-11-2-16,0-8 1 15,2-8 1-15,2-1 0 16,1-30 0-16,-4-13 1 16,-6-5 1-16,-10-7 0 15,-12-1 7-15,0-2 14 16,-27 9 19-16,-11 6-28 15,-9 17 1-15,-9 14-15 16,-17 13-55-16,-14 0-83 0,-13 5-267 16</inkml:trace>
  <inkml:trace contextRef="#ctx0" brushRef="#br1" timeOffset="102801.98">4866 6173 107 0,'0'0'850'0,"-147"97"-791"0,92-63 95 0,19-14 19 0,21-10-72 0,15-10-66 0,0 0-7 16,22-6-17-16,31-30 5 15,28-18 13-15,19-18-23 16,5-12-2-16,6-5-1 16,5 1 1-16,-3 6-3 15,-1 10 2-15,-15 13 22 16,-22 17-24-16,-27 12-1 16,-23 10-3-16,-19 12-14 15,-6 2-79-15,0-2-165 16,-13 0-94-16</inkml:trace>
  <inkml:trace contextRef="#ctx0" brushRef="#br1" timeOffset="103038.1">5363 5042 1010 0,'0'0'22'16,"0"0"88"-16,0 0 85 15,0 0-118-15,0 0-31 16,0 0-34-16,-11 3-9 16,38 23 5-16,9 10-1 15,1 4-7-15,6 11-17 16,-5 15-78-16,-2 12-91 16,-14 18-98-16,-9 16-243 0</inkml:trace>
  <inkml:trace contextRef="#ctx0" brushRef="#br1" timeOffset="103366.46">5386 7197 586 0,'0'0'375'15,"0"0"-355"-15,-148 61 136 16,124-48-16-16,11-9-39 0,13-2-71 16,0-2-12-16,18 0-12 15,42-12-4-15,34-26 12 16,23-14-14-16,17-13 0 16,4-3-2-16,1-2 2 15,-2 4 4-15,-5 7-2 16,-14 12 3-16,-13 4-2 15,-18 11-3-15,-24 10 0 16,-26 10-10-16,-26 6-119 16,-11 6-85-16,-33 6-84 0</inkml:trace>
  <inkml:trace contextRef="#ctx0" brushRef="#br1" timeOffset="103783.71">5980 7578 1076 0,'0'0'29'16,"0"0"24"-16,0 0 86 16,0 0-83-16,0 0-36 15,0 0-10-15,-60-125-3 16,97 103-5-16,2 8 0 15,3 10-1-15,1 4-1 16,-7 2 2-16,-7 26-1 0,-14 7 5 16,-9 4-3-16,-6 5 1 15,-8 2 3-15,-23 1 10 16,-5-1 5-16,-6-2 20 16,-1-4 28-16,6-6-37 15,5-9-3-15,14-10 0 16,12-10-3-16,6-4-27 15,0-1-1-15,10 0-3 16,31-4-3-16,15-22 4 16,11-5-27-16,-1-2-115 15,-3 3-25-15,-9 6-14 16,-8-2-79-16,-11 2-26 0,-6-4 4 16,-4 0-22-1</inkml:trace>
  <inkml:trace contextRef="#ctx0" brushRef="#br1" timeOffset="104100.06">6451 7445 134 0,'0'0'335'0,"0"0"-98"16,0 0-74-16,0 0 6 16,0 0-35-16,0 0-5 15,0-52-30-15,0 52-40 16,0 0-3-16,0 24-39 16,0 14 12-16,9 9-11 15,8 3-13-15,8-9 0 16,6-2-5-16,2-8 0 15,8-10 0-15,-1-5-1 16,-2-10-4-16,-7-6 4 16,-2 0 1-16,-11-14 0 15,-5-12 2-15,-9-8 3 0,-4-6 0 16,0 1 1-16,-21 2 20 16,-10 4 1-16,-10 13 1 15,-1 10-11-15,-6 10-17 16,-4 0 0-16,-2 19-9 15,7 12-66-15,7-2-165 16,9 0-69-16,10-4-280 16</inkml:trace>
  <inkml:trace contextRef="#ctx0" brushRef="#br1" timeOffset="106354.5">9198 5166 347 0,'0'0'434'0,"0"0"-382"0,0 0 144 0,0 0-35 16,-51-107 14-16,48 103-27 0,1 2-34 16,0 2-50-1,2 0-23-15,0 0-12 0,0 26-18 16,0 26-9-16,0 16 21 16,0 15-6-16,0 1-7 15,2-2-8-15,3-4 1 16,-3-6-3-16,0-13 0 15,-2-9-5-15,0-10-24 16,2-12-110-16,2-18-242 16,2-10 11-16,-2-14-322 15</inkml:trace>
  <inkml:trace contextRef="#ctx0" brushRef="#br1" timeOffset="106567.12">9115 5176 792 0,'0'0'39'15,"0"0"-34"-15,49-123 77 16,-2 95-34-16,9 12-21 16,0 12 4-16,2 4 33 15,-7 23 5-15,-8 16-27 16,-17 9 14-16,-23 3-11 16,-3 0-33-16,-43-1-12 15,-18-3-17-15,-3-2-3 16,-1-14-87-16,-1-5-98 15,3-6-318-15</inkml:trace>
  <inkml:trace contextRef="#ctx0" brushRef="#br1" timeOffset="107900.93">8748 6772 109 0,'0'0'789'0,"0"0"-759"0,0 0 92 0,0 0-32 0,-29-125-11 16,43 87-55-16,19 4-13 16,5 4 7-16,-5 10 3 15,1 8 1-15,-4 10-7 16,-4 2-10-16,-2 17 4 15,-9 20-2-15,-9 9 3 16,-6 4-7-16,0 0 2 0,-12-4 0 16,-17 0 0-16,-9-2-2 15,-4-5-1-15,3-8 0 16,2-6-2-16,5-8 3 16,8-9-2-16,9-1-1 15,5-5 2-15,10-2 3 16,0 0-4-16,0 0 0 15,0 0-1-15,0 0-10 16,23 0 10-16,10-9 2 16,8 2-1-16,9-3-1 15,10 2 0-15,5 0-13 16,2 0-77-16,-2-5-133 16,-14 6-179-16</inkml:trace>
  <inkml:trace contextRef="#ctx0" brushRef="#br1" timeOffset="108285.27">9354 6651 777 0,'0'0'37'0,"0"0"158"15,0 0-99-15,0 0-20 16,0 0 13-16,0 0-52 15,-27-26-3-15,25 26-8 16,-2 20-18-16,-3 14 7 16,0 10 11-16,7 5-20 0,0-4 3 15,0 1-4 1,12 0-4-16,5-7-1 0,5-9-5 16,7-11 4-16,3-12-8 15,5-7-14-15,1 0 14 16,1-26 2-16,-4-12 6 15,-8-10 2-15,-12-6-1 16,-11-6 2-16,-4-2 29 16,-2 3-20-16,-23 9-2 15,-4 14 14-15,-6 12-13 0,-6 12-10 16,-2 12-36-16,-4 0-98 16,-5 7-216-16</inkml:trace>
  <inkml:trace contextRef="#ctx0" brushRef="#br1" timeOffset="109533.99">5446 4730 694 0,'0'0'81'0,"0"0"126"0,0 0-83 0,0 0 32 0,0 0-19 0,0 0-65 16,-132-92 25-16,90 92-37 16,-2 8-27-16,-4 19 4 15,2 14-18-15,1 11-1 16,5 13 1-16,7 7-3 15,8 9-6-15,12 2 0 16,13 3-4-16,0 4 0 16,15-1-4-16,24-4 5 15,5-2-5-15,6-10-2 16,4-10 0-16,9-13-2 16,7-14 2-16,3-16-11 0,0-15-2 15,3-5-6-15,-5-16 4 16,0-30 4-16,-3-25 3 15,-10-23 0-15,-14-22-8 16,-19-10 4-16,-21-3-12 16,-4 9 8-16,-33 20 3 15,-23 18 8-15,-15 23-18 16,-18 25-12-16,-21 20-96 16,-8 14-87-16,-2 0-103 15,6 26-413-15</inkml:trace>
  <inkml:trace contextRef="#ctx0" brushRef="#br1" timeOffset="111033.25">12030 5278 410 0,'0'0'345'0,"0"0"-267"0,0 0 107 0,0 0-36 0,-6-111 31 15,0 107-35-15,4 4-13 16,2 0-78-16,-2 0-26 0,-5 26-16 16,-1 19-5-16,-6 9 3 15,-1 2-2-15,-1-8-7 16,5-6 1-16,2-10-2 16,0-6-3-16,2-7 3 15,5-6-7-15,2-5-7 16,0-4-29-16,0-4-57 15,0 0 13-15,7-27 19 16,15-21 50-16,5-15-6 16,-2-9 23-16,-6 3 1 0,-2 10 1 15,-5 12 0 1,-5 18 15-16,0 10 3 0,-5 8 45 16,0 10-16-16,1 1-4 15,5 1-13-15,6 38-11 16,3 15 12-16,4 17-2 15,-2 1-14-15,2 0-13 16,-1-6-1-16,-3-8-2 16,-3-9-2-16,-3-12-7 15,-5-5-31-15,-3-6-172 16,-3-9-44-16,0-13-73 16,-5-4-163-16</inkml:trace>
  <inkml:trace contextRef="#ctx0" brushRef="#br1" timeOffset="111200.84">11874 5482 362 0,'0'0'480'0,"0"0"-419"0,0 0 74 0,0 0 17 16,0 0-76-16,0 0-72 16,42-12 0-16,23 1 3 15,17-6-7-15,8-11-30 16,-3-6-155-16,-5-2-308 15</inkml:trace>
  <inkml:trace contextRef="#ctx0" brushRef="#br1" timeOffset="112183.71">6961 7363 606 0,'0'0'461'0,"0"0"-446"0,0 0 186 0,0 0-59 0,0 0-75 16,0 0-25-16,-7 15-1 0,7-15 1 16,0 0-8-16,0 0-10 15,0 0-4 1,3-27-12-16,26-25 23 0,8-22-22 16,6-20-8-16,-5-21 4 15,-7-9-2-15,-6-15 2 16,-10-5-5-16,-9 0 1 15,-6-5-1-15,0-3 2 16,-13-5-3-16,-16-3 2 16,-8-2-2-16,-6-1 3 15,-10 11-2-15,-3 21 1 0,-4 31-1 16,-5 34 2 0,1 29 1-16,1 18 2 15,5 11-3-15,5 8 3 16,11 0-2-16,6 0 5 0,18 0-5 15,9 0 2-15,7 0 1 16,2 0 1-16,0 0-5 16,0 0-2-16,0 0 3 15,0 0-3-15,0 0 0 16,0 0-2-16,0 0 0 16,0 0-2-16,0 0-25 15,0-6-126-15,17-8-241 16,6-6-148-16</inkml:trace>
  <inkml:trace contextRef="#ctx0" brushRef="#br1" timeOffset="112534.28">6776 4732 994 0,'0'0'9'0,"0"0"3"0,0 0 62 0,0 0-31 15,-136 74-15-15,93-48-10 16,4-2 67-16,3-3-44 16,3-6 38-16,6 2-50 15,4-5-18-15,8-4-3 16,9-2-4-16,1 4-4 16,5 4 0-16,0 6 4 15,0 10 5-15,9 2-3 0,11 2 3 16,6 2 1-16,1 4-7 15,0-2-3-15,0 2-2 16,-4 4-5-16,-6 3-15 16,-3-1-141-16,-12-6-64 15,-2-8-235-15</inkml:trace>
  <inkml:trace contextRef="#ctx0" brushRef="#br1" timeOffset="113403.06">11867 6659 534 0,'0'0'349'0,"0"0"-312"0,0 0 115 0,0 0-11 0,0 0-61 16,0 0-29-16,-63-74-6 0,77 52-26 16,13 4-1-16,2 4-2 15,7 11 24-15,-1 3-33 16,3 0 4-16,-7 6-2 15,-4 19 0-15,-9 7-2 16,-9 0-1-16,-9 4 1 16,0-2-1-16,-11 2 3 15,-18-2 3-15,-10-1-3 16,-3-1 0-16,0-1-4 16,4-10 27-16,12-3-27 15,7-12 4-15,13-4-3 16,4-2 5-16,2 0-6 15,0 0 1-15,0 0-5 16,0 0-2-16,27 0 1 16,11-8 0-16,12 0 0 15,6 4 4-15,0 0-9 0,4 4 3 16,-2-2-31-16,-2-5-146 16,-5 0-140-16,-13-5-120 15</inkml:trace>
  <inkml:trace contextRef="#ctx0" brushRef="#br1" timeOffset="113666.95">12344 6589 670 0,'0'0'14'16,"0"0"93"-16,0 0 63 0,-38-118-58 15,31 97-24-15,5 12 42 16,0 0-36-16,0 8 79 15,2 1-102-15,0 0-32 16,0 0-23-16,0 10-15 16,0 26 1-16,2 15 6 15,0 6-3-15,0 3-5 16,-2 2-4-16,0 3-36 16,0-3-172-16,0-4-128 15,-11-6-224-15</inkml:trace>
  <inkml:trace contextRef="#ctx0" brushRef="#br1" timeOffset="119617.01">8507 6228 448 0,'0'0'344'0,"0"0"-271"0,0 0 105 0,0 0-11 16,0 0-30-16,0 0-5 15,-104 25-58-15,62 22 45 0,-3 16-55 16,3 9-17 0,6 4-12-16,14-1-10 0,11 2-12 15,11 2-5-15,0 1-5 16,28 1 1-16,15-6-4 15,10-4 0-15,12-7-3 16,4-6-35-16,4-16-151 16,-3-13-219-16,-6-16-245 15</inkml:trace>
  <inkml:trace contextRef="#ctx0" brushRef="#br1" timeOffset="120132.72">9675 6377 554 0,'0'0'448'0,"0"0"-435"0,0 0 89 0,0 0 33 0,0 0-70 16,0 0-44-16,-22-79-7 16,48 79-1-16,10 5 9 15,6 34 14-15,0 26 43 16,1 17-42-16,-9 15 13 15,-15 10-26-15,-9 3-5 16,-10 0-11-16,-3-7-3 0,-33-13-5 16,-8-15-5-16,-12-14-67 15,-9-17-190-15,-3-17-137 16</inkml:trace>
  <inkml:trace contextRef="#ctx0" brushRef="#br1" timeOffset="120684.75">10040 6200 468 0,'0'0'428'16,"0"0"-407"-16,0 0 86 16,0 0 1-16,0 0 8 15,0 0-71-15,-60-64-18 16,60 39-4-16,2 4-5 15,21 0-18-15,1 8 1 16,-1 7-3-16,-2 6 1 0,0 0 1 16,-6 17 0-16,-3 13 5 15,-6 7-2-15,-6-1 1 16,0 0-4-16,-6-4 7 16,-13-4-1-16,-3 0 13 15,-4-6 18-15,1-2-19 16,1-6-5-16,3-4 13 15,10-6-7-15,3-1 38 16,6-3-31-16,2 0-9 16,0 0-5-16,0 0-7 15,0 0-5-15,6 0-11 16,27-8 11-16,9-4 1 16,12-5-1-16,4 5-31 0,0 3-84 15,-4-3-88-15,-10-1-79 16,-13 3-260-16</inkml:trace>
  <inkml:trace contextRef="#ctx0" brushRef="#br1" timeOffset="121433.35">11742 6182 194 0,'0'0'671'0,"0"0"-616"0,0 0 105 0,0 0-32 16,0 0-23-16,-127 44-6 15,93-11-8-15,1 6 4 16,0 11-11-16,2 9-41 15,4 6-6-15,5 10 3 16,11 7-10-16,6 2-8 16,5 6-16-16,5-3 1 15,24-10-2-15,13-4-5 16,7-13-3-16,11-7-4 16,5-15-40-16,6-12-90 15,7-21-190-15,-2-5-54 0,-7-9-334 16</inkml:trace>
  <inkml:trace contextRef="#ctx0" brushRef="#br1" timeOffset="121782.96">12542 6356 508 0,'0'0'329'0,"0"0"-306"16,0 0 95-16,0 0-5 15,0 0-52-15,0 0-44 16,23-14-4-16,12 54 91 15,4 20-17-15,-8 19-13 16,-10 9-17-16,-14 14-7 16,-7 6-28-16,-15 3-12 15,-27-5-10-15,-14-11-2 16,-2-13-14-16,0-14-73 16,4-17-198-16,10-18-243 0</inkml:trace>
  <inkml:trace contextRef="#ctx0" brushRef="#br1" timeOffset="122233.11">13034 6342 966 0,'0'0'11'0,"0"0"28"15,0 0 41-15,0 0-32 16,-23-108-22-16,40 91-18 15,10 6 24-15,0 8-15 16,-1 3-2-16,-6 1 0 16,-6 27 1-16,-10 8 9 15,-4 7-2-15,0 5 4 16,-22-7 23-16,-5-5 15 0,-2-7-20 16,3-8 31-16,5-6-37 15,7-11-12-15,12-2-1 16,2-2-13-16,0 0-10 15,25-4-2-15,44-24-2 16,38-15 0-16,31-7-38 16,13-4-243-16,-12 6-159 15</inkml:trace>
  <inkml:trace contextRef="#ctx0" brushRef="#br1" timeOffset="124201.27">8764 7928 889 0,'0'0'69'0,"0"0"-12"0,0 0 135 0,0 0-30 16,0 0-62-16,0 0-24 16,-23-34-33-16,23 34 9 0,-6 16-33 15,-4 21 0-15,-1 10 15 16,1 4-15-16,3 1-7 16,2-4-3-16,5-2-7 15,0-4 0-15,2-9-2 16,23-3 0-16,10-10 0 15,8-8-9-15,5-8-5 16,4-4-26-16,-2 0-21 16,-8-14-48-16,-9-11 50 15,-15-5 33-15,-14-2 15 16,-4-6 11-16,0 4 3 16,-8 0 4-16,-8 4-2 15,-5 9 16-15,6 4 19 0,3 7-6 16,4 6 34-16,8 2-17 15,0 2-23-15,0 0-11 16,0 0-8-16,0 18-8 16,0 26 0-16,2 16 27 15,4 6-9-15,6-2-5 16,-1-3-4-16,-1 1-6 16,3-4-2-16,-5-6-2 15,4-8-6-15,-3-10-23 16,1-16-96-16,4-14-207 15,1-4-16-15,4-26-195 16</inkml:trace>
  <inkml:trace contextRef="#ctx0" brushRef="#br1" timeOffset="124833.47">9338 8055 840 0,'0'0'28'0,"0"0"142"0,0 0-33 0,0 0-15 16,0 0-47-16,0 0-28 16,-19-26-4-16,14 56-27 15,-2 10 9-15,3 10-7 16,1-2-2-16,3-2-10 0,0-4-6 16,0-3 1-1,14-7-1-15,6-8 3 0,2-10-3 16,5-8-6-16,2-6 6 15,0 0-14-15,0-22-3 16,-7-10 1-16,-8-8 3 16,-14-3 7-16,0-2 3 15,-14 2 2-15,-20 3 1 16,-3 10 1-16,-3 6-1 16,4 6 5-16,7 4-3 15,10 1-1-15,12 2-1 16,7 1-8-16,7 0-17 15,32 2-28-15,10 4 26 16,3 4-19-16,-2 0 31 0,-7 14 14 16,-7 11-2-16,-9 10 6 15,-14 7 1-15,-9 2 5 16,-4 2 3-16,0-3-1 16,2-6 3-16,8-3-4 15,5-4-4-15,7-5 3 16,3-7-5-16,6-4-1 15,1-4-3-15,1-8 0 16,-4-2 3-16,0 0-4 16,-1-18 2-16,-6-13 3 15,-3-4-1-15,-11-8-2 16,-8-4 25-16,0-5-3 16,-22-2 3-16,-16 7-16 0,-4 7-2 15,-5 8-8-15,1 12-1 16,-3 9-57-16,2 5-74 15,-5 6-181-15,-1 0-523 16</inkml:trace>
  <inkml:trace contextRef="#ctx0" brushRef="#br1" timeOffset="125999.97">11810 8153 825 0,'0'0'77'0,"0"0"96"0,0 0 7 0,0 0-46 16,-52-104 1-16,50 98-9 15,0 4-56-15,0 2-18 16,2 0-22-16,0 0-13 16,-2 0-10-16,2 0-6 15,0 24 1-15,0 12-2 16,0 8 0-16,8 4 0 15,-1 2 1-15,1-5-1 16,0-1 0-16,0-8 0 0,3-8-1 16,5-4-8-16,1-6-8 15,6-7-26-15,2-10-18 16,-1-1 3-16,-2-6 7 16,-4-18 41-16,-5-8 10 15,-3-5 2-15,-6-2-2 16,-2-1 2-16,-2 3-1 15,0 5 9-15,0 8 22 16,0 4 8-16,-2 6-13 16,-4 4 12-16,0 4-11 15,4 3-7-15,-1 3-8 16,3 0-3-16,0 0-5 0,0 0-5 16,0 17 0-1,0 15 0-15,13 4 8 0,-5 2-8 16,-1 1 0-16,-3-3 0 15,-2 0 0-15,4-4-3 16,-4-2-3-16,2-3-67 16,2-10-213-16,-1-9-89 15,-3-8-121-15</inkml:trace>
  <inkml:trace contextRef="#ctx0" brushRef="#br1" timeOffset="126500.2">12132 8224 54 0,'0'0'699'0,"0"0"-661"0,0 0 45 0,0 0 91 0,0 0-65 15,-13-102-24-15,13 93 22 16,0 7 5-16,0 2-37 16,0 0-9-16,0 0-57 15,0 0-1-15,0 11-8 16,0 16 1-16,0 10 27 15,9 6-23-15,2 0-3 16,1-3-2-16,0-2-1 16,5-6-20-16,0-8 17 15,1-8-44-15,1-8-49 16,2-8-37-16,4 0 19 16,-1-10-2-16,3-18 34 0,-7-10 38 15,-4-3 39-15,-12 0 6 16,-4 0 7-16,0 9 26 15,-2 2 27-15,-10 8 29 16,3 6 26-16,1 7-10 16,6 5-1-16,-3 4-15 15,5 0-35-15,0 0-37 16,0 0-11-16,0 14-4 16,0 22-1-16,0 9 11 15,5 4 12-15,3 2-9 16,1 2-3-16,-2-3-8 0,0-4-4 15,1-7-1 1,-1-3-5-16,-1-13-17 0,4-5-151 16,1-14-122-16,3-4-26 15,-4 0-249-15</inkml:trace>
  <inkml:trace contextRef="#ctx0" brushRef="#br1" timeOffset="126716.58">12602 8183 762 0,'0'0'29'0,"0"0"138"0,0 0-35 0,0 0-13 15,-24-107 40-15,24 105-20 16,0 2-13-16,0 0-94 0,0 17-22 16,0 18-5-1,0 18 13-15,5 1-7 0,-1 1-8 16,3 3-3-16,-3-4-6 15,0 2-28-15,-4-11-205 16,0-6-107-16,-15-7-349 16</inkml:trace>
  <inkml:trace contextRef="#ctx0" brushRef="#br1" timeOffset="127366.32">12018 8229 434 0,'0'0'148'0,"0"0"-53"0,0 0 122 0,0 0-86 0,0 0-8 16,0 0 13-16,-19-34-42 15,17 34 30-15,2 0-51 16,0 0-56-16,0 21-5 16,0 19 3-16,0 16 16 15,0 8-21-15,2 10 6 16,4 0-13-16,5-2 2 15,-1-5-5-15,-3-9-8 16,1-8-23-16,-4-10-187 16,-4-13-84-16,0-10-201 15</inkml:trace>
  <inkml:trace contextRef="#ctx0" brushRef="#br1" timeOffset="134433.72">7429 8262 473 0,'0'0'410'0,"0"0"-392"0,0 0 100 0,0 0 17 0,0 0-48 0,0 0 23 0,-98 6-35 16,98-6-19-16,0 0-7 16,0 0-11-16,0 0-21 15,0 0 4-15,20 1-12 16,18-1-2-16,12 0 19 0,9 0-6 15,6 0-10 1,4 0-8-16,4 0 1 16,5-1-3-16,-2-5 0 0,-4 0-1 15,-10-1-10-15,-9 1 9 16,-10 1-48-16,-10-4-41 16,-6 4-12-16,-10-6-28 15,-5 1-36-15,-8-4-12 16,-4 1-96-16,0 0-4 15</inkml:trace>
  <inkml:trace contextRef="#ctx0" brushRef="#br1" timeOffset="134868.64">8084 8091 122 0,'0'0'323'0,"0"0"-179"16,0 0 21-16,0 0-27 0,0 0-35 15,0 0-14-15,-67-28-13 16,65 28 26-16,-1 0-30 15,3 0-20-15,0 0-4 16,0 0-19-16,0 0-18 16,0 0-7-16,0 0-4 15,0 0 0-15,0 0-5 16,0 4 5-16,12 8 3 16,3 4 1-16,6-2-4 15,1 1 1-15,2-3-2 16,3 1 1-16,2-3-2 15,-2 0 0-15,-3 0 0 0,-4-3 0 16,-4 0 2-16,-5-3-2 16,-4-4-3-16,-5 2 5 15,-2-2 1-15,0 0 0 16,0 0 4-16,0 0 0 16,0 0 4-16,0 0-3 15,0 2-6-15,0 6 4 16,-5 9-12-16,-14 10 8 15,-13 9-1-15,1 7-8 16,-2 1-69-16,-3 0-122 16,-4 2-38-16,0-2-193 15</inkml:trace>
  <inkml:trace contextRef="#ctx0" brushRef="#br1" timeOffset="137836.1">9367 9314 592 0,'0'0'382'0,"0"0"-371"0,0 0 89 0,0 0 84 0,0 0-52 16,0 0 1-16,0 0-53 15,-82-84-36-15,82 84-10 16,0 0-13-16,0 6-11 16,0 38-6-16,0 16 9 15,0 18 18-15,7 3-19 16,4-5-2-16,2 0 4 16,-2-1-10-16,-4-5 0 15,-3-9-1-15,-4-6-3 16,0-13-9-16,0-6-42 0,0-12-177 15,0-12-130-15,0-4 10 16,-11-8-365-16</inkml:trace>
  <inkml:trace contextRef="#ctx0" brushRef="#br1" timeOffset="138151.93">9122 9821 903 0,'0'0'54'16,"0"0"86"-16,0 0 47 15,0 0-60-15,0 0-35 16,0 0-23-16,-33-40-30 16,33 42-32-16,6 27-6 0,19 10 7 15,-1 10 9 1,3 1-7-16,-4-4-9 0,-2-5 1 16,2-6-1-16,-3-11 1 15,0-6-2-15,-2-8 0 16,0-10-2-16,4 0 1 15,11-12-1-15,6-18 2 16,1-8 2-16,-3 0 2 16,-6 0-4-16,3 2-1 15,-3 5-10-15,-4 8-78 16,-5 8-24-16,-4 3-92 16,-9 8-89-16,-9 4-400 0</inkml:trace>
  <inkml:trace contextRef="#ctx0" brushRef="#br1" timeOffset="138935.26">8860 10975 891 0,'0'0'89'0,"0"0"-77"0,0 0 119 0,-123 29-32 0,92-29-16 15,6 0-28-15,4 0-25 16,4-7 28-16,3-8-11 0,8 1-31 15,6-1-12-15,0-1-4 16,0 1-3-16,2 3 2 16,16 6-8-16,2 2 9 15,5 4 0-15,1 0 0 16,3 8 1-16,3 21-1 16,-1 9 0-16,-4 8 1 15,-5 6 0-15,-11 0 0 16,-9-1 0-16,-2-2-1 15,-6-5 2-15,-23-4 0 16,-7-7 2-16,1-11-3 16,-4-8 0-16,4-10 3 0,-1-4 2 15,1 0-5 1,1-18 1-16,10-13 3 0,5-1-5 16,13-1 0-16,6 0 0 15,0 7 0-15,0 4 0 16,14 6 1-16,3 4 1 15,3 4 0-15,3 6 4 16,1 2 0-16,4 0 7 16,4 22 23-16,1 8-14 15,-2 4-2-15,-2 2-7 16,-6-1-6-16,0-4-7 16,-6-4 0-16,1-4-5 0,0-4-27 15,4-9-202 1,-4-7-223-16</inkml:trace>
  <inkml:trace contextRef="#ctx0" brushRef="#br1" timeOffset="139322.29">9132 11059 834 0,'0'0'45'0,"0"0"58"0,0 0 54 0,0 0-29 15,0 0-15-15,0 0-38 16,-72-20-22-16,67 40-30 16,-1 10 23-16,4 6-30 15,2 3-8-15,0 2-3 16,0 1-2-16,15 0-3 0,3-6-4 16,5-5 4-16,-2-8-7 15,4-10-2-15,-1-8-42 16,3-5-33-16,0 0 43 15,-2-21 31-15,-6-13 10 16,-5-11 0-16,-12 1 9 16,-2-2 1-16,0 4 32 15,-20 5 26-15,-7 10-15 16,-2 7-24-16,2 8 4 16,6 4-21-16,0 6-9 15,11 2-3-15,-2 0-26 0,1 2-136 16,5 15-54-1,-2 10-116-15,8-1-267 0</inkml:trace>
  <inkml:trace contextRef="#ctx0" brushRef="#br1" timeOffset="139767.21">9450 11076 853 0,'0'0'101'0,"0"0"-24"16,0 0 72-16,0 0 5 15,0 0-39-15,0 0-18 16,-5-73-37-16,5 73-39 0,-2 0-15 16,0 23-1-16,-2 12-5 15,1 5 5-15,3 4-4 16,0-7 2-16,0 0-3 15,0-3 0-15,7-4-2 16,10-7-7-16,4-6-2 16,1-7-40-16,0-7-11 15,5-3 17-15,-2 0 20 16,-1-18 10-16,-1-7 9 16,-8-3 6-16,-9-2 2 15,-6 0 2-15,0 0 16 16,-4 2 20-16,-20 2 44 15,2 4-36-15,-5 4-27 0,-1 4-5 16,0 6-4-16,3 6-10 16,3 2-2-16,0 0-17 15,6 4-118-15,1 13-112 16,5 4-113-16</inkml:trace>
  <inkml:trace contextRef="#ctx0" brushRef="#br1" timeOffset="140200.37">9791 11025 768 0,'0'0'160'0,"0"0"-114"0,0 0 108 0,0 0-35 0,0 0-30 0,0 0-35 16,-27-26-25-16,25 26 2 16,-3 20-12-16,1 12 3 15,0 6 44-15,4 1-53 16,0-2-9-16,0-3 12 16,4-4-16-16,13-2-5 15,6-6 5-15,1-5 0 0,3-6-7 16,2-9 7-16,5-2-5 15,-1 0-6-15,-2-13 11 16,-6-12 9-16,-8-3-3 16,-7-3 9-16,-10-5 0 15,0-3 2-15,-3-3 16 16,-19 2-20-16,-3 4-7 16,1 11-2-16,-1 9-4 15,-1 14-2-15,-8 2-51 16,-6 2-213-16,-9 24-88 15,-4 7-247-15</inkml:trace>
  <inkml:trace contextRef="#ctx0" brushRef="#br1" timeOffset="143487.15">9412 8282 132 0,'0'0'41'0,"0"0"203"0,0 0-221 0,0 0 22 0,0 0 44 0,0 0 9 15,0 0-15-15,-118 54-8 16,111-52-23-16,0 0-7 16,3 0-6-16,1-1-11 15,3 2-3-15,0-3-5 16,0 0-4-16,0 0-2 16,21-4-3-16,23-19-6 15,21-11-4-15,11-8-1 16,7-4-3-16,-2-4-7 0,-2 2-6 15,-8 4 2-15,-13 8 9 16,-14 10-28-16,-15 4-101 16,-19 8-138-16,-10 6-135 15</inkml:trace>
  <inkml:trace contextRef="#ctx0" brushRef="#br1" timeOffset="144401.03">9590 11315 707 0,'0'0'31'0,"0"0"43"0,0 0 19 0,0 0-51 16,0 0-15-16,0 0-27 15,25-15-1-15,17-7-1 16,7-7 0-16,4-2-24 16,8-2-31-16,-1-1 18 15,2 1 22-15,-8 2 1 0,-10 3-17 16,-15 8-31-16,-15 6-109 16,-14 6-76-16</inkml:trace>
  <inkml:trace contextRef="#ctx0" brushRef="#br1" timeOffset="145150.97">8837 9293 84 0,'0'0'837'0,"0"0"-800"0,0 0 95 0,0 0 70 16,0 0-69-16,0 0-38 15,0-42-71-15,-9 45-4 16,-7 30-17-16,-8 8 7 15,-8 12-9-15,4-8-1 16,1-4-10-16,5-7-80 16,-3-4-62-16,3-8-25 15,2-10 21-15,8-12-57 0,6 0-82 16,6-24-53-16,0-14 211 16</inkml:trace>
  <inkml:trace contextRef="#ctx0" brushRef="#br1" timeOffset="145301">8608 9296 136 0,'0'0'377'0,"0"0"-217"15,0 0-3-15,0 0-3 16,0 0-29-16,0 0-54 16,26-83-38-16,-6 113-13 15,11 11 100-15,9 5-50 16,3 5-51-16,3-7-17 16,0-2-2-16,-2-8-12 15,-11-9-114-15,-8-7-89 0,-21-7-167 16</inkml:trace>
  <inkml:trace contextRef="#ctx0" brushRef="#br1" timeOffset="145833.54">8006 9385 638 0,'0'0'352'0,"0"0"-316"0,0 0 116 0,0 0 46 0,0 0-89 0,0 0-8 16,-50-69-80-16,33 73-11 16,1 14-4-16,9 4-3 0,7 5-1 15,0-1-4 1,9 1-1-16,20 1-1 0,10 1 0 15,5 0 3-15,1 4 1 16,-5-1-1-16,-7 1-2 16,-10-4 3-16,-10-7 1 15,-11-4 5-15,-2-2-6 16,-4 0 7-16,-32 1 6 16,-13 1-9-16,-6-9-4 15,3-4-3-15,5-5-45 16,9-12-183-16,11-29-27 15,5-11-88-15,9-10-368 16</inkml:trace>
  <inkml:trace contextRef="#ctx0" brushRef="#br1" timeOffset="145884.65">8006 9385 174 0</inkml:trace>
  <inkml:trace contextRef="#ctx0" brushRef="#br1" timeOffset="145983.2">8006 9385 174 0,'-52'-61'638'16,"62"59"-602"-16,3-4 55 0,12-4 25 0,6-2-65 0,4-2-10 0,1-2-14 15,-1 2-18-15,-4 2-9 16,-6-4-16-16,-13 4-155 16,-12 8-433-16</inkml:trace>
  <inkml:trace contextRef="#ctx0" brushRef="#br1" timeOffset="147184.23">8791 11851 964 0,'0'0'86'0,"0"0"-70"0,0 0 45 0,0 0 20 16,0 0-28-16,0 0-40 15,0 0 1-15,48 2-11 16,6-18-3-16,4 0-7 16,-4 4-95-16,-10 0-4 0,-15 4-58 15,-14 3-114 1,-15 5 41-16,0 0-92 0</inkml:trace>
  <inkml:trace contextRef="#ctx0" brushRef="#br1" timeOffset="147300.31">8941 11855 68 0,'0'0'55'16,"0"0"404"-16,0 0-232 15,0 0-126-15,0 0-4 16,0 0-3-16,-86 54-62 16,124-54-32-16,22 0-5 15,15-20-165-15,6-16-482 16</inkml:trace>
  <inkml:trace contextRef="#ctx0" brushRef="#br1" timeOffset="152869.87">9708 8685 292 0,'0'0'409'0,"0"0"-346"0,0 0 71 0,0 0-24 0,0 0-22 0,0 0-17 0,0 0 33 15,0 0-10-15,0-41 1 16,0 41-9-16,0 0-50 16,0 0-15-16,0 0 2 15,0 0-17-15,0 14 3 16,7 22-8-16,8 11 30 15,6 7 12-15,-4 4-39 16,1 2 4-16,-3 6 5 16,1 1-10-16,-5-6-2 15,-4-2 6-15,-4-7-6 16,-3-10 4-16,0-9-5 0,0-12 1 16,0-3 2-16,0-7-2 15,0-3 0-15,0-3-1 16,0-5 0-16,0 2 0 15,0-2 0-15,0 0 0 16,0 2 1-16,0-2-2 16,0 0 2-16,0 0-2 15,0 0 0-15,0 0 1 16,0 0 1-16,0 0-1 16,4 0-2-16,13 0-2 15,17 0 4-15,13 0 0 0,7 0 0 16,6 0-1-16,7 4 1 15,12-1-1-15,11 2 0 16,7-1-1-16,7 5-4 16,5-1 6-16,17 2 1 15,8 1-1-15,8 0-3 16,6-4-1-16,-1-1 2 16,-4 0-4-16,-10 0 6 15,-12 2 2-15,-21-3-2 16,-15 3-1-16,-17-3 0 15,-10 1 1-15,-6 2 0 16,-6 1 0-16,-6-3 0 0,-1 0 1 16,-10-2 0-16,-6 2 0 15,-6-3-1-15,-7-2 0 16,-3-1 0-16,-4 0 1 16,-3 0-1-16,0 0 3 15,0 0-3-15,2 0 0 16,-2 0 1-16,0 0-1 15,0 0 0-15,0 0 0 16,1 0-43-16,7 0-127 16,3-4-88-16,0-18-106 15,0-5-285-15</inkml:trace>
  <inkml:trace contextRef="#ctx0" brushRef="#br1" timeOffset="153237.94">12342 9082 260 0,'0'0'238'0,"0"0"-161"0,0 0 141 0,0 0-85 0,0 0-1 0,0 0-33 16,0-97 5-16,0 95-10 15,0 0 24-15,0 2-16 16,0 0-70-16,0 0-8 16,0 0-12-16,0 0-5 0,0 22-2 15,-2 21-3-15,0 11 14 16,-1 3-3-16,3-1-7 16,0-1 4-16,0-7-10 15,0-6 1-15,0-1-1 16,0-9 0-16,0-2-1 15,0-4-15-15,0-8-67 16,0-6-200-16,0-4-19 16,0-7-234-16</inkml:trace>
  <inkml:trace contextRef="#ctx0" brushRef="#br1" timeOffset="154649.84">11497 10030 606 0,'0'0'360'0,"0"0"-312"0,0 0 163 0,0 0-76 0,0 0 10 0,0 0-9 16,-46-64-90-16,43 64-10 16,3 0-12-16,0 0-11 15,0 4-9-15,0 27-1 16,7 17-3-16,9 3 0 15,3-2 2-15,4-2-2 16,4-6 0-16,4-4-2 16,0-8-1-16,3-8-16 15,-3-11-34-15,-2-7 4 16,-2-3-67-16,-6 0 28 16,-3-11 50-16,-5-12 19 15,-7-11 19-15,-6-4 0 16,0-5 9-16,0 1 1 0,0 4 12 15,-6 4 26-15,-4 9-8 16,5 6 11-16,1 11 28 16,0 4-49-16,4 2 1 15,0 2-5-15,-2 0-17 16,2 0-4-16,0 0-5 16,0 21-3-16,0 12 3 15,0 14 7-15,0 4-1 16,0 2-2-16,6-3 3 15,3 0-5-15,-1-3 5 0,2-8-7 16,-2-5 0 0,-1-6-3-16,-1-8 2 0,2-3-11 15,-2-4-52 1,1-3-170-16,1-8-27 0,4-2-52 16,1 0-216-16</inkml:trace>
  <inkml:trace contextRef="#ctx0" brushRef="#br1" timeOffset="154966.97">12045 10131 462 0,'0'0'295'0,"0"0"-217"0,0 0 56 0,0 0-5 0,0 0-25 16,0 0 6-1,-12-93-8-15,12 93 7 0,0 0-5 16,0 0-63-16,-1 0-11 16,1 0-14-16,0 0-11 15,-2 13-1-15,2 23 0 16,0 11 5-16,0 9 5 16,0-2-11-16,0-1-1 15,3-7 1-15,7-4-6 16,-1-6-3-16,-4-2-9 15,-1-4-128-15,-2-8-128 16,-2-5-54-16,0-8-238 0</inkml:trace>
  <inkml:trace contextRef="#ctx0" brushRef="#br1" timeOffset="156618.26">12324 10162 525 0,'0'0'384'0,"0"0"-327"0,0 0 81 0,0 0 45 0,0 0-11 16,-53-102-21-16,53 99-65 15,0 3-38-15,0 0-13 16,0 0-11-16,0 0-15 16,11 25 1-16,18 13 3 15,8 4 9-15,1 0-13 16,3-3-8-16,-1-7 2 15,-3 0-3-15,-3-2-5 16,-6-2-9-16,0 0-50 16,-8-8-169-16,-9-4-143 15,-9-10-193-15</inkml:trace>
  <inkml:trace contextRef="#ctx0" brushRef="#br1" timeOffset="156834.03">12533 10124 116 0,'0'0'731'16,"0"0"-673"-16,0 0 10 16,0 0 104-16,0 0-49 15,0 0-64-15,-62 22-7 16,39 16 40-16,0 3-16 16,-2-8-36-16,2 0-23 15,1 1-15-15,-2-2-2 16,-1-2-27-16,5-4-96 15,2-7-107-15,3-2-106 0,6-9-391 16</inkml:trace>
  <inkml:trace contextRef="#ctx0" brushRef="#br1" timeOffset="157250.88">12961 10087 586 0,'0'0'351'0,"0"0"-331"15,0 0 28-15,0 0 113 16,0 0-40-16,0 0-70 16,5-99-36-16,-35 107-13 15,4 14 4-15,6 3 3 0,8 2 0 16,10-1-1-16,2 2-6 15,2 2-2-15,27-3 0 16,7-4-5-16,7-5 2 16,-1-3 3-16,-1-1 0 15,-4 0 1-15,-8 0 4 16,-9 0-2-16,-11 0 2 16,-9 3 6-16,0 2 40 15,-7 3 8-15,-26 2 16 16,-9-1-47-16,-6-3-16 15,4-1-11-15,4-8-1 16,4-8-17-16,10-3-126 0,6-16-118 16,7-28-14-1,13-16-285-15</inkml:trace>
  <inkml:trace contextRef="#ctx0" brushRef="#br1" timeOffset="157301.79">12961 10087 694 0</inkml:trace>
  <inkml:trace contextRef="#ctx0" brushRef="#br1" timeOffset="157433.69">12961 10087 694 0,'-20'-103'257'0,"20"101"-218"0,0 0 103 0,0-4-13 0,21-5-105 16,14-2-15-16,16-7 10 15,5 2-2-15,-1-2-4 16,-5 4 0-16,-11 5-6 16,-12 3-7-16,-13 5-6 0,-10 3-76 15,-4 0-181 1,-20 0-362-16</inkml:trace>
  <inkml:trace contextRef="#ctx0" brushRef="#br1" timeOffset="158252.53">12128 11931 967 0,'0'0'30'0,"0"0"8"0,-123 33 166 0,97-32-116 0,10-1-38 0,8 0-7 16,5-3-10-16,3-18-20 15,0-4-13-15,2 2-2 16,20 1-7-16,7 8-7 15,-1 4 9-15,5 10 5 16,-2 0-1-16,0 8 3 0,0 22 2 16,-2 10 4-1,-8 11-6-15,-11 12 5 0,-10 4-3 16,0 0 5-16,-16 0 1 16,-17-7-7-16,-5-10 6 15,-4-10 0-15,-1-9-2 16,6-13 5-16,3-11-8 15,5-5 8-15,7-2 8 16,5-8-4-16,3-20-10 16,9-7 2-16,5-3 13 15,0 3-18-15,5 9-2 16,11 10 2-16,3 10 27 16,4 3-13-16,4 3 3 0,4 3 7 15,-2 17-9 1,2 8 6-16,0 1-10 0,-6-4-7 15,-3-2-5-15,-2-6-2 16,0-3-7-16,1-5-84 16,2-9-215-16,6 0-67 15,3-25-429-15</inkml:trace>
  <inkml:trace contextRef="#ctx0" brushRef="#br1" timeOffset="158600.31">12509 12047 285 0,'0'0'654'16,"0"0"-621"-16,0 0 90 0,0 0 20 0,0 0 2 0,0 0-68 0,-40-62 6 15,38 62-57-15,-3 2-14 16,1 25-4-16,-3 6 5 16,2 6-6-16,5-3 0 15,0-2-7-15,5-3 1 16,17 2-1-16,7-7 0 15,0-8-1-15,5-8-11 16,-3-8-7-16,2-2-5 16,-4 0 9-16,-2-23-19 15,-7-6 34-15,-9-9 0 16,-9-8 1-16,-2-3 35 16,0 1-17-16,-17 8 0 15,-8 9 17-15,1 12-10 0,-1 5 6 16,0 6-32-16,4 8 0 15,-2 0-4-15,-2 0-55 16,-2 4-155-16,-6 12-121 16,-2 5-259-16</inkml:trace>
  <inkml:trace contextRef="#ctx0" brushRef="#br1" timeOffset="158968.19">12968 11964 1066 0,'0'0'87'0,"0"0"-28"16,0 0 244-16,0 0-153 16,0 0-99-16,0 0-19 15,31-77-20-15,-33 77-1 16,-11 0 2-16,-1 16-13 15,5 3 0-15,7 8-2 16,2-5 1-16,7 2-2 16,17 0-1-16,10-2 3 15,1 2 1-15,5-2 2 16,-6 0 1-16,-6 1-1 16,-7-2 1-16,-7-2-3 15,-10-4 10-15,-4 0-5 0,-2 1 6 16,-32-4 0-16,-11-3-11 15,-5-9-19 1,9-9-94-16,5-37-307 0,6-26-96 16</inkml:trace>
  <inkml:trace contextRef="#ctx0" brushRef="#br1" timeOffset="159450.31">12966 11815 818 0,'0'0'131'16,"0"0"-95"-16,0 0 94 15,129 18-72-15,-69-20-34 0,0-20-22 16,-6-11-2-16,-17 0-39 16,-10-10-53-16,-14-3-79 15,-8-8-105-15,-5-6 30 16,0 0-110-16,0-2 356 16,0 3 94-16,-16 7 185 15,-4 2-102-15,-11 7 88 16,-13 0-96-16,-19 4-29 15,-17 6-5-15,-20 9-39 16,-19 10 27-16,-12 14-16 16,-12 6-23-16,-2 38-35 15,-3 30 1-15,-4 30-4 16,3 37-21-16,6 39-10 16,23 31 8-16,33 32 3 15,40 5-3-15,45-3-11 0,27-15-9 16,66-23-3-1,40-27-1-15,32-29-7 0,27-37 4 16,28-45-9-16,23-58-18 16,15-39 1-16,0-82 1 15,-20-57 25-15,-36-47 4 16,-53-51 2-16,-59-39-2 16,-62-25-8-16,-40 14-41 15,-79 58 15-15,-67 70 1 16,-65 81 11-16,-56 54-150 15,-36 39-139-15,-19 13-257 16</inkml:trace>
  <inkml:trace contextRef="#ctx0" brushRef="#br1" timeOffset="160551.01">1549 5081 495 0,'-138'48'464'0,"-1"-4"-461"0,8-1 133 16,13-3-4-16,11 0 12 0,22-7 17 15,27-10-60-15,29-14-30 16,29-9-14-16,41 0-13 0,68-23-27 15,67-37-9 1,67-39-8-16,65-29-2 0,45-22 2 16,35-13-3-16,13-2-16 15,-13 5-9-15,-29 20-49 16,-60 26-8-16,-75 36-29 16,-90 38-77-16,-89 25-9 15,-58 15 2-15,-99 38-48 16,-79 37-129-16</inkml:trace>
  <inkml:trace contextRef="#ctx0" brushRef="#br1" timeOffset="160732.97">1918 5105 105 0,'-362'202'814'0,"38"-29"-666"15,84-35 46-15,88-53-14 16,90-49-55-16,67-36-99 16,104-41 19-16,76-54-30 15,80-55-12-15,74-42 1 16,66-22-3-16,40-6 8 15,17 3-5-15,-18 18-4 16,-56 23-57-16,-84 39-208 16,-115 43-392-16</inkml:trace>
  <inkml:trace contextRef="#ctx0" brushRef="#br1" timeOffset="163383.2">10310 3920 79 0,'0'0'814'0,"0"0"-772"0,0 0 128 0,0 0 47 0,0 0-47 0,0 0-73 0,0 0-44 15,-38-64-26-15,38 100 0 16,9 16 0-16,6 17 42 16,-1 0-46-16,-3 2-16 15,-2-5-2-15,0-4-4 16,-7-11 2-16,0-16-3 16,-2-16 0-16,0-10-1 15,0-6 1-15,0-3-2 16,0 0 7-16,0-33-10 15,-13-27 2-15,-9-20-15 16,6-14 8-16,5-3-3 16,7 11-8-16,4 9 10 15,0 18 8-15,19 14 2 0,10 13 1 16,10 10 0-16,-2 12 1 16,3 10 3-16,-2 4-2 15,-11 31-1-15,-9 5-1 16,-14 1-1-16,-4 7 0 15,-20 1 1-15,-22-3-1 16,-10 1 1-16,2-12-39 16,9-10-128-16,10-17-91 15,9-8-25-15,8 0-258 16</inkml:trace>
  <inkml:trace contextRef="#ctx0" brushRef="#br1" timeOffset="163552.04">10593 4257 893 0,'0'0'26'0,"0"0"30"0,0 0 130 15,0 0-59-15,0 0-43 16,0 0-9-16,0 6-35 16,0-6-30-16,0 0-10 15,0-18-134-15,0-8-154 16,0 2-232-16</inkml:trace>
  <inkml:trace contextRef="#ctx0" brushRef="#br1" timeOffset="163883.43">11050 3900 869 0,'0'0'24'16,"0"0"156"-16,0 0-83 15,0 0-16-15,0 0 2 16,0 0-43-16,-87-68-22 16,55 102-9-16,5 4-1 15,15 2-6-15,9-2-2 16,3 0 0-16,18 1-1 0,17-6 0 16,6 2 0-1,3-5-4-15,-4-2 4 0,-9-4 1 16,-13-8-1-1,-13 0 3-15,-5-2-1 0,-23 2 6 16,-23-2-2-16,-6-10 0 16,-1-4 16-16,8-8-21 15,14-27-36-15,11-16-146 16,15-3-145-16</inkml:trace>
  <inkml:trace contextRef="#ctx0" brushRef="#br1" timeOffset="164051.29">11326 4182 1121 0,'0'0'8'16,"0"0"32"-16,0 0 47 16,0 0-87-16,0 0-236 15,0 0-316-15</inkml:trace>
  <inkml:trace contextRef="#ctx0" brushRef="#br1" timeOffset="164616.93">11594 3959 410 0,'0'0'699'0,"0"0"-696"0,0 0 236 15,0 0-44-15,0 0-150 16,0 0-32-16,-6-6-7 15,25 35 9-15,3 9 3 16,-7 2-11-16,-1 1-4 16,-7-7-3-16,-5-8 0 15,-2-12-2-15,0-7-7 16,0-7 0-16,0 0 3 16,-2-19-8-16,-12-26-55 15,5-10 25-15,7-7 16 16,2 3 23-16,0 11 5 15,11 10 2-15,7 11 2 16,4 12 2-16,5 7 21 16,2 8-18-16,3 1 8 0,-3 30 0 15,-1 11-3-15,-2 2 13 16,-5-1-27-16,-6-1-18 16,-5-14 17-16,-6-11 1 15,-4-8-6-15,0-9-4 16,0 0 9-16,0 0-5 15,-9-19-8-15,-9-18-59 16,7-16 48-16,7-9 11 16,4-1 3-16,2 1 10 15,20 16 1-15,7 14 2 16,0 16 3-16,6 16 20 16,6 4 35-16,1 36-14 15,5 14 27-15,-7 9-25 0,-9-3-11 16,-8-1-6-16,-12-9-21 15,-9-5-10-15,-2-5-1 16,0-7-19-16,-19-8-56 16,-6-12-231-16,-10-13-127 15</inkml:trace>
  <inkml:trace contextRef="#ctx0" brushRef="#br1" timeOffset="164999.84">12159 3493 855 0,'0'0'224'0,"0"0"-224"0,-114-136 91 0,45 81 0 0,-20 1-45 0,-23 6 8 0,-21 17 60 16,-21 14 31-16,-26 17-70 15,-27 18-18-15,-23 42 12 16,-15 26-30-16,0 30-15 15,24 34 2-15,32 14 4 16,51 20-9-16,56 3-2 16,61-9-13-16,44-7 0 15,79-21-6-15,63-30-1 16,56-32-3-16,64-39-3 16,60-49 0-16,56-26-17 15,34-61-17-15,1-31 16 16,-41-21 25-16,-78-19 3 0,-95-20-3 15,-103-26 0-15,-98-21-3 16,-63 2 2-16,-105 27-30 16,-84 53-63-1,-77 65-82-15,-73 57-149 0,-52 34-69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10:20.153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12560 2846 681 0,'-178'21'18'16,"24"1"128"-16,31-6 12 0,30 0-78 15,35-5-36-15,31-5-14 16,27 0 4-16,18-5 37 15,58 3 13-15,40-4-65 16,46 0-8-16,45-1 7 16,19-15-1-16,16 1 16 15,1 3-8-15,-17 5-19 16,-15 3 33-16,-29-2-33 16,-34 1-1-16,-32 1 0 15,-32 2-4-15,-31 1-1 16,-25 1-32-16,-17 0-8 15,-11-5-88-15,-20-3-64 16,-34 0-187-16</inkml:trace>
  <inkml:trace contextRef="#ctx0" brushRef="#br0" timeOffset="1183.31">15243 2909 838 0,'0'0'176'0,"-194"-4"-168"0,111 2 150 0,27 0-26 0,30-1-53 16,23 0 10-16,13-1 3 15,52-2-35-15,36 0-48 16,40-4-7-16,20 2-1 15,10 4-1-15,-8 2 0 16,-13 2 1-16,-20 0-1 16,-31 0-8-16,-34 0-150 0,-33 0-32 15,-29 0-38 1,-17 0-33-16,-43 0-218 0</inkml:trace>
  <inkml:trace contextRef="#ctx0" brushRef="#br0" timeOffset="1375.64">15483 2853 105 0,'-118'0'350'15,"-2"10"-230"-15,11 3-20 16,18-1 103-16,33-5-63 16,29-3-44-16,24 2-34 15,5 1 5-15,31 2-18 16,28 2-18-16,20-4-26 16,19-5-2-16,10-2-2 15,0 0-1-15,2 0 0 16,-6 0-2-16,-10-9-30 0,-14-6-111 15,-15 1-165-15,-11-1-284 16</inkml:trace>
  <inkml:trace contextRef="#ctx0" brushRef="#br0" timeOffset="2252.15">20929 2869 391 0,'0'0'419'0,"-156"0"-368"0,63 0 63 0,-8 0 61 0,3-4-38 0,11-2-12 16,20 2-39-16,25 2 5 0,24 0-27 15,18 0-13-15,12-1 0 16,59-2-26-16,45 3-16 16,57-2-7-16,41 4-1 15,24 0 0-15,14 0 0 16,-3 0 2-16,-10 0-3 16,-21 9-12-16,-35-2-36 15,-42 1-60-15,-47-2-91 16,-48-4-23-16,-44-2-18 15,-18 0-25-15,-59 0-224 16</inkml:trace>
  <inkml:trace contextRef="#ctx0" brushRef="#br0" timeOffset="2450.41">20695 2865 810 0,'-194'14'53'0,"27"1"19"15,42-2 65-15,49-3-25 16,52-1-51-16,30-2-32 15,86 1 44-15,61 0-39 16,66-5-15-16,50-3-14 16,35 0-2-16,12 0-1 15,-4 0 1-15,-20 0-3 16,-43 0-20-16,-55-3-52 16,-67-8-133-16,-69-1-130 15,-58-1-342-15</inkml:trace>
  <inkml:trace contextRef="#ctx0" brushRef="#br0" timeOffset="3768.43">5932 3511 1119 0,'0'0'7'0,"-141"0"-3"0,110-2 105 0,29 2 5 0,4 0-78 16,54 0 30-16,46 18-32 15,64 6-11-15,60-4 8 16,55-7 14-16,37-9-25 16,12-3 18-16,-6-1-31 15,-23 0-7-15,-41 3-19 16,-44 1 17-16,-60 9-6 15,-54-3-9-15,-48 3-78 16,-54-4-106-16,-27 1-88 16,-77 6-365-16</inkml:trace>
  <inkml:trace contextRef="#ctx0" brushRef="#br0" timeOffset="5850.14">14220 3996 989 0,'0'0'7'0,"0"0"5"0,0 0 103 0,0 0-51 0,0 0-34 15,0 0-16-15,0 0-4 16,-14-10 12-16,14 10-2 16,0 23-6-16,6 22 2 15,7 18 92-15,1 9-69 16,-2 8 24-16,1 4-33 16,1 6 19-16,1 2-29 15,1 5 4-15,0 5-12 16,2 5 3-16,-1 3 0 15,1 8-2-15,1 4 0 0,-7 7-2 16,1 5-1-16,-3 4 6 16,-4 6-8-1,-6 4 0-15,0 3 2 0,0 2-4 16,0 1-3-16,0-2 0 16,0 5 0-16,0 9-1 15,0 5 1-15,0 1-2 16,-10 9 0-16,-6-5 2 15,-5 3 0-15,-5-5-2 16,-3-3 0-16,-2-5-1 16,0 1-1-16,2 8 1 15,0-3 1-15,0 8 5 16,0 7-6-16,0-1-4 16,0 7 4-16,0-5 1 15,-2-3 1-15,-1 1-1 0,1-1-2 16,-2-5 3-16,-3 4-2 15,-1-3 1-15,-4-3-1 16,1 2 0-16,3-5 1 16,1 2 1-16,2 1-1 15,5 6 0-15,4-3 0 16,6 7 0-16,3-1-1 16,3-2 1-16,2 2-1 15,-3-3 0-15,5-2 0 16,1 3 0-16,-2-3 0 0,1 1-2 15,1 3 3 1,1-5-2-16,2 1 2 0,3 6-1 16,2 0 0-1,0 8-1-15,0 2 0 0,5-3-1 16,10 2 0-16,-2-6 0 16,3 1-7-16,-3 5-4 15,-1 0 12-15,-1-1 1 16,3 9 0-16,5 6-1 15,6 11 1-15,6 11-1 16,2-6-3-16,5-2 3 16,1-16-4-16,-2-8-3 15,-1-4 1-15,-5-14-9 16,-2-10-11-16,-4-16-17 16,-6-41-24-16,4-39-115 15,-1-38-13-15,3-31-14 16,-4 3-193-16</inkml:trace>
  <inkml:trace contextRef="#ctx0" brushRef="#br0" timeOffset="7451.22">16038 5360 455 0,'0'0'567'0,"0"0"-496"0,0 0 190 0,0 0 10 16,0 0-181-16,0 0-42 16,0 0-16-16,-27-94-13 15,21 124-2-15,-3 24-9 16,0 16 7-16,-2 4-6 16,2-9-7-16,4-10-2 15,1-12 2-15,4-11-2 0,0-17 0 16,0-6-1-1,0-5-4-15,0-4 0 0,0-2-18 16,0-36 6-16,0-22 3 16,0-16 8-16,0-4 2 15,0 11 0-15,4 15 2 16,1 16 4-16,-3 17 2 16,1 14 3-16,-3 5 4 15,0 2-3-15,8 0 1 16,15 30-7-16,12 29 7 15,14 16 13-15,2 9-14 16,1 1-4-16,-8-3-2 16,-3-2-2-16,-4-6-3 0,-5-8-5 15,-8-16-41-15,-11-17-83 16,-11-15-125-16,-2-18-32 16,-19-11 8-16,-22-29-191 15</inkml:trace>
  <inkml:trace contextRef="#ctx0" brushRef="#br0" timeOffset="7616.7">15751 5742 812 0,'0'0'53'0,"0"0"123"0,0 0-45 0,0 0-57 0,0 0-43 16,0 0-17-16,-83 3 2 0,144-3-16 15,30-18-2 1,28-18-68-16,22-8-128 0,-2 6-95 15</inkml:trace>
  <inkml:trace contextRef="#ctx0" brushRef="#br0" timeOffset="7851.86">16916 5755 1217 0,'0'0'19'0,"0"0"14"16,0 0 186-16,0 0-135 15,0 0-77-15,0 0-2 0,11 16-1 16,63-16-2-16,10-2-2 16,4-16-3-16,-15 2-121 15,-15-1-172-15,-29 12-1 16,-25 3-140-16</inkml:trace>
  <inkml:trace contextRef="#ctx0" brushRef="#br0" timeOffset="8000.94">16949 5899 586 0,'0'0'333'0,"0"0"-273"16,0 0 63-16,0 0-49 0,0 0-53 15,0 0-11-15,145 23-10 16,-29-64-51-16,7-4-145 15,-11 4-187-15</inkml:trace>
  <inkml:trace contextRef="#ctx0" brushRef="#br0" timeOffset="8266.76">17749 5400 880 0,'0'0'67'16,"0"0"14"-16,0 0 128 15,0 0-56-15,0 0-4 16,0 0-61-16,-30-90-21 0,30 94-31 16,0 41-11-16,8 22 1 15,5 18 7-15,-1 10-30 16,-6-3 0-16,-6-1-3 15,5-8-10-15,1-14-98 16,1-21-153-16,0-21-26 16,-7-26-89-16</inkml:trace>
  <inkml:trace contextRef="#ctx0" brushRef="#br0" timeOffset="8468.09">17718 5503 126 0,'0'0'745'0,"-2"-113"-715"0,2 52 39 15,24 10-10-15,21 12-28 16,12 17-16-16,9 18 8 16,-4 4-3-16,-9 30 10 15,-16 20-9-15,-20 9-3 16,-17 3-11-16,-21-6-4 16,-34-8-3-16,-12-10 0 15,-2-16-55-15,7-14-81 16,11-8-193-16</inkml:trace>
  <inkml:trace contextRef="#ctx0" brushRef="#br0" timeOffset="8950.11">18897 4707 865 0,'0'0'34'0,"0"0"7"16,-116-48 47-16,76 39 15 15,-1 5-68-15,2 4-2 16,1 0-4-16,-2 0-2 16,-2 8 0-16,10 11-9 15,1 8-9-15,10 3 0 0,11 1 3 16,10 9-7-1,0 0 30-15,6 4-21 0,17 3 3 16,-1 5 21-16,-2 3-23 16,-2 9 32-16,-7 14-20 15,-6 11-4-15,-5 11-10 16,0 4-1-16,0 0-3 16,0-3 11-16,-3-2-8 15,-2-10 4-15,2-3-6 16,2-7 1-16,1-9 0 15,0-8-1-15,1-9-5 16,16-6-2-16,5-11-2 16,7-8-1-16,16-6-3 0,17-9-22 15,18-8-51 1,19-5-110-16,7 0-55 0,-7-20-33 16,-8-4-325-16</inkml:trace>
  <inkml:trace contextRef="#ctx0" brushRef="#br0" timeOffset="9233.85">19244 5184 485 0,'0'0'453'0,"0"0"-439"0,0 0 125 0,0 0 62 0,0 0-45 0,0 0-47 16,-16-61-64-16,16 64-4 16,-4 37-23-16,2 20 5 15,2 14 15-15,0 4-21 16,0-8-15-16,0-2-1 16,9-7-1-16,4-2-26 15,2-9-103-15,4-9-160 16,-3-11-20-16,3-16-280 15</inkml:trace>
  <inkml:trace contextRef="#ctx0" brushRef="#br0" timeOffset="9449.91">19652 5474 953 0,'0'0'9'16,"0"0"16"-16,0 0 102 15,0 0-52-15,0 0-47 16,0 0-24-16,116-13 5 16,-49 13-2-16,1 0-2 15,2 0-4-15,-3-2-1 16,-7-11-5-16,-14-5-53 16,-14-1-117-16,-25-8-122 15,-7 1-332-15</inkml:trace>
  <inkml:trace contextRef="#ctx0" brushRef="#br0" timeOffset="9633.86">19893 5213 786 0,'0'0'112'15,"0"0"23"-15,0 0 24 16,0 0-57-16,0 0-49 16,0 0-46-16,-9 98 58 15,24-29-18-15,3 4-23 16,0 0-17-16,-2 4-7 15,-5-5-38-15,-4-8-133 16,-7-5-44-16,0-15-231 16</inkml:trace>
  <inkml:trace contextRef="#ctx0" brushRef="#br0" timeOffset="10050.86">21042 5039 1126 0,'0'0'30'0,"0"0"143"16,0 0 32-16,0 0-96 15,0 0-54-15,0 0-35 16,0-20-1-16,0 48-2 15,2 11 0-15,12 9-11 16,-3-4-6-16,-1-2-38 16,-2-6-106-16,3-10-139 0,-5-10-42 15,-6-14-214 1</inkml:trace>
  <inkml:trace contextRef="#ctx0" brushRef="#br0" timeOffset="10366.81">21049 5065 470 0,'0'0'459'15,"0"0"-429"-15,7-106 9 16,26 70 10-16,14 5-16 16,11 10-13-16,-2 10-8 15,-7 11 4-15,-9 0-2 16,-16 32-7-16,-15 12-7 16,-9 9 11-16,-17 3-6 15,-33-6-5-15,-8-6 0 0,0-10 0 16,2-9 3-16,14-10-3 15,9-8 4-15,6-7-3 16,16 0 0-16,7 0 2 16,4 0 7-16,0 0-10 15,26 0 1-15,15 0-1 16,12 0 7-16,2 11-3 16,4 14 6-16,-1 1 0 15,2 2-5-15,-4-6-3 16,-6-8-2-16,-2-10-11 15,-15-2-133-15,-19-2-309 16</inkml:trace>
  <inkml:trace contextRef="#ctx0" brushRef="#br0" timeOffset="10618.1">20626 5675 257 0,'0'0'800'0,"0"0"-778"16,0 0 64-16,0 0 19 16,0 0-65-16,0 0 1 15,207-4-33-15,-51-17-4 16,13-1 0-16,18 4 3 16,-2 3 5-16,-9 2-1 0,-13 4-11 15,-34 0-4 1,-38 5-7-16,-35 0-117 0,-44 4-58 15,-26 0-159-15,-61 3-339 16</inkml:trace>
  <inkml:trace contextRef="#ctx0" brushRef="#br0" timeOffset="10851.89">20973 5881 702 0,'0'0'398'15,"0"0"-383"-15,0 0 101 16,0 0 111-16,0 0-91 0,0 0-108 16,-6 48-19-1,6-14 30-15,15 10-14 0,3 3-16 16,0-1-9-16,0-2-2 16,-2-2-89-16,1-4-254 15,-7-12-12-15</inkml:trace>
  <inkml:trace contextRef="#ctx0" brushRef="#br0" timeOffset="11435.82">21287 6028 130 0,'0'0'927'16,"0"0"-912"-16,0 0 88 15,0 0 152-15,0 0-93 0,0 0-140 16,-15-62-11-16,15 66 6 15,0 25 1-15,0 14-13 16,0 7 1-16,0 0-6 16,4-4-2-16,15-8 1 15,6-5-4-15,7-14-10 16,4-6-27-16,2-13-17 16,-3 0-74-16,-8-19 48 15,-12-15 15-15,-15-12 36 16,0-6-14-16,-33 4 31 15,-15 8 13-15,-6 8 4 16,0 9 2-16,12 5 14 16,15 6 0-16,16 4 16 15,11-2 1-15,13 0-33 16,37-4-51-16,21 2 51 0,14 2-6 16,-1 4-7-16,-8 4 8 15,-12 2 3-15,-16 0 0 16,-15 0 2-16,-18 0 0 15,-11 0 2-15,-4 12 1 16,0 16 10-16,-13 10 14 16,-7 11-3-16,5 1-2 15,8-3-15-15,7-2-4 16,0 0 4-16,16-6 1 16,13-7-8-16,0-9-3 0,4-15-7 15,2-8-9 1,1 0 19-16,-1-23 3 0,-6-12 4 15,-10-14 4-15,-13-9 17 16,-6-9 6-16,-6 2 1 16,-23 3-17-16,-9 11-11 15,-5 7-7-15,1 2-77 16,-2 5-114-16,1 1-382 16</inkml:trace>
  <inkml:trace contextRef="#ctx0" brushRef="#br0" timeOffset="11917">22105 4759 494 0,'0'0'458'0,"0"0"-451"0,145-42 49 0,-92 41 25 0,-8 1-26 0,-5 0-41 0,-7 12 4 16,-4 8 5-16,-6 8-3 16,-4 6 10-16,-3 7-6 15,-5 5-10-15,-1 4-4 0,-8 4 33 16,-2 0-21-16,0 2 16 15,0 5 21-15,0 6 3 16,2 14-37-16,0 3 3 16,5 6-10-16,1 7-8 15,4 1-4-15,1 5 1 16,3 0-3-16,-1-1-2 16,-3-6 2-16,-1-5 1 15,-5-9 2-15,-3-7 4 16,-3-7 3-16,0-6 2 15,0-8-4-15,-20-10-2 16,-16-4-2-16,-11-8-3 16,-17-7-5-16,-21-7-4 15,-17-16-74-15,-14-2-205 0,-7-35-115 16</inkml:trace>
  <inkml:trace contextRef="#ctx0" brushRef="#br0" timeOffset="12432.28">22836 4443 1051 0,'0'0'42'0,"0"0"117"0,0 0 27 0,0 0-95 0,0 0-84 15,0 0-6-15,0 0 14 16,0 105 7-16,0-74-10 15,0-8-11-15,0-9 0 16,0-8-1-16,0-2 3 16,0-4-4-16,0 0 1 15,-14-15-6-15,-10-17-20 0,2-12-9 16,4-3 23-16,11-5 2 16,7 7 5-16,0 3 1 15,27 10 4-15,11 11 19 16,6 17-19-16,6 4-6 15,1 15 6-15,0 23 10 16,-6 12 13-16,-5 7-17 16,-14 5 1-16,-19-3-7 15,-7 2-14-15,-20-9-17 16,-33-6-291-16,-12-12-231 16</inkml:trace>
  <inkml:trace contextRef="#ctx0" brushRef="#br0" timeOffset="17900.12">15681 7732 945 0,'0'0'37'0,"0"0"48"0,0 0 101 0,0 0 25 0,0 0-62 0,0 0-94 0,0 0-21 0,-29-44-13 0,16 92-4 16,-6 22 1-16,-4 15 5 16,1-1-15-16,4-12-6 15,0-12 3-15,7-14-5 16,2-16 0-16,5-14 5 0,4-10-5 16,0-6-1-16,0 0-5 15,0-26-4-15,0-29-11 16,2-24-9-16,11-13 15 15,3 6 14 1,1 9-4-16,-3 21 3 0,-1 18 2 16,-3 16 7-16,-6 11-3 15,0 9 4-15,5 2-1 16,13 19-3-16,14 27 0 16,9 21 16-16,1 10-9 15,-4 3 3-15,-7-1-11 16,-4-7 1-16,-5-8-4 15,-4-11-6-15,-5-15 5 0,-5-15-44 16,-7-13-109-16,-5-10-220 16,0-4 30-16,-9-28-393 15</inkml:trace>
  <inkml:trace contextRef="#ctx0" brushRef="#br0" timeOffset="18116.97">15245 8174 882 0,'0'0'188'0,"0"0"-176"15,0 0 22-15,0 0 24 0,0 0-35 0,172-42-23 16,-52 3-14-16,11-5-126 15,-2 3-151-15</inkml:trace>
  <inkml:trace contextRef="#ctx0" brushRef="#br0" timeOffset="18365.89">16402 8082 382 0,'0'0'709'0,"0"0"-703"15,0 0 61-15,0 0 25 16,0 0-31-16,0 0-53 16,6 19-1-16,46-19 1 15,5 0-8-15,3 0-3 16,-4-8-45-16,-7-4-137 15,-18 5-51-15,-22 4-202 16</inkml:trace>
  <inkml:trace contextRef="#ctx0" brushRef="#br0" timeOffset="18515.93">16379 8279 813 0,'0'0'111'0,"0"0"-95"16,0 0 62-16,0 0-9 0,0 0-37 15,179 13-32-15,-73-42-5 16,4-8-157-16,-16 6-362 16</inkml:trace>
  <inkml:trace contextRef="#ctx0" brushRef="#br0" timeOffset="20416.72">9055 2765 870 0,'0'0'11'0,"0"0"9"0,-147-6 133 0,123 4-60 0,15 0-30 16,5-1 0-16,4 3-26 15,0 0-3-15,13 0-19 16,36 0-11-16,36 7 6 0,23 5-6 16,24-2 1-1,14-3-5-15,16-1 0 16,11-5 7-16,12-1 8 16,2 0 0-16,-4 0-9 0,-13 0-4 15,-21-4 8-15,-31-2-10 16,-36 4-1-16,-32 2-14 15,-31 0-25-15,-19 0-39 16,0 0 4-16,-31-4 2 16,-20-6-145-16,-23-2-118 15,-8-4 3-15</inkml:trace>
  <inkml:trace contextRef="#ctx0" brushRef="#br0" timeOffset="20866.97">8922 2727 1028 0,'0'0'3'15,"-129"8"1"-15,96-5 74 16,12-2-21-16,15-1-20 16,6 0-23-16,2 2 8 15,42-2 21-15,39 0-12 16,34 0-11-16,33 0-13 15,24 0-5-15,15 0 0 16,10 0-1-16,1 0 2 16,-4 14 4-16,-18 4 10 15,-21 3-10-15,-26-6-4 16,-25-3 1-16,-21-4-3 16,-25-4 1-16,-22-2 1 0,-17-2-2 15,-15 0 4-15,-6 0 9 16,0 0 28-16,0 0 3 15,0 0-6-15,0 0 9 16,0 0-11-16,0 0-27 16,0 0 3-16,0 0-8 15,0 0-2-15,0 0-3 16,0 0-12-16,0 0 12 16,0 0-1-16,0 0-2 15,0 0-35-15,0 0-23 16,0 0-15-16,0 0-55 15,0-2-112-15,0-14-263 0</inkml:trace>
  <inkml:trace contextRef="#ctx0" brushRef="#br0" timeOffset="25333.86">17397 7885 1058 0,'0'0'24'0,"0"0"151"0,0 0 29 0,0 0-26 0,0 0-108 15,0 0-42-15,0 0 4 16,-27-63-16-16,25 71-9 16,-2 26-7-16,0 12 13 15,-3 7-13-15,5-9 0 16,2-6 0-16,0-7-4 15,0-4 4-15,0-11-21 16,0-6 3-16,0-8-14 16,0-2-4-16,0 0 25 15,0 0 3-15,0-7-26 16,9-18-1-16,8-3 33 16,5 0 1-16,6 6 0 0,5 6 2 15,2 4-1-15,0 12 1 16,6 0-1-16,4 4 0 15,-4 24 4-15,-4 6 15 16,-13 4 2-16,-15 4 3 16,-9-5-19-16,-8 0 8 15,-29-5-12-15,-9-3-1 16,-10-11-12-16,-2-7-90 16,-2-8-164-16,2-3-50 15,7-17-199-15</inkml:trace>
  <inkml:trace contextRef="#ctx0" brushRef="#br0" timeOffset="25486.48">17317 7867 496 0,'0'0'474'16,"0"0"-463"-16,0 0 47 16,0 0 15-16,0 0-55 15,0 0-18-15,162-59-26 16,-96 59-86-16,-4 0-128 15,-6 12-373-15</inkml:trace>
  <inkml:trace contextRef="#ctx0" brushRef="#br0" timeOffset="25849.71">17956 7947 112 0,'0'0'798'0,"0"0"-789"15,0 0 91-15,0 0 18 16,0 0-48-16,0 0-60 16,-31 25 4-16,31 14 19 15,0 7-20-15,0 0-10 16,12 0-2-16,5-6-1 16,1-5-8-16,4-14-5 15,-2-6-26-15,3-9-25 16,4-6 0-16,-1-6 52 0,1-25 12 15,-5-12 2 1,-6-7 4-16,-11-4 9 0,-5 3 25 16,0 2 8-16,-21 11 17 15,-10 12-15-15,-5 8-2 16,1 12-29-16,-3 6-9 16,-2 0-20-16,4 6-3 15,3 16-58-15,4 13-72 16,8 1-127-16,13 3-191 15</inkml:trace>
  <inkml:trace contextRef="#ctx0" brushRef="#br0" timeOffset="26249.88">18362 7982 342 0,'0'0'560'0,"0"0"-532"15,0 0 145-15,0 0-38 16,0 0-37-16,0 0-61 16,4-32-29-16,-4 61-4 15,-4 9 11-15,-2 6-3 16,6-2-8-16,0-2-2 16,0-2-2-16,8-6 0 15,8-7-11-15,4-10-13 16,4-5-22-16,7-10-8 15,6 0-4-15,0-7 32 0,1-23 16 16,-5-10 7 0,-8-7 3-16,-12-6 5 0,-9 2 14 15,-4 4 17-15,-4 8 7 16,-23 8 32-16,-6 12-22 16,-4 6-25-16,3 8-20 15,3 5-8-15,2 0-6 16,4 0-59-16,1 22-120 15,6 6-66-15,9 2-199 16</inkml:trace>
  <inkml:trace contextRef="#ctx0" brushRef="#br0" timeOffset="26584.21">18837 7949 424 0,'0'0'460'0,"0"0"-394"0,0 0 118 16,0 0-32-16,0 0-67 16,0 0-80-16,2-21-3 15,-2 60-2-15,0 11 8 16,0 4-8-16,0-3-1 16,0-5-1-16,6-11-6 15,17-9-13-15,4-10-21 16,2-12 12-16,4-4-5 0,1-4 17 15,-3-23 18 1,-6-8 2-16,-15-7 3 0,-10-4 13 16,0-2 17-16,-14 2 6 15,-19 8-3-15,-2 10 9 16,-3 10-41-16,2 5-6 16,3 12-39-16,-2 1-143 15,6 0-130-15,7 0-521 16</inkml:trace>
  <inkml:trace contextRef="#ctx0" brushRef="#br0" timeOffset="27217.09">20370 7372 837 0,'0'0'15'0,"0"0"61"0,-128-41 71 0,71 35-40 0,-5 5 8 16,2 1-20-16,-1 0-1 15,3 0-42-15,2 1-10 16,9 6-12-16,5 3 23 16,4 5-38-16,7 2-6 15,2 2-4-15,9 7-1 16,5 8 0-16,7 6 9 15,4 5-10-15,4 3 0 16,0 4 2-16,0 4 1 16,1 3 11-16,2 2-17 15,0 10 1-15,-3 5 4 16,0 12 0-16,0 8-1 16,-11 6 3-16,-4 14 0 15,1 7-7-15,1 5 3 0,1 1-3 16,1-7 2-16,3-6-2 15,3-4 0-15,0-6 0 16,5-15 0-16,0-7-1 16,11-12 1-16,21-7-3 15,10-11-5-15,12-8 3 16,14-10-13-16,17-14-55 16,15-16-21-16,16-6-104 15,9-7-34-15,-4-30-155 16,-19-13-358-16</inkml:trace>
  <inkml:trace contextRef="#ctx0" brushRef="#br0" timeOffset="27549.68">20392 7988 971 0,'0'0'12'0,"0"0"36"0,0 0 111 0,0 0-34 0,0 0-6 16,0 0-64 0,-16-75-17-16,16 75-5 15,0 1-16-15,0 34-8 0,0 17 1 16,0 10 26-16,0 1-29 15,0-4-7-15,0-1 0 16,0-4-5-16,0-4-27 16,7-1-36-16,2-3-134 15,7-12-103-15,5-11-237 16</inkml:trace>
  <inkml:trace contextRef="#ctx0" brushRef="#br0" timeOffset="27800.72">20777 8329 311 0,'0'0'709'16,"0"0"-696"-16,0 0 81 16,0 0-35-16,0 0-38 15,117-51-13-15,-42 42-4 16,0 6-2-16,-7-1 2 15,-6-1-3-15,-11 4-1 16,-13 1-4-16,-18 0-60 16,-16 0-136-16,-4 0-72 15,-6-5-42-15,-19-7-35 16</inkml:trace>
  <inkml:trace contextRef="#ctx0" brushRef="#br0" timeOffset="27999.4">21049 8065 337 0,'0'0'388'0,"0"0"-293"16,0 0 7-16,0 0 16 16,0 0-33-16,0 0-62 15,-5 44-11-15,5 12 44 16,3 8 1-16,6 0-27 16,0 6-6-16,-1 3-21 15,0-5-3-15,-6-2-12 16,-2-10-100-16,0-11-36 0,0-13-138 15,-8-13-419 1</inkml:trace>
  <inkml:trace contextRef="#ctx0" brushRef="#br0" timeOffset="29099.24">21898 7943 791 0,'0'0'205'0,"0"0"-164"0,0 0 60 0,0 0-19 0,0 0 15 0,-54-116-45 15,70 93-42-15,15 5-8 16,7 6-2-16,2 8-1 15,3 4 1-15,-1 4-2 16,-5 28 1-16,-8 12-1 16,-10 5 2-16,-15 2 3 15,-4 0 4-15,-11-7-5 16,-22-4 4-16,-6-10-1 16,-1-6-1-16,3-8 19 0,6-6-8 15,2-3 8-15,6-4 31 16,4-3 0-16,5 0-37 15,7 0 2-15,7 0-3 16,0 0-7-16,0 0-9 16,7 0-16-16,28-1 16 15,21-12 2-15,15-1-2 16,12-1-8-16,2 5-46 16,0-3-5-16,-8 3-38 15,-17 4-78-15,-12 4-84 16,-25-1-222-16</inkml:trace>
  <inkml:trace contextRef="#ctx0" brushRef="#br0" timeOffset="29382.58">21606 8454 884 0,'0'0'222'0,"0"0"-212"0,0 0 77 0,0 0 49 0,0 0 55 16,0 0-148-16,88 0-30 15,24 0-6-15,23-14-3 16,9-4-4-16,7 3 1 0,3 4 0 16,-4-2 1-1,-13 8 0-15,-23-1 0 0,-27 2-2 16,-33-1-31-1,-29-1-126-15,-25-1-24 0,-14 0-45 16,-42 7-248-16</inkml:trace>
  <inkml:trace contextRef="#ctx0" brushRef="#br0" timeOffset="29683.74">21885 8845 731 0,'0'0'239'0,"0"0"-193"16,0 0 99-16,0 0 68 16,0 0-30-16,0 0-93 15,2-82-66-15,-2 82 18 16,0 25-25-16,0 19 11 15,1 15 13-15,7 3-29 16,-4 1-6-16,2-5-6 16,0-4 0-16,0-10-25 15,3-6-141-15,-7-10-173 0,4-12-9 16,6-14-322 0</inkml:trace>
  <inkml:trace contextRef="#ctx0" brushRef="#br0" timeOffset="30402.34">22195 8847 883 0,'0'0'66'15,"0"0"-43"-15,0 0 120 16,0 0 33-16,0 0-53 16,0 0-85-16,0-54-30 15,0 66-5-15,0 24 7 16,4 12 7-16,0 6-5 15,-2 2-9-15,3-5-1 16,6-5-2-16,4-10-2 16,10-11-8-16,6-8-3 0,1-13-35 15,-1-4-9-15,-2 0 23 16,-7-27 6-16,-11-6 18 16,-9-11 10-16,-2-2 1 15,-8 1 0-15,-21 3 10 16,-7 8 2-16,-5 6 15 15,2 8-15-15,3 4 13 16,16 5-19-16,11 5-1 16,9 1-6-16,0-1-8 15,29-2-13-15,20 2 2 16,12 2-13-16,1 4-12 16,-5-2 7-16,-1 0 18 15,-2-3 16-15,-5-1 3 0,-9 3-1 16,-14-2 2-16,-8 2 1 15,-8 1 2-15,-8 2-2 16,-2 0 4-16,0 0 12 16,0 0 2-16,0 2-20 15,-8 22 0-15,-7 7 7 16,1 11-2-16,4-1-2 16,5 5-3-16,5 5 2 15,0-1 0-15,0 0-2 16,0-7 0-16,7-10 0 0,8-8 0 15,5-8-6 1,3-11 1-16,6-6-5 0,2 0 5 16,-2-12 3-16,2-14 2 15,-6-9 0-15,-8-6 0 16,-5-12 1-16,-12 2 7 16,0-4 7-16,-2 11 20 15,-21 7 11-15,-8 8 17 16,0 11 2-16,-5 4-40 15,1 2-25-15,4 6-1 16,3 4-55-16,6 2-73 16,-2 0-70-16,4 0-208 15,4 4-330-15</inkml:trace>
  <inkml:trace contextRef="#ctx0" brushRef="#br0" timeOffset="31069.42">22943 7680 1051 0,'0'0'54'0,"0"0"-40"0,0 0 21 0,0 0 18 0,0 0 7 0,0 0-16 16,69-14-35-16,-20 11-6 15,3 0 5-15,-4 0-6 16,-5 0 1-16,-7 1-1 16,-3 2-2-16,-4-2 1 15,-2 2 0-15,-3 0 3 16,-6 0-4-16,-3 0-3 15,-6 0 3-15,-2 10 0 16,-5 8 9-16,0 7-3 16,-2 4 1-16,0 5 8 15,0 3-10-15,0 1-4 16,0 2 1-16,0 4 3 0,0-1-1 16,0 8 6-16,0 1 4 15,0 2 12-15,0 6 0 16,0 2-11-16,0 4-5 15,-6 1-2-15,-1 2-3 16,5-2-2-16,2-1-1 16,0-4-1-16,0-2 7 15,0-1-8-15,7-3 1 16,-1 0-1-16,1 1 3 16,2 0-3-16,-2 0 4 15,-1-7-4-15,1-6 1 16,-3-6-1-16,1-6 3 0,-5-6-3 15,0-6 1 1,0-6 13-16,0-4 3 0,0-3 1 16,-7 0 21-16,-2-1-39 15,-11 0-3-15,-9 2-17 16,-18 4-31-16,-24 5-132 16,-25 3-68-16,-24-1-340 15</inkml:trace>
  <inkml:trace contextRef="#ctx0" brushRef="#br0" timeOffset="32734.08">23981 7728 318 0,'0'0'227'0,"0"0"-106"0,0 0-33 0,0 0 61 15,0 0-58-15,0 0-3 16,0 0-23-16,-60-42-13 15,46 16-18-15,8-2-2 16,6 3 5-16,0 6-16 0,0 0 4 16,14 7-22-16,9 5-2 15,6 3-1-15,1 4 1 16,-6 0-1-16,-3 10 0 16,-4 16 3-16,-3 8 6 15,-8 6 2-15,-6 0 7 16,0-2-1-16,0-4 3 15,-16-2 3-15,-12-4 29 16,-6 0-10-16,-8-6-9 16,2-3 16-16,5-8-26 15,8-2-4-15,11-5-5 16,9-3-1-16,7-1-4 16,0 0-8-16,36 0-1 0,49-9-4 15,48-26 3-15,39-9-83 16,24-16-242-16,-7-8-241 15</inkml:trace>
  <inkml:trace contextRef="#ctx0" brushRef="#br0" timeOffset="34500.44">15557 10429 230 0,'0'0'473'0,"0"0"-337"0,0-105 12 0,0 86-24 0,0 11-7 15,0 4 56-15,0 4-109 16,0 4-18-16,-3 36 22 15,-7 22 6-15,-6 20-18 16,-2 2-28-16,0-3-12 16,3-11-5-16,3-12-6 0,4-14-1 15,1-16-3-15,7-12-2 16,0-10-4-16,0-6-20 16,0 0 12-16,9-40 6 15,9-20-2-15,4-20-2 16,-2-5 3-16,0 7-2 15,-2 12 1-15,0 14 9 16,-5 19 0-16,-1 14 2 16,-6 15 3-16,5 4 3 15,7 24-6-15,7 20 22 16,1 13 2-16,3 9-9 0,-2-1-7 16,-1 2-2-1,-1-3-5-15,-4-3-3 0,-9-9-7 16,-3-3-10-16,-7-6-88 15,-2-5-180-15,0-12-36 16,-13-14-95-16</inkml:trace>
  <inkml:trace contextRef="#ctx0" brushRef="#br0" timeOffset="34667.98">15330 10726 948 0,'0'0'36'0,"0"0"38"15,0 0 53-15,0 0-34 16,0 0 30-16,0 0-102 0,114-10-21 16,-16 10-3-1,22 0-138-15,5-10-123 0,-1-8-326 16</inkml:trace>
  <inkml:trace contextRef="#ctx0" brushRef="#br0" timeOffset="34882.18">16570 10828 994 0,'0'0'50'0,"0"0"-10"16,0 0 88-16,0 0-17 0,0 0-43 15,0 0-53 1,43 0-2-16,33-16-13 0,9 3-84 15,-8 3-87-15,-17 3-96 16,-26 7-209-16</inkml:trace>
  <inkml:trace contextRef="#ctx0" brushRef="#br0" timeOffset="35018.48">16600 11003 748 0,'0'0'86'0,"0"0"-41"16,0 0 94-16,0 0-41 15,0 0-51-15,0 0-12 0,51 34-35 16,67-59-18-16,16-11-254 16,-3-6-536-16</inkml:trace>
  <inkml:trace contextRef="#ctx0" brushRef="#br0" timeOffset="35716.75">17612 10749 562 0,'0'0'359'0,"0"0"-287"0,0 0 71 0,0 0 14 0,0 0-9 0,0 0-83 0,-23-27-37 16,23 62 6-16,-5 12 39 15,-1-1-40-15,-3-6-24 16,0 1-9-16,4-10-7 15,3-6-13-15,2-8-49 16,0-9-19-16,0-3-6 16,0-5-6-16,0 0 67 15,2-13 21-15,17-10 3 16,0-5 6-16,6 3 3 16,4 7 2-16,2 7 0 15,7 6 3-15,4 5 3 16,9 0 15-16,7 18 8 0,2 13 43 15,-10 2 21-15,-17 3-43 16,-20-1-10-16,-13-1 21 16,-22 0-1-16,-33 0-40 15,-14 2-22-15,-1-6-2 16,8-8-60-16,9-10-73 16,8-12-75-16,9 0 8 15,7-27-13-15,4-20-152 16</inkml:trace>
  <inkml:trace contextRef="#ctx0" brushRef="#br0" timeOffset="35866.75">17520 10820 173 0,'0'0'595'0,"0"0"-501"15,0 0-11-15,0 0 10 16,0 0-38-16,129-77-32 16,-62 70-21-16,7 3-2 15,7 4-21-15,-2 0-89 16,-8 14-205-16,-13 12-270 15</inkml:trace>
  <inkml:trace contextRef="#ctx0" brushRef="#br0" timeOffset="36183.67">18280 10881 645 0,'0'0'177'16,"0"0"-79"-16,0 0 27 15,0 0-39-15,0 0-10 0,0 0-15 16,-31 18-37-16,19 17 21 15,6 6 3-15,3-1-16 16,3 0 0-16,0-2-25 16,21-6-6-16,8-8-1 15,2-8-7-15,0-10-18 16,5-6 8-16,-5 0 1 16,-2-9 2-16,-4-16 6 15,-13-5 8-15,-5-6 1 16,-7-7 6-16,0-3 1 15,-15 4 2-15,-12 2 1 16,-3 8 8-16,4 13 29 0,-1 2-42 16,2 11-6-1,2 6-9-15,-2 0-123 0,7 20-58 16,5 10-34-16,9 4-272 16</inkml:trace>
  <inkml:trace contextRef="#ctx0" brushRef="#br0" timeOffset="36549.67">18685 10849 865 0,'0'0'110'0,"0"0"-50"0,0 0 28 15,0 0-39-15,0 0 25 16,0 0-30-16,-22 94-21 15,20-59-13-15,2 6 3 16,0-3-7-16,0-6-5 16,8-3-1-16,13-15-5 15,3-3 0-15,5-11-7 16,5 0 7-16,-3-11-4 16,0-18 6-16,-8-7 3 15,-10-7 2-15,-9-5 6 16,-4 4 0-16,-4 5 9 15,-21 4 14-15,-6 9-2 16,-6 12 34-16,0 8-56 16,0 6-7-16,0 0-4 0,8 12-119 15,8 14-32-15,9-2-244 16</inkml:trace>
  <inkml:trace contextRef="#ctx0" brushRef="#br0" timeOffset="36903.89">19122 10884 755 0,'0'0'114'15,"0"0"-15"-15,0 0-30 0,0 0-42 16,0 0 45-16,0 0-38 15,-15 137-27-15,15-93-4 16,0-2-2-16,0-4 3 16,8-8-4-16,7-8 0 15,6-12-5-15,6-8-1 16,4-2 6-16,4-16-4 16,-3-15 3-16,-6-10 1 15,-11-5 5-15,-12-1 6 16,-3 1 13-16,-13 4 28 15,-23 10-12-15,-7 11-19 16,-1 10 4-16,0 11-25 0,8 0-35 16,14 13-97-16,12 4-146 15</inkml:trace>
  <inkml:trace contextRef="#ctx0" brushRef="#br0" timeOffset="37366.05">20322 10324 942 0,'0'0'14'16,"0"0"16"-16,0 0 8 15,-157-92 4-15,101 82 13 16,-2 9-12-16,0 1-15 0,7 0 1 15,10 0 15-15,8 13 1 16,9 11-23-16,8 9 16 16,3 5-14-1,6 7 32-15,7 0-38 0,0 10 23 16,0 2-27-16,0 8-5 16,4 5 5-16,-1 4-1 15,4 8-6-15,-3 6 4 16,0 6-2-16,-2 11-1 15,-2 8-3-15,0 15 0 16,-8 11 0-16,-13 6-1 16,2 4-3-16,5-10 0 0,5-14 0 15,9-19-1-15,0-15 2 16,5-21 0-16,20-14-1 16,14-16-1-16,13-10 1 15,17-12-1-15,18-8-30 16,26-6-129-16,23-4-81 15,20 0-15-15,13-26-302 16</inkml:trace>
  <inkml:trace contextRef="#ctx0" brushRef="#br0" timeOffset="38083.64">22328 7707 226 0,'0'0'594'0,"0"0"-451"0,0 0-12 0,0 0-29 0,0 0 82 16,0 0-95-16,-171 157-9 0,101-89-41 16,1 3-19-16,0-3-11 15,7-3-9-15,4-4-1 16,9-7-62-16,7-5-34 16,13-6-127-16,6-6-26 15,10-18-257-15</inkml:trace>
  <inkml:trace contextRef="#ctx0" brushRef="#br0" timeOffset="38333.08">22525 6959 911 0,'0'0'22'0,"0"0"51"16,0 0-15-16,0 0-33 15,0 0-15-15,0 0-6 16,13 83-3-16,-3-12-1 16,9 13-21-16,-4 10-133 15,-8 8-244-15</inkml:trace>
  <inkml:trace contextRef="#ctx0" brushRef="#br0" timeOffset="38699.87">22988 8985 768 0,'0'0'76'0,"0"0"16"15,-192 58-6-15,94-13 29 16,-11 7-60-16,-13 2 15 0,-11-2-15 15,5-8-11-15,11-8-21 16,22-8-15-16,26-10-8 16,27 3-29-16,19-8-148 15,21-5-126-15</inkml:trace>
  <inkml:trace contextRef="#ctx0" brushRef="#br0" timeOffset="39100.83">22421 9674 1016 0,'0'0'44'0,"0"0"-30"16,0 0-5-16,0 0 68 16,0 0-37-16,0 0-20 15,-35 69-11-15,35-44-9 16,0-8 0-16,2-5-3 16,21-6 1-16,10-3-5 15,5-3 6-15,-1 0 1 0,2 0 4 16,-6 0-3-16,-4 6 3 15,-3 7-1-15,-5 8 5 16,-8-2 14-16,-6 3 14 16,-7 0 28-16,0-3 52 15,-14 2-50-15,-19-4-12 16,-11 1-36-16,-4-3-18 16,2-7 0-16,3 1-73 15,12-9-161-15,7 0-59 16,10-22-250-16</inkml:trace>
  <inkml:trace contextRef="#ctx0" brushRef="#br0" timeOffset="39250.11">22464 9618 508 0,'0'0'400'16,"0"0"-375"-16,0 0 12 15,0 0-15-15,129-57 0 16,-66 55-22-16,-5 2-1 15,-8 0-116-15,-14 0-329 16</inkml:trace>
  <inkml:trace contextRef="#ctx0" brushRef="#br0" timeOffset="39533.91">22920 9613 441 0,'0'0'289'0,"0"0"-207"16,0 0 7-16,0 0-1 0,0 0-22 15,-48 106-31-15,38-63-16 16,8-2-9-16,2 2-2 16,0-3-7-16,14-4 7 15,13-4-5-15,4-12 0 16,2-8 1-16,3-12-1 16,2 0 5-16,-3-23 2 15,-2-12 5-15,-6-7 24 16,-13-7 28-16,-10-1 28 15,-4 2-70-15,-8 4-14 16,-21 8-9-16,-8 9-2 16,-2 20-20-16,-6 7-167 0,-10 0-73 15,-14 4-602-15</inkml:trace>
  <inkml:trace contextRef="#ctx0" brushRef="#br0" timeOffset="40300.11">20506 10828 897 0,'0'0'49'0,"0"0"69"0,0 0-15 0,0 0 34 0,0 0-63 15,0 0-16-15,-81-18-41 16,68 40-4-16,4 2 0 15,9 2-7-15,0 2-4 16,2 1-2-16,22 0-5 16,7 2 4-16,8-2-1 15,3 0-1-15,3-8-2 16,4 2-5-16,-4-3 2 16,-7-2 4-16,-8 0 4 15,-10-3 0-15,-14 0 1 16,-6-3 3-16,0 3 4 15,-26 0 9-15,-16 1 34 16,-11 1-36-16,-3-4-11 16,2-7-4-16,12-6 0 0,9 0-65 15,8-2-149-15,11-26-76 16,12-16-415-16</inkml:trace>
  <inkml:trace contextRef="#ctx0" brushRef="#br0" timeOffset="40449.86">20574 10839 919 0,'0'0'75'0,"0"0"-38"15,0 0 50-15,0 0-40 16,0 0-30-16,121-21-17 16,-52 21-16-16,-9 0-245 15,-15 4-458-15</inkml:trace>
  <inkml:trace contextRef="#ctx0" brushRef="#br0" timeOffset="40666.35">21049 10851 938 0,'0'0'79'16,"0"0"2"-16,0 0 2 15,0 0 10-15,0 0 50 16,-18 113-86-16,18-65-3 15,5 1-39-15,11-1-7 16,-3 5-5-16,-5 0-3 0,-2 1-38 16,-6 5-176-1,0-5-34-15,-27-10-328 0</inkml:trace>
  <inkml:trace contextRef="#ctx0" brushRef="#br0" timeOffset="40916.87">20214 11658 892 0,'0'0'60'0,"0"0"23"16,0 0 37-16,0 0-53 16,0 0-20-16,0 0 62 0,178 14-72 15,-56-14-23-15,19-5-11 16,3-16 1-16,-1-1-1 15,-12 4 2-15,-17 2 1 16,-29 4-6-16,-33 8-1 16,-35 4-26-16,-17 4-183 15,-50 22-34-15,-31 7-412 16</inkml:trace>
  <inkml:trace contextRef="#ctx0" brushRef="#br0" timeOffset="41316.44">20510 12031 984 0,'0'0'89'15,"0"0"-24"-15,0 0-7 16,0 0 80-16,-46 141-61 16,37-91-48-16,6-6-3 15,1-6-21-15,2-9-1 16,0-10-4-16,0-7-6 15,0-6-38-15,0-4-30 16,2-2-13-16,6-8 54 16,4-19 21-16,3-4 4 15,1 1 8-15,5 7 1 16,0 9 6-16,4-1 6 16,4 5 2-16,2 5 8 15,5 5 3-15,4 0 41 0,2 23-20 16,0 11-15-1,-4 10 33-15,-7 2-12 0,-15 4 8 16,-16 1-30-16,0-7-12 16,-33-4-8-16,-14-10-11 15,-4-8-5-15,-1-8-156 16,11-14-108-16,2 0-29 16,3-29-277-16</inkml:trace>
  <inkml:trace contextRef="#ctx0" brushRef="#br0" timeOffset="41450.14">20518 12137 960 0,'0'0'37'0,"0"0"-16"0,130-31 3 16,-54 22-11-16,9 8-13 16,-8 1-16-16,-17 0-273 15</inkml:trace>
  <inkml:trace contextRef="#ctx0" brushRef="#br0" timeOffset="41767.11">21071 12078 825 0,'0'0'123'0,"0"0"-75"16,0 0-17-16,0 0 39 15,-22 109-24-15,20-52-19 16,2-1-12-16,0 0-11 0,15-6-2 15,14-8 2-15,7-7-1 16,4-15-1-16,3-15 0 16,-2-5 1-16,-1-1 1 15,-3-23-1-15,-15-13 1 16,-11-11 2-16,-11-4 39 16,0-5 2-16,-14 4 20 15,-17 13 16-15,-6 10-20 16,-5 10-25-16,-1 7-30 15,9 8-8-15,7 5-12 16,17 0-203-16,7 4-52 16,3 4-333-16</inkml:trace>
  <inkml:trace contextRef="#ctx0" brushRef="#br0" timeOffset="42033.85">21784 11309 980 0,'0'0'71'16,"0"0"46"-16,0 0-88 15,0 0 78-15,0 0-10 0,154 56-41 16,-107-12-41-16,-5 0-15 15,-3 0 0-15,-8-7-26 16,-8-1-46-16,-4-10-148 16,-11-10-65-16,-1-16-216 15</inkml:trace>
  <inkml:trace contextRef="#ctx0" brushRef="#br0" timeOffset="42211.35">22123 11162 888 0,'0'0'118'0,"0"0"-24"0,0 0-29 0,0 0 30 16,0 0-26-1,-113 117-7-15,92-73-46 0,-1 6-14 16,-2-1-2-16,1 3-1 16,1 7-116-16,1-8-96 15,4-7-347-15</inkml:trace>
  <inkml:trace contextRef="#ctx0" brushRef="#br0" timeOffset="42600.93">22618 10780 793 0,'0'0'124'0,"0"0"-102"16,0 0-20-16,0 0 8 15,0 0-9-15,0 0 1 16,-49 98-2-16,49-87-11 16,0-6-2-16,10-5-8 15,17 0 17-15,7 0-1 16,-1-5 4-16,4 0 1 15,-8 5 6-15,4 0 19 0,-2 19 24 16,-5 10-4-16,-4 7 25 16,-5 3 3-16,-9-5 13 15,-6-6 11-15,-2-8-23 16,-6-4-6-16,-35-2-30 16,-10-5-31-16,-7 0-7 15,3-3-167-15,6-6-131 16,8-8-334-16</inkml:trace>
  <inkml:trace contextRef="#ctx0" brushRef="#br0" timeOffset="42750.18">22704 10706 844 0,'0'0'50'0,"0"0"-44"0,132-20-3 16,-71 20-3-16,-11 0 0 15,-9 10-153-15,-15 6-504 16</inkml:trace>
  <inkml:trace contextRef="#ctx0" brushRef="#br0" timeOffset="42916.68">23061 10732 487 0,'0'0'194'0,"0"0"-51"15,0 0 15-15,0 0-40 16,0 0-71-16,0 0-14 15,0 48 69-15,0 2 6 16,0 2-90-16,7 3-16 0,9-3-2 16,-1 0-3-16,-7 0-177 15,-5-8-117-15</inkml:trace>
  <inkml:trace contextRef="#ctx0" brushRef="#br0" timeOffset="43168.92">22618 11482 1001 0,'0'0'28'0,"0"0"38"16,0 0-12-16,0 0-36 0,0 0 22 15,140-8 25 1,-51 2-38-16,11 0-22 0,3-5 2 15,-7 2-5 1,-12 1-1-16,-14 2-1 0,-22 4-9 16,-21 2-106-16,-26 0-145 15,-8 11-183-15</inkml:trace>
  <inkml:trace contextRef="#ctx0" brushRef="#br0" timeOffset="43550.16">22722 11772 366 0,'0'0'597'0,"0"0"-533"15,0 0-3-15,0 0 0 16,0 0-19-16,-29 125 1 16,29-91 7-16,0-1-35 15,0-6-9-15,0-9-6 16,0-8-2-16,0-4-31 15,0-3 5-15,0-3-17 16,0 0 3-16,0-16 5 16,3-11 5-16,5-3 31 15,8 6 1-15,-1 7 1 16,10 6 6-16,6 7 7 16,5 4-3-16,5 0 8 15,-4 15-4-15,-3 14 2 0,-5 7 3 16,-9 6 13-16,-7 1 19 15,-9-5 75 1,-4-3-74-16,0-4 4 0,-24-3-14 16,-18-4-43-16,-8-3-4 15,-3 0-100-15,6-7-162 16,5-14-134-16</inkml:trace>
  <inkml:trace contextRef="#ctx0" brushRef="#br0" timeOffset="43700.27">22718 11843 890 0,'0'0'15'0,"0"0"50"0,0 0-55 16,154-49-6-16,-92 49-4 16,-6 0-124-16,-10 0-424 15</inkml:trace>
  <inkml:trace contextRef="#ctx0" brushRef="#br0" timeOffset="44016.77">23175 11801 456 0,'0'0'262'16,"0"0"-199"-16,0 0 7 0,0 0-1 15,0 0 23 1,0 0-39-16,-31 136-22 0,26-90-11 15,5-1-9-15,0-5 8 16,13-6-8-16,14-8-6 16,5-8 3-16,0-12-6 15,4-6 6-15,-2 0 2 16,-3-20-8-16,-9-10 12 16,-9-10 36-16,-13-6 34 15,0-1-22-15,-17-1 4 16,-18 5-33-16,-6 12-7 15,-2 6-26-15,8 10 0 0,4 9-80 16,9 6-156 0,1 0-87-16</inkml:trace>
  <inkml:trace contextRef="#ctx0" brushRef="#br0" timeOffset="44537.9">23540 10487 525 0,'0'0'318'0,"0"0"-286"0,0 0 54 0,109-111-31 0,-73 104 3 0,-1 7 5 16,2 0-23-16,-4 10-20 16,-4 14-2-16,-5 10 0 15,-10 5-4-15,-6 9 1 16,-6 2-5-16,-2 0 1 16,0 4 4-16,0 0 54 15,5 4-46-15,1 1-7 16,4 2-7-16,-1 5-4 15,1 5 13-15,-2 4-8 16,-2 6 6-16,1-1-7 0,-3 5 1 16,2 0-3-16,6 5-3 15,-1-2-2-15,1-5 1 16,-1-3-1-16,2-5 3 16,0-7 25-16,3 1-11 15,2 0 7-15,-3-4-14 16,-1-3 13-16,-10-12-1 15,-4-8-14-15,-20-6-7 16,-40 0-3-16,-28-2-4 16,-20 2-160-16,-17-4-114 15,-18-10-87-15</inkml:trace>
  <inkml:trace contextRef="#ctx0" brushRef="#br0" timeOffset="45967.46">21018 11909 830 0,'0'0'128'0,"0"0"-41"0,0 0 76 0,0 0-53 16,0 0-65-16,0 0 11 0,40 22-21 16,20 62 74-1,9 20-86-15,4 9-19 0,-1 2 0 16,-3-1-2-16,-2-13-2 16,-3-8-21-16,3-7-128 15,3-18-162-15,-1-13-474 16</inkml:trace>
  <inkml:trace contextRef="#ctx0" brushRef="#br0" timeOffset="46567.05">23028 11558 911 0,'0'0'32'0,"0"0"92"0,0 0-20 0,0 0-64 0,0 0-9 15,35 106 89-15,7-23-19 16,10 11-37 0,2 4-34-16,6 4-20 0,6-2-7 15,3-5-3-15,0-9-7 16,-1-10-124-16,-13-20-196 16,-10-17-397-16</inkml:trace>
  <inkml:trace contextRef="#ctx0" brushRef="#br0" timeOffset="47319.85">18924 10637 328 0,'0'0'657'0,"0"0"-553"0,0 0 39 0,0 0-11 15,0 0-89-15,0 0 25 16,0 0 39-16,109 163-74 16,-56-89-24-16,1 1-4 15,-8-3-4-15,-10-6-1 16,-11-8-16-16,-9-2-123 16,-14-14-166-16,-2-14-151 15</inkml:trace>
  <inkml:trace contextRef="#ctx0" brushRef="#br0" timeOffset="47599.49">18576 10418 907 0,'0'0'45'0,"0"0"104"15,0 0 30-15,0 0-60 16,0 0 32-16,0 0-117 16,-35-19-16-16,35 85 19 15,24 20-8-15,9 7-21 16,9-3-8-16,1 0 6 16,0-2-6-16,-6-3-44 15,-4 2-142-15,-10 0-67 16,-15-13-80-16</inkml:trace>
  <inkml:trace contextRef="#ctx0" brushRef="#br0" timeOffset="48200.17">20948 11847 865 0,'0'0'63'0,"0"0"75"0,0 0-44 0,0 0-64 0,0 0 23 16,-60 184 192-16,-3-49-178 0,-9 11-32 16,-9 4-18-1,-3 2-14-15,-1-7-3 0,7-4-1 16,13-11-40-16,19-6-146 16,21-24-75-16,17-21-228 15</inkml:trace>
  <inkml:trace contextRef="#ctx0" brushRef="#br0" timeOffset="48633.71">23253 11450 758 0,'0'0'152'0,"0"0"-94"0,0 0-31 0,-63 126 67 0,7-31-41 16,-6 5-33-16,-9 4-8 15,-8 2-12-15,-7 15 0 16,-7-3-79-16,-8-5-324 16</inkml:trace>
  <inkml:trace contextRef="#ctx0" brushRef="#br0" timeOffset="49532.6">18567 10696 839 0,'0'0'86'0,"0"0"16"0,0 0 7 16,0 0-2-16,0 0 56 15,0 0-37-15,-207 132-46 0,84-56-24 16,-19 1-29-16,-5-3-8 15,4-4-10-15,14-10-9 16,22-12-2-16,20-10-14 16,27-9-91-16,31-14-154 15,20-15-165-15</inkml:trace>
  <inkml:trace contextRef="#ctx0" brushRef="#br0" timeOffset="50016.95">17950 9887 560 0,'0'0'323'0,"0"0"-297"16,0 0 73-16,0 0-12 15,-121-80-36-15,117 44 1 16,4 0-19-16,0 2-18 16,13 7-8-16,12 6-5 0,2 13-2 15,2 8 0 1,-2 0 0-16,-1 8-1 0,-4 21 0 15,-4 8-1-15,-5 6 2 16,-11 7 8-16,-2 3 1 16,0 4 27-16,-23 3-22 15,-11-4-7-15,-4-4 4 16,0-10 6-16,3-14 24 16,8-10-13-16,14-8-11 15,8-5 2-15,5-5-7 16,5 0-2-16,47-22-4 15,38-18-6-15,34-9-18 0,24-17-214 16,10-10-279 0</inkml:trace>
  <inkml:trace contextRef="#ctx0" brushRef="#br0" timeOffset="51584.13">15343 13786 1075 0,'0'0'144'0,"0"0"-52"0,0 0 64 0,0 0-65 0,0 0-15 0,0 0-51 16,0 0 13-16,-34 104 0 15,15-32-14-15,1-4-8 16,5-9-9-16,3-13-2 15,4-12-5-15,4-16-5 16,-3-10 2-16,5-4 1 16,0-4 2-16,0-6-1 15,0-42-6-15,15-26 7 16,10-20-21-16,4-3 18 16,-2 8 1-16,0 24 2 15,-3 8 0-15,-8 25 2 0,-6 17 7 16,0 15 4-16,-1 4-4 15,9 38-1-15,6 17 28 16,5 11-22-16,2-1-1 16,2-5-10-16,-2 0-1 15,0-7-2-15,-4-7-3 16,-7-10-1-16,-1-9-25 16,-8-4-98-16,-9-12-198 15,-2-7-88-15,0-8-276 16</inkml:trace>
  <inkml:trace contextRef="#ctx0" brushRef="#br0" timeOffset="51766.81">15122 14235 493 0,'0'0'404'0,"0"0"-344"16,0 0 64-16,-116 8 6 15,116-8 6-15,0 0-53 16,23 0 31-16,28-16-65 15,25-10-43-15,21-6-6 16,22-13-198-16,10-2-22 16,7-8-209-16</inkml:trace>
  <inkml:trace contextRef="#ctx0" brushRef="#br0" timeOffset="52050.81">16616 14119 775 0,'0'0'346'16,"0"0"-309"-16,0 0 22 15,0 0 5-15,0 0 45 16,0 0-23-16,46 3-30 15,3-4-40-15,2-1-16 16,-4-2-1-16,-3-2-32 16,-5 2-69-16,-8-4-100 0,-18 2-11 15,-13 4-92-15,0 2-106 16,-18 0 142-16</inkml:trace>
  <inkml:trace contextRef="#ctx0" brushRef="#br0" timeOffset="52168.14">16734 14189 131 0,'0'0'603'0,"0"0"-474"15,0 0-26-15,0 0-19 16,0 0-36-16,0 0-9 16,26 33 23-16,56-39-62 15,14-21-32-15,2-9-302 16</inkml:trace>
  <inkml:trace contextRef="#ctx0" brushRef="#br0" timeOffset="62450.17">18122 14102 201 0,'0'0'522'0,"0"0"-392"0,0 0-34 0,0 0-12 0,-157 9-48 16,113-9 15-16,6-2 24 15,5-18-36-15,4-7-19 16,5-1-2-16,15 1-4 15,4 3-2-15,5-1 7 16,0 7-10-16,20 2 8 16,13 6-4-16,8 10-10 15,5 0-1-15,8 8-2 16,-4 27 1-16,0 10 1 16,-10 8 8-16,-16 6 18 15,-12-2-6-15,-12 3-16 16,0-6 10-16,-27-2-2 15,-11-7 3-15,-9-8-3 16,-2-9-3-16,3-3-3 0,0-17-7 16,7-6 2-1,1-2-2-15,3-10 0 0,3-21 1 16,8-2-2-16,10 2-3 16,9 1-1-16,5 8 4 15,0 2-3-15,19 6 7 16,10 4-3-16,7 8 0 15,13 2 2-15,-3 6 6 16,-1 24 11-16,-3 1-4 16,-7 2 1-16,-3 3 2 0,-3-5-18 15,-5-5-1 1,-1-2-4-16,1-8-5 0,0-16-70 16,5 0-173-16,-2-4-135 15</inkml:trace>
  <inkml:trace contextRef="#ctx0" brushRef="#br0" timeOffset="62882.55">18609 13894 777 0,'0'0'132'0,"0"0"16"0,0 0-15 0,0 0-27 0,0 0-69 16,-125 4 0 0,90 22 10-16,1 7 2 15,5 0-12-15,12 7-4 0,3 4 13 16,12 6-24-16,2 4 2 16,0 1-3-16,3-5-4 15,21-1-12-15,4-8-3 16,6-11-2-16,4-7 0 15,2-13-7-15,-2-10-13 16,-4 0-14-16,-3-10-26 16,-9-17 36-16,-6-3 10 15,-10-2 14-15,-6 4 6 16,0 4 6-16,-11 4 2 16,-20 8 29-16,-11 6-14 0,-9 6-8 15,-3 0-13-15,2 11-6 16,10 10-2-16,11 8-39 15,8-4-19-15,17-3-130 16,6-8-143-16,4-6-362 16</inkml:trace>
  <inkml:trace contextRef="#ctx0" brushRef="#br0" timeOffset="63316.12">18993 13971 1009 0,'0'0'47'0,"0"0"75"0,0 0-38 0,0 0-34 0,0 0-8 0,0 0 2 16,-92 51 4-16,84-16-10 15,0 5-5-15,8 4-8 16,0-4 2-16,0 0-16 16,12-2 0-16,7-4-11 15,6-8 0-15,1-6-12 0,6-7 7 16,-1-13-8-16,1 0-24 16,1-6 19-16,-4-24 6 15,-4-5 9-15,-8-7 3 16,-10-4 2-16,-7-4 7 15,0 2 17-15,-14 8-3 16,-12 7 13-16,-7 13 19 16,-1 4 4-16,1 13-42 15,1 3-17-15,6 0-11 16,4 14-49-16,8 10-84 16,10-2-137-16,4 0-365 15</inkml:trace>
  <inkml:trace contextRef="#ctx0" brushRef="#br0" timeOffset="63566.99">19365 13958 620 0,'0'0'493'0,"0"0"-340"16,0 0 77-16,0 0-163 15,0 0-27-15,0 0 12 16,37 107 18-16,-26-48 17 16,1 4-69-16,-6-3-14 15,3-2-4-15,1 1-9 0,-4-14-74 16,-2-8-134 0,3-17-247-16,9-10-399 0</inkml:trace>
  <inkml:trace contextRef="#ctx0" brushRef="#br0" timeOffset="63834.59">19774 14034 975 0,'0'0'109'0,"0"0"-18"16,0 0 54-16,0 0-80 0,0 0 24 15,0 0-39 1,150 68 2-16,-88-27-15 0,-4-1-16 16,-4-2-10-16,-10 2-11 15,-8-4 0-15,-10-6-3 16,-7-10-63-16,-11-12-172 16,-1-8-111-16,-5-6-168 15</inkml:trace>
  <inkml:trace contextRef="#ctx0" brushRef="#br0" timeOffset="64017.15">20140 13980 273 0,'0'0'916'16,"0"0"-845"-16,0 0 70 0,0 0-74 16,-129 111 7-16,102-69 26 15,5 2-40-15,2-5-22 16,0 4-33-16,-1-5-5 15,6 2-21-15,-3-16-72 16,1-6-134-16,1-14-159 16,11-4-618-16</inkml:trace>
  <inkml:trace contextRef="#ctx0" brushRef="#br0" timeOffset="64400.8">20597 14127 585 0,'0'0'560'0,"0"0"-497"16,0 0 58-16,-2-125-56 16,31 97-49-16,4 11-15 15,0 6 1-15,-1 11-2 16,-6 0-3-16,-6 16 3 15,-6 16-1-15,-8 17-1 16,-6 1-6-16,0 0 5 0,-17-6 3 16,-17-2 10-1,-2-6 14-15,-6-8-3 0,-3-5 12 16,5-2 11 0,9-11 33-16,12-2-9 0,9-4-19 15,10-4-21-15,0 0-13 16,21 6-7-16,30-3-8 15,22-2 5-15,16-1-13 16,14-1 3-16,-1-30-148 16,-6-13-113-16,-12-4-228 15</inkml:trace>
  <inkml:trace contextRef="#ctx0" brushRef="#br0" timeOffset="64982.78">21735 14402 1167 0,'0'0'71'0,"0"0"39"0,0 0-3 0,161-33-100 16,-81 16 2-16,-9 2 0 16,-15 7-9-16,-23 6-1 15,-20 2-91-15,-13 0-59 16,-15 0-59-16,-32 16-128 15,-11 14-26-15,-4 5 40 0,7-2 324 16,3 2 64-16,7-5 109 16,12-10 104-16,13-5-167 15,13-4 11-15,7-5 11 16,7-2-61-16,29-4-5 16,22 0 27-16,15 0-63 15,14-16-29-15,2-10-1 16,-14-4-81-16,-16-2-229 15</inkml:trace>
  <inkml:trace contextRef="#ctx0" brushRef="#br0" timeOffset="65232.39">22112 14128 113 0,'0'0'735'0,"0"0"-663"0,0 0 58 16,0 0-46-16,0 0-15 15,0 0-15-15,0 0-20 16,109 111 3-16,-73-57 4 16,-7 2 3-16,-4-2-12 15,-12-4-2-15,-9-1-11 16,-4-4-17-16,-14 1-2 16,-28 2-12-16,-13 1-10 15,-15-6-67-15,-5-5-60 16,-8-2-102-16,4-10-249 0</inkml:trace>
  <inkml:trace contextRef="#ctx0" brushRef="#br0" timeOffset="66315.95">24258 14289 778 0,'0'0'270'0,"0"0"-167"0,0 0 12 0,0 0-14 15,-21-104 4-15,21 80-34 16,14 4-22-16,10 0-39 15,3 8-10-15,2 8 0 16,0 4-5-16,-7 0 3 16,-4 19-2-16,-11 18-3 0,-7 10 4 15,0 3 0 1,-18 3 2-16,-14-5 2 16,-3-5 18-16,-2-9 23 0,-2-12-21 15,3-4 20-15,15-8-16 16,4-6-14-16,16-1 5 15,1-3-2-15,0 0-7 16,15 0-7-16,32 0-3 16,24-13-20-16,16-8 20 15,9-2-49-15,-5-8-57 16,-12-1-166-16,-21-4 5 16,-21 2-131-16</inkml:trace>
  <inkml:trace contextRef="#ctx0" brushRef="#br0" timeOffset="68300.02">23948 14216 794 0,'0'0'124'0,"0"0"-8"0,0 0-1 0,0 0-16 16,0 0-9-16,0 0 63 16,0 0-54-16,-22-31-28 15,11 31-30-15,-7 20-24 16,-7 14-14-16,0 10 8 15,8 6 4-15,8-6-1 16,7 1-5-16,2-5-1 16,0-9-8-16,11-6 0 15,13-9-2-15,6-10 1 16,5-6-11-16,7 0 1 16,1-10-12-16,-3-21 21 15,-9-9-6-15,-8-5 8 16,-11-14 1-16,-12 1 2 0,0 6 2 15,-6 10-3-15,-23 11 0 16,-4 14-2-16,-10 13-9 16,-8 4-89-16,-5 15-129 15,-2 22-45-15,2 7-278 16</inkml:trace>
  <inkml:trace contextRef="#ctx0" brushRef="#br0" timeOffset="70066.36">23139 14285 599 0,'0'0'340'0,"0"0"-257"0,0 0 50 15,-20-102-30-15,43 74-32 16,10 4-36-16,9 8-20 16,5 8-5-16,0 8-5 15,-12 0-1-15,-12 24-4 16,-21 22-2-16,-2 6 2 0,-18 10 45 16,-22 2 18-16,-9-10-14 15,0-8-10-15,2-8 3 16,7-13-21-16,11-9 13 15,14-9-9-15,5-5-5 16,10-2-3-16,0 0-10 16,25 0-7-16,35 0-3 15,36-13-32-15,31-11 32 16,13-10-68-16,-4-8-241 16,-18-2-244-16</inkml:trace>
  <inkml:trace contextRef="#ctx0" brushRef="#br0" timeOffset="70800.59">24674 13298 853 0,'0'0'65'0,"0"0"86"0,0 0-31 0,0 0-16 0,0 0 0 15,0 0 35-15,-24-65-35 16,21 65-75-16,-3 6-14 16,-5 27-7-16,-3 7-5 15,1 3 11-15,4-11 5 16,7-10-19-16,2-9 0 15,0-2-2-15,0-7 1 16,0-4-3-16,0 0-20 16,0 0 18-16,0 0 6 15,0-18-2-15,0-29 5 0,4-9-5 16,-2 1 3-16,-2 8-1 16,0 22 0-1,0 13 3-15,0 6-1 0,0 6-1 16,0 0 2-16,0 1-1 15,0 30-2-15,5 14-4 16,6 9 4-16,-1 5 1 16,2-1-1-16,-7-6-41 15,-5-4-213-15,-18-6-154 16</inkml:trace>
  <inkml:trace contextRef="#ctx0" brushRef="#br0" timeOffset="71799.67">22644 14189 465 0,'0'0'316'0,"0"0"-240"0,0 0 5 0,0 0-7 0,0 0-52 15,0 0 1-15,-73-6 17 0,73 8-8 16,0-2-18-16,0 4-3 16,6 6-1-16,17 7-1 15,9 10 16-15,9 5-2 16,2-2 9-16,3 2-1 16,-5 0-10-16,-3-5 6 15,-11-5 13-15,-14-10 13 16,-11-5 17-16,-2 2-47 15,-7-2 0-15,-28 4 21 16,-10-3-25-16,-2 0-19 16,8-8-30-16,2 0-80 15,10-14-59-15,8-16-47 0,7-15-232 16</inkml:trace>
  <inkml:trace contextRef="#ctx0" brushRef="#br0" timeOffset="71890.9">22644 14189 154 0</inkml:trace>
  <inkml:trace contextRef="#ctx0" brushRef="#br0" timeOffset="72335.05">22644 14189 154 0,'83'-12'364'0,"-71"6"-328"0,-2 0 63 0,-3 2 17 0,-7 2 13 16,2 2-18-16,-2 0-27 15,0 0-21-15,0 0-3 16,0 0 12-16,0-6-7 0,-9 0 34 15,-7 0-47-15,1 2-17 16,1 2-6-16,3 2-11 16,5 0 43-16,3 0-46 15,2 0-3-15,1 0-11 16,0 0 0-16,0 0-2 16,0-2 1-16,0 2-3 15,0 0 2-15,0-2 1 16,0 2 3-16,0 0-3 15,4 0-25-15,9 0 5 16,5 0-18-16,7 0 27 16,-4-4 7-16,0 1 1 15,-6 0-2-15,-5 1-14 16,-6 2-77-16,-2 0 4 0,-2 0-15 16,0 0 53-16,0 0 28 15,0 0 14-15,0 0 7 16,0 0-2-16,0 0 5 15,0 0-2-15,0 0 3 16,4-5 0-16,5-2 1 16,9 1 0-16,5-6 2 15,4 1 3-15,-4 4-2 16,2 2 2-16,-2 1-5 16,-3 3 0-16,-5-9-5 15,-6 3-73-15,-7-3-255 16</inkml:trace>
  <inkml:trace contextRef="#ctx0" brushRef="#br0" timeOffset="72833.84">22722 15015 1037 0,'0'0'57'0,"-126"20"51"0,99-18 74 0,25-2-58 16,12 0-41-16,69 0-45 0,52 0 43 15,58-10-70-15,48-8-4 16,25-2-7-16,17-3-11 16,-3-4 10-1,-19 1-9-15,-26 6 7 0,-40 1 1 16,-41 4-67-16,-51-3-46 16,-53-2-188-16,-46-3-229 15</inkml:trace>
  <inkml:trace contextRef="#ctx0" brushRef="#br0" timeOffset="81816.72">1074 5388 985 0,'0'0'8'0,"-147"62"-5"0,76-30 74 0,7-5-21 0,14-10-8 15,21-7-4-15,21-10 10 16,8-2 89-16,60-48-72 16,46-34-55-16,58-32-15 15,47-29-1-15,47-10 0 16,32-6 0-16,19-2 0 15,7 5 0-15,-14 7 0 16,-26 17 0-16,-38 20 1 16,-46 27-1-16,-56 30-25 15,-59 24-44-15,-60 31-83 16,-42 12 28-16,-70 48 24 16,-53 23-248-16,-41 23-86 0</inkml:trace>
  <inkml:trace contextRef="#ctx0" brushRef="#br0" timeOffset="82016.95">1095 5404 878 0,'-216'132'52'0,"55"-32"-23"0,63-39 93 15,64-40-66-15,46-21-45 16,88-51 18-16,67-52 3 16,69-50 13-16,65-30-1 15,55-22-9-15,41-8 38 16,15 7-33-16,-20 3 5 0,-33 25-20 15,-65 28-25 1,-75 41-5-16,-73 37-221 0,-88 32-202 16</inkml:trace>
  <inkml:trace contextRef="#ctx0" brushRef="#br1" timeOffset="98700.04">6358 4700 979 0,'0'0'11'0,"0"0"103"0,0 0 101 0,0 0-87 0,-29-104 3 0,29 104-56 16,0 0-11-16,0 6-38 16,0 56-14-16,0 35 0 15,0 34 47-15,0 8-32 16,0-11-14-16,0-8-5 16,8-13-5-16,-1-13-3 15,-1-15 2-15,-4-25-1 16,0-20-1-16,-2-14-2 15,0-14-6-15,0-6-3 16,0-2 0-16,-2-49-13 16,-19-39-12-16,-2-36-8 0,7-21-13 15,12-1 13-15,4 16-16 16,9 23 15-16,18 29 18 16,11 26 21-16,0 24-1 15,-3 18 5-15,1 12 0 16,-3 12 2-16,-2 28 4 15,-6 13 4-15,-13 4 9 16,-12 3 14-16,0-1-16 16,-35-9 1-16,-5-8-8 15,1-10-8-15,1-10-6 16,11-5-50-16,9-10-158 0,9-7-125 16,5 0-316-1</inkml:trace>
  <inkml:trace contextRef="#ctx0" brushRef="#br1" timeOffset="98918.88">6716 5388 1187 0,'0'0'8'0,"0"0"130"0,0 0 160 0,0 0-221 0,0 0-50 16,0 0-18-16,0 0-5 15,6-6-4-15,6-22-85 16,3-6-246-16,-3-1-144 16</inkml:trace>
  <inkml:trace contextRef="#ctx0" brushRef="#br1" timeOffset="99267.02">7287 4991 995 0,'0'0'34'0,"0"0"-23"16,-3-102 99-16,-10 86-39 16,0 7-26-16,1 8-21 15,-8 1-7-15,-6 11-17 16,-4 24 9-16,4 10-9 15,13 6 0-15,13-1-6 0,0-4-9 16,21 2-8-16,13-4 10 16,0-2 11-16,0 1 2 15,-4-7 3-15,-10-8 2 16,-8-9-1-16,-10-8 17 16,-2-5 18-16,-8 0 18 15,-25-6 19-15,-15 0-41 16,-6 0-17-16,4-30-18 15,17-13 0-15,18-15-109 16,15-4-104-16,11 6-250 16</inkml:trace>
  <inkml:trace contextRef="#ctx0" brushRef="#br1" timeOffset="99434.95">7681 5195 569 0,'0'0'575'16,"0"0"-558"-16,0 0 66 15,0 0-83-15,0 0-51 16,0 0-167-16,44-54-440 16</inkml:trace>
  <inkml:trace contextRef="#ctx0" brushRef="#br1" timeOffset="100017.96">7910 5005 1028 0,'0'0'47'0,"0"0"67"16,0 0 139-16,0 0-174 15,0 0-59-15,0 0-9 16,27 23 23-16,-10 12 23 15,-1 7-30-15,-5-2-16 16,-7-6-9-16,-4-7-2 0,0-11 0 16,0-9-1-16,0-5-8 15,0-2-1-15,-6-8-28 16,-7-29-33-16,3-13 14 16,10-8 19-16,0-3 5 15,6 7 31-15,15 9 1 16,2 13 1-16,2 14 0 15,1 13 2-15,1 5-2 16,2 0 1-16,5 28 8 16,-3 12 9-16,-7 10-9 15,-6 3 6-15,-10-2-8 16,-8-7-4-16,0-6 0 16,0-10-2-16,0-10-2 15,-10-8-1-15,-3-10 1 16,-1 0 1-16,1-14-5 0,3-22-24 15,8-14 2-15,2-10 14 16,0 4 0-16,21 2 0 16,3 14 13-16,0 16 0 15,1 13 0-15,-1 11 5 16,1 3 8-16,-2 29 12 16,-2 12 23-16,0 4 16 15,-8 2-36-15,-2-4 14 16,-2-4-13-16,0-6-19 15,-2-6-10-15,-5-5-22 16,-2-6-53-16,0-8-235 16,-18-11-88-16</inkml:trace>
  <inkml:trace contextRef="#ctx0" brushRef="#br1" timeOffset="100633.62">8456 4622 218 0,'0'0'628'15,"13"-116"-604"-15,-13 44 101 0,-17-11 16 0,-26-3-61 16,-19-2 16-16,-23 6-28 15,-28 10 31-15,-38 15-34 16,-28 19-38-16,-39 30-4 0,-28 12 3 16,-26 58 34-1,-21 40-20-15,-4 39-7 0,8 31 3 16,32 25-10-16,49 15 2 16,67 12-11-16,66 2-4 15,73-6-9-15,45-9-2 16,84-21-2-16,55-28-7 15,58-33 2-15,51-45 1 16,56-46-8-16,39-38-20 16,22-40-16-16,-5-48 2 15,-38-40 13-15,-49-43 16 16,-56-46 15-16,-65-33 2 16,-61-16 4-16,-67 3-4 15,-67 24 0-15,-82 36 2 16,-88 52-2-16,-75 48-7 0,-68 52-15 15,-49 48-71-15,-46 10-264 16,-10 42-201-16</inkml:trace>
  <inkml:trace contextRef="#ctx0" brushRef="#br1" timeOffset="102134.04">5408 7351 897 0,'0'0'15'0,"0"0"22"0,0 0 75 16,0 0-42-16,-140 85-31 0,110-80 13 16,6-3-8-16,7-2 4 15,-2-2-5-15,6-22 18 16,2-7-47-16,6-2-14 16,5 1 4-16,0 2 21 15,0 10-15-15,5 6-10 16,11 8 0-16,4 6-6 15,11 0 3-15,7 23-12 16,4 18 15-16,-7 11 9 16,-6 6 9-16,-6 5-18 0,-14-1-4 15,-9-2 4-15,-7 0-7 16,-31-2 8-16,-13-6-1 16,-2-10 0-16,2-10 0 15,5-12-4-15,7-13 4 16,10-7 0-16,9-4 0 15,4-24-44-15,12-13 13 16,4-6 2-16,0 4 20 16,22 5 16-16,7 8-14 15,-1 8-3-15,7 12 10 16,2 5 9-16,5 5 2 16,1 19 13-16,-3 19 15 15,-4 10-30-15,-10 2-9 16,-8 0-2-16,-7-4-63 0,-4-7-101 15,-7-11-29-15,0-10-195 16</inkml:trace>
  <inkml:trace contextRef="#ctx0" brushRef="#br1" timeOffset="102450.06">4925 8115 547 0,'0'0'342'0,"-119"28"-293"0,46-12 99 0,-3 6-82 0,1-2 14 0,16-5 24 0,26-6-23 16,17-5 23-16,16-4-44 16,44 0-60-16,55-24 0 15,57-28 4-15,45-16-1 16,30-4 0-16,16-3 1 15,5 9-3-15,-6 4-1 16,-21 6 0-16,-40 9 2 16,-52 12-1-16,-60 12-1 15,-48 10-10-15,-25 7-92 16,-46 6-3-16,-37 0-168 16,-29 26-9-16,-15 24-100 15</inkml:trace>
  <inkml:trace contextRef="#ctx0" brushRef="#br1" timeOffset="102784.13">5276 8534 480 0,'0'0'397'16,"0"0"-331"-16,0 0 90 0,-31-110 10 15,27 108 43-15,4 2-68 16,-3 0-59-16,-1 0-31 16,4 2-22-16,0 42-9 15,0 22 2-15,0 10 9 16,0 5-25-16,2-11-6 15,12-7 0-15,1 0-4 16,1-5-25-16,2-8-113 16,-3-20-179-16,-3-13-31 15,-2-17-249-15</inkml:trace>
  <inkml:trace contextRef="#ctx0" brushRef="#br1" timeOffset="103399.88">5527 8486 899 0,'0'0'10'0,"0"0"141"16,0 0-8-16,0 0 22 15,0 0-66-15,0 0 5 16,-4-46-66-16,2 48-25 16,2 38-1-16,0 12-10 15,0 13 4-15,6-4-6 16,9-14-2-16,3-13 1 15,1-10 0-15,0-10-6 0,-2-11-4 16,-1-3-5 0,-1 0-19-16,-1-21-23 0,-5-18 29 15,-7-11 8-15,-2-5 8 16,-7 4 1-16,-20 7 10 16,-4 12 2-16,0 8 0 15,6 8 8-15,10 4 2 16,7 6-10-16,8-2-4 15,8-9-26-15,34-7-31 16,18 1 35-16,9-1-35 16,-6 4 17-16,-5 7 17 15,-13 2 26-15,-10 4-1 16,-8 4 2-16,-14 0 4 16,-10 3-2-16,0 0 2 15,-3 0 10-15,0 0 13 0,0 0 8 16,0 13-1-1,0 20-15-15,-4 10 2 0,0 2-16 16,4-1-3-16,0 3 1 16,14-1-3-16,5-2 1 15,4-1-1-15,4-12 0 16,-1-8 0-16,4-7-1 16,-1-12-4-16,2-4 1 15,0-8 4-15,2-27 0 16,-2-15 3-16,-11-12 4 15,-13-6 0-15,-7 0 29 16,-9 5-30-16,-31 13-4 0,-23 15-2 16,-24 16-84-1,-19 19-286-15</inkml:trace>
  <inkml:trace contextRef="#ctx0" brushRef="#br1" timeOffset="104134.89">4787 7870 992 0,'0'0'23'0,"0"0"82"0,0 0 25 0,0 0-38 16,0 0-51-16,0 0-27 15,-47 52 1-15,125-102 23 16,13-11-20-16,0-6-10 16,0-1-2-16,-6 3 7 15,-4 6 4-15,-6 6 0 16,-13 11-11-16,-10 10-6 15,-17 6-83-15,-12 2-128 16,-19 0-27-16,-4-3-280 0</inkml:trace>
  <inkml:trace contextRef="#ctx0" brushRef="#br1" timeOffset="104349.68">5281 6561 901 0,'0'0'16'15,"0"0"95"-15,0 0 32 16,0 0-26-16,0 0-63 16,0 0-3-16,-26-36-29 15,36 62-13-15,17 15 25 16,11 14-25-16,3 1-9 16,3 7-8-16,-4 9-54 15,-9 13-96-15,-4 16-5 16,-21 13-121-16,-6 9-181 0</inkml:trace>
  <inkml:trace contextRef="#ctx0" brushRef="#br1" timeOffset="104701.13">4985 8981 306 0,'0'0'597'16,"0"0"-557"-16,-156 123 63 0,111-95 1 15,16-10 9-15,16-11-51 16,11-4-20-16,2-3-7 16,35-16-11-16,46-36-3 15,41-27-10-15,45-16-4 16,24-10-3-16,15 0 4 15,10 3 14-15,-11 8-7 16,-20 12 1-16,-23 9 15 16,-41 13-6-16,-46 20-18 15,-34 14-7-15,-37 19-29 16,-8 7-12-16,-56 5-74 16,-34 38-199-16,-28 18-46 15</inkml:trace>
  <inkml:trace contextRef="#ctx0" brushRef="#br1" timeOffset="105117.96">5764 9282 1090 0,'0'0'22'0,"0"0"99"15,0 0 71-15,0 0-14 16,0 0-101-16,0 0-52 16,-21 14-24-16,-4 12 1 15,2 3-2-15,8-2 0 16,15-1-3-16,0-4-10 15,15 5 5-15,21-1-29 16,9-2 30-16,3-1 7 16,1 6 0-16,-2-2 2 15,-6 2 2-15,-14-5 6 16,-10-2 9-16,-10-5-4 16,-7 0 5-16,-5 10-14 0,-37-2 6 15,-9 3-12 1,-10-12-25-16,1-16-167 0,4-25-161 15,3-28-223-15</inkml:trace>
  <inkml:trace contextRef="#ctx0" brushRef="#br1" timeOffset="105283.93">5776 9260 1030 0,'0'0'181'16,"0"0"-156"-16,0 0 168 15,0 0-99-15,0 0-94 0,0 0-39 16,140-92-104-16,-91 74-116 16,-15 10-249-16</inkml:trace>
  <inkml:trace contextRef="#ctx0" brushRef="#br1" timeOffset="105569.01">6230 9160 806 0,'0'0'83'16,"0"0"-27"-16,0 0 103 16,0 0-81-16,0 0-52 15,-57 130 13-15,57-80-6 16,0 3-7-16,17-2-9 16,6-5-9-16,3-7-5 15,3-13-1-15,3-12-2 0,-3-12 0 16,2-2 0-16,-2-24 1 15,0-18 13-15,-8-17 7 16,-9-5 63-16,-12-6 4 16,0 1-54-16,-29 4-19 15,-17 13-15-15,-9 22-37 16,-9 20-44-16,-7 10-132 16,-8 18-83-16,4 18-670 15</inkml:trace>
  <inkml:trace contextRef="#ctx0" brushRef="#br1" timeOffset="106699.93">9107 6547 224 0,'0'0'749'0,"-27"-118"-738"0,11 71 86 0,5 9 62 0,7 12-23 0,2 11-51 0,-1 6 15 16,3 9-32-1,0 0 8-15,0 0-44 0,0 34-15 16,0 30-7-16,5 21 19 16,6 11-19-16,2-3 2 15,0-10-9-15,1-4-2 16,-2-13 3-16,0-12-4 15,-2-16-4-15,-2-14-3 16,-1-14-58-16,-3-8-37 16,-2-2-11-16,-2-34 26 15,0-26 16-15,0-21 28 16,-15-10 24-16,-7-4 8 16,7-1 10-16,10-1 1 15,5 11 0-15,5 14 1 16,26 18 2-16,11 18-3 0,5 14-1 15,-1 14 0-15,4 8 1 16,-6 16 0-16,-4 26 21 16,-14 14-11-16,-21 4 8 15,-5 5-5-15,-42-5-5 16,-21-4-8-16,-12-6-43 16,-6-11-151-16,-10-16-80 15,4-8-474-15</inkml:trace>
  <inkml:trace contextRef="#ctx0" brushRef="#br1" timeOffset="107549.86">8712 7672 486 0,'0'0'482'0,"0"0"-383"0,0 0 80 0,0 0 53 0,0 0-91 0,0 0-52 16,-18-68-61-16,18 68-15 15,0 9-5-15,0 28-8 16,0 12 5-16,-2 5-3 16,-2-4-1-16,-3-9-1 15,3-4 0-15,-3-11 0 16,5-11-1-16,-1-6-7 0,1-8-5 15,2-1-34-15,0 0 3 16,0 0-30-16,0-5 28 16,27-22 5-16,4 1 41 15,4-1 0-15,3 7 1 16,1 4-1-16,3 11 2 16,3 5 6-16,1 8 6 15,-3 28 12-15,-5 11-6 16,-12 3 47-16,-13-3-45 15,-13-3-2-15,0-8 0 16,-29-5-9-16,-13-5-3 16,-13-8-8-16,-6-6-31 0,-1-12-195 15,2-6-90-15,6-30-132 16</inkml:trace>
  <inkml:trace contextRef="#ctx0" brushRef="#br1" timeOffset="107716.88">8719 7610 593 0,'0'0'385'0,"0"0"-370"15,0 0 87-15,0 0 2 16,0 0-66-16,0 0-20 16,182-103-18-16,-105 91-3 15,-4 10-52-15,-12 2-182 0,-18 17-254 16</inkml:trace>
  <inkml:trace contextRef="#ctx0" brushRef="#br1" timeOffset="108066.86">9392 7743 739 0,'0'0'69'0,"0"0"52"16,0 0 48-16,0 0-95 15,0 0 10-15,0 0-30 16,-21-19-24-16,19 19-9 0,-4 32-15 16,-1 16 1-1,1 11-2-15,4 3-2 0,2-6-2 16,0-6-1-16,0-7 0 16,15-14-3-16,5-8 1 15,7-16-1-15,4-5 3 16,9-10 14-16,0-30-10 15,1-13 1-15,-10-8 1 16,-14-5 1-16,-13-5 15 16,-4 9-3-16,-13 14-9 15,-24 14-3-15,-13 22-7 16,-14 12-90-16,-15 0-112 16,-7 18-217-16</inkml:trace>
  <inkml:trace contextRef="#ctx0" brushRef="#br1" timeOffset="109116.78">11718 6209 1044 0,'0'0'15'0,"0"0"121"0,0 0 79 0,0 0-42 0,0 0-114 0,0 0-35 0,-4 7-8 15,-6 43 22-15,-3 14-5 16,-3 0-20-16,1-5-12 16,-1-9 1-16,1-8-1 15,3-12-2-15,4-13-2 16,3-8-3-16,3-9-12 16,2 0-22-16,0 0-14 15,0-20-8-15,11-27 1 16,12-15 45-16,3-6 16 15,3 6 2-15,-6 8 3 16,1 14 4-16,-8 14 5 16,-10 15 27-16,-4 10-27 0,3 1 5 15,3 10 20-15,8 26-26 16,7 17 15-16,-1 5-3 16,2-3-20-16,-1-2-4 15,-1-3-1-15,0-6-15 16,-6-2-16-16,-7-6-175 15,-7-5-70-15,-2-10-78 16</inkml:trace>
  <inkml:trace contextRef="#ctx0" brushRef="#br1" timeOffset="109283.89">11700 6599 565 0,'0'0'413'0,"0"0"-386"15,0 0 54-15,0 0-15 0,0 0-40 16,131-60-22-16,-30 24-4 16,8-6-42-16,-5-5-243 15</inkml:trace>
  <inkml:trace contextRef="#ctx0" brushRef="#br1" timeOffset="110267.11">11644 7722 970 0,'0'0'46'0,"0"0"45"0,0 0 135 15,0 0-2-15,0 0-127 0,0 0-36 16,-21-30-33-16,13 45-17 16,-3 31-4-16,1 11 4 15,-3 5-8-15,7-6-3 16,4-8 0-16,2-7-2 16,0-15 0-16,0-10-9 15,0-8-17-15,0-8-24 16,0 0-5-16,0 0 23 15,0-14-27-15,17-14 32 16,6-3 27-16,0 4 2 0,1 7 2 16,3 4 0-1,-1 6 1-15,5 6 2 0,4 4 3 16,0 4 2-16,1 24 42 16,-3 5-29-16,-8 4 18 15,-13-9-19-15,-12 0 0 16,0-2-7-16,-12-1-5 15,-26 4-9-15,-12-8-1 16,-3-6-97-16,-1-15-223 16,-1 0-67-16</inkml:trace>
  <inkml:trace contextRef="#ctx0" brushRef="#br1" timeOffset="110435.07">11629 7707 1039 0,'0'0'64'0,"0"0"-48"0,0 0 36 0,118-47-31 0,-34 19-21 16,-1 3-79-16,-21 10-424 16</inkml:trace>
  <inkml:trace contextRef="#ctx0" brushRef="#br1" timeOffset="110683.8">12188 7716 481 0,'0'0'424'0,"0"0"-335"15,0 0 95-15,0 0-1 16,0 0-20-16,0 0-40 15,-31-42-79-15,31 60-24 16,0 28-7-16,2 20 29 16,7 11-27-16,-5-1-14 15,1-7-1-15,-2-2-22 16,-3-11-255-16,-3-12-243 16</inkml:trace>
  <inkml:trace contextRef="#ctx0" brushRef="#br1" timeOffset="111267.08">8189 7847 150 0,'0'0'16'0,"0"0"-16"0,0 0 66 0,0 0 62 0,0 0-128 0,0 0 2 0,4-69-2 16,19 69-5-16,-1 0-170 16</inkml:trace>
  <inkml:trace contextRef="#ctx0" brushRef="#br1" timeOffset="112317.57">8608 7236 428 0,'0'0'489'0,"0"0"-449"0,0 0 82 0,-170-7 29 0,87 53-43 0,-5 28 9 16,1 26-8-16,6 25 2 15,19 8-42-15,22 3-23 16,32-7-23-16,8-10-16 16,52-9-7-16,35-14-1 15,27-15-3-15,15-19-65 16,11-30-174-16,-3-24-127 16,0-8-264-16</inkml:trace>
  <inkml:trace contextRef="#ctx0" brushRef="#br1" timeOffset="112750.19">9624 7342 1060 0,'0'0'12'15,"0"0"35"-15,0 0 49 0,0 0-59 0,0 0 6 0,154 89 47 16,-88-1 18-16,-10 21-7 16,-16 13-24-16,-20 6-46 15,-20 5-19-15,-22 1-12 16,-43-5 0-16,-22-4-40 15,-11-20-243-15,-5-18-36 0,3-25-338 16</inkml:trace>
  <inkml:trace contextRef="#ctx0" brushRef="#br1" timeOffset="113252.11">10083 7271 978 0,'0'0'73'15,"0"0"-25"-15,0 0 111 16,0 0-53-16,0 0-48 16,-29-124-54-16,58 101 2 15,2 9-4-15,-3 13-1 16,-1 1 8-16,-4 19-9 15,-9 25 13-15,-12 13-4 16,-2 5 7-16,-16-4-8 16,-20-6 18-16,-4-10 10 0,4-11 41 15,5-12-45 1,9-6-1-16,10-9-6 0,8-3-16 16,4-1 14-16,0 0-23 15,20 0-14-15,38-16-7 16,26-16 3-16,25-9-183 15,4-7-142-15,-7 3-277 16</inkml:trace>
  <inkml:trace contextRef="#ctx0" brushRef="#br1" timeOffset="113916.43">11646 7365 824 0,'0'0'69'0,"0"0"59"0,0 0 77 0,0 0-31 0,0 0-60 0,-149-33-83 16,87 87 44-16,-9 32-17 15,6 20-24-15,9 19 14 16,19 0-12-16,20 1-15 0,17-5-13 15,4-7-7 1,38-11-1-16,16-12 0 16,19-12-20-16,12-19-70 0,11-32-228 15,-5-24-73-15</inkml:trace>
  <inkml:trace contextRef="#ctx0" brushRef="#br1" timeOffset="114317">12388 7510 641 0,'0'0'426'0,"0"0"-418"16,0 0 114-16,0 0-22 15,0 0-26-15,0 0-56 16,50-38 27-16,-8 95 20 15,1 27 57-15,-4 23-65 16,-10 7-29-16,-18 5-13 16,-11-3-4-16,-19-4-7 0,-37 0-4 15,-18-1-10 1,-4-11-127-16,-9-10-238 0,8-26-257 16</inkml:trace>
  <inkml:trace contextRef="#ctx0" brushRef="#br1" timeOffset="114783.95">12941 7361 1114 0,'0'0'35'15,"0"0"-18"-15,0 0 124 16,0 0-25-16,-73-106-34 15,73 69-34-15,20 5-36 16,9 6-10-16,4 13 4 0,-4 13-6 16,-1 0 5-1,-5 20-5-15,-7 26 4 0,-14 12 5 16,-2 9 4-16,-6 4-4 16,-23-11 9-16,-2-12 22 15,-3-9-18-15,5-16 4 16,7-9 3-16,9-5-10 15,12-9-6-15,1 0-1 16,41-41-12-16,50-25 0 16,55-24-33-16,44-16-165 15,27-5-357-15</inkml:trace>
  <inkml:trace contextRef="#ctx0" brushRef="#br1" timeOffset="120517.16">8264 9508 67 0,'0'0'975'0,"0"0"-927"0,0 0 13 0,0 0 51 0,0 0-28 0,-133 27-2 16,99-19-25-16,5-4-5 16,7-4-15-16,4 0-11 15,5 0-1-15,2-12-18 16,2-12 2-16,7-5-9 16,2-3-2-16,0 4-1 0,13 9-3 15,5 6 5-15,2 8 0 16,4 5-2-16,7 0 3 15,3 28 2-15,-3 16 3 16,0 14-5-16,-6 8 3 16,-12 6 0-16,-11-1-3 15,-2-6 1-15,-13-3 1 16,-26-13-1-16,3-13 0 16,-1-10-1-16,4-12 0 15,0-8-3-15,-1-6 2 0,-1 0 1 16,6-10 8-1,8-20-8-15,8-8-16 16,11-3 0-16,2 3 7 0,0 6-5 16,18 8 13-1,6 8 1-15,1 6 0 0,4 10 5 16,2 0 0-16,5 4 3 16,-1 20 3-16,2 5 5 15,-6 0-6-15,-5 1-4 16,-4-3-6-16,-6-4 0 15,-3-2-6-15,-2 0-76 16,-1-6-224-16,-4-5-34 16,1-10-300-16</inkml:trace>
  <inkml:trace contextRef="#ctx0" brushRef="#br1" timeOffset="120849.96">8565 9555 340 0,'0'0'553'0,"0"0"-529"16,0 0 123-16,0 0-34 0,0 0-19 0,0 0-40 15,-44-40-28-15,28 54-18 16,3 8-1-16,1 6-2 16,10 0-4-16,2-3 0 15,0 5-1-15,12-7-1 16,12-1 1-16,5 4 22 0,7 1-22 15,-1 5 0 1,-6 0 1-16,-7 0-1 0,-8-8 5 16,-8-5-1-16,-6-6 8 15,0 1 49 1,-22 0 35-16,-16 2-82 0,-8-6-14 16,1-10-1-16,5 0-99 15,9-17-153-15,6-25 15 16,12-9-167-16</inkml:trace>
  <inkml:trace contextRef="#ctx0" brushRef="#br1" timeOffset="121017.36">8474 9607 987 0,'0'0'97'16,"0"0"-38"-16,0 0 131 0,0 0-41 15,0 0-94-15,0 0-45 16,109-50-10-16,-38 28-91 15,-4 6-178-15,-20 12-78 16,-16 4-394-16</inkml:trace>
  <inkml:trace contextRef="#ctx0" brushRef="#br1" timeOffset="121549.95">8949 9571 723 0,'0'0'159'0,"0"0"-59"0,0 0 65 16,0 0-42-1,0 0-49-15,0 0-48 0,-72 32-14 16,66 8 10-16,6 8 0 16,0 0-14-16,0-4-7 15,18-6-1-15,1-9-3 16,0-10-3-16,3-8 0 15,-7-5-17-15,-1-6-14 16,-8 0 6-16,-4 0 18 16,-2-23 13-16,0-12 0 15,0-10-9-15,-8-1 9 16,-2-2 3-16,8 4-3 0,2 6-6 16,12 7-6-16,21 10-35 15,5 7 9-15,2 10 20 16,-3 4 3-16,0 7 15 15,-6 25-1-15,-6 18 1 16,-4 11 0-16,-3 3 1 16,0-2 2-16,2-7 1 15,-2-10-1-15,0-7 0 16,2-9 0-16,-1-10-1 16,4-14 2-16,2-5 2 15,4-14 4-15,4-25 10 16,0-16-11-16,-9-17 22 15,-8-9-13-15,-16 0 9 16,0 10-2-16,-27 21-4 16,-19 26 3-16,-16 24-24 0,-17 0-2 15,-7 27-96-15,-15 10-130 16,-1 6-407-16</inkml:trace>
  <inkml:trace contextRef="#ctx0" brushRef="#br1" timeOffset="122717.07">11687 9647 646 0,'0'0'376'0,"0"0"-355"16,0 0 127-16,-141 18-14 0,110-18-45 0,9 0-40 16,7 0 24-16,6 0-35 15,-1-8 3-15,2-8-22 16,-1-6-12-16,-1-2-4 15,6 4-1-15,4 6-1 16,0 6-1-16,0 2-1 16,0 0 1-16,20 2 1 15,14 4-1-15,3 0 0 16,3 6 0-16,-1 26 0 0,-8 14 5 16,-9 9-5-16,-8 6 0 15,-14-2 0-15,0-4 2 16,-11-7-1-16,-18-9 0 15,-6-5-1-15,2-12 0 16,2-4 0-16,0-10-3 16,0-8 3-16,-3 0 0 15,0-4-1-15,6-19 1 16,8-11-8-16,11 1-9 16,9 1 5-16,0 6 3 15,0 8 5-15,16 4 3 16,3 7-4-16,3 3 5 15,6 4 5-15,3 0 4 16,2 12 2-16,5 16 7 0,-5 6-4 16,2-1-8-16,-6 3 0 15,-4-3-5-15,0 3-1 16,-4-9-8-16,-2-3-22 16,-1-8-132-16,1-14-124 15,0-2 44-15,3-24-147 16</inkml:trace>
  <inkml:trace contextRef="#ctx0" brushRef="#br1" timeOffset="123085.17">12005 9585 614 0,'0'0'128'0,"0"0"-6"0,0 0 48 0,0 0-59 15,0 0-19-15,0 0 37 0,-14-74-55 16,4 74-30-16,-5 8-17 15,-8 24-17-15,3 12 0 16,5 12-1-16,5 2-7 16,8-2 4-16,2-2-6 15,0-5 1-15,0-10-1 16,4-6-3-16,16-7-4 16,3-12-6-16,6-4-43 15,2-10 4-15,-1 0 13 16,0-2 7-16,-5-18 25 15,-8-6 7-15,-5-3 6 0,-12-1-2 16,0 4 4-16,-3 5 14 16,-21 6 19-16,-7 7 3 15,-4 8-22-15,-6 0-22 16,1 0-3-16,9 12-10 16,4 6-37-16,14 1-112 15,11-3-95-15,2-7-283 16</inkml:trace>
  <inkml:trace contextRef="#ctx0" brushRef="#br1" timeOffset="123482.93">12338 9569 890 0,'0'0'76'0,"0"0"46"0,0 0 46 0,0 0-46 0,0 0 11 16,0 0-88-16,0-22-28 16,-5 22-9-16,-4 27 10 15,0 14-12-15,3 9 0 16,6 0-4-16,0-5 1 16,0-8-3-16,13-1-22 15,5-7 21-15,4-5-15 16,-2-10-25-16,4-10-6 15,3-4 31-15,2 0 6 16,-2-21 10-16,-3-8 1 0,-6-7 21 16,-11-4-12-1,-7-9 22-15,0-6 16 0,-5-1 18 16,-19 5-43-16,-5 15-4 16,-3 12-10-16,-3 14-7 15,-5 10-2-15,2 0-109 16,7 20-158-16,13 12-142 15</inkml:trace>
  <inkml:trace contextRef="#ctx0" brushRef="#br1" timeOffset="123767.01">12787 9425 1047 0,'0'0'28'0,"0"0"74"0,0 0 116 0,0 0 6 16,0 0-150-16,0 0-48 15,-13-21-16-15,13 66 2 16,13 13 5-16,14 11-8 15,6 8-9-15,4 1-8 0,-4 1-153 16,-20 1-406-16</inkml:trace>
  <inkml:trace contextRef="#ctx0" brushRef="#br1" timeOffset="131949.91">8569 10816 909 0,'0'0'34'0,"0"0"62"0,0 0 65 0,-66-107 19 0,59 101-5 15,3 4-70-15,2 2-44 16,2 0-10-16,-2 0-13 16,-1 0-15-16,-2 11-4 15,-8 47-10-15,0 28 5 16,-3 20 22-16,10 3-16 15,6-9-7-15,0-6-1 16,0-8-5-16,0-3-5 16,4-14-2-16,-2-10 0 15,-2-7-4-15,0-8-22 16,0-8-48-16,-11-5-162 16,-7-19-211-16,-7-12-86 15</inkml:trace>
  <inkml:trace contextRef="#ctx0" brushRef="#br1" timeOffset="132217.04">8226 11423 869 0,'0'0'191'0,"0"0"-135"15,0 0 99-15,0 0 85 16,0 0-162-16,0 0-56 16,-8-4 11-16,12 38 1 15,14 10 14-15,4 6-11 16,3 3-26-16,-1-7-7 15,1-3-1-15,0-11-3 16,-2-10 0-16,0-8 0 16,6-10-2-16,6-4 0 0,11-10 0 15,8-33 0 1,7-11-1-16,1-4-3 0,-6 6-13 16,-12 11-80-16,-7 14-102 15,-17 15-89-15,-20 12-265 16</inkml:trace>
  <inkml:trace contextRef="#ctx0" brushRef="#br1" timeOffset="132815.88">7841 12601 487 0,'0'0'651'0,"0"0"-553"0,0 0 105 16,0 0 8-16,0 0-140 15,0 0-44-15,-93 26-17 16,75 19 3-16,5 5-5 15,8-1-8-15,5-5 2 16,0-7 2-16,0-7-8 16,19-10 4-16,11-6-7 15,7-4 4-15,13-2 1 16,4 2-1-16,0 4 3 16,-4 4 2-16,-8 6-2 15,-13 2 2-15,-11 0 5 16,-14-2-2-16,-4 2 2 0,-20 0 1 15,-24 0 16-15,-16 3-16 16,-5-12-5-16,7-9-3 16,4-8-6-16,10 0-44 15,11-31-137-15,10-16-131 16,15-17 68-16,8-13-215 16</inkml:trace>
  <inkml:trace contextRef="#ctx0" brushRef="#br1" timeOffset="132950.76">7761 12611 257 0,'0'0'701'16,"0"0"-600"-16,0 0-9 16,0 0 62-16,0 0 4 0,0 0-136 15,87-28-21 1,-19 17-1-16,14 10-26 0,-3 1-181 16,-17 12-95-1,-12 20-454-15</inkml:trace>
  <inkml:trace contextRef="#ctx0" brushRef="#br1" timeOffset="133300.14">8382 12825 744 0,'0'0'226'16,"0"0"-163"-16,0 0 77 15,0 0-25-15,0 0-40 16,0 0-2-16,-64 44-46 15,49 1 3-15,1 0-3 0,9 2-7 16,5-3-14-16,0-5-2 16,0-4-4-16,19-9 0 15,7-8-1-15,2-9-3 16,7-9-13-16,-2 0-14 16,1-13 18-16,-5-17 10 15,-8-7 3-15,-13-6 10 16,-8-8 8-16,0 0 15 15,-21 1-10-15,-8 9 13 16,-4 12 18-16,2 12-22 0,2 8-32 16,4 9-10-1,2 0-19-15,8 22-174 0,4 8-192 16,4 8-539-16</inkml:trace>
  <inkml:trace contextRef="#ctx0" brushRef="#br1" timeOffset="133699.9">8785 12859 1078 0,'0'0'6'0,"0"0"35"15,0 0 76-15,0 0 98 16,0 0-132-16,0 0-20 0,-37-45-32 15,26 67 2-15,-1 18-15 16,4 10 2-16,8 0-14 16,0-4-2-16,2-6-2 15,14-2-2-15,3-4-3 16,2-8 3-16,-2-9-2 16,4-8-7-16,-5-6 2 15,0-3 0-15,0 0 6 16,4-25 2-16,-5-9-1 15,-5-7 6-15,-8-7-1 16,-4 1 4-16,0 5 3 16,-18 6 13-16,-1 10 0 15,-4 8-23-15,2 10-2 16,0 5-3-16,-6 3-43 0,2 11-151 16,5 11-249-16,5 2-342 15</inkml:trace>
  <inkml:trace contextRef="#ctx0" brushRef="#br1" timeOffset="134101.19">9149 12853 1010 0,'0'0'2'0,"0"0"12"16,0 0 66-16,0 0 56 15,0 0-40-15,0 0-52 16,0 0 0-16,-17-10-20 16,14 50-7-16,0 9 77 15,3 5-69-15,0-4-19 16,0-3 1-16,8-2 11 16,9-5-17-16,5-5 4 15,3-10-5-15,0-6 1 16,1-9 1-16,-2-10 0 15,3 0-2-15,0-4 1 16,-2-24 3-16,-6-8-3 16,-5-9 15-16,-9-3 5 15,-5-4 17-15,0 2 10 0,-13 3-23 16,-10 6-11-16,-4 11-2 16,-6 7-12-16,-14 13-9 15,-8 10-87-15,-11 0-246 16,-3 0-138-16</inkml:trace>
  <inkml:trace contextRef="#ctx0" brushRef="#br1" timeOffset="134782.26">7752 10828 1155 0,'0'0'56'0,"0"0"-5"0,0 0 233 0,0 0-116 16,0 0-102-16,0 0-48 15,0 0-6-15,-8-2-1 0,54 50 7 16,14 9 3-16,0-1-12 15,-4-9-9-15,-10-8-1 16,-9-5-1-16,-7-9-40 16,-12-6-90-16,-7-11-224 15,-11-8-84-15</inkml:trace>
  <inkml:trace contextRef="#ctx0" brushRef="#br1" timeOffset="134983.07">8028 10738 1183 0,'0'0'44'0,"0"0"103"0,0 0 111 16,0 0-180-1,0 0-60-15,0 0 2 0,-118 146-9 16,78-84-8-16,-5 0-3 16,-1 1-4-16,-8 1-30 15,-2-8-120-15,-4-14-176 16,0-16-1-16,4-20-435 15</inkml:trace>
  <inkml:trace contextRef="#ctx0" brushRef="#br1" timeOffset="135483.01">7102 10932 761 0,'0'0'161'0,"0"0"-141"16,0 0 36-16,0 0 83 15,0 0-76-15,-116 36-21 16,97-58-12-16,0-10-7 16,3-4-5-16,9 2-2 15,5 8-10-15,2 8-2 16,0 2 1-16,15 8 7 15,10 2-9-15,8 6 11 0,8 0-9 16,1 31 14-16,-1 14 2 16,-7 5-6-16,-9 4 30 15,-18 0-35-15,-7-1 28 16,-14-3-7-16,-25-2-19 16,-13-8 0-16,1-9-9 15,4-6 5-15,2-12-6 16,5-12 1-16,5-1 1 15,4-3-4-15,6-16 1 16,14 2-1-16,9 6-3 16,2 1-6-16,0 2 4 15,20 6 5-15,11 2 1 16,7 0 8-16,2 24-7 0,0 6-1 16,-4 8-2-1,-7 3-1-15,-7-1-28 0,-11-5-201 16,-9-2-2-16,-2-7-179 15</inkml:trace>
  <inkml:trace contextRef="#ctx0" brushRef="#br1" timeOffset="138150.28">9404 10160 844 0,'0'0'71'0,"0"0"-14"0,0 0 78 15,0 0 2-15,0 0 45 16,0 0-46-16,-41-78-78 0,39 78-9 16,-1 0-18-1,1 0-16-15,2 0-5 0,-4 28-10 16,-3 26 6-16,-4 16 14 15,0 9 0-15,4-7-14 16,2-2-2-16,3-1-2 16,2-6 1-16,0-4-3 15,0-13 3-15,0-8-3 16,0-4 2-16,0-5-2 16,0-8 0-16,0-1 0 15,0-4 0-15,0-8 0 16,0-2 0-16,0-4-1 15,0-2 3-15,0 0-2 16,0 0 0-16,0 0 0 0,0 2 1 16,0-2-1-16,0 0 0 15,0 8-3-15,10 0 0 16,23 7 3-16,25 3 0 16,31-7 0-16,38 1-1 15,42-3 1-15,41-1 0 16,24 2 1-16,6 1-2 15,1 1-2-15,-17 1-7 16,-14-5-13-16,-20-4 1 16,-19-2 11-16,-24-2 1 15,-26 0 6-15,-25 0 4 16,-28 0 3-16,-20 0 0 16,-19 0 6-16,-14 0 0 15,-9 0 0-15,-4 0-2 16,-2 0 1-16,0 0-8 0,0 0-2 15,0 0-11-15,0 0-123 16,0-2-192-16,0-5 72 16,0 2-234-16</inkml:trace>
  <inkml:trace contextRef="#ctx0" brushRef="#br1" timeOffset="138466.97">12066 10389 829 0,'0'0'73'0,"0"0"28"0,0 0 28 0,0 0-14 16,0 0 27-16,0 0-24 15,-16-78-28-15,13 78-6 16,3 0-54-16,-4 20-15 16,0 34-10-16,-2 18 15 15,3 14 5-15,3-1-21 16,0-6-1-16,2 1-3 16,9-7 0-16,-7-5-11 0,-4 1-20 15,0-11-239-15,-23-8-161 16</inkml:trace>
  <inkml:trace contextRef="#ctx0" brushRef="#br1" timeOffset="140916.64">10652 11403 449 0,'0'0'363'0,"0"0"-292"0,0 0 72 16,0-103-2-16,-1 88 12 15,-4 5 40-15,3 4-63 0,2 2-39 16,-2 4-45-16,2 0-14 15,-2 0-8-15,0 0-6 16,-6 32-16-16,2 22 4 16,-3 14 31-16,3 2-20 15,4-9-9-15,2-3 2 16,0-6-6-16,0-9 0 16,0-12-1-16,6-8-3 15,3-8 0-15,1 0 0 16,0-8-1-16,-6 0 1 15,1-3-3-15,-4-4 0 16,-1 2-2-16,0-2-17 0,0 0-19 16,0 2-28-16,0-2-93 15,0 0-225-15,-1 0 3 16</inkml:trace>
  <inkml:trace contextRef="#ctx0" brushRef="#br1" timeOffset="141366.93">10858 11503 910 0,'0'0'43'16,"0"0"62"-16,0 0 12 0,0 0 4 15,0 0 36 1,0 0-68-16,0-56-47 0,0 56 4 15,0 0-33-15,-9 19-5 16,-3 18 10-16,2 14-7 16,3-1-8-16,7-4 3 15,0-3-6-15,22-5-1 16,7-7 0-16,2-6-10 16,3-11 3-16,-3-6-5 15,2-8-26-15,-2 0 13 16,-2-11 7-16,-2-16 0 15,-4-13 17-15,-8-8-1 16,-8-4 6-16,-7-7 0 16,0 1-2-16,-16 6 9 0,-11 9-5 15,1 16 16 1,-1 8 8-16,3 10-4 0,-3 7-25 16,5 2-12-16,-3 2 4 15,3 20-23-15,6 10-113 16,9 3-42-16,7 2-8 15,0-1-61-15,14-2-136 16</inkml:trace>
  <inkml:trace contextRef="#ctx0" brushRef="#br1" timeOffset="141632.81">11361 11546 275 0,'0'0'410'0,"0"0"-244"0,5-123-38 0,-3 97 35 0,-2 8-17 0,0 8 60 15,0 6-47-15,0 3-93 16,0 1-23-16,0 0-27 16,0 19-3-16,0 32-10 15,0 9 17-15,2 8-11 16,6 3-7-16,-2-4-2 15,0 2-1-15,-6-1-44 16,0-8-235-16,-12-8-179 0</inkml:trace>
  <inkml:trace contextRef="#ctx0" brushRef="#br1" timeOffset="142751.04">11808 11539 1029 0,'0'0'29'0,"0"0"70"0,0 0 112 0,0 0-38 16,0 0-57-16,0 0-28 0,-35-95-52 16,35 93-12-16,0 0-3 15,0 2-1-15,8 6-13 16,21 26-6-16,8 10 18 16,5 6-6-16,1 2-6 15,-3-1-6-15,-2-2-1 16,-1-4-3-16,-3-7-30 15,-5-8-100-15,-2-12-253 0,-9-8-92 16</inkml:trace>
  <inkml:trace contextRef="#ctx0" brushRef="#br1" timeOffset="142951">12092 11442 1126 0,'0'0'29'0,"0"0"30"15,0 0 102-15,0 0 13 16,0 0-74-16,-129 40-62 16,100 12-15-16,0 4 4 15,3 4-20-15,3-3-4 16,-2-6-3-16,4-4-3 16,-2-11-63-16,-2-8-258 15,1-14-161-15</inkml:trace>
  <inkml:trace contextRef="#ctx0" brushRef="#br1" timeOffset="143384.28">12571 11486 1046 0,'0'0'15'0,"0"0"13"15,16-107 26-15,22 75-2 0,4 6-30 16,3 12-11-16,-3 8 4 16,-7 6 34-16,-8 5-1 15,-9 26-6-15,-13 18-7 16,-5 5-4-16,-13 0 45 15,-24-2-41-15,-7-5-2 16,-5-14-5-16,5-5 24 16,2-8-27-16,5-5 11 15,13-6-11-15,6-3-4 16,12-3-9-16,4-2-5 16,2-1-4-16,0 0-3 0,43 0-4 15,30 0 4 1,22 0 0-16,10-10-5 0,-1-7-70 15,6-11-72-15,-10-7-208 16,-15 6-254-16</inkml:trace>
  <inkml:trace contextRef="#ctx0" brushRef="#br1" timeOffset="144067.73">11500 13127 555 0,'0'0'457'0,"0"0"-439"0,-114 3 40 0,89-13 29 0,5-8-17 0,9-6-22 15,9-2 0-15,2-4-30 16,0 4-12-16,16 2-3 16,20 8-1-16,1 10-2 15,5 6 0-15,-4 0 0 16,-6 16 0-16,1 24 6 16,-11 16 0-16,-8 10 4 15,-14 9 0-15,0-1 1 16,-12 0 17-16,-21-10 3 15,-9-14-17-15,2-10 0 16,-1-16-3-16,6-12 1 0,4-6 2 16,2-6-8-16,4 0 2 15,4-28 29-15,6-12-30 16,7-4-5-16,5 4-2 16,3 10 3-16,0 12 1 15,0 8 23-15,16 6-12 16,8 2-6-16,10 2 7 15,1 2 3-15,6 29 14 16,-1 6-13-16,2 5-9 16,-1-2-5-16,-4-4-6 15,-1-3-4-15,-3-10-15 16,0-9-148-16,1-14-179 16,-3 0-81-16</inkml:trace>
  <inkml:trace contextRef="#ctx0" brushRef="#br1" timeOffset="144366.7">11883 13114 512 0,'0'0'520'0,"0"0"-443"0,0 0 6 0,0 0 50 16,0 0-9-16,0 0-84 16,-18 8-32-16,5 38 2 15,2 13 36-15,3 5-36 16,8-3-5-16,0-2-5 15,17-9 3-15,5-14-3 0,2-12 2 16,3-14-1 0,-3-10 2-16,1 0 4 0,0-8 15 15,-6-24 46-15,-3-10-12 16,-9-12-18-16,-7-8-15 16,0 1-6-1,-21 5-6-15,-6 12-2 0,-4 12-8 16,3 10-1-16,-4 10-30 15,4 8-280-15,3 4-290 16</inkml:trace>
  <inkml:trace contextRef="#ctx0" brushRef="#br1" timeOffset="144783.93">12325 13294 1134 0,'0'0'14'0,"0"0"-11"16,13-122 19-16,4 89 48 15,1 6 7-15,5 9-49 16,6 7-8-16,2 8-3 16,0 3 8-16,-5 3 14 15,-6 26-4-15,-11 15-12 16,-9 16 33-16,-2 7-17 15,-34 1 0-15,-4-11-22 16,-5-14 5-16,6-13 10 16,7-14 0-16,6-2 3 15,3-9-14-15,8 0 1 0,5-1-7 16,9-2 2-16,1 0-8 16,0-2-3-16,13 0-2 15,34 0 9-15,22 0-7 16,16 0 2-16,6-6-4 15,-4-1-2-15,-5 2-2 16,-11-1-10-16,-15 3-70 16,-13-10-122-16,-21-7-280 15</inkml:trace>
  <inkml:trace contextRef="#ctx0" brushRef="#br1" timeOffset="145216.76">12921 12823 805 0,'0'0'67'0,"27"-124"33"0,-27 56 25 0,0 2-20 0,-29 2 6 15,-24 2-21-15,-24 4 15 16,-25 1-26-16,-27 5 0 15,-41 12-28-15,-38 11-16 0,-43 28 9 16,-36 8 18 0,-23 60-18-16,3 40 6 0,35 43-6 15,54 38-4-15,66 53-29 16,70 33-11-16,62 27 0 16,47 6 0-16,91-27 0 15,76-35 0-15,64-44 0 16,63-59 0-16,58-65 0 15,32-65-31-15,25-42-4 16,-4-89 28-16,-27-53 1 16,-49-56 12-16,-77-52-5 15,-103-46 21-15,-114-13-16 16,-104 21-3-16,-143 44-3 16,-118 86-43-16,-112 77-97 15,-74 67-302-15,-42 44-383 0</inkml:trace>
  <inkml:trace contextRef="#ctx0" brushRef="#br1" timeOffset="146567.01">1413 5109 648 0,'-162'75'394'0,"-10"5"-379"0,5 6 187 0,18-2 25 0,20-8-131 0,33-16-36 16,40-26-34-16,33-20 11 15,28-14-16-15,78-27-17 16,64-54-1-16,84-47-2 16,66-43 4-16,59-27-2 15,38-4-3-15,14 2 3 16,-9 15-3-16,-27 16-3 16,-42 21 3-16,-58 25 0 15,-66 33-22-15,-80 34-20 16,-76 32-66-16,-54 24-63 0,-92 32 105 15,-64 40-145-15,-58 24 20 16,-32 20 39-16,-30 23 16 16,-28 16-68-16,-22 23 108 15,-31 22 96-15,-11 9 86 16,4 6 32-16,25-20 96 16,56-27-46-16,67-42-31 15,77-52-20-15,70-37-41 16,70-37-25-16,50-31-6 15,98-62-41-15,86-55 16 0,88-49 21 16,87-36 5 0,66-22 40-16,39-6 1 0,12 10-39 15,-30 10-31-15,-61 36-17 16,-89 38-105-16,-119 47-360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13:33.087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20185 2057 617 0,'0'0'125'0,"0"0"-45"0,0 0 13 0,0 0-62 0,0 0 6 0,0 0-6 16,0 0-13-16,-20-6-13 16,20 12 0-16,13-2-3 15,1-2 0-15,-2-2-2 16,-2 0 0-16,3-4 10 16,-4-10-4-16,-3-2-4 15,-1 2 17-15,-5 4-15 16,0 4 9-16,0 3 17 15,0 3 5-15,0 0-22 0,-3 0-4 16,-10 6-6-16,5 7-3 16,-1-1 0-16,8-1-4 15,1-4 3-15,0 0 1 16,0 0 0-16,0-5-7 16,0 0 5-16,0-2 2 15,0 0 0-15,1-6 2 16,8-12-2-16,-3 0-2 15,-4 4 2-15,-2 8 6 16,0 4 6-16,0 2 7 0,0 0 1 16,0 2-11-1,-13 24-8-15,-5 6 2 0,3 4 4 16,8-1-6 0,7-8-1-16,0-2-2 0,0-8-3 15,0-4 4-15,9-8 0 16,2-5-7-16,0 0 2 15,3-18 2-15,-3-14 4 16,-3-5 0-16,-6-4-2 16,-2 4 2-16,0 12 5 15,0 9-3-15,-4 7 6 16,-11 8 23-16,-6 1-14 16,-5 0-15-16,-1 20 0 15,1 11 2-15,8 11-2 16,11-1-1-16,7 4-1 0,0-5 0 15,0-7-2 1,17-4 0-16,4-9-6 0,-3-8-4 16,-5-10-2-16,0-2 3 15,1-9 8-15,-6-24 3 16,1-14 6-16,-8 0-4 16,-1-3 1-16,0 8-2 15,-5 13 6-15,-8 9 17 16,-3 10-1-16,3 8-15 15,-3 2 9-15,3 0-14 16,-2 25-3-16,3 11 0 16,10-1 0-16,2 5-2 0,0-4-3 15,4-8 4 1,12-7-12-16,-3-9-3 0,-4-10 3 16,-2-2 3-16,-5 0 3 15,1-9 7-15,-3-20 7 16,0-13-7-16,0 1 3 15,0 9 4-15,-9 8 12 16,-1 10 9-16,2 10-8 16,-1 4 28-16,5 0-31 15,-6 8-17-15,8 13 0 16,0 4 0-16,2-2-2 16,0-5 1-16,2-4 0 15,12-7-6-15,1-2-1 16,1-5-4-16,-3 0 7 15,-4-5 5-15,-2-5 6 0,-5 4-6 16,-2 5 3 0,0-2-1-16,0 3-2 0,0-1-8 15,0-2-86-15,0-1-71 16,0-3-427-16</inkml:trace>
  <inkml:trace contextRef="#ctx0" brushRef="#br0" timeOffset="1050.24">20115 2059 673 0,'0'0'61'0,"0"0"2"0,0 0-4 0,0 0-52 0,0 0-2 0,0 0 15 16,2 32-3-16,-2-20-5 16,10-4-10-16,1-4 1 15,0-2 0-15,3-2 0 16,1 0 6-16,1-4 8 16,1-18-3-16,-3-4-8 15,-8 0 4-15,-6 4-1 0,0 4 10 16,0 7 28-1,-10 4-9-15,-13 5-19 0,-4 2-4 16,0 0-7-16,6 6 0 16,2 14 1-16,11 6-5 15,4 0-2-15,4 2-2 16,0-4 3-16,0-3-3 16,12-6 1-16,9-7-2 15,-4-6 2-15,6-2-2 16,-1 0-6-16,2-16 7 15,3-14 2-15,-7-4 0 16,-5-3 0-16,-7 1 0 16,-8 9 0-16,0 4 6 15,0 12 1-15,-8 5 6 16,-13 6 2-16,-10 0 5 0,-5 11-16 16,5 16-5-16,4-4 5 15,13 2-2-15,10-8-2 16,4-6-2-16,0-5-1 15,0-4 1-15,0-2 2 16,2 0-1-16,12-12 3 16,-1-14 0-16,-2-2-1 15,-6-2-3-15,-5 6 0 16,0 8 1-16,0 8 0 16,0 3 0-16,0 5-1 15,0 0-21-15,0 15-87 16,0 7-84-16,6-6-373 0</inkml:trace>
  <inkml:trace contextRef="#ctx0" brushRef="#br0" timeOffset="85350.35">8008 3429 54 0,'0'0'2'0,"0"0"2"0,0 0-4 0,0 0-1 16,0 0-1-16,0 0-54 0,0 0 55 15</inkml:trace>
  <inkml:trace contextRef="#ctx0" brushRef="#br0" timeOffset="86370.34">7844 3345 258 0,'0'0'550'0,"-161"0"-538"0,76 0 125 0,3 0 26 0,4 3-76 15,11 3 5-15,20-1-9 16,20-4 39-16,23-1-46 16,4 3-42-16,56-2-3 15,48-1-30-15,67 0 4 0,66 0-5 16,53-23-2 0,20-4-19-16,6 5 20 15,-17 6 0-15,-21 6-31 0,-28 3-24 16,-37-1-35-16,-34 1 44 15,-44-1-5-15,-41 4-28 16,-42 4 33-16,-39-2-27 16,-13 0 21-16,-56 0 12 15,-36 2-116-15,-37 0-52 16,-33 0-12-16,-19 0-54 16</inkml:trace>
  <inkml:trace contextRef="#ctx0" brushRef="#br0" timeOffset="86650.02">7835 3234 395 0,'-157'0'497'0,"6"0"-486"16,11 6 76-16,17 2 60 15,21 1-85-15,30-2-27 16,32-1-3-16,34 2 23 16,14 2 4-16,75 3 2 15,61-4 4-15,80-9-35 16,69 0-21-16,52-8-2 15,25-7 7-15,1 6 7 16,-19 5-6-16,-32 4-9 16,-34 0 1-16,-41 0-1 15,-49 0-5-15,-51 4-1 16,-52-2 0-16,-44 0-7 16,-39-2-69-16,-24 0-96 0,-62 0-96 15,-44-4-567-15</inkml:trace>
  <inkml:trace contextRef="#ctx0" brushRef="#br0" timeOffset="106683.35">11156 3071 942 0,'0'0'18'0,"0"0"180"0,0 0-59 0,0 0-72 0,0 0 26 16,0 0-40-16,0 0 3 15,0 0-33-15,-48-19-9 16,87 19-14-16,24 0 10 16,15 0 17-16,8 0-20 15,-1 0 2-15,-4 0-3 16,-6 0-2-16,-3 0-4 16,-9 0 1-16,-9 0-1 15,-6-2-24-15,-9-2-127 16,-12 0-132-16,-13-2-46 15,-12-7-148-15</inkml:trace>
  <inkml:trace contextRef="#ctx0" brushRef="#br0" timeOffset="107033.47">11747 2917 732 0,'0'0'37'15,"0"0"67"-15,0 0 60 16,0 0-92-16,0 0-38 15,0 0-12-15,-11-14-11 16,15 14-3-16,16 16-2 16,7 4 1-16,0-2 1 15,0-2-1-15,-1-1-4 16,-2-5-1-16,-1-2 1 0,-3-2-2 16,-4-2 0-1,-8-3 3-15,-3-1-4 0,-2 0 1 16,-3 0-1-16,0 3 1 15,0-2 5-15,0-1 1 16,0 2 9-16,0 2 0 16,0 7-2-16,-21 7-8 15,-4 8-4-15,1 2-2 16,0 2-5-16,4 0-15 16,-1 2-50-16,-6 4-72 15,4-1-97-15,-2-6-108 16</inkml:trace>
  <inkml:trace contextRef="#ctx0" brushRef="#br0" timeOffset="108166.73">12787 2871 781 0,'0'0'50'0,"0"0"46"0,0 0 70 0,0 0-53 0,0 0-62 16,-152 5-4-16,102 32 10 16,0 9-1-16,9 7-11 15,9-1-7-15,14-2 3 16,14-1-32-16,4-2-9 15,11-3-11-15,23 0 10 16,6-4 0-16,6-5-2 16,1-10-3-16,2-6-12 15,-4-11-14-15,-8-6 6 0,-1-2-10 16,-9-2 13 0,-5-19 11-16,-7-5 8 0,-7-7 4 15,-6-3 2-15,-2-3 3 16,0 9 1-16,-14 10 2 15,-7 7 21-15,-6 6 12 16,-4 7-6-16,-10 0-23 16,1 4-2-16,-1 18-9 15,9 3 1-15,7 0-2 16,11 0-5-16,14-3-8 16,0 0-22-16,10-3-89 15,19-2-54-15,3-9-53 16,0-8-216-16</inkml:trace>
  <inkml:trace contextRef="#ctx0" brushRef="#br0" timeOffset="108850.18">13068 3083 951 0,'0'0'30'0,"0"0"158"0,0 0-84 0,0 0-72 0,0 0-21 16,0 0-10-16,7 9 7 15,2 22 18-15,-1 10 21 16,2 4-27-16,-1-6 2 16,-3 1-13-16,3-8-7 15,-2-6 2-15,-5-9-4 0,-2-9 0 16,0-2 0-16,0-6 0 15,0 0 0-15,0 0 3 16,0-23-3-16,-5-11-11 16,-8-8 4-16,4-4 1 15,7 4-15-15,2 2 9 16,0 6 11-16,18 8-6 16,6 6 5-16,3 4 2 15,0 6-1-15,0 8 0 16,-3 2-2-16,2 4 3 15,-1 23-6-15,-4 8 4 16,-2 5 2-16,-7 2 0 16,-6 0 0-16,-1-4-2 0,-5-7 2 15,0-9 0-15,0-8-5 16,0-6 1-16,0-5-3 16,0-3 5-16,0 0 1 15,0 0-6-15,0-10-6 16,0-21-21-16,0-10 13 15,0-1 9-15,4 4 6 16,12 6 1-16,7 5 5 16,-4 8 0-16,-1 7 0 15,-1 6 0-15,2 6 0 0,3 0 2 16,0 6 2 0,2 12 6-16,-3 2 7 0,-6 2 7 15,-3-2-6-15,-8 0 18 16,-4-2-4-16,0-2-9 15,0-2-15-15,0 1-8 16,-2-1-15-16,-8 0-105 16,-5 1-66-16,-5 2-149 15,0 1-338-15</inkml:trace>
  <inkml:trace contextRef="#ctx0" brushRef="#br0" timeOffset="109102.49">13861 3488 911 0,'0'0'18'0,"0"0"118"0,0 0 21 0,0 0-98 0,0 0-34 15,0 0 6-15,4 1 8 16,-4 21 18-16,0 5-15 15,0 0-30-15,0 3-12 16,-6-4-16-16,-5 2-71 16,-5-1-114-16,1-14-64 15,-1-9-275-15</inkml:trace>
  <inkml:trace contextRef="#ctx0" brushRef="#br0" timeOffset="109550.71">14438 3066 874 0,'0'0'20'16,"0"0"-8"-16,0 0 142 15,0 0-87-15,0 0-36 16,0 0-14-16,-131-22-6 15,100 55-7-15,11 10 2 16,9 6 1-16,11-2 0 16,0 1 9-16,4-2-13 0,19-5-2 15,3-7-1-15,5-6-3 16,2-10-4-16,8-6-1 16,-3-9-8-16,1-3-5 15,-5 0 2-15,-5-9-1 16,-7-14-1-16,-6 0 13 15,-11-5 8-15,-5 3 7 16,0 3-1-16,-10 7 21 16,-14 2 21-16,-7 12-2 15,-10 1-12-15,-1 0-12 16,5 7-2-16,10 8-9 16,9-1-11-16,9 0-3 0,7 0-11 15,2 2-52-15,0-1-72 16,0-2-114-16,0-6-269 15</inkml:trace>
  <inkml:trace contextRef="#ctx0" brushRef="#br0" timeOffset="110217.04">14673 3190 883 0,'0'0'13'0,"0"0"96"0,0 0 52 0,0 0-113 0,0 0-30 0,0 0 1 0,13-34-13 15,0 49-1-15,5 14 24 16,-3 7-1-16,-1 1-13 16,-5-3 2-16,-3-7-13 15,-3-7-2-15,-1-5-1 16,-2-10-1-16,0-2 0 15,0-3 2-15,0 0 5 16,0-8-5-16,-7-20-2 16,-4-9-11-16,6-8 9 15,5 0-4-15,0 5-3 16,3 4 8-16,15 11 1 0,4 4 0 16,7 6 0-1,0 8 0-15,3 7-2 0,5 0 2 16,-4 13 0-16,1 20 1 15,-5 7 4-15,-5 2 2 16,-8-2 0-16,-5-2-4 16,-7-5 1-16,-2-10-4 15,-2-7 0-15,0-10-1 16,0-1-3-16,0-5 4 16,0 0 3-16,0-5 0 15,0-21-3-15,0-11-18 16,-2-12 12-16,2 1 3 15,0 4-6-15,10 8 6 16,3 8-1-16,3 11 3 16,-1 5 0-16,3 9 0 0,4 3-2 15,5 0 2-15,0 23 1 16,4 14 2-16,-4 3 6 16,-3 0 4-16,-4 2-2 15,-6-5-7-15,-8-3 2 16,-4-4-3-16,-2-4-2 15,0-4-5-15,0-5-74 16,-15-2-60-16,-10-7-90 16,1-2-176-16</inkml:trace>
  <inkml:trace contextRef="#ctx0" brushRef="#br0" timeOffset="111084.08">15760 3313 1037 0,'0'0'16'0,"0"0"114"0,-114-21 114 0,91 17-78 0,15 4-123 16,8 0-1-16,0 0-16 15,31 0-12-15,36 0 3 16,30 0-7-16,31-1-5 16,1-6-4-16,-4 3 2 0,-19 1-3 15,-23 3 0-15,-16-3-4 16,-13 2-1-16,-12-2-69 15,-16-3-194-15,-12-3-30 16,-14-8-136-16,-5-3-20 16</inkml:trace>
  <inkml:trace contextRef="#ctx0" brushRef="#br0" timeOffset="111384.17">16410 3130 81 0,'0'0'453'0,"0"0"-279"15,0 0-22-15,0 0 41 16,0 0-111-16,0 0-52 15,-35-20-15-15,39 24-11 16,23 14 7-16,11 2-4 0,4-3-3 16,5-9-2-16,-5-1-2 15,-9-3-3-15,-8-2-7 16,-11-2-5-16,-10 0 5 16,-4 0 10-16,0 0 6 15,0 0 6-15,0 0 7 16,0 0 2-16,-4 0 3 15,-12 4-2-15,-5 12-4 16,-5 14-14-16,0 10 1 16,-1 4 4-16,4 3-3 15,1-4-5-15,6-3-1 16,4-3-18-16,-2-9-96 16,5-12-135-16</inkml:trace>
  <inkml:trace contextRef="#ctx0" brushRef="#br0" timeOffset="111983.9">17254 3251 783 0,'0'0'187'0,"0"0"-162"0,0 0 98 0,-33-128-76 0,47 101-39 0,21 2-8 15,7 10 0-15,3 9-4 16,0 6 4-16,-10 0-2 15,-6 16 2-15,-13 18 0 16,-14 10 2-16,-2 6 5 16,-11-2 0-16,-25-2 10 15,-8-6 8-15,-4-5 15 16,2-7 11-16,9-6-6 16,8-8 11-16,8-6-14 15,11-6 17-15,5-2-20 16,5 0-23-16,0 0-6 15,0 0-10-15,26 0-17 16,21 0 17-16,18 0 0 0,10-10-61 16,-6-3-185-1,-1-3-18-15,-6-1-340 0</inkml:trace>
  <inkml:trace contextRef="#ctx0" brushRef="#br0" timeOffset="112233.62">17727 3108 432 0,'0'0'618'0,"0"0"-610"15,0 0 149-15,0 0 14 16,0 0-86-16,0 0-55 0,-27-60 0 16,27 60 3-1,0 16-24-15,9 22 44 16,7 12-6-16,-3 5-22 15,-4-2-11-15,2 0-7 0,-4-7-7 16,2-9-4-16,-3-6-3 16,4-7-104-16,-8-12-183 15,-2-10-32-15,0-2-330 16</inkml:trace>
  <inkml:trace contextRef="#ctx0" brushRef="#br0" timeOffset="112566.31">17612 3240 511 0,'0'0'354'0,"0"0"-348"16,0 0-6-16,0 0 51 0,126 11-40 15,-57-11-7-15,5 0-4 16,-14 0 0-16,-7 0-5 16,-14-7-5-16,-18-3-2 15,-9 0 12-15,-8-1 3 16,-4 2 29-16,0-1 13 15,0 4 62-15,-2 4-19 16,-4 0-27-16,6 2 29 16,-2 0-52-16,-2 0-8 15,0 18-14-15,-2 14-3 16,-2 8 54-16,5-1 9 16,3-6-56-16,0-5-12 0,0-4-8 15,6-4-1 1,15-9-21-16,5-8-63 0,-2-3-142 15,3-11-30-15,-6-32-248 16</inkml:trace>
  <inkml:trace contextRef="#ctx0" brushRef="#br0" timeOffset="112801.29">18014 3012 70 0,'0'0'741'15,"0"0"-724"-15,0 0 37 16,0 0 56-16,0 0-75 15,0 0-10-15,5 0-7 16,14 0-4-16,-1 0 25 16,-4 0 15-16,-7-10-9 0,-7-7-3 15,0 2 3-15,0-2-11 16,-13 8-2-16,-8 3-25 16,1 6-7-16,1 0-38 15,-3 15-118-15,8 14-126 16,7 5-451-16</inkml:trace>
  <inkml:trace contextRef="#ctx0" brushRef="#br0" timeOffset="113389.43">18199 3204 323 0,'0'0'656'0,"0"0"-633"0,0 0 160 16,0 0-71-16,0 0-93 15,0 0-18-15,38 22 22 16,-22 4 15-16,-5 2-20 16,0-7-6-16,-4-6-9 15,-5-4-1-15,-2-7-4 16,0-1 0-16,0-3-9 16,0 0 5-16,0-14 4 15,0-18-30-15,-4-14 11 16,4-6 19-16,0 2-26 15,2 8 16-15,13 10 10 0,3 12 2 16,2 7 0 0,1 9 0-16,7 4 1 0,3 0-1 15,5 21 4-15,2 11 5 16,-4 6 11-16,-8 2-6 16,-6-2 0-16,-4-2-6 15,-5-10-1-15,-9-8-2 16,-2-5-4-16,0-8 0 15,0-3 2-15,0-2-5 16,0 0 2-16,0 0-16 16,0-22-48-16,0-8 34 15,0-7 19-15,0-2-6 16,7 3 9-16,9 8 7 16,1 5 1-16,3 6 0 0,1 7 5 15,-4 2 6-15,3 8 8 16,-4 0 4-16,0 18 6 15,-3 18 33-15,-6 10 8 16,-5 0-34-16,-2 0 4 16,0-8 2-16,0-3-39 15,0-7-3-15,0-10-21 16,0-6-17-16,0-9-175 16,0-3-64-16,2-14-319 15</inkml:trace>
  <inkml:trace contextRef="#ctx0" brushRef="#br0" timeOffset="113950.09">18939 3182 850 0,'0'0'4'0,"0"0"4"0,0 0 73 0,0 0-62 0,0 0-4 15,0 0-1-15,36 6-4 16,-10-6-3-16,-1-14-5 15,-2-6-2-15,-10 2-1 16,-9-2-4-16,-4 6 4 16,0 2 1-16,-4 4 9 15,-15 3-1-15,0 5 1 16,1 0 4-16,3 0-4 16,-1 5-2-16,3 15 0 0,4 1 3 15,-1 8 6-15,8 1-4 16,2 4 16-16,0 1-5 15,0-2 4-15,7-4-6 16,15-5-2-16,7-7-3 16,2-8-5-16,7-8 0 15,5-1-3-15,-2-5 2 16,7-20-5-16,-8-7-2 16,-4-10-2-16,-12-5 1 15,-11-8 0-15,-6 3-2 16,-7 8-2-16,0 9-8 15,0 14 3-15,-13 9 6 16,2 7-9-16,0 5 9 16,11 0 1-16,0 21-9 0,3 13 9 15,26 10 0-15,12 0 0 16,3-5 4-16,-4-1-2 16,-3-13 1-16,-16-5 0 15,-9-8 2-15,-12-2-1 16,0 6 0-16,-42 5-4 15,-28 8-1-15,-34 7-168 16,-14 0-242-16</inkml:trace>
  <inkml:trace contextRef="#ctx0" brushRef="#br0" timeOffset="116250.13">19888 3062 737 0,'0'0'80'0,"0"0"32"0,-114 2 78 0,88-2-54 0,10 0-40 16,8 0 36-16,5 0-23 16,3 0-39-16,0 0-33 15,0 0-10-15,31 0-9 16,34 0-5-16,29 0-7 15,21 0-2-15,15 0 3 16,1 0-6-16,-4-8 0 16,-17 4-2-16,-24 0-5 15,-26 0-65-15,-27-1-186 16,-21-7-75-16,-12-9-124 16</inkml:trace>
  <inkml:trace contextRef="#ctx0" brushRef="#br0" timeOffset="116584.6">20470 2807 406 0,'0'0'414'16,"0"0"-308"-16,0 0 73 16,0 0-78-16,0 0-78 15,0 0-20-15,-12 38 25 16,43-4 7-16,12-1-13 16,6-4-11-16,2-3-6 15,-3-5-4-15,-11-7 1 16,-8-6-2-16,-9-4 0 15,-6-2 0-15,-10-2 0 16,-2 0 1-16,-2 0 3 0,0 0 3 16,0 0 5-1,0 0 2-15,0 0 32 0,0 0 32 16,0 0-39-16,0 0-6 16,0 10-14-16,-13 20-7 15,-14 18-5-15,-6 8-4 16,4 3 0-16,0-5-2 15,9-7-1-15,4-3-4 16,5-6-52-16,9-11-224 16,2-19-78-16</inkml:trace>
  <inkml:trace contextRef="#ctx0" brushRef="#br0" timeOffset="117217.06">21229 2805 1104 0,'0'0'30'0,"0"0"16"0,0 0 154 0,0 0-55 15,0 0-77-15,0 0-52 16,-19-16-2-16,19 59 9 15,2 10 50-15,2 7-61 16,-2-2 0-16,0-4-8 16,1-5-4-16,-1-11 0 0,0-11-15 15,3-8-91-15,0-9-62 16,-3-10-43-16,2 0 60 16,-2-24 14-16,-2-20 38 15,0-12 31-15,0-4 68 16,0 0 4-16,0 5 56 15,0 5-8-15,0 8 23 16,2 6-16-16,23 7-8 16,8 6-37-16,7 10-4 15,12 9-7-15,4 4-3 0,-8 17 7 16,-7 17-4 0,-17 10 0-16,-15 2 6 0,-9 0 0 15,-12-2-2-15,-27-6 4 16,-13-8-2-16,-6-6-5 15,3-5 0-15,6-9-3 16,11-6 0-16,11-4 1 16,11 0-2-16,10 0 2 15,3 0 4-15,3 0-5 16,0 0-2-16,12 0 0 16,14 0 1-16,11 0 9 15,0 10 0-15,3 14 8 16,-2 5 13-16,-5 2-2 15,0-5-11-15,-4-2-8 16,-2-7-8-16,0-4-1 16,2-7-17-16,-2-6-99 15,6 0-259-15</inkml:trace>
  <inkml:trace contextRef="#ctx0" brushRef="#br0" timeOffset="117600.27">22116 2652 559 0,'0'0'371'0,"0"0"-354"0,0 0 109 0,0 0 15 0,0 0-55 0,0 0-38 15,7-45 24-15,-7 45 1 16,0 14-38-16,0 32-15 15,-13 18 36-15,-12 14-15 16,-4 8 6-16,-2 1-16 16,0 1-2-16,-1-4-7 15,5-12-5-15,4-7-1 16,5-10-11-16,5-6-1 16,1-7-2-16,3-10-1 15,3-6-1-15,4-10-4 16,2-4-10-16,0-8-59 15,0-4-29-15,17-14-73 0,8-32-26 16,-9-12-32 0,-10-10-95-16,-6-4-86 0,0-3 151 15</inkml:trace>
  <inkml:trace contextRef="#ctx0" brushRef="#br0" timeOffset="117816.72">21764 2953 262 0,'0'0'274'0,"0"0"-225"15,0 0 10-15,0 0 20 16,0 0-27-16,0 0-8 16,11 89-4-16,-2-87 6 15,-2-2 27-15,2 0 6 16,0-2 4-16,-3-14-32 16,-1 0-8-16,-5 2 4 0,0 3-15 15,0 2-8-15,0 4-9 16,-2 4-15-16,-5 1-54 15,0 0-107-15,-3 3-192 16,3 18-386-16</inkml:trace>
  <inkml:trace contextRef="#ctx0" brushRef="#br0" timeOffset="118103.25">22058 3214 421 0,'0'0'561'0,"0"0"-556"0,0 0 11 16,0 0 42-16,0 0-23 15,0 0-11-15,41 56-14 16,-20-50-1-16,0-6 4 16,-5 0 2-16,-5 0 15 15,-7 0 17-15,-2 0 23 16,-2-6 24-16,0-7-38 15,0-6-32-15,-13 5 30 16,-5 3-7-16,-2 0-47 16,0 5-43-16,0 4-111 15,-5 2-60-15,-2 0-178 16</inkml:trace>
  <inkml:trace contextRef="#ctx0" brushRef="#br0" timeOffset="118450.36">21285 3557 978 0,'0'0'9'0,"0"0"59"16,0 0 105-16,0 0-63 15,0 0-90-15,0 0-9 16,-22 27 7-16,102-20 19 0,32-2-12 16,21-5-6-16,12 0-3 15,-1 0 20-15,-1 0-9 16,-2 0 34-16,-14 0-31 16,-24-7 19-1,-23 0-38-15,-32-2 0 0,-21-1-8 16,-17 2-3-16,-10-5-11 15,-10 2-162-15,-37 3-139 16,-14 6-118-16,-12 2-350 16</inkml:trace>
  <inkml:trace contextRef="#ctx0" brushRef="#br0" timeOffset="118918.92">21791 3971 916 0,'0'0'33'16,"0"0"116"-16,0 0-47 15,-11-123-72-15,35 95-23 16,7 10 1-16,3 8 6 16,1 6-2-16,4 4 8 15,-6 8-4-15,-4 28 4 16,-11 10-11-16,-12 8 8 15,-6 4 6-15,-6-4 0 16,-26-6 0-16,-3-5-4 0,-5-10 2 16,1-6-3-1,4-7-1-15,-1-8 0 0,3-5 38 16,6-5-8-16,3 1-35 16,8-3 1-16,12 0-2 15,4 0-2-15,0 0 1 16,0 0-7-16,27 0-3 15,21 0 0-15,19 0 7 16,9-8-6-16,2 2 0 16,0 0-1-16,-2 4 1 15,-7 0-1-15,-6 0 1 16,-13 2 3-16,-9 0-4 0,-14 0 0 16,-12 0-1-1,-11 0-15-15,-4 0-4 0,0-4-160 16,0-7-73-16,-22-2-210 15</inkml:trace>
  <inkml:trace contextRef="#ctx0" brushRef="#br0" timeOffset="121735.42">20737 2448 579 0,'0'0'67'0,"-127"0"-49"0,64 0 109 0,9 0 24 0,6 0-55 16,11 0-31-16,12 0 0 0,18 0-5 15,7 2-4-15,22 5-7 16,48 0-38-16,43 5 8 16,52 0-19-16,37-6 6 15,33 1-2-15,12-1 0 16,-2 0 2-16,-6 1 0 16,-17 1-3-16,-18-4 4 15,-19 1-1-15,-26-5-5 16,-27 0 1-16,-32 0-2 15,-35 0-10-15,-34 0-9 16,-31-5-43-16,-13-4 5 0,-56-1-69 16,-44-1-89-1,-33 3-53-15,-26 2 47 0,-14-2-178 16</inkml:trace>
  <inkml:trace contextRef="#ctx0" brushRef="#br0" timeOffset="121984.53">20408 2474 875 0,'0'0'9'16,"-181"0"14"-16,141 0 82 15,24 0-23-15,16 0-55 16,31 0 24-16,50 0-34 0,50 0 13 16,50 0-6-16,41 0-11 15,27 0-11-15,26 0 1 16,3 0 0-16,-1 0-3 15,-7 0-2 1,-25 6 2-16,-27 0 0 0,-37 2-1 16,-46-1-40-16,-50-4-126 15,-50 0-189-15,-35-3-272 16</inkml:trace>
  <inkml:trace contextRef="#ctx0" brushRef="#br0" timeOffset="123668.3">15004 4913 479 0,'0'0'380'0,"0"0"-375"0,0 0 48 0,0 0 50 16,0 0-30-16,-149 54-53 16,115-50 12-16,3-4 14 15,5 0-18-15,1-8 5 16,3-14-6-16,4-2-8 15,9-4 4-15,7-1-16 16,2 5 1-16,0 4-8 0,11 5 0 16,13 5-1-1,5 5 0-15,3 3 0 0,3 2 2 16,4 4-1 0,-4 24 0-16,-1 15 4 0,-8 11 10 15,-10 4 15-15,-10 5-8 16,-6-2-3-16,0 1-6 15,-15 1-2-15,-17-11 0 16,-5-7 1-16,-8-8 4 16,1-7-14-16,-1-8-1 15,3-12-2-15,4-10-4 16,3 0 2-16,6-12-2 16,8-19-7-16,10-6-11 15,11-3 2-15,0 4 18 16,7 4 0-16,20 7 3 0,2 11-1 15,0 9 1 1,2 5 1-16,4 2 4 0,1 28 3 16,2 2 9-16,-3 4-7 15,-2 0-2-15,-1-2-6 16,-3-2-1-16,-2-4-8 16,-1-6-13-16,1-8-127 15,0-10-102-15,0-4-108 16,0-8-253-16</inkml:trace>
  <inkml:trace contextRef="#ctx0" brushRef="#br0" timeOffset="124034.18">15232 4969 798 0,'0'0'20'0,"0"0"151"0,0 0-46 0,0 0-46 0,0 0-40 16,0 0-26-16,-38-10-6 15,37 48-2-15,1 13 9 16,0 6-4-16,0 1-4 16,10 2-3-16,5-5-2 15,3-5-1-15,5-8-4 16,0-8-2-16,7-10 0 16,-1-10-9-16,0-12 6 15,2-2 5-15,-2-10-1 16,-5-24 5-16,-5-12 2 15,-11-12 0-15,-8-4 9 0,0-3 0 16,-6 5 20-16,-21 12 2 16,-4 6 5-16,-3 9 43 15,-2 12-61-15,3 7 0 16,-3 5-20-16,3 9-11 16,2 0-27-16,4 9-73 15,2 19-63-15,8 4-126 16,10-1-263-16</inkml:trace>
  <inkml:trace contextRef="#ctx0" brushRef="#br0" timeOffset="124367.01">15931 4856 740 0,'0'0'157'0,"0"0"-124"0,0 0 144 0,0-109-55 0,0 104-12 0,0 5-39 15,0 0 11-15,0 18-38 16,-9 38-33-16,-8 26 37 16,-8 25-21-16,-2 11 8 15,-2 4 17-15,2-1-24 16,1-9-7-16,1-17-8 15,5-15-11-15,4-20 0 16,8-18-2-16,1-16-6 0,5-16-61 16,0-10-105-16,-5-10-150 15,-2-40 39-15,-4-33-353 16</inkml:trace>
  <inkml:trace contextRef="#ctx0" brushRef="#br0" timeOffset="124584.7">15597 5047 890 0,'0'0'1'0,"0"0"30"16,0 0 26-16,0 0-11 15,0 0-7-15,0 0-15 16,16 75 5-16,-6-75 15 0,4-15 33 16,3-8-11-16,-5-6-40 15,-6 3-5-15,-6 8 0 16,0 8-12-16,0 4-9 15,0 3-1-15,-1 3-108 16,-16 0-122-16,0 13-301 16</inkml:trace>
  <inkml:trace contextRef="#ctx0" brushRef="#br0" timeOffset="124820.64">15953 5461 894 0,'0'0'2'0,"0"0"12"16,0 0 92-16,0 0-13 15,0 0-72-15,0 0 24 16,54 17 42-16,-39-35 4 16,-5-6-31-16,-10 2-14 15,0 4-21-15,-5 4-7 16,-15 5-18-16,-5 6-31 15,-6 3-98-15,-2 0-77 16,-3 22-145-16,1 6-427 16</inkml:trace>
  <inkml:trace contextRef="#ctx0" brushRef="#br0" timeOffset="125117.36">14937 5959 1120 0,'0'0'48'16,"-124"29"-48"-16,84-20 73 15,17-3 80-15,23 1-113 16,9 0-39-16,53-2 23 16,44-5 5-16,33 0-15 15,33-2 7-15,15-11-14 16,1 3-2-16,-12 6 38 0,-12 0-27 15,-21 0 0-15,-27-2-9 16,-32 0-7-16,-30-1-4 16,-27-4-49-16,-27 3-188 15,-13 0-110-15,-42 8-451 16</inkml:trace>
  <inkml:trace contextRef="#ctx0" brushRef="#br0" timeOffset="125467.6">15417 6385 1043 0,'0'0'0'15,"0"0"95"-15,0 0-39 16,33-109-45 0,13 89-1-16,2 11 6 0,-4 9 22 15,-9 0 4-15,-6 13-21 16,-10 21-11-16,-15 14 11 15,-4 2 6-15,-11 6-1 16,-24-3-6-16,-10-9-7 16,-2-8 2-16,-4-10 0 15,1-8 9-15,4-4 29 16,8-8-6-16,11-4-24 16,14-2-3-16,8 0-3 15,5 0-6-15,0 0-6 16,18 0-5-16,27 0-16 15,21-6 16-15,11-7 0 0,2-6-15 16,-3 5-114-16,-9 0-79 16,-7-4-65-16,1-4-230 15</inkml:trace>
  <inkml:trace contextRef="#ctx0" brushRef="#br0" timeOffset="125735.99">16801 5955 1006 0,'0'0'31'16,"0"0"74"-16,0 0 84 16,0 0-96-16,0 0-71 15,0 0-12-15,119-8-2 16,-51 8 2-16,-4 0-6 15,-10-2-4 1,-10-7-2-16,-15 4-84 0,-18 2-137 16,-11 0-82-16,-9 3-204 15,-31 0 195-15</inkml:trace>
  <inkml:trace contextRef="#ctx0" brushRef="#br0" timeOffset="125886.54">16809 6116 779 0,'0'0'35'0,"0"0"6"0,0 0 52 16,0 0-45-16,165 3-34 16,-91-25-14-16,-3-3-1 15,-13-1-44-15,-12-3-159 16,-17 0-119-16,-17-2-80 16</inkml:trace>
  <inkml:trace contextRef="#ctx0" brushRef="#br0" timeOffset="126068.98">17159 5803 435 0,'0'0'298'16,"0"0"-266"-16,0 0 49 16,0 0 92-16,0 0-87 15,0 0-72-15,22 4-8 16,14 25 12-16,-1 13 19 0,-4 2-2 16,-10 0 6-16,-15 1-24 15,-6 1-3-15,-13 3-10 16,-30-2-4-16,-9-8-80 15,-11-3-77-15,-1-5-45 16,-6-12-154-16</inkml:trace>
  <inkml:trace contextRef="#ctx0" brushRef="#br0" timeOffset="126683.68">17838 5759 473 0,'0'0'423'0,"0"-123"-409"0,0 82 92 0,0 14 56 0,0 13-34 16,0 8 7-16,0 6-25 16,0 0 0-16,0 0-52 0,0 16-27 15,0 29-16-15,0 14 13 16,0 12-5-16,8-5-16 16,-2 1-4-16,1-10-1 15,-1-5-2-15,4-8-1 16,-4-9-30-16,1-5-194 15,-5-10-114-15,2-13-125 16</inkml:trace>
  <inkml:trace contextRef="#ctx0" brushRef="#br0" timeOffset="127067.35">18070 5791 665 0,'0'0'318'0,"0"0"-311"16,0 0 126-16,0 0 0 15,0 0-49-15,0 0-15 16,0-66-3-16,-2 66-35 16,2 22-19-16,0 17-7 15,0 11-3-15,0 3 2 16,0-7-4-16,4-3 0 16,17-5-2-16,0-8-10 15,4-9-7-15,0-9-9 16,2-5-19-16,-3-7 0 15,2-2 22-15,-3-25 23 0,-5-14 2 16,-5-9 7-16,-9-11 0 16,-4-2 2-16,0 7 15 15,-13 12 19 1,-7 15-13-16,-5 11 22 0,-1 9-24 16,-3 8-3-16,-4 1-25 15,4 0-13-15,2 18-10 16,9 10-84-16,9 2-38 15,9 4-14-15,0-6-105 16,2-6-183-16</inkml:trace>
  <inkml:trace contextRef="#ctx0" brushRef="#br0" timeOffset="127401.25">18827 5398 376 0,'0'0'404'0,"31"-113"-312"0,-25 80 68 0,-4 9 12 0,-2 9 11 15,0 8-83-15,0 4-10 16,0 3-51-16,0 8-14 16,0 45-14-16,-10 25 23 15,-12 26 13-15,-4 11-18 16,3 10-2-16,1 6 3 0,0 1-9 15,4-3 0 1,3-17-8-16,1-14-4 0,3-18-6 16,1-17-3-16,6-17-2 15,2-22 0-15,2-12-16 16,0-12-58-16,-4-4-125 16,-5-46-133-16,-5-28-110 15,-5-21-240-15</inkml:trace>
  <inkml:trace contextRef="#ctx0" brushRef="#br0" timeOffset="127634.43">18424 5679 802 0,'0'0'20'16,"0"0"-7"-16,0 0 78 0,-13 107-26 16,36-86-41-16,6-9-11 15,0-10-1-15,-1-2 14 16,-1-6 5-16,-5-14 4 15,-11-6 9-15,-8-2-4 16,-3 4 12-16,-3-1-19 16,-14 8 16-16,-6 6 3 15,1 6-52-15,0 5-3 16,-1 0-53-16,-1 8-126 16,1 16-90-16,8 10-335 15</inkml:trace>
  <inkml:trace contextRef="#ctx0" brushRef="#br0" timeOffset="127934.4">18872 5979 1022 0,'0'0'22'15,"0"0"47"-15,0 0-5 16,0 0-50-16,0 0 2 15,0 0-7-15,-10 85 2 16,27-71-8-16,3-4 4 16,-3-6 0-16,-3-4-1 15,-1 0 3-15,-6 0 31 0,-2-14 31 16,-5-4 14-16,0 0-15 16,-2-2-35-16,-16 4 21 15,2 5-39-15,-4 1-17 16,2 6-39-16,-7 4-157 15,8 0-99-15,5 0-564 16</inkml:trace>
  <inkml:trace contextRef="#ctx0" brushRef="#br0" timeOffset="128668.43">18124 6672 917 0,'-139'3'313'0,"19"3"-304"0,43-1 42 0,34-5 149 0,27 0-131 0,16 0-46 0,29 0-2 15,63 0 24-15,52 0-33 16,48-1 0-16,44-17-12 16,13-4-3-16,6 0 1 15,-12 0-2-15,-30 5-38 16,-43 2-60-16,-52 3-97 16,-64 3-14-16,-54 6-107 0,-76 3-70 15</inkml:trace>
  <inkml:trace contextRef="#ctx0" brushRef="#br0" timeOffset="128783.57">18324 6684 242 0,'-256'35'741'0,"51"-5"-641"16,71-6-7-16,89-9 24 15,59-14-27-15,109-1 26 16,70 0-76-16,82-26-16 16,50-9-24-16,27-7-31 15,-1 7 2-15,-36-1-156 16,-65 2-234-16</inkml:trace>
  <inkml:trace contextRef="#ctx0" brushRef="#br0" timeOffset="131634.67">16065 8560 854 0,'0'0'92'16,"0"0"31"-16,0 0 101 0,0 0-46 0,0 0-20 0,0 0-100 16,0 0-9-1,-27-4-15-15,-4 80-6 0,0 10-1 16,2-5-19 0,11-9-3-16,5-11-4 0,6-8 2 15,3-9-3-15,4-13-3 16,0-16-4-16,0-7-14 15,0-8-11-15,0-4 13 16,4-40 12-16,18-23 6 16,5-27 1-16,0-6-2 15,-1 4 2-15,-5 22 1 16,-8 24 0-16,-7 24 1 16,-4 16 11-16,-2 10 2 15,3 0 2-15,4 36-11 0,12 23 6 16,13 16 14-1,6 0-19-15,2-7-1 0,-1-4-2 16,3-2-3 0,-6-9-1-16,-1-10 0 0,-15-6-8 15,-3-11-25-15,-10-4-111 16,-7-4-168-16,0-6 6 16,-27-12-68-16</inkml:trace>
  <inkml:trace contextRef="#ctx0" brushRef="#br0" timeOffset="131801.6">15724 8941 726 0,'0'0'205'0,"0"0"-167"15,0 0 122 1,0 0-15-16,0 0-28 0,0 0-74 16,-18-23-33-16,97 14-10 15,31-3-15-15,31-6-198 16,11 2-52-16,-8 6-179 15</inkml:trace>
  <inkml:trace contextRef="#ctx0" brushRef="#br0" timeOffset="132018.1">16992 8966 1052 0,'0'0'45'15,"0"0"2"-15,0 0 136 16,0 0-40-16,0 0-84 16,0 0-53-16,-2 10 7 15,79-23-7-15,12-3-6 16,-1 1-45-16,-17 9-169 16,-20 5-34-16,-26 1-129 15</inkml:trace>
  <inkml:trace contextRef="#ctx0" brushRef="#br0" timeOffset="132167.04">16974 9169 898 0,'0'0'49'0,"0"0"9"16,0 0 57-16,0 0-57 0,0 0-30 16,0 0-28-16,205-1-17 15,-91-31-165-15,-5-4-147 16</inkml:trace>
  <inkml:trace contextRef="#ctx0" brushRef="#br0" timeOffset="132417.09">17937 8660 964 0,'0'0'60'0,"0"0"37"16,0 0 100-16,0 0-37 15,0 0 14-15,0 0-133 16,-72-40-25 0,72 87-5-16,10 17 82 0,-2 10-66 15,5-3-10-15,-5 0-13 16,2 0-1-16,-3-1-3 16,-3-8-10-16,-4-6-87 15,0-12-201-15,0-14-60 16,0-17-156-16</inkml:trace>
  <inkml:trace contextRef="#ctx0" brushRef="#br0" timeOffset="132634.59">17788 8738 1040 0,'0'0'0'15,"26"-103"2"-15,23 59 0 0,13 11 22 16,7 19 1-16,5 14 8 15,-9 5 11-15,-14 28 5 16,-15 5 17-16,-21 6-33 16,-15 0-15-16,-17-1-17 15,-37-3-1-15,-11-5-1 16,-9-6-85-16,8-10-46 16,3-14-193-16</inkml:trace>
  <inkml:trace contextRef="#ctx0" brushRef="#br0" timeOffset="133116.65">19354 7850 130 0,'0'0'796'15,"0"0"-796"-15,-132-97 22 16,79 70 37-16,-1 7 16 16,1 8-8-16,1 8-10 15,4 4 6-15,8 0-20 0,11 0 0 16,6 2-18-16,11 16-14 16,6 6-5-16,-1 10 8 15,3 6 6-15,4 8 33 16,0 6-5-16,0 3-11 15,0 7-11-15,0 4 12 16,0 5-1-16,0 11-20 16,0 7-6-16,0 11 18 15,0 3-14-15,0 4-7 16,0 2 3-16,0 0 1 16,0 3-2-16,0 3 0 15,0-5-3-15,0-6-1 0,0-12 1 16,0-10-2-16,15-9-2 15,12-15 0-15,6-10-3 16,10-14-2-16,10-12-6 16,15-12-40-16,14-12-90 15,11 0-127-15,1-22-29 16,-7-20-268-16</inkml:trace>
  <inkml:trace contextRef="#ctx0" brushRef="#br0" timeOffset="133383.97">19514 8560 911 0,'0'0'24'0,"0"0"44"0,0 0 96 0,0 0 24 0,0 0-63 16,0 0-67-16,-31-50 0 15,31 96-17-15,0 16 47 16,0 5-58-16,0-1-22 16,0-2 1-16,0 0-9 15,0-4-5-15,4-4-52 16,5-8-104-16,11-12-122 16,0-11-34-16,2-16-387 15</inkml:trace>
  <inkml:trace contextRef="#ctx0" brushRef="#br0" timeOffset="133617.07">19843 8905 949 0,'0'0'46'0,"0"0"-40"15,0 0 36-15,0 0 57 16,145-23-52-16,-70 23-17 15,-2 0-12-15,-2 0-5 16,-5 0-7-16,-5-1-6 0,-10-4-24 16,-7 3-44-1,-18-9-106-15,-15-1-180 0</inkml:trace>
  <inkml:trace contextRef="#ctx0" brushRef="#br0" timeOffset="133801.04">20182 8657 820 0,'0'0'112'0,"0"0"-36"16,0 0 86-16,0 0-10 16,0 0-65-16,0 0-66 15,-22 34-11-15,31 26 105 16,4 8-70-16,-3 6-27 16,0 4 8-16,-5 2-26 15,-3-1-18-15,-2-5-73 0,0-6-96 16,0-14-77-16,0-16-251 15</inkml:trace>
  <inkml:trace contextRef="#ctx0" brushRef="#br0" timeOffset="134267.17">21279 8272 156 0,'0'0'786'0,"0"0"-768"0,0 0 34 0,-25-117 113 0,18 107 16 0,3 6-59 0,0 4 15 15,4 12-102-15,0 32-18 16,0 15 27-16,0 10-17 16,4 2-18-16,11-7-9 15,1-2-13-15,-1-6-72 16,-1-12-202-16,-3-13-7 16,-7-17-128-16</inkml:trace>
  <inkml:trace contextRef="#ctx0" brushRef="#br0" timeOffset="134600.4">21254 8260 74 0,'0'0'771'0,"0"0"-750"15,0 0-9-15,43-128 68 0,5 107-37 16,6 13-20-16,6 8 1 16,-8 6 13-16,-19 32 7 15,-14 8-16-15,-19 8-7 16,-12-4-10-16,-34 0-5 15,-11-9-4-15,1-11 7 16,7-10 1-16,11-8-5 16,12-8 18-16,5-4-11 15,13 0-3-15,8 0-2 16,0 0 1-16,0 0-6 16,1 0-3-16,27 2 2 15,9 18 4-15,13 10 9 16,3 8-3-16,4 2 5 15,7-6-5-15,0 1 0 0,-4-7-11 16,-9-10-4-16,-6-2-79 16,-16-10-126-16,-16-2-415 15</inkml:trace>
  <inkml:trace contextRef="#ctx0" brushRef="#br0" timeOffset="134834.12">20917 9032 1146 0,'0'0'28'15,"0"0"-25"-15,0 0 65 0,0 0 31 16,158 3-68-16,-17-3-5 16,27 0-15-1,7-2 29-15,-1-3-21 0,-5 1 16 16,-19 1-15-16,-30 3-20 15,-35 0-27-15,-41 0-177 16,-44 0-53-16,-22 8-268 16</inkml:trace>
  <inkml:trace contextRef="#ctx0" brushRef="#br0" timeOffset="135067.59">21318 9264 1122 0,'0'0'42'0,"0"0"54"15,0 0 118-15,0 0-93 16,0 0-59-16,-79 104-12 16,79-51-30-16,0-2-12 15,21 1-8-15,6-5-6 16,0-3-78-16,2-6-194 15,-9-4-33-15,-7-12-270 16</inkml:trace>
  <inkml:trace contextRef="#ctx0" brushRef="#br0" timeOffset="135671.76">21553 9381 423 0,'0'0'362'0,"0"0"-328"0,0 0 114 15,0 0-15-15,0 0-86 16,0 0-45-16,-7-17 0 16,7 53 16-16,0 10 20 15,0 7-16-15,0 1 7 16,0-4-16-16,0-8 2 16,0-11-14-16,5-8-1 15,12-13-1-15,5-7 1 0,3-3 1 16,4-13 0-1,-2-21-1-15,-4-12-2 0,-11-6 2 16,-7 2 1-16,-5 4-1 16,-5 7 1-16,-24 7 1 15,-6 8 14-15,-1 4 8 16,7 7-7-16,13 2-4 16,12 3 11-16,4 2-24 15,16 2-2-15,28-3-46 16,14 4 39-16,2 3-14 15,-6 0-8-15,-10 0 18 16,-6 0 12-16,-11 0-1 16,-11 0 2-16,-10 2-1 15,-6 6 1-15,0 10 4 0,0 8 16 16,-4 9 2-16,-2 4-11 16,0 4-4-16,6 1 2 15,0 2-9-15,0-4 0 16,19-4-4-16,3-8 3 15,5-6-1-15,4-10 1 16,2-6 1-16,1-8 3 16,-1 0 6-16,-8-16-1 15,-6-14 4-15,-12-10 29 16,-7-10 6-16,-2-3 17 16,-27 3 5-16,-5 5-46 15,-3 8-22-15,1 7-1 16,1 4-95-16,8 2-102 0,2-2-169 15</inkml:trace>
  <inkml:trace contextRef="#ctx0" brushRef="#br0" timeOffset="136184.43">22259 7967 850 0,'0'0'169'0,"0"0"-161"0,0 0 4 0,0 0 54 0,123-64-22 0,-67 64-19 0,-2 0 1 16,-2 10 10-16,-9 5 0 15,-10 4-11-15,-11 2-16 16,-8 5 2-16,-8 6 9 16,-6 9 7-16,0 3 0 15,0 6 2-15,0 7 23 16,0 3-27-16,0 9-5 0,2 10-9 16,5 2 2-1,2 8-3-15,-2 2 1 0,2 7-3 16,-1 6-1-16,0 10 13 15,0 7-11-15,-1 4-2 16,4-7-2 0,-2-3 1-16,-2-9-1 0,-5-13-1 15,-2-12 1-15,0-19-3 16,-5-14 5-16,-19-13 16 16,-14-2 3-16,-11-7 5 15,-12-8-31-15,-1-3-2 16,0-13-81-16,2-2-176 15,-7-2-89-15,-6-34-317 16</inkml:trace>
  <inkml:trace contextRef="#ctx0" brushRef="#br0" timeOffset="136700.44">23121 7680 1055 0,'0'0'61'0,"0"0"-10"0,0 0 111 0,0 0 27 0,0 0-141 16,0 0-39-16,-16 19-1 15,18 18 2-15,6 3 21 16,-4-2-12-16,-4-9-13 16,0-9 0-16,0-9-3 15,0-4 1-15,0-7-1 16,0 0 0-16,-2 0 5 15,-10-13-2-15,-1-19-6 16,5-10-3-16,8-5-13 16,0-1 14-16,8 5-10 15,19 11 6-15,4 10 3 0,7 12-8 16,9 10 11 0,2 0 8-16,7 12-3 0,-1 22-5 15,-4 8 4-15,-6 8-1 16,-7 0-3-16,-11 0-5 15,-14-3-18-15,-8-2-86 16,-5-4-278-16,-39-3-265 16</inkml:trace>
  <inkml:trace contextRef="#ctx0" brushRef="#br0" timeOffset="137568.47">15962 10764 1105 0,'0'0'44'0,"0"0"60"0,0 0 68 0,0 0-42 16,0 0-100-16,0 0-11 15,-40 130 61-15,31-62-56 16,1-5-1-16,-4-12-14 16,-1-6-4-16,-3-11-1 15,3-10-3-15,-3-10 0 16,7-6 2-16,1-8-3 0,0 0-6 16,3-26 1-16,2-23-9 15,3-13 11-15,0-9-7 16,0 9 20-16,6 15-8 15,6 14 7-15,-1 16 3 16,3 7 0-16,5 10 3 16,10 0-3-16,9 27 5 15,7 18 7-15,-1 9-3 16,-3 3-9-16,-6 0-4 16,-8-7-7-16,-3-2 1 15,-6-7-2-15,-7-7-10 0,-1-3-34 16,-6-10-77-16,7-3-128 15,-9-7-104-15,-2-11-205 16</inkml:trace>
  <inkml:trace contextRef="#ctx0" brushRef="#br0" timeOffset="137735.01">15831 11214 932 0,'0'0'96'0,"0"0"-41"15,0 0 134-15,0 0-6 16,0 0-87-16,0 0-51 16,-44-35-25-16,102 24-20 15,28-4-40-15,28-3-226 0,4-2-118 16</inkml:trace>
  <inkml:trace contextRef="#ctx0" brushRef="#br0" timeOffset="137967.51">16711 11259 1050 0,'0'0'32'16,"0"0"-9"-16,0 0 146 15,0 0-38-15,0 0-87 16,0 0-28-16,63-28-6 0,24 15-10 15,-1-2-17-15,-14 5-97 16,-16 2-33-16,-25 8-54 16,-28 0-129-16</inkml:trace>
  <inkml:trace contextRef="#ctx0" brushRef="#br0" timeOffset="138101.74">16670 11416 788 0,'0'0'42'0,"0"0"20"15,0 0 81-15,0 0-73 16,0 0-39-16,175 0-31 16,-64-19-5-16,5-2-211 15,-15-4-270-15</inkml:trace>
  <inkml:trace contextRef="#ctx0" brushRef="#br0" timeOffset="139733.31">14091 2440 786 0,'-174'-8'421'0,"20"0"-414"0,30 4 66 0,36 3 180 0,42 1-179 0,28 0-38 0,18 0-8 0,42 2-11 16,57 23 2-16,61 5 30 16,54-2-27-16,42-9-17 15,20-10 2-15,5-4-7 16,-9-5-2-16,-23 0 0 15,-26 0 1-15,-45-9-1 16,-47-3-69-16,-50 3-60 16,-50-6-104-16,-31-3 28 15,-83-2-74-15</inkml:trace>
  <inkml:trace contextRef="#ctx0" brushRef="#br0" timeOffset="139917.53">13629 2484 1007 0,'-129'12'180'0,"64"-1"-137"16,65 1 182-16,48 3-107 16,76 3-85-16,63-6-11 15,54-12 0-15,41 0-7 16,29-23-1-16,10-4-10 16,-9 3-4-16,-25 0-4 15,-33 6-84-15,-47 4-178 16,-49 4-150-16</inkml:trace>
  <inkml:trace contextRef="#ctx0" brushRef="#br0" timeOffset="140883.65">17653 11114 1189 0,'0'0'51'0,"0"0"9"0,0 0 124 0,0 0-21 0,0 0-62 16,0 0-75-16,0 0-12 15,-21-53-1-15,21 111 13 16,4 14 30-16,5 2-41 16,-5-7-7-16,-2-9-8 15,0-11 0-15,0-6-6 16,0-7-49-16,5-7-111 16,3-8-232-16,3-15-85 15</inkml:trace>
  <inkml:trace contextRef="#ctx0" brushRef="#br0" timeOffset="141250.73">17910 11262 1062 0,'0'0'35'0,"0"0"14"16,0 0 88-16,0 0-62 15,-14-121-28-15,55 106-42 16,12 4-5-16,0 11 0 15,-3 0-2-15,-15 20-1 0,-10 17-9 16,-16 12 12-16,-9 5 3 16,-2-1 0-16,-30-8 10 15,-8-4 16 1,-5-9 18-16,-2-6 31 0,5-8-28 16,7-7-13-1,10 0-11-15,10-9 35 0,11-2-37 16,4 0-6-16,0 0-10 15,0 0-4-15,2 0-4 16,31 2-4-16,18 4 4 16,13-2 0-16,6-4-67 15,-3 0-51-15,-6 0-88 0,-2 0-37 16,-11-6-129 0,-5-14-412-16</inkml:trace>
  <inkml:trace contextRef="#ctx0" brushRef="#br0" timeOffset="141583.51">18500 11215 1040 0,'0'0'54'0,"0"0"-35"15,0 0 132-15,0 0-44 16,0 0-83-16,0 0 11 16,-49 50-14-16,42-3 8 15,3-2-16-15,4-5 0 16,0-1-1-16,9-3-10 15,13-8-2-15,3-8-5 16,6-10-11-16,3-10-4 0,-2 0-3 16,2-20 19-16,-7-10 4 15,-8-10 6-15,-9-6 5 16,-10-11 13-16,0 3 4 16,-6 4 5-16,-15 12 10 15,-3 12-19-15,-1 12-15 16,1 8-9-16,-5 6-10 15,2 0-61-15,3 19-99 16,13 16-72-16,8 1-145 16</inkml:trace>
  <inkml:trace contextRef="#ctx0" brushRef="#br0" timeOffset="141954.46">18830 11247 879 0,'0'0'100'0,"0"0"-72"16,0 0 132-16,0 0 23 16,0 0-100-16,0 0-33 15,0-52-50-15,0 52 3 16,0 27-1-16,0 13-2 16,4 7 4-16,3 0-2 15,4-3-2-15,5-8 0 16,-1-4-4-16,8-6-4 15,1-10-28-15,-1-8 24 0,5-6 5 16,1-2 7 0,0-10 4-16,0-16-1 0,-6-7 5 15,-5-4 4-15,-14-4-2 16,-4 0 66-16,0 1-26 16,-14 7 32-16,-7 9-21 15,-6 8-41-15,-2 11-12 16,-2 5-8-16,-1 0-45 15,3 0-99-15,9 17-143 16,9 3-80-16</inkml:trace>
  <inkml:trace contextRef="#ctx0" brushRef="#br0" timeOffset="142267.25">19356 11247 997 0,'0'0'108'16,"0"0"-106"-16,0 0 24 16,0 0 17-16,0 0-16 15,-51 109-17-15,51-69 5 16,0-2-14-16,6-2 4 16,12-6-3-16,4-4-2 15,5-9-1-15,0-10-5 16,2-7-1-16,0 0 7 15,2-17 2-15,-2-15 8 16,-7-3 16-16,-9-5 42 0,-11-7 38 16,-2 1-49-16,-6 2 0 15,-21 8-23-15,-6 9-34 16,-9 16-2-16,-5 10-131 16,-2 1-122-16,2 0-157 15</inkml:trace>
  <inkml:trace contextRef="#ctx0" brushRef="#br0" timeOffset="142900.81">20788 10876 878 0,'0'0'0'0,"0"0"20"0,0 0-7 0,0 0 183 0,0 0-79 0,0 0-31 16,-102-64 8 0,42 56-27-16,0 3-10 0,1 0-22 15,4 5 13 1,8 0-29-16,7 0-4 0,11 0-3 16,11 0 15-16,8 0-8 15,-4 2-13-15,1 16-1 16,-3 8 2-16,3 6 3 15,1 6-4-15,6 2 2 16,-1 3-1-16,5 1-4 16,2 0 6-16,0 6-2 15,0 6 6-15,0 6-3 16,0 8-2-16,0 12 3 16,0 13 3-16,0 9 2 0,-4 8-7 15,-8 2-3-15,3 1 3 16,3-4-5-16,4-5 0 15,2-4-1-15,0-8-1 16,0-5-1-16,10-5 0 16,11-2 0-16,6-8-1 15,10 1-1-15,12-10-2 16,11-9-7-16,14-13-34 16,6-19-37-16,7-17-129 15,2-7-117-15,-8-16-24 16</inkml:trace>
  <inkml:trace contextRef="#ctx0" brushRef="#br0" timeOffset="143201.29">20987 11408 957 0,'0'0'17'0,"0"0"35"0,0 0 98 0,0 0 7 0,0 0-69 15,0 0-40-15,-25-26 15 16,21 52-32-16,-6 13 20 16,4 11 33-16,2 0-69 0,4 3-12 15,0 1-1-15,0 3-2 16,0-3-1-16,0-4-88 15,10-6-105-15,15-10-60 16,4-11-72-16</inkml:trace>
  <inkml:trace contextRef="#ctx0" brushRef="#br0" timeOffset="143416.46">21334 11762 594 0,'0'0'412'0,"0"0"-396"0,0 0-12 16,0 0 42-16,0 0-6 16,0 0-18-16,156-34-3 15,-69 31-9-15,-3-1-6 16,-3-6 3-16,-12-1-5 16,-13 0-2-16,-13-4-50 15,-20 1-102-15,-18 2-150 16,-5-3-286-16</inkml:trace>
  <inkml:trace contextRef="#ctx0" brushRef="#br0" timeOffset="143600.66">21669 11482 855 0,'0'0'139'0,"0"0"-5"16,0 0 12-16,0 0-67 15,0 0 32-15,-27 124-25 16,29-52-59-16,21 1-24 0,0 1 20 15,4-2-23-15,-9-4-19 16,-5-4-145-16,-6-4-45 16,-7-12-97-16,0-13-543 15</inkml:trace>
  <inkml:trace contextRef="#ctx0" brushRef="#br0" timeOffset="144002.09">22738 11185 831 0,'0'0'37'0,"0"0"87"16,0 0 42-16,0 0-4 0,-42-104-16 16,37 99 16-16,3 4-96 15,2 1-20-15,0 0-25 16,0 26-9-16,0 22 1 15,0 12 16-15,0-1-18 16,7-12-6-16,-1-5-3 16,-2-5-4-16,6-5-14 15,-1-2-74-15,9-8-174 16,3-7-98-16,2-15-215 16</inkml:trace>
  <inkml:trace contextRef="#ctx0" brushRef="#br0" timeOffset="144334.47">23005 11131 1052 0,'0'0'16'0,"0"0"23"15,0 0 108-15,0 0-7 16,0 0-63-16,0 0-77 16,-27 16 5-16,23 34 7 15,-2 10 3-15,3-2-13 16,3-4 4-16,0-4-6 15,16-10-1-15,10-6-1 16,8-19-29-16,3-11 12 16,8-4-45-16,5-12 64 15,-8-20 5-15,-11-10 0 0,-13-11 2 16,-16-2-5 0,-2-7 74-16,-18 3-48 0,-17 11 1 15,-5 10-1-15,1 14-28 16,8 10 0-16,4 10-8 15,6 4-87-15,-2 4-67 16,-2 24-65-16,-4 10-99 16,-8 2-399-16</inkml:trace>
  <inkml:trace contextRef="#ctx0" brushRef="#br0" timeOffset="144586.74">22348 11769 995 0,'0'0'33'0,"0"0"-28"16,0 0 18-16,0 0 55 15,134 38-22-15,-39-29-34 16,19-3-12-16,5-6-1 16,-1 0 18-16,-3-3 30 15,-1-11-7-15,-7 0 30 16,-2-2-43-16,-16 2-12 15,-16 0-20-15,-21 1-5 16,-19 4-50-16,-18 2-160 16,-15 1-121-16,-13 6-371 15</inkml:trace>
  <inkml:trace contextRef="#ctx0" brushRef="#br0" timeOffset="144901.21">22629 12197 357 0,'0'0'741'0,"0"0"-650"16,0 0 29-16,0 0 53 15,0 0-26-15,0 0-101 16,-23 42-7-16,15 13 16 0,1 7-18 16,5-4-33-16,2-6-3 15,0-2-1-15,4-5-28 16,7-3-88-16,10-8-146 16,-4-13-49-16,1-15-190 15</inkml:trace>
  <inkml:trace contextRef="#ctx0" brushRef="#br0" timeOffset="145550.62">22868 12284 181 0,'0'0'821'15,"0"0"-793"-15,0 0 32 0,0 0 45 16,0 0 109 0,0 0-119-16,0-82-48 0,-3 104-38 15,-6 18 5-15,2 12 41 16,3 2-39-16,4-2-10 15,0-3 3-15,4-8-6 16,17-5-3-16,2-9-3 16,6-7-9-16,3-10-8 15,2-10-27-15,-3 0-19 16,-3-12 40-16,-3-19 2 16,-11-10 14-16,-8-12-4 15,-6-1 11-15,0 0-4 16,-20 8 2-16,-13 6 5 15,-3 7 7-15,-4 10 0 0,5 5 8 16,12 8-6-16,11 4-5 16,12 4 4-16,0 2-8 15,21-2-19-15,24 2 0 16,10 0 12-16,5 0-22 16,-4 0-39-16,-2 0 47 15,-6 0 21-15,-5 0 0 16,-10 0 0-16,-10 0 0 15,-14 0 2-15,-5 0 0 16,-4 0 2-16,0 0-4 16,0 0-3-16,0 17 3 15,0 25 9-15,0 5 10 16,0 7-15-16,0-3-2 0,0-2 4 16,0-5-3-1,11-3-1-15,7-11 1 0,2-7-2 16,2-6 12-16,5-11-7 15,0-6 0-15,4 0-2 16,-2-6 0-16,-2-18 1 16,-5-6 2-16,-9-10 13 15,-9-7 27-15,-4-7 39 16,0-2-27-16,-15 2-27 16,-9 10-6-16,-3 10-11 15,-2 8-15-15,-7 9-29 16,0 10-116-16,6 3-105 0,3 2-120 15</inkml:trace>
  <inkml:trace contextRef="#ctx0" brushRef="#br0" timeOffset="146151.34">23687 10971 1098 0,'0'0'23'0,"0"0"6"0,0 0 6 0,0 0 63 16,0 0-33-16,0 0-5 15,132-115-8-15,-81 105-2 16,0 3-11-16,-5 2-1 16,-9 3-27-16,-9 2-7 15,-8 0 0-15,-1 5-4 16,-2 9 4-16,-3 7 2 16,-1 3 2-16,-8 8 2 15,4 7-4-15,-5 2 7 16,0 6-5-16,1 1 6 15,-3 4-12-15,2 7 15 0,-2 5-13 16,-2 4 1 0,2 5-4-16,4 9 10 0,-2 6-7 15,3-5 4-15,-4 6-3 16,2-7-3-16,-5-3 1 16,2 5 3-16,3-3-1 15,0 0-1-15,4 1-1 16,-1-2-1-16,1-6 2 15,3 0-2-15,-4-8 0 16,1-5 1-16,0-5-2 16,-6-8 1-16,-3-8-1 15,0-8-1-15,0-4 0 16,-19-5 0-16,-20-3-9 0,-15-7-69 16,-19-2-113-16,-17-11-88 15,-17 0-58-15</inkml:trace>
  <inkml:trace contextRef="#ctx0" brushRef="#br0" timeOffset="153253.46">24547 10551 577 0,'0'0'393'0,"0"0"-373"0,0 0 75 0,0 0 39 0,0 0-44 15,0 0-27-15,0 0 18 16,-98-58-29-16,98 39 4 16,0-8-29-16,9 1-19 15,23 2-8-15,14 2 0 16,-2 4-2-16,0 12 2 16,-5 6 1-16,-10 0-1 0,-8 12 0 15,-13 18-6-15,-8 14 6 16,0 10 2-16,0 2 3 15,-18-2 18-15,-7-5-2 16,-3-9-11-16,-6-6 30 16,-4-2-7-16,-4-6-9 15,-4-4-9-15,7-6 4 16,8-6-11-16,11-1 5 16,7-5-3-16,11-4-3 15,2 0-7-15,0 0 0 0,15 1-4 16,28 4 4-16,21-4 0 15,16 0 0-15,7-1-2 16,0 0-2-16,-6 0-2 16,-7-1 2-16,-6-6-18 15,-10 1 17-15,-9-3-81 16,-11-1-110-16,-18-1-127 16,-20 0-185-16</inkml:trace>
  <inkml:trace contextRef="#ctx0" brushRef="#br0" timeOffset="154650.34">15933 13691 850 0,'0'0'286'0,"0"0"-217"0,0 0 111 0,0 0-54 16,0 0 7 0,0 0-74-16,0 0-6 0,-84 143-3 15,61-69-37-15,2-10-1 16,3-8-3-16,-1-12-1 16,5-14-6-16,8-13 1 15,2-12 1-15,4-5-3 16,0 0-1-16,0 0-3 15,0-23 2-15,0-27 1 16,16-18-4-16,1-7 4 16,6 3 0-16,-3 14-1 15,-3 14 1-15,-3 12 0 16,-5 16 2-16,-5 10-2 16,3 6 0-16,4 0-1 15,14 19 2-15,7 23 3 16,11 13 2-16,2 5 5 0,-5 6-7 15,-2-5 8-15,-7-1-11 16,-2-8 1-16,-6-2-1 16,-4-6-1-16,-5-4-3 15,-4-10-4-15,-3-8-12 16,-1-10-37-16,-2-6-156 16,-4-6-103-16,0-10 39 15,-8-21-258-15</inkml:trace>
  <inkml:trace contextRef="#ctx0" brushRef="#br0" timeOffset="154817.43">15802 14047 928 0,'0'0'43'0,"0"0"83"0,0 0-11 0,-121 0-6 16,119 0-1-16,2 0-49 15,14 0-2-15,32 0-42 16,23 0-8-16,23 0-7 15,15 0-184-15,2-4-120 16,-8-12-231-16</inkml:trace>
  <inkml:trace contextRef="#ctx0" brushRef="#br0" timeOffset="155066.67">16751 14051 880 0,'0'0'199'16,"0"0"-167"-16,0 0 78 15,0 0-18-15,0 0-5 16,0 0-12-16,-77 0 5 16,121 0-66-16,18 0-13 15,13-8 1-15,6-8-2 16,-10 5-7-16,-15 2-62 15,-18 0-116-15,-18 4-22 16,-20 2-153-16</inkml:trace>
  <inkml:trace contextRef="#ctx0" brushRef="#br0" timeOffset="155220.5">16772 14164 898 0,'0'0'86'15,"0"0"-10"-15,0 0 38 16,0 0 3-16,0 0 23 15,0 0-138-15,166-21-2 16,-66-1-126-16,-1 2-171 16,-15-7-474-16</inkml:trace>
  <inkml:trace contextRef="#ctx0" brushRef="#br0" timeOffset="155650.59">17950 13916 922 0,'0'0'67'0,"0"0"72"16,-46-104-15-16,38 86 152 15,4 10-133-15,4 6-63 16,0 2-42-16,0 0-14 15,0 22-2-15,0 28 5 16,12 16 13-16,3 5-23 16,0-2-8-16,-3-3-7 15,-4-1-1-15,-6-5-2 16,-2-2-17-16,3-8-58 16,3-14-147-16,4-18-230 0,7-18-202 15</inkml:trace>
  <inkml:trace contextRef="#ctx0" brushRef="#br0" timeOffset="155985.17">18146 14101 722 0,'0'0'333'0,"0"0"-310"16,-5-143 55-16,32 101-6 16,11 12-9-16,9 10 8 15,4 18-39-15,-4 2 4 16,-3 13-7-16,-10 22-4 15,-10 11-12-15,-12 3 1 16,-12 1-6-16,0-2 7 16,-18-2 18-16,-16-4-3 0,-3-6 30 15,-6-6-15-15,3-6-20 16,4-5 2-16,2-10 3 16,12-4-10-16,7-2 1 15,6-1-10-15,9-2 0 16,0 0-7-16,0 0-1 15,2 0-3-15,27 0-8 16,25 0 5-16,26-6 2 16,18-7-55-16,3-2-115 15,-2-6-114-15,-18 0-98 16,-17 1-407-16</inkml:trace>
  <inkml:trace contextRef="#ctx0" brushRef="#br0" timeOffset="156350.37">18930 13958 969 0,'0'0'63'15,"0"0"68"-15,0 0 2 16,0 0-16-16,0 0-48 16,0 0-56-16,-49 32 68 15,45 11 3-15,4 2-59 16,0 1-15-16,0-1 0 15,2 0-8-15,16-10-2 16,-1-5-12-16,8-6-12 0,3-11-4 16,4-8-2-1,6-5 4-15,3-2 18 0,-6-24 8 16,-4-8 0-16,-11-9 7 16,-8-8 9-16,-10 0 4 15,-2-2 25-15,-7 4 0 16,-20 9-17-16,-6 8 5 15,0 14-21-15,-4 6-12 16,6 12-22-16,-2 0-63 16,-1 20-161-16,3 12-70 15,10 4-338-15</inkml:trace>
  <inkml:trace contextRef="#ctx0" brushRef="#br0" timeOffset="156750.57">19371 13941 1050 0,'0'0'8'16,"0"0"12"-16,0 0 29 16,0 0 45-16,0 0-16 15,0 0-35-15,-27-19-17 16,27 21-5-16,-2 28-13 15,0 14 97-15,-1 9-71 0,3-2-27 16,0-4 0 0,5-7-5-16,16-4-2 0,3-9-2 15,2-8 2-15,3-9 0 16,-2-8-7-16,0-2-2 16,-2 0 9-16,-3-18 5 15,-7-8 1-15,-3-12 3 16,-8-2 12-16,-4-6 19 15,0 0 3-15,-2-2 20 16,-16 4-38-16,-2 8-4 16,0 13-12-16,0 9-9 15,-5 10-28-15,-6 4-95 16,-7 10-205-16,-4 14-113 16</inkml:trace>
  <inkml:trace contextRef="#ctx0" brushRef="#br0" timeOffset="157118.44">19791 13952 277 0,'0'0'775'0,"0"0"-768"15,0 0 43-15,0 0 14 16,0 0 53-16,0 0-53 15,-30 20-28-15,8 23 10 16,9 3 8-16,8 0-7 16,5-4-34-16,0-4-8 15,18-6-2-15,11-8-2 0,4-8 0 16,5-9-1-16,3-7 0 16,-4 0 0-16,-3-7 2 15,-7-19 2-15,-10-6 7 16,-8-5 48-16,-9-8 16 15,0-5-30-15,-26 2-25 16,-10 4 8-16,-7 8-4 16,-3 9-24-16,-1 11 0 15,2 9-35-15,8 7-173 16,8 0-257-16,13 9-655 16</inkml:trace>
  <inkml:trace contextRef="#ctx0" brushRef="#br0" timeOffset="157583.41">21131 13641 712 0,'0'0'161'16,"0"0"-1"-16,0 0-22 15,-131-76-41-15,87 64-1 16,-3 6 84-16,5 6-134 16,0 0-13-16,12 0-12 0,1 8 4 15,7 16 0-15,4 11 8 16,1 10-2-16,5 12-7 16,5 10-11-16,3 6-6 15,2 10 5-15,2 0-1 16,0 9 1-16,0 2 1 15,-2 6-10-15,-8 6 10 16,-5 8-7-16,-3 16 7 16,-4 10 6-16,2 11 0 15,-1-3-5-15,6-5-11 16,1-9 2-16,8-14-1 16,6-9-4-16,0-15 0 15,11-16 1-15,23-9-3 16,12-21-2-16,19-10-8 0,20-10-21 15,27-12-42-15,21-18-58 16,12 0-226-16,1-36-80 16</inkml:trace>
  <inkml:trace contextRef="#ctx0" brushRef="#br0" timeOffset="158353.84">22817 10837 340 0,'0'0'496'0,"0"0"-444"0,0 0 20 0,0 0 23 0,3-111 18 15,-1 107 6-15,-2 4 9 16,3 0-81-16,-1 14-18 16,2 26 11-16,12 16 34 15,7 16-31-15,14 13-24 0,13 10 28 16,9 8-35-16,15 3-5 15,6 4-6-15,3 3-1 16,-3-1-22-16,-9 0 5 16,-11-5-63-16,-18-7-235 15,-19-6-146-15</inkml:trace>
  <inkml:trace contextRef="#ctx0" brushRef="#br0" timeOffset="158985.29">23386 12180 741 0,'0'0'94'0,"0"0"-19"0,0 0 55 0,-67-109-23 0,56 91-8 0,7 6 26 0,2 8-9 15,2 4-55-15,0 6-48 16,9 34-6-16,22 29 4 15,9 18 29-15,0 8-26 16,2 2-9-16,-4-6-5 16,5 3-1-16,-3 4-3 15,2-4-33-15,-4-5-140 16,-9-8-238-16</inkml:trace>
  <inkml:trace contextRef="#ctx0" brushRef="#br0" timeOffset="161350.26">21337 14109 1020 0,'0'0'123'0,"0"0"-68"0,0 0 84 0,0 0-13 16,0 0 1-16,0 0-86 15,-23-38-26-15,23 68 2 0,10 12 35 16,-2 0-32-16,-1 0-20 15,-3-3 0-15,0 0-12 16,1-3 0-16,2 0-43 16,2-11-182-16,4-13-88 15,3-12-193-15</inkml:trace>
  <inkml:trace contextRef="#ctx0" brushRef="#br0" timeOffset="161534.2">21599 14101 917 0,'0'0'14'16,"0"0"99"-16,0 0 26 0,0 0 9 16,0 0-12-1,0 0-93-15,3 0-21 0,16 44 59 16,6 6-63-16,-7 4-18 16,-2 5-15-16,-6 2-16 15,-10 2-81-15,0-5-205 16,-4-9-179-16</inkml:trace>
  <inkml:trace contextRef="#ctx0" brushRef="#br0" timeOffset="161800.93">21027 14837 761 0,'0'0'236'0,"0"0"-120"0,0 0 15 15,0 0-15-15,0 0 9 16,0 0 29-16,-79-13-89 16,122 13-44-16,22 17-5 15,26-1-9-15,22-8-4 16,15-8 4-16,2 0-7 16,0-8 1-16,-14-6-3 15,-16 4-8-15,-26 6-69 16,-23-4-124-16,-28 8-160 15,-23 0-320-15</inkml:trace>
  <inkml:trace contextRef="#ctx0" brushRef="#br0" timeOffset="162051.59">21312 15218 553 0,'0'0'669'15,"0"0"-507"-15,0 0 77 16,0 0-164-16,0 0 17 16,0 0-15-16,-29-14-50 15,29 53-10-15,4 22 5 16,10 5-16-16,-1 4-6 16,1-6-7-16,-5-2-20 15,-3-4-82-15,1-14-112 0,-2-13-168 16,6-21-139-16</inkml:trace>
  <inkml:trace contextRef="#ctx0" brushRef="#br0" timeOffset="162366.74">21604 15360 973 0,'0'0'84'16,"0"0"-2"-16,0 0 41 15,0 0 37-15,0 0 10 16,0 0-85-16,-18-48-82 15,7 82 1-15,-3 10 16 16,4 7-12-16,7 2-8 0,3-9 0 16,5 1-1-1,22-10-4-15,4-6-3 0,9-11-44 16,-1-15 0-16,4-3 10 16,-1-3-17-16,-6-24 54 15,-9-6 5-15,-13-10 9 16,-14 2 9-16,0-3 7 15,-10 3 20-15,-17 5 25 16,-6 6-29-16,-3 10-11 16,1 7-20-16,8 6-10 15,7 7-43-15,9 0-191 16,11 0-157-16,0 7-613 16</inkml:trace>
  <inkml:trace contextRef="#ctx0" brushRef="#br0" timeOffset="162635.07">22496 14552 1206 0,'0'0'38'0,"0"0"89"0,0 0-83 0,0 0 5 0,0 0 106 16,117 66-82-16,-59-16-55 16,0 0-13-16,-2 3-5 0,-5-3 0 15,-4-6-20-15,-10-10-96 16,-10-11-261-16,-13-18-221 16</inkml:trace>
  <inkml:trace contextRef="#ctx0" brushRef="#br0" timeOffset="162818.66">22930 14524 1146 0,'0'0'61'0,"0"0"22"16,0 0-21-16,0 0 181 16,-123 96-141-16,92-32-62 15,2 4-23-15,0 4-14 0,4-1-3 16,1-4-46-1,6-14-161-15,2-7-114 0,8-18-276 16</inkml:trace>
  <inkml:trace contextRef="#ctx0" brushRef="#br0" timeOffset="163067.62">23504 14227 324 0,'0'0'827'16,"0"0"-722"-1,0 0 52-15,0 0-51 0,0 0 41 16,0 0-87-16,0-28-49 16,0 81 4-16,2 11 4 15,6 6-15-15,0-3-4 16,5-4-2-16,-1-5-18 15,2-10-194-15,1-14-179 16,0-22-217-16</inkml:trace>
  <inkml:trace contextRef="#ctx0" brushRef="#br0" timeOffset="163267.57">23767 14199 1125 0,'0'0'37'0,"0"0"72"0,0 0 12 15,0 0 22-15,0 0-49 16,0 0-74-16,-2 42-1 16,20 14 14-16,-2 6-33 15,-1 1-1-15,-3-3-11 16,-6-2-19-16,-4-7-191 16,-2-6-132-16,0-9-206 15</inkml:trace>
  <inkml:trace contextRef="#ctx0" brushRef="#br0" timeOffset="163484.54">23415 15025 433 0,'0'0'596'0,"0"0"-579"16,0 0 46-16,0 0-12 15,0 0 9-15,0 0 74 16,20-4-85-16,61 4-47 15,23 0 0-15,12 0-2 16,0 0-11-16,-3 0 0 16,-7 0-23-16,-13 0-75 15,-20-6-82-15,-21 6-287 16</inkml:trace>
  <inkml:trace contextRef="#ctx0" brushRef="#br0" timeOffset="163735.65">23634 15386 1040 0,'0'0'83'16,"0"0"80"-16,0 0 11 15,0 0-114-15,0 0 57 16,0 0-54-16,9 22-26 15,-9 28 2-15,0 8-28 16,0-3-9-16,2-2-2 0,2 2-14 16,3-3-109-1,2-21-213-15,2-10-48 0,2-19-385 16</inkml:trace>
  <inkml:trace contextRef="#ctx0" brushRef="#br0" timeOffset="164051.31">23899 15423 84 0,'0'0'851'0,"0"0"-784"16,0 0 44-16,0 0-53 15,0 0-20-15,0 0 25 16,2-9-37-16,-15 53 24 16,3 5 17-16,6 1-56 15,4-6-5-15,0-4-1 16,2-4-5-16,14-9 0 0,1-13-7 15,2-5 7-15,3-9-1 16,5 0 2-16,2-11-1 16,-3-20 4-16,-3-7 1 15,-15-7 3-15,-8 4 5 16,0 1 3-16,-4 3 61 16,-20 11-39-16,-7 4-5 15,-10 9-33-15,-3 8-28 16,-3 5-99-16,9 0-118 15,20 0-196-15</inkml:trace>
  <inkml:trace contextRef="#ctx0" brushRef="#br0" timeOffset="164566.91">24305 13940 967 0,'0'0'12'0,"0"0"17"0,0 0-16 0,157-66-5 0,-97 64 53 16,-6 2-17-16,-7 0-23 15,-9 11 13-15,-7 6-3 16,-6 7 2 0,-8 9 14-16,-5 7-17 0,-6 7-2 15,-6 10-10-15,0 1 5 16,0 5 10-16,0 8-9 16,0 1 0-16,0-1-9 15,0 5-4-15,0-2-2 16,0 8 1-16,0 12-1 0,7 5-3 15,-1 2 0 1,4-2-3-16,-4 3 0 0,3-3-3 16,2 1 2-1,-3 0-2-15,2-10 0 0,-6-9 3 16,-4-5-1-16,0-14 0 16,0-12-1-16,-2-6 1 15,-23-10-2-15,-17 3-9 16,-24-5-12-16,-26-2-48 15,-24-6-182-15,-13-16-136 16</inkml:trace>
  <inkml:trace contextRef="#ctx0" brushRef="#br0" timeOffset="165017.1">24198 15141 956 0,'0'0'45'0,"0"0"74"0,0 0 4 0,0 0 23 0,0 0 1 16,0 0-71-16,-85-18-41 15,51 81 33-15,-3 17-14 16,3 16-21-16,7 10-18 16,5 5-7-16,-5 5-7 15,-2 4-1-15,-7 1-3 16,-3-5-15-16,-6-14-121 16,0-20-255-16,-2-20-17 15</inkml:trace>
  <inkml:trace contextRef="#ctx0" brushRef="#br0" timeOffset="165601.29">21802 15049 930 0,'0'0'56'0,"0"0"91"0,0 0-42 16,0 0-76-16,0 0 26 15,-27 156 147-15,0-37-66 16,-6 11-100-16,2-1-20 15,2 0-10-15,-2-2-6 16,2-8-11-16,2-11-53 16,1-14-167-16,-1-24-68 15,-4-20-318-15</inkml:trace>
  <inkml:trace contextRef="#ctx0" brushRef="#br0" timeOffset="166302.18">20084 13732 519 0,'0'0'403'0,"0"0"-295"0,0 0 26 0,0 0-17 16,0 0-7-16,0 0 30 16,-13 4-50-16,-18 51-55 15,-12 20 42-15,-1 11-50 16,-3 5-12-16,-2 1-10 16,0 4-5-16,-4 6-13 15,-1-5-48-15,5-5-139 16,5-12-84-16,1-14-3 15,5-22-381-15</inkml:trace>
  <inkml:trace contextRef="#ctx0" brushRef="#br0" timeOffset="166634.26">19554 13328 744 0,'0'0'77'15,"0"0"24"-15,0 0 19 16,0 0-59-16,0 0 18 15,0 0-33-15,-27 69 11 0,-4 57 80 16,-5 20-58 0,-1 5-68-16,-6 1 0 0,-1-2-11 15,-7 3-7-15,2-10-57 16,-3-9-135-16,-4-6-63 16,0-11-328-16</inkml:trace>
  <inkml:trace contextRef="#ctx0" brushRef="#br0" timeOffset="167534.59">16196 16870 531 0,'0'0'566'0,"0"0"-483"0,0 0 111 0,0 0-56 0,0 0-9 0,0 0-24 16,-53-77-73-16,44 114-10 16,-4 14 14-16,1 18 3 15,1-7-24-15,3-7-8 16,-2-11-4-16,4-13-2 0,1-12 0 15,3-12-1-15,2-7-3 16,0 0 3-16,0 0 0 16,0-13-3-16,0-40 0 15,13-19-7-15,8-18-3 16,-3 6 13-16,-1 12 3 16,-3 24-3-16,-5 16 1 15,-5 14 1-15,-2 13 2 16,-2 5 0-16,2 0-2 15,5 41 0-15,5 21 4 16,7 14 19-16,1 4-21 16,5-3 5-16,4-10-9 15,1-9-3-15,2-9 1 0,-5-5-4 16,-3-8-14-16,-6-14-62 16,-3-9-181-16,-7-13-129 15,-8-11-75-15</inkml:trace>
  <inkml:trace contextRef="#ctx0" brushRef="#br0" timeOffset="167684.34">16078 17070 775 0,'0'0'147'15,"0"0"-30"-15,-131-12 18 16,110 12-26-16,11 0 22 16,10 0-43-16,0 0-63 0,8 4-3 15,32 13-10 1,30 1-12-16,32-13-123 0,21-5-202 15,10 0-274-15</inkml:trace>
  <inkml:trace contextRef="#ctx0" brushRef="#br0" timeOffset="167901.51">17003 17235 1175 0,'0'0'95'0,"0"0"-17"0,0 0 50 16,0 0-32-16,0 0 15 16,0 0-67-16,43 0-43 15,23 0-1-15,10 0-3 16,0-4-120-16,-12-9-142 16,-19 7-104-16,-23 3-239 15</inkml:trace>
  <inkml:trace contextRef="#ctx0" brushRef="#br0" timeOffset="168034.48">17065 17387 972 0,'0'0'86'15,"0"0"33"-15,0 0-25 16,0 0-25-16,0 0-4 16,129 6-65-16,-11-6-68 15,11-18-216-15,-1-6-276 0</inkml:trace>
  <inkml:trace contextRef="#ctx0" brushRef="#br0" timeOffset="168317.33">18330 17058 930 0,'0'0'124'0,"0"0"-21"16,0 0 61-16,0 0-14 0,0 0-18 16,0 0-14-16,-31-64-83 15,31 64-11-15,10 32-3 16,3 12 48-16,0 15-22 16,1-5-33-16,-7 4-9 15,3-6-5-15,-3 3-2 16,-2-5-13-16,1-3-35 15,5-11-162-15,5-9-205 16,9-18-119-16</inkml:trace>
  <inkml:trace contextRef="#ctx0" brushRef="#br0" timeOffset="168684.09">18739 17179 1113 0,'0'0'13'15,"0"0"29"-15,0 0-10 16,48-117 34-16,-10 107-22 16,7 6-10-16,1 4-20 15,-5 14 11-15,-10 21 9 16,-11 6-3-16,-13 8-15 16,-7-1 4-16,-3-6 11 15,-25-4 30-15,-6-10-4 16,-4-6 3-16,-2-8-9 15,1-1-9-15,-2-7-22 0,7-3 1 16,10-3-1 0,13 0-7-16,7 4-5 0,4-4-7 15,0 0-2-15,0 0-1 16,24 4 2-16,18 0 0 16,16-2-4-16,11-2-9 15,3 0-45-15,1 0-104 16,-2 0-54-16,1-14-61 15,-9 0-87-15,-11-4-257 16</inkml:trace>
  <inkml:trace contextRef="#ctx0" brushRef="#br0" timeOffset="168917.48">19463 17111 98 0,'0'0'758'0,"0"0"-689"0,0 0 92 16,-21-107-27-16,19 101 47 15,2 6 0-15,0 0-73 16,0 0-72-16,0 25-19 16,0 14 24-16,14 17 36 15,1-1-53-15,1-1-17 16,-1 0-5-16,-1-10-2 16,-3 0-4-16,-2-8-20 15,2-8-189-15,-2-12-236 16,2-10-221-16</inkml:trace>
  <inkml:trace contextRef="#ctx0" brushRef="#br0" timeOffset="169150.98">20000 17092 538 0,'0'0'465'0,"0"0"-413"16,0 0 112-16,0 0-22 15,0 0 13-15,0 0-84 16,-20-30-48-16,49 65-4 16,11 5 70-16,9 6-61 15,4-6-20-15,3-1-5 16,0-2-3-16,-11-7-6 16,-8-4-49-16,-15-6-159 15,-10-8-98-15,-8-12-164 16</inkml:trace>
  <inkml:trace contextRef="#ctx0" brushRef="#br0" timeOffset="169350.48">20334 17000 982 0,'0'0'133'16,"0"0"-7"-16,0 0-29 15,0 0 2-15,-125 92 43 16,85-23-76-16,-2-3-44 15,-4 0-11-15,1-4-11 0,-7-8-16 16,0-8-139 0,0-12-126-16,4-11-220 0</inkml:trace>
  <inkml:trace contextRef="#ctx0" brushRef="#br0" timeOffset="169717.5">20828 17004 928 0,'0'0'125'0,"0"0"51"16,0 0 72-16,0 0-87 16,0 0-29-16,0 0-83 15,-38-23-26-15,38 68-11 16,0 13 17-16,7 0-14 15,3-5-15-15,-2-3 0 16,-1-6-4-16,-4 0-23 0,8-12-105 16,1-10-296-1,7-16-62-15</inkml:trace>
  <inkml:trace contextRef="#ctx0" brushRef="#br0" timeOffset="170102.61">21133 17231 967 0,'0'0'53'16,"0"0"17"-16,0 0 20 15,-62-116-14-15,60 93-1 16,2 5-22-16,4 6 8 16,21 2-59-16,8 2-2 15,3 8-1-15,-2 0-10 16,-1 4 9-16,-9 18 0 0,-3 14 2 15,-13 5-4-15,-8-1-2 16,0 4 6-16,-8-4 40 16,-21-5 4-16,-11-8 14 15,-3-5-1-15,1-8-7 16,4 0-23-16,9-10 25 16,9 1-30-16,11-4-7 15,7-1 1-15,2 0-10 16,0 0 0-16,0 0-6 15,22 5-5-15,20-2 5 16,10-3 0-16,10 0-86 0,3 0-74 16,4 0-83-16,2-3-50 15,-11-12-196 1</inkml:trace>
  <inkml:trace contextRef="#ctx0" brushRef="#br0" timeOffset="170452.52">21703 17044 459 0,'0'0'296'0,"0"0"-172"16,0 0 23-16,0 0-29 15,0 0 0-15,0 0 9 16,-7-36-92-16,-1 45-27 16,-3 18 13-16,-2 13 42 15,4 9-31-15,7-3-13 0,2 6 0 16,0-2-8-1,18-6-1-15,11-4-6 0,2-7-4 16,2-8 0 0,1-11 0-16,-1-9 0 0,0-5 4 15,1 0-3-15,1-19 3 16,-6-17 5-16,-4-12-7 16,-17-10 4-16,-8-5 12 15,0 0-11-15,-10 6 22 16,-15 15-16-16,-10 12 4 15,-13 12-17-15,-4 14-2 16,-18 4-35-16,-5 0-200 16,-6 8-190-16</inkml:trace>
  <inkml:trace contextRef="#ctx0" brushRef="#br0" timeOffset="171967.11">13500 16368 862 0,'0'0'287'0,"0"0"-214"0,0 0 111 0,0 0-2 0,0 0-96 0,0 0 10 0,-53-70-62 16,53 89-18-16,17 25 0 15,8 22 49-15,0 6-38 16,-10 0-13-16,-1-6-8 15,-6-7-6-15,4-12-4 16,1 0-14-16,10-7-39 0,12-18-175 16,5-14-221-1,0-8-268-15</inkml:trace>
  <inkml:trace contextRef="#ctx0" brushRef="#br0" timeOffset="172333.72">13799 16509 493 0,'0'0'554'16,"0"0"-529"-16,0 0 45 16,0 0 20-16,-44-126-41 15,44 99 43-15,10 1-24 16,19 8-47-16,5 8-17 16,1 6 4-16,1 4 1 15,-7 4-1-15,-10 24-4 16,-5 16-4-16,-11 5 12 0,-3 5-1 15,-5-6 12-15,-21-8 12 16,-10-4 29-16,0-10-18 16,1-2-8-16,6-10 13 15,6-2-20-15,12-8-12 16,5-2-7-16,6-2-3 16,0 0-9-16,0 0 0 15,8 0-1-15,30 0 0 16,18-6-3-16,18-12-13 15,1 1-111-15,-1-6-109 16,-14-3-140-16,-11-2-87 16</inkml:trace>
  <inkml:trace contextRef="#ctx0" brushRef="#br0" timeOffset="172553.31">14289 16168 834 0,'0'0'63'0,"0"0"27"16,0 0 61-16,0 0-17 16,0 0 36-16,0 0-81 15,-27-34-64-15,27 60-11 16,7 14 44-16,11 8 36 0,2 2-70 16,-2 0-21-1,4 7-3-15,-7 0-8 0,1 6-63 16,-9-5-216-16,-7-8-50 15,0-10-566-15</inkml:trace>
  <inkml:trace contextRef="#ctx0" brushRef="#br0" timeOffset="172883.48">13383 17383 1101 0,'0'0'102'0,"0"0"43"15,0 0 88-15,0 0-126 16,0 0-50-16,0 0-32 15,10-22-19-15,32 44 3 16,8 4-2-16,1 2-7 16,-2-2 0-16,-5 0-3 15,-1-3-33-15,-5-9-164 16,-7-10-139-16,-9-4-61 16,-9-8-300-16</inkml:trace>
  <inkml:trace contextRef="#ctx0" brushRef="#br0" timeOffset="173050.5">13717 17299 271 0,'0'0'802'16,"0"0"-668"-16,0 0 1 16,0 0-42-16,0 0 0 15,-114 66 57-15,84-16-66 16,6-2-60-16,4 2-24 16,1-1-1-16,2-5-33 15,5 2-91-15,7-17-157 16,5-10-14-16,0-15-355 15</inkml:trace>
  <inkml:trace contextRef="#ctx0" brushRef="#br0" timeOffset="173285.3">14033 17187 1024 0,'0'0'106'0,"0"0"17"15,0 0 85-15,0 0-65 16,0 0-27-16,0 0-64 16,-25-40-38-16,32 76-10 15,9 8 14-15,1 10-6 16,1-2-12-16,-2-2-2 16,0-2-21-16,-3-6-189 15,-4-11-201-15,-2-18-169 0</inkml:trace>
  <inkml:trace contextRef="#ctx0" brushRef="#br0" timeOffset="173585.16">14254 17201 346 0,'0'0'682'16,"0"0"-643"-16,0 0-9 16,53-104 11-16,-22 91 35 15,1 13-27-15,-1 0-37 16,-2 31-2-16,-12 9 11 15,-10 6-12-15,-7-2 3 16,0-4 2-16,-22-8 19 0,-3-14 17 16,1-2 87-1,3-11-27-15,4 0-67 0,10-1-8 16,7-4-18-16,0 0-5 16,0 0-9-16,27 0-3 15,28-10-11-15,19-12-8 16,13-5-80-16,0-2-115 15,-5-3 21-15,-5-4 90 16,-11 6-17-16,-22 7-194 16</inkml:trace>
  <inkml:trace contextRef="#ctx0" brushRef="#br0" timeOffset="173902.2">13124 17955 1093 0,'0'0'93'0,"-165"30"-35"16,134-24 77-16,29-6-52 16,10 0-34-16,65-4 91 15,60-28-105-15,56-17-35 16,52-9 0-16,33-17 1 15,17-2-1-15,2-3 6 16,-15 3 3-16,-18 11 3 16,-39 8-4-16,-47 12-3 0,-56 12 8 15,-51 16-8-15,-45 12-5 16,-22 6-4-16,-16 0-39 16,-40 10-145-16,-23 8-80 15,-15 4-199-15</inkml:trace>
  <inkml:trace contextRef="#ctx0" brushRef="#br0" timeOffset="175084.16">14605 17914 548 0,'0'0'456'0,"0"0"-357"0,0 0 39 0,0 0 22 0,0 0 51 15,0 0-112-15,-53-66-60 0,53 66-23 16,0 4-10-16,11 23 0 16,14 17 25-16,2 1-6 15,-4 12-25-15,0-3 0 16,-5 0 0-16,-3 0-2 15,-1 1-28-15,1-8-148 16,1-10-161-16,-3-24 22 16,4-13-404-16</inkml:trace>
  <inkml:trace contextRef="#ctx0" brushRef="#br0" timeOffset="175538.27">14810 17967 748 0,'0'0'152'0,"0"0"-58"15,0 0 55-15,0 0-47 16,0 0 97-16,0 0-66 16,-22-66-92-16,22 66-22 15,0 0-6-15,0 0-13 16,0 0 0-16,0 26 0 16,0 9 0-16,10 8 6 15,9-3-1-15,1 4-5 16,5-11-2-16,2-4-2 15,4-11-8-15,2-10-27 16,3-8-78-16,-5 0 23 16,-4-26-20-16,-8-14 74 15,-11-8 16-15,-6-3 19 0,-2 7 5 16,0 5 22-16,-16 2 15 16,1 15 28-16,1 4 20 15,5 8 16-15,5 6-19 16,2 4-22-16,2 0-2 15,0 0-44-15,0 0-6 16,0 4-7-16,0 28 1 16,11 8 1-16,7 11 22 15,-2-7-20-15,1 3 0 16,0 3-2-16,2-5-1 16,-4 3-2-16,3-11-5 15,0-6-7-15,4-9-128 16,3-7-214-16,-3-15-26 15</inkml:trace>
  <inkml:trace contextRef="#ctx0" brushRef="#br0" timeOffset="176020.84">15245 17808 950 0,'0'0'57'0,"0"0"70"0,0 0 30 0,0 0-36 15,0 0-9-15,0 0-46 16,-27-28-57-16,27 28-9 16,0 0 0-16,0 14-9 15,0 12 9-15,6 6 7 0,11 4-6 16,5 3-1-16,0-7-3 16,7-4-21-16,0-6 15 15,0-4-22-15,2-10-93 16,0-8-14-16,-2 0 45 15,-5-4 8-15,-5-23 7 16,-12-9 57-16,-7-3 21 16,0 2 11-16,-3 6 24 15,-13 4 47-15,-1 5-6 16,3 8 16-16,3 0-12 16,5 10 73-16,6 4-54 15,0 0-56-15,0 0-20 16,0 0 8-16,0 0-25 0,0 4-3 15,0 24-3-15,6 12 22 16,9 13 29-16,-1-3-38 16,-1 0-2-16,3 1-6 15,-1-1 0-15,2-1-5 16,-2-9-3-16,-1-8-14 16,1-1-135-16,1-17-247 15,-5-14-115-15</inkml:trace>
  <inkml:trace contextRef="#ctx0" brushRef="#br0" timeOffset="176418.44">15793 17744 344 0,'0'0'418'0,"0"0"-274"0,0 0 14 0,0 0-41 0,0 0-26 0,0 0 13 15,-29-40-12-15,29 40-43 16,0 0-35-16,0 0 1 16,-2 0-10-16,0 6-1 15,0 15 8-15,2 2 16 16,0 3-21-16,0 2-5 16,0 2 2-16,15 2-2 15,9-1 2-15,3-3-4 0,2-2 0 16,3-4-4-16,-4-4 3 15,4-8-2-15,-3-6-3 16,2-4-10-16,-4-4 16 16,0-24 5-16,-8-8-4 15,-10-4 5-15,-9 0 0 16,0-4 7-16,-9 7-6 16,-13 5 14-16,-4 10-7 15,-6 6-14-15,-8 16-83 16,-11 0-101-16,-19 4-187 15</inkml:trace>
  <inkml:trace contextRef="#ctx0" brushRef="#br0" timeOffset="177252.9">15613 18312 963 0,'0'0'112'0,"0"0"11"0,0 0 70 0,0 0 28 0,0 0-87 0,0 0-80 16,-34-63-40-16,34 63-3 15,0 14-2-15,5 27-4 16,13 15 6-16,0 4-5 16,1-4-6-16,2-6-1 15,3 4-12-15,2-14-140 0,12-9-240 16,1-21-13-16</inkml:trace>
  <inkml:trace contextRef="#ctx0" brushRef="#br0" timeOffset="177556.34">15967 18370 997 0,'0'0'96'0,"0"0"-39"15,0 0 48-15,0 0-37 16,-18-108-2-16,22 100-57 16,10 8-8-16,-1 0 0 15,-4 9-1-15,0 26 1 16,-6 4 19-16,-3 4-1 0,0-13 28 15,-3 0 23-15,-10-12 3 16,2-7-1-16,1-1-31 16,8-10-18-16,2 0-14 15,0 0-5-15,0 0-4 16,16 0-4-16,22 0-36 16,20-10 20-16,20-9-108 15,6-7-86-15,1-11-9 16,-12-2-7-16,-17 3-170 15</inkml:trace>
  <inkml:trace contextRef="#ctx0" brushRef="#br0" timeOffset="177900.46">14563 19039 903 0,'0'0'106'15,"-191"11"-62"-15,139-11 63 16,32 0-39-16,20 0-36 16,16 0 74-16,61 0 9 15,49 0-105-15,59-14-4 0,48-23-6 16,37-25 0-16,24-14 0 15,7 0 3-15,-18-4 15 16,-33 3 13-16,-32 4-18 16,-38 4 34-16,-39 12-36 15,-41 15-11-15,-44 21 3 16,-34 11-3-16,-22 10-47 16,-31 0-93-16,-38 14-182 15,-24 18-371-15</inkml:trace>
  <inkml:trace contextRef="#ctx0" brushRef="#br0" timeOffset="178950.62">16161 18802 812 0,'0'0'139'0,"0"0"-19"0,0 0 43 16,0 0-17-16,0 0 37 16,0 0-87-16,-42-40-49 15,42 40-14-15,0 0-17 16,0 0 0-16,0 0-5 16,0 15-7-16,2 10 0 0,15 12 9 15,6 7-10 1,2-4-1-16,1 0-4 0,2-8-4 15,1-5-51-15,0-13-171 16,1-11-114-16,-4 8-93 16</inkml:trace>
  <inkml:trace contextRef="#ctx0" brushRef="#br0" timeOffset="179603.29">16439 18802 479 0,'0'0'389'0,"0"0"-260"0,0 0 19 0,0 0-7 0,0 0 38 0,0 0-60 0,-35-57-51 0,35 57-50 16,0 0-15-1,0 0-3-15,0 0 0 0,0 30-1 16,2 6 1-16,11 4 0 16,3-8 3-16,3-2-3 15,4-10 0-15,2-2-9 16,4-6-37-16,0-8-18 16,-2-4-34-16,-1 0-2 15,-6-8 39-15,-6-14 27 16,-4-3 10-16,-10-12 24 15,0 1 1-15,0-1 13 16,-8 12 21-16,-4 3 28 16,6 12 41-16,4 6-17 15,-1 4-17-15,3 0-22 0,0 0-25 16,0 0-15-16,0 0-8 16,0 14-4-16,0 12 4 15,3 10 31-15,5-2-16 16,2-10-14-16,-2-1 3 15,1-2-4-15,3 2-3 16,-5 1-7-16,7-1-36 16,2-4-223-16,-3-10-30 15,3-9-247-15</inkml:trace>
  <inkml:trace contextRef="#ctx0" brushRef="#br0" timeOffset="179885.47">16905 18714 156 0,'0'0'824'0,"0"0"-686"0,0 0-8 0,0 0-12 0,0 0-17 0,0 0-54 16,-29-17-47-16,29 17-4 16,0 14 4-16,0 6-6 15,11 0 6-15,15 4-6 16,10 3 6-16,3-2 5 15,-4-1-1-15,-6-3-4 16,-12-10 3-16,-5 0 8 16,-10-7-6-16,-2-1 1 0,0 8 22 15,-22 4-27-15,-18 6-1 16,-12 1-81-16,1-15-102 16,7-7-182-16</inkml:trace>
  <inkml:trace contextRef="#ctx0" brushRef="#br0" timeOffset="180035.48">16923 18683 1073 0,'0'0'133'16,"0"0"-66"-16,0 0 19 0,0 0-73 16,0 0-13-1,167-110-86-15,-107 92-241 0</inkml:trace>
  <inkml:trace contextRef="#ctx0" brushRef="#br0" timeOffset="180334.33">17214 18576 184 0,'0'0'860'0,"0"0"-807"15,0 0 43-15,0 0-65 16,38-112-10-16,4 98-9 15,-1 14-9-15,-8 0 0 16,-10 0 4-16,-12 24-4 0,-9 6 14 16,-2 21 15-1,-5 0 14-15,-19-1 40 0,-10-5-32 16,5-11-16-16,8-17 15 16,9-7-29-16,10-5 23 15,2-5-44-15,0 0 19 16,11 0-22-16,27 0-36 15,18-5 11-15,13-16-107 16,4-19-153-16,-8 0-203 16</inkml:trace>
  <inkml:trace contextRef="#ctx0" brushRef="#br0" timeOffset="181367.23">19539 18420 791 0,'0'0'371'0,"0"0"-234"0,0 0-47 0,0 0 46 0,0 0-18 0,0 0-108 0,55-58-3 16,-1 52-7-16,1 2-44 16,-3 4-213-16,-10 0 50 15,-13 0-121-15,-23 0-177 16</inkml:trace>
  <inkml:trace contextRef="#ctx0" brushRef="#br0" timeOffset="181484.24">19627 18558 195 0,'0'0'545'0,"0"0"-357"15,0 0-90-15,0 0 15 16,0 0-38-16,0 0 22 16,-53 44-1-16,116-44-96 15,32-14-41-15,28-16-181 16,-3 2-121-16</inkml:trace>
  <inkml:trace contextRef="#ctx0" brushRef="#br0" timeOffset="181734.27">20327 18129 378 0,'0'0'740'0,"0"0"-572"16,0 0 70-16,0 0-48 16,0 0-99-16,0 0-30 15,-80-66-31-15,80 74-20 16,7 32-3-16,6 18 2 15,3 9-3-15,-1-1-2 16,-1-2-8-16,1-1 3 16,3-2-20-16,4-3-87 15,9-9-160-15,8-22-129 0,3-18-299 16</inkml:trace>
  <inkml:trace contextRef="#ctx0" brushRef="#br0" timeOffset="182166.94">20653 18280 443 0,'0'0'618'16,"0"0"-530"-16,0 0 40 16,-85-125 76-16,76 113-26 15,5 6-84-15,1 6-45 16,3 0-39-16,0 0-2 16,0 14-8-16,0 30-2 15,0 15 2-15,5 9 1 0,6-7-1 16,2-2-2-16,3-7 2 15,4-12-6-15,6-12-18 16,5-6-32-16,8-14-92 16,-1-8 25-16,-1-8-15 15,-1-24 103-15,-12-16 28 16,-7 0 7-16,-13-6 12 16,-4 0 54-16,0 14 23 15,-12 4 4-15,-1 9 3 16,2 13-13-16,3 6-10 15,7 7-16-15,-1 1-23 16,2 0-21-16,0 0-8 16,0 20 0-16,0 24-4 0,0 13 4 15,0 6-1-15,0-5-4 16,3-3-1-16,5-4 1 16,1-4 0-16,0 0-13 15,2-3-84-15,7-11-174 16,0-16-194-16</inkml:trace>
  <inkml:trace contextRef="#ctx0" brushRef="#br0" timeOffset="182484.06">21299 18400 942 0,'0'0'101'0,"0"0"5"16,0 0 25-16,0 0 22 0,0 0 3 0,0 0-18 15,-43-100-111-15,38 100-27 16,-3 22 5-16,-1 14 18 16,2 8-22-16,7 4 0 15,0-4-1-15,5 0-3 16,17-6 3-16,9-2 6 16,4-1-6-16,0-9 1 15,-11-5 0-15,-8-14 3 16,-12 0-4-16,-4-3 1 0,0 3-3 15,-29 7-4 1,-17 2-3-16,-10 2 8 16,0-8-40-16,11-10-156 15,11 0-141-15,13-32-226 0</inkml:trace>
  <inkml:trace contextRef="#ctx0" brushRef="#br0" timeOffset="182634.6">21330 18414 503 0,'0'0'783'16,"0"0"-645"-16,0 0 44 15,0 0-104-15,0 0-78 16,0 0-5-16,82-92-222 16,9 74-47-16,-4 7-317 0</inkml:trace>
  <inkml:trace contextRef="#ctx0" brushRef="#br0" timeOffset="182967.29">21698 18330 1013 0,'0'0'103'0,"0"0"48"16,-77-121 31-16,77 85-76 16,3 6-78-16,26 9-28 15,4 10-1-15,8 11-6 16,-8 0 0-16,1 37 6 15,-10 19 0-15,-9 16 2 16,-8 4-1-16,-7-8 6 16,-2-9 8-16,-25-15 20 0,-7-11 54 15,-1-9-21-15,4-9-42 16,6-8 10-16,8-3-7 16,12-4-5-16,5 0-11 15,0 0-12-15,3 0 0 16,30 0-8-16,18 0-19 15,16 0-1-15,11 0-94 16,0-8-180-16,-7-16-5 16,-2-10-176-16</inkml:trace>
  <inkml:trace contextRef="#ctx0" brushRef="#br0" timeOffset="183300.52">22232 18125 416 0,'0'0'268'15,"0"0"-44"-15,0 0-88 16,0 0-7-16,0 0-10 16,0 0-32-16,-44-40-56 15,44 40-10-15,-5 21-15 16,-2 21 45-16,1 9-5 16,6 8-33-16,0 1 7 15,0 2-8-15,8-4-11 16,17-6 6-16,6-4-7 15,9-16-1-15,3-14 1 16,1-11 0-16,1-7 3 16,-1-15 0-16,2-21 1 15,-9-22 32-15,-6-9 3 0,-11-19 34 16,-20-5-39 0,0 0-11-16,-17 15-3 0,-21 24-8 15,-14 20 0-15,-10 28-12 16,-16 8-79-16,-4 40-243 15,3 22-161-15</inkml:trace>
  <inkml:trace contextRef="#ctx0" brushRef="#br0" timeOffset="191917.44">10007 2206 179 0,'-134'0'507'0,"8"0"-479"16,9 0 89-16,20 0 20 15,18 0-60-15,28 0-11 16,19 0-17-16,22 0 1 16,10 0 6-16,0 0-8 15,26 1 12-15,30 5-42 16,28 8 6-16,35-2-18 0,30 2 1 15,25 3 0 1,22-4-2-16,11 4 3 0,18-1 2 16,9-6-8-16,-5 0 3 15,-1-4-5-15,-26 0 0 16,-32 0-2-16,-36 3 0 16,-47-6-3-16,-41 0-25 15,-28-2-43-15,-18-1-18 16,-27 0-27-16,-35-4-279 15</inkml:trace>
  <inkml:trace contextRef="#ctx0" brushRef="#br0" timeOffset="192285.39">9445 2319 723 0,'0'0'1'0,"-134"5"79"0,81 0 72 0,18-1-74 15,17-1-19-15,18 3-4 16,22 4 31-16,51 4-3 15,54 4-66-15,54-4-8 0,53-6-6 16,38-4-2-16,13 5-1 16,7-1 3-16,-14 5 6 15,-17-1 17-15,-25-4 27 16,-44-4-12-16,-46-2-25 16,-50-2-15-16,-53 3-1 15,-43-3-70-15,-27 0-63 16,-64-9-213-16</inkml:trace>
  <inkml:trace contextRef="#ctx0" brushRef="#br0" timeOffset="199233.59">2043 5664 763 0,'-115'36'369'0,"-12"3"-343"0,0 8-18 0,13 3 84 0,11-2 27 16,19-7-47-16,22-9-2 0,23-11 27 15,24-11-48-15,15-6-33 16,27-4-7-16,51 0 4 16,46-29-4-16,59-35-7 15,49-28-2-15,47-23-17 16,35-17-25-16,11-6 26 15,-7 4-14-15,-21 19 30 16,-47 26 0-16,-63 28-106 16,-67 24-93-16,-73 22-5 15,-47 15 49-15,-69 0-44 16,-58 26-258-16</inkml:trace>
  <inkml:trace contextRef="#ctx0" brushRef="#br0" timeOffset="199501.03">1460 5999 1039 0,'-149'73'7'16,"22"-9"0"-16,30-12 94 15,33-18 15-15,28-12-58 16,31-12-22-16,22-10 8 16,71-14 34-16,64-42 65 15,62-32-107-15,62-30-31 16,50-19 2-16,26-1-2 15,9 1-5-15,-14 13 12 16,-23 11-1-16,-46 18-11 0,-53 22 0 16,-55 23-15-16,-66 18-104 15,-60 10-139-15,-44 10-62 16,-55 9-362-16</inkml:trace>
  <inkml:trace contextRef="#ctx0" brushRef="#br1" timeOffset="-198128.19">12805 3974 753 0,'0'0'22'0,"0"0"166"0,0 0-62 0,0 0-40 16,0 0-14-16,0 0-23 16,0 0-4-16,-4-11 1 15,0 11-3-15,-6 19-21 16,-7 31-8-16,-12 22 77 0,-7 22-24 16,-7 17-20-1,-5 9-24-15,-4 17 8 0,-6 7-14 16,2 5-2-16,6 5-10 15,5 6-1-15,7 9-3 16,3 11 1-16,-1 9 0 16,1 1 1-16,-2 5 3 15,4 6 2-15,-1 7-1 16,3 15 7-16,0 3-4 16,4 8-4-16,6 0-3 15,2-4-2-15,6 3 1 16,4-7 1-16,5 5-2 0,4-1-1 15,0 11 4 1,0 3-3-16,0-2 1 0,4 0-2 16,0-4 2-16,4 9-2 15,0 6 0-15,1 3 1 16,3 3-1-16,-4-2 1 16,1-2-2-16,0 3 2 15,-2 4-1-15,-2 8 0 16,1 4 0-16,-2 3 0 15,3 4 1-15,0 5 1 16,2 5-2-16,-3 6-1 16,3 8 0-16,5-3 1 15,3 5 1-15,5-2-1 0,5-2-2 16,4-6 2 0,3-5 0-16,1-1 0 0,6 4 0 15,-3 8 0-15,-3 13-2 16,-1 3 3-16,-8 6-2 15,-8 11 0-15,-7 6-4 16,-4-63 3-16,-7-79-20 16,0-95-41-16,0-90-121 15,-7-4 184-15,-24-11 0 16,-14 0 0-16,-19 0 0 16</inkml:trace>
  <inkml:trace contextRef="#ctx0" brushRef="#br1" timeOffset="-195679.77">19010 5078 896 0,'0'0'12'0,"0"0"71"0,-17-125 76 16,-17 86-49-16,-11 3 5 15,-13 6-27-15,-11 5 13 16,-20 8-50-16,-13 15-15 0,-16 2 0 15,-11 24-15-15,-2 30 4 16,3 25-4-16,13 27-2 16,23 25-6-16,26 23-2 15,18 26 4-15,15 22 3 16,10 5-6-16,13 5-7 16,10-15 3-16,26-19-7 15,56-17 3-15,39-22-2 16,40-25 2-16,45-34-4 15,39-42 0-15,36-38-4 16,16-18 4-16,-8-52 3 16,-30-29-1-16,-47-32 3 15,-41-40-5-15,-46-33-5 0,-40-37-17 16,-50-24-8-16,-35-10-5 16,-69 18-14-16,-62 47 19 15,-47 56 30-15,-36 66 0 16,-25 49-10-16,-6 39-208 15,4 13-102-15,5 40-206 16</inkml:trace>
  <inkml:trace contextRef="#ctx0" brushRef="#br1" timeOffset="-192229.05">2948 9641 786 0,'0'0'44'0,"0"0"88"0,0 0-10 0,0 0 0 0,0 0 6 15,0 0-25-15,0 0-41 16,-33-62-10-16,33 62 2 16,0 0-19-16,0 0-23 15,0 20-4-15,0 16 3 16,7 10 42-16,1 4-30 15,2-2-10-15,1 1 0 0,-3-5-3 16,-1-9-8 0,-2-2-2-16,1-10 0 0,-1-6-3 15,1-4-36-15,1-7-148 16,2-6-110-16,2 0 73 16,-4-23-133-16,-1-11-249 15</inkml:trace>
  <inkml:trace contextRef="#ctx0" brushRef="#br1" timeOffset="-191829.23">3180 9674 148 0,'0'0'301'16,"0"0"-197"-16,0 0-14 0,0 0 80 16,0 0-45-16,0 0-21 15,2-75-19-15,-2 73 5 16,0 2 32-16,0 0-58 15,0 0 1-15,0 0-23 16,0 0-24-16,-2 24-7 16,-7 10 9-16,3 6 15 15,3 0-25-15,3-4 12 16,0 0-18-16,9-1-3 16,14-5 2-16,3-3-3 15,1-8 0-15,1-5-1 16,1-8-6-16,0-6-15 15,-2 0 16-15,0-14 5 16,-4-16 1-16,-8-8 3 0,-3-11 8 16,-10-5-9-1,-2-2 3-15,-2 6-4 0,-23 6 4 16,-4 12-4-16,-7 8 13 16,1 12-14-16,-4 12-38 15,1 0-95-15,1 14-165 16,-3 16-70-16</inkml:trace>
  <inkml:trace contextRef="#ctx0" brushRef="#br1" timeOffset="-191429.25">2650 10426 317 0,'0'0'690'0,"-190"33"-649"0,86-16 86 0,3 2 69 0,21-2-37 16,27-5-69-16,26-7-42 15,25-3-6-15,12-2-25 0,67 0-9 16,62-24-2-16,67-20-1 16,48-20-5-16,26-9-2 15,13-2 2-15,-13-1 5 16,-22 9-1-16,-42 10-4 16,-64 18-3-16,-61 17 2 15,-52 10-38-15,-39 12-29 16,-23 0 8-16,-51 2-229 15,-28 25-11-15,-21 15-82 16</inkml:trace>
  <inkml:trace contextRef="#ctx0" brushRef="#br1" timeOffset="-191045.42">3019 10810 897 0,'0'0'62'15,"0"0"94"-15,0 0 85 16,0 0-32-16,0 0-71 16,0 0-67-16,0 0-38 15,-81-90-10-15,81 116-11 16,-4 27-6-16,4 10 11 16,0 9-4-16,0-5-13 15,0-7 0-15,17-2 0 16,3-6-13-16,-1-5-74 15,4-18-194-15,-7-14-141 16,-1-15-266-16</inkml:trace>
  <inkml:trace contextRef="#ctx0" brushRef="#br1" timeOffset="-190394.68">3238 10818 436 0,'0'0'619'0,"0"0"-592"15,0 0 213-15,0 0-52 16,0 0-94-16,0 0-79 16,-34-25-8-16,34 60-6 15,0 13 12-15,0 7-1 16,7-5-10-16,9-7 0 16,4-10-2-16,2-8-1 15,0-6 0-15,3-11-6 16,-2-8-12-16,-2 0-8 15,0-4-36-15,-4-20 20 16,-8-9-1-16,-9-3 27 0,0 0-1 16,-4 0 0-16,-23 6 18 15,-4 9 0-15,-8 4 6 16,0 7-2-16,3 2 8 16,9 3-6-16,14 0 1 15,9 4-7-15,4-5-4 16,24-7-16-16,30-10 11 15,16-4 4-15,9-3-39 16,-4-1-50-16,-5 2 73 16,-8 4 21-16,-13 8 2 15,-20 7 0-15,-13 6 2 16,-16 4 10-16,0 0 50 16,0 21-26-16,0 14 6 15,-12 11-3-15,-3 0-29 0,6 2 0 16,4 0-10-16,5 1 0 15,0-6-1-15,18 0-1 16,14-9-3-16,7-8 0 16,4-11 1-16,4-13-11 15,2-2 11-15,-1-15-3 16,0-23 4-16,-8-11 1 16,-12-8 4-16,-16-6-3 15,-12-5 18-15,-16 0 26 16,-26 5 41-16,-14 7-68 15,-8 14 21-15,-5 14-26 16,-7 12-13-16,5 8-7 0,1 8-146 16,8 0-181-16,11 0-232 15</inkml:trace>
  <inkml:trace contextRef="#ctx0" brushRef="#br1" timeOffset="-189979.17">3370 9222 37 0,'0'0'659'0,"0"0"-554"0,0 0 29 0,0 0 14 0,0 0-11 15,-25-109 13-15,23 108-31 0,0 1-27 16,2 0-28-1,-2 0-37-15,-4 24-12 0,-2 36 0 16,-5 26 11-16,-5 20 1 16,-1 3-20-16,6 5-3 15,7 4 1-15,4 4-5 16,2 9-11-16,0 4-41 16,0-3-220-16,0-2-92 15,0-8-160-15</inkml:trace>
  <inkml:trace contextRef="#ctx0" brushRef="#br1" timeOffset="-189661.18">3982 10528 48 0,'0'0'764'0,"0"0"-747"16,0 0 75-16,0 0 32 15,0 0-48-15,0 0-46 16,0-66 24-16,0 107 24 16,-15 30-42-16,-12 35 112 15,-7 20-107-15,1 12-10 16,-2 7-11-16,3 3-18 15,8-2-2-15,10-3-21 16,12-16-207-16,2-18-74 16,0-26-321-16</inkml:trace>
  <inkml:trace contextRef="#ctx0" brushRef="#br1" timeOffset="-188862.33">6724 8983 511 0,'0'0'479'0,"0"0"-461"0,0 0 132 0,0 0 54 16,0 0 0-16,0 0-119 15,-6-78-31-15,4 98-13 16,0 30-16-16,-3 22 36 0,1 14-20 15,2 1-28 1,2-3 3-16,0-3-8 0,0-8-5 16,0-7-3-16,0-15-4 15,2-13-10-15,11-12-92 16,7-20-220-16,3-6-38 16,-10-32-68-16</inkml:trace>
  <inkml:trace contextRef="#ctx0" brushRef="#br1" timeOffset="-188662.14">6694 8932 696 0,'0'0'5'0,"0"0"58"0,115-89 37 16,-63 72-43 0,2 16-11-16,-4 1 7 0,-9 20 7 15,-15 24 12-15,-21 8-34 16,-5 8-1-16,-41 2-21 15,-20 1-16-15,-9-3-1 16,-5-8-48-16,7-12-96 16,8-11-181-16</inkml:trace>
  <inkml:trace contextRef="#ctx0" brushRef="#br1" timeOffset="-188096.02">6574 10615 1042 0,'0'0'95'0,"0"0"0"0,0 0 152 0,-90-109-86 16,81 98-54-16,7 9-44 0,2 2-39 15,0 0 1 1,0 8-10-16,4 28-8 0,10 17 28 16,-3 10-16-16,-5 4-13 15,-5-5-2-15,-1-1-4 16,0-8-4-16,7-5-6 16,-1-3-47-16,9-17-149 15,1-19-344-15</inkml:trace>
  <inkml:trace contextRef="#ctx0" brushRef="#br1" timeOffset="-187728.52">6878 10619 105 0,'0'0'900'0,"0"0"-881"0,0 0 121 15,0 0 17-15,0 0-67 16,0 0-53-16,-19-44-21 15,17 61-4-15,-1 20-8 16,-4 14 26-16,5 3-13 16,2-6 9-16,0-4-22 15,0-4-2-15,12-7-2 16,5-10 0-16,7-5-18 16,3-8 16-16,2-7-5 15,0-3 3-15,-4 0 2 16,-3-25 1-16,-6-7 1 15,-8-10 2-15,-5-5 7 16,-3 4 5-16,-3 1 13 0,-19 8-8 16,-4 8-9-16,-3 8-6 15,2 10-4-15,-2 8-22 16,2 0-78-16,-2 8-171 16,-2 14-33-16,-2-2-443 15</inkml:trace>
  <inkml:trace contextRef="#ctx0" brushRef="#br1" timeOffset="-186946.26">9120 9003 407 0,'0'0'464'0,"0"0"-409"0,0-102 93 0,0 86 24 0,0 10 60 16,0 6-94-16,0 0-85 0,0 6-30 15,0 38-11-15,0 20 11 16,-9 14 6-16,1 1-21 15,-2-9-6-15,-1-8-2 16,-2-12-1-16,-1-14-5 16,3-11-22-16,5-12-65 15,4-9-54-15,2-4 4 16,0-23 94-16,0-26-45 16,11-13 56-16,11-10 37 15,0-6 2-15,2 2 1 16,-1 5 9-16,-4 18 35 15,-5 24 37-15,-7 13 37 0,-3 10-19 16,-2 6 11-16,8 0-78 16,5 22-26-16,8 22 27 15,8 14 3-15,0 3-33 16,4-3-5-16,1-4 1 16,2-4-1-16,-2-8-2 15,-7-6-52-15,-15-6-128 16,-9-6-109-16,-5-4 27 15,-8-4-138-15</inkml:trace>
  <inkml:trace contextRef="#ctx0" brushRef="#br1" timeOffset="-186775.22">9082 9332 195 0,'0'0'545'0,"0"0"-440"0,0 0 59 15,0 0-22-15,0 0-32 16,0 0-54-16,13-68-27 15,55 42-29-15,21 0-3 16,17-4-29-16,11-3-115 16,-7 2-369-16</inkml:trace>
  <inkml:trace contextRef="#ctx0" brushRef="#br1" timeOffset="-186179.11">9273 10524 160 0,'0'0'841'0,"0"0"-772"0,0 0 95 0,-54-106 46 0,48 95 4 16,4 11-120-16,2 0-67 15,0 0-9-15,0 24-1 16,0 21-6-16,0 18 9 16,2 4-8-16,10-4-11 15,-1 0-1-15,0-5-2 16,0-8-30-16,-4-6-102 15,-1-16-243-15,-1-12-1 16,4-13-450-16</inkml:trace>
  <inkml:trace contextRef="#ctx0" brushRef="#br1" timeOffset="-185979.57">9554 10525 488 0,'0'0'484'0,"0"0"-378"16,0 0 120-16,0 0 47 15,0 0-162-15,0 0-77 16,4-57-31-16,6 96 0 16,3 16-1-16,3 9-2 15,-3-2-3-15,-1 1-43 16,-8-2-196-16,-4-5-95 16,-4-7-184-16</inkml:trace>
  <inkml:trace contextRef="#ctx0" brushRef="#br1" timeOffset="-179496.12">6084 10395 73 0,'0'0'575'0,"0"0"-423"0,0 0 16 0,0 0-16 0,0 0-29 0,0 0 2 16,0 0-3-16,-88-76-7 16,45 108-36-16,-3 26-27 15,-1 24-2-15,4 10-6 16,11 3-15-16,11-3-9 15,13-8-6-15,8-1 4 16,2-9-16-16,33-9 4 16,23-4-6-16,23-13-5 15,12-8-52-15,10-16-148 16,-8-9-259-16,-14-10-229 16</inkml:trace>
  <inkml:trace contextRef="#ctx0" brushRef="#br1" timeOffset="-179028.42">7224 10457 983 0,'0'0'13'0,"0"0"64"0,0 0 76 0,0 0-24 0,0 0-19 0,0 0-66 0,-72-45-18 16,78 45-8-16,25 31-7 16,11 21 67-16,6 15-45 15,-1 13-3-15,-9 6-4 16,-13 2-5-16,-17 4 0 0,-8-1-14 15,-33 3-6 1,-34 0-1-16,-15-3 0 0,-2-12-54 16,5-18-259-16,14-23-165 15</inkml:trace>
  <inkml:trace contextRef="#ctx0" brushRef="#br1" timeOffset="-178558.9">7596 10070 992 0,'0'0'21'0,"0"0"-13"15,0 0 52-15,-27-121-7 16,36 96-22-16,22 8-21 16,7 10 0-16,3 7-7 15,-6 0 2-15,-2 26 0 16,-10 11-3-16,-17 10 7 0,-6 3-5 15,0-2 10-15,-31-3 1 16,-9-8 9-16,-5-6 10 16,-1-5 9-16,3-6 18 15,5-6-6-15,14-4-17 16,9-7-9-16,8 0 4 16,7-3-16-16,5 0-17 15,47 0 0-15,35-10-1 16,34-10-24-16,15-7-207 15,-5 2-78-15,-12-2-697 16</inkml:trace>
  <inkml:trace contextRef="#ctx0" brushRef="#br1" timeOffset="-177979.56">9022 10226 365 0,'0'0'650'0,"0"0"-595"0,0 0 99 0,-114 6 2 0,72 43-4 0,-5 25-55 0,3 18-23 15,4 12-1-15,9 4-19 16,15-1-14-16,16-11-21 16,0-5-6-16,16-12-4 15,23-6-8-15,15-9-1 16,13-11-6-16,18-10-38 16,10-19-128-16,-3-20-308 0,-5-4-258 15</inkml:trace>
  <inkml:trace contextRef="#ctx0" brushRef="#br1" timeOffset="-177628.25">9768 10315 1044 0,'0'0'15'0,"0"0"-2"0,0 0 75 16,0 0-7-16,127-61-26 16,-75 91 6-16,-1 35 52 15,-2 25-18-15,-7 21-6 16,-15 7-44-16,-14 3-7 15,-13-11-12-15,-2-10-17 16,-31-10-3-16,-9-15-1 16,-5-13-5-16,-3-7-8 15,3-17-75-15,1-15-373 16,4-23-412-16</inkml:trace>
  <inkml:trace contextRef="#ctx0" brushRef="#br1" timeOffset="-177162.43">10387 10231 800 0,'0'0'157'0,"0"0"-147"15,0 0 48-15,-31-135-18 16,39 101-14-16,21 9-14 16,2 6-6-16,2 13-1 15,-2 6 7-15,-4 4 13 16,-1 26-6-16,-3 6 6 15,-7 6 2-15,-10 1 1 16,-6 1-8-16,0-2 19 16,-16-2 4-16,-15-7 2 15,-2-6 10-15,-3-4-6 16,5-8-23-16,6-5 13 16,8-4-10-16,11-4 29 15,6 1-33-15,0-2-15 0,8-1-10 16,41 0-11-16,29-16 6 15,26-12 4-15,17-7-130 16,1-8-134-16,-6-14-163 16</inkml:trace>
  <inkml:trace contextRef="#ctx0" brushRef="#br1" timeOffset="-174946.3">6230 12222 566 0,'0'0'424'0,"0"0"-329"0,0 0 64 16,0 0 84-16,0 0-61 15,0 0-119-15,0 0-24 16,-51-94-20-16,51 128 1 16,0 16 6-16,0 12 15 15,0 4-31-15,0-6-3 16,0-2-5-16,0-4-2 16,0-4 0-16,0-1-7 0,0-5-5 15,2-2-70-15,7-14-236 16,5-12-128-16,1-16-188 15</inkml:trace>
  <inkml:trace contextRef="#ctx0" brushRef="#br1" timeOffset="-174362.34">6444 12328 422 0,'0'0'511'15,"0"0"-469"-15,0 0 87 16,0 0 60-16,0 0 56 0,0 0-174 15,0-82-51-15,-2 88 24 16,-5 31-34-16,-2 13 21 16,1 9-1-16,3-3-23 15,5-3-4-15,0-7-2 16,0-10 1-16,11-9-4 16,7-6 1-16,2-9 0 15,5-6-5-15,-4-6-20 16,4 0 13-16,-2-20-35 15,-7-16 27-15,-12-6-3 0,-4-4 9 16,-2-1-12 0,-25 4 11-16,-4 6-28 0,2 7 44 15,4 6-1 1,9 8-2-16,9 2 6 0,7-2-6 16,21 0-24-16,33-5-43 15,14 6 22-15,3 5-4 16,-4 10-1-16,-11 0 49 15,-9 2-1-15,-16 18 5 16,-9 6 2-16,-18 8 5 16,-4 3 19-16,0 9 17 15,-15-2 22-15,-3-3-22 16,5-1 0-16,9-5-30 16,4-7-7-16,0-2-2 15,8-8 0-15,17-6-3 0,2-8-1 16,2-4 0-1,0 0-1-15,0-10 1 0,-5-16 1 16,-4-8 1-16,-11-10 2 16,-9-6 22-16,0-5-18 15,-20 1-4-15,-13 6-4 16,-16 17-35-16,-10 20-22 16,-9 11-148-16,-13 4-113 15</inkml:trace>
  <inkml:trace contextRef="#ctx0" brushRef="#br1" timeOffset="-173478.19">9240 12268 515 0,'0'0'452'0,"0"0"-378"0,0 0 82 0,0 0 46 0,0 0 10 15,0 0-132-15,-44-68-59 16,42 107-2-16,0 11 10 15,-4 8 34-15,6 3-38 16,-2-5-15-16,2-5-5 0,0-4-2 16,0-4-2-1,0-7-1-15,0-5-3 0,0-2-37 16,2-11-127 0,19-16-325-16,1-2-187 0</inkml:trace>
  <inkml:trace contextRef="#ctx0" brushRef="#br1" timeOffset="-173046.39">9510 12431 655 0,'0'0'207'15,"0"0"-128"-15,0 0 73 16,0 0-89-16,0 0 34 0,0 0-39 15,0 0-30-15,-71-87-4 16,80 65-11-16,15 2-9 16,5 7-4-16,3 4-3 15,-3 9 3-15,-4 0 0 16,0 24 0-16,-11 13 0 16,-10 13 3-16,-4 3 1 15,0 0-1-15,-26-9 2 16,-6-7 6-16,-2-6 15 15,2-7 4-15,-2-8 6 16,3-6-12-16,4-5-2 16,9-4 12-16,9-1-19 15,7 0 16-15,2 0-16 16,0 0-10-16,0 0-3 16,31 0 0-16,18 0 1 0,16 0-1 15,6-6-2-15,-1 2 0 16,0 4-7-16,-7-2-105 15,-8-2-116-15,-12-2-89 16,-14-4-638-16</inkml:trace>
  <inkml:trace contextRef="#ctx0" brushRef="#br1" timeOffset="-172828.64">9986 12270 950 0,'0'0'43'0,"0"0"114"0,0 0 18 0,0 0 37 0,0 0-136 15,0 0-62-15,-13 20 3 16,32 30 32-16,-2 8-19 16,-3 2-26-16,-6 3-4 15,-1 5-11-15,-7-2-19 16,0-2-337-16,-29-5-271 15</inkml:trace>
  <inkml:trace contextRef="#ctx0" brushRef="#br1" timeOffset="-171229.22">6384 13305 962 0,'0'0'73'0,"0"0"59"0,0 0 15 0,-24-115 31 16,22 109-19-16,2 2-101 16,0 2-15-16,0 2-19 15,0 22-7-15,-4 26-7 16,4 19 36-16,0 5-28 15,0-4-10-15,0 0 0 16,6-5 2-16,5-2-5 16,-1-3-3-16,0-3 0 15,-8-5-2-15,-2-2-4 0,0-6-16 16,-2-2-84-16,-18-12-254 16,-9-13-41-16,-3-14-236 15</inkml:trace>
  <inkml:trace contextRef="#ctx0" brushRef="#br1" timeOffset="-170962.26">6084 13828 814 0,'0'0'86'0,"0"0"64"16,0 0-19-16,0 0 69 16,0 0-63-16,0 0-65 15,-8-45-41-15,10 46-18 16,23 21 3-16,7 8 28 0,6 4-26 15,-5 2-15-15,0-2 4 16,1-2-3-16,-3-6-2 16,-2-8-1-16,-4-4 0 15,1-10 0-15,3-4-2 16,4 0 1-16,12-13-6 16,9-28-2-16,1-17-35 15,-4-14-225-15,-17 2-254 16</inkml:trace>
  <inkml:trace contextRef="#ctx0" brushRef="#br1" timeOffset="-169462.18">5918 12655 125 0,'0'0'767'0,"0"0"-742"0,0 0-24 0,0 0 12 15,0 0-13-15,0 0-138 16,0 0-157-16</inkml:trace>
  <inkml:trace contextRef="#ctx0" brushRef="#br1" timeOffset="-169295.86">5918 12655 428 0,'-60'32'232'0,"60"-32"-232"16,0-10-86-16,9-3-107 16</inkml:trace>
  <inkml:trace contextRef="#ctx0" brushRef="#br1" timeOffset="-169162.06">5905 12711 3 0,'0'0'36'16,"0"0"-36"-16</inkml:trace>
  <inkml:trace contextRef="#ctx0" brushRef="#br1" timeOffset="-163928.36">5556 14526 979 0,'0'0'170'0,"0"0"-71"0,0 0 133 0,0 0-51 0,0 0-91 16,0 0-42-16,0 0-19 15,-48-33-7-15,48 74-1 16,0 8 50-16,0 7-35 16,0-5-29-16,0-1-4 15,0 0-1-15,0-2-2 0,0 1 0 16,0-7-2-16,0-3-17 15,0-3-58-15,9-19-155 16,5-13-331-16</inkml:trace>
  <inkml:trace contextRef="#ctx0" brushRef="#br1" timeOffset="-163529.55">5791 14727 943 0,'0'0'79'0,"0"0"-57"16,0 0 56-16,-35-113 27 15,35 85-68-15,26 12-30 16,6 2 10-16,1 5-15 16,2 9 1-16,-3 0 1 15,-3 29-3-15,-7 11 10 16,-11 8 5-16,-11 6-2 15,0 0 2-15,-17-2 6 16,-14-8 5-16,-8-3 9 16,-3-15 4-16,0-3-1 15,1-13 1-15,8-1-13 0,8-5 18 16,10 0-25-16,8-4 12 16,7 0-10-1,0 0-16-15,0 0-3 0,0 0-3 16,24 0-5-16,24 0 5 15,10 0 0-15,6-8-5 16,1-3-30-16,-3 4-137 16,-4-3-51-16,-14-2-113 15</inkml:trace>
  <inkml:trace contextRef="#ctx0" brushRef="#br1" timeOffset="-163244.31">6239 14959 1126 0,'0'0'216'0,"0"0"-112"0,0 0 80 0,0 0-66 0,0 0-73 16,0 0-35-16,-14 32-3 15,12 12-6-15,0 8-1 0,-4 2-4 16,-5-2-109 0,-7-5-410-16</inkml:trace>
  <inkml:trace contextRef="#ctx0" brushRef="#br1" timeOffset="-162778.59">6491 14650 1007 0,'0'0'60'0,"0"0"0"0,0 0 138 16,0 0-16-16,0 0-70 16,0 0-86-16,-16-21-16 15,3 50 0-15,0 11 3 16,8 10-7-16,5 0-3 16,0 3-3-16,12-7 1 15,5-6-1-15,10-11 1 16,-1-6-1-16,1-8-10 15,5-15-7-15,1 0-28 16,2 0-1-16,-1-32 22 16,-3-3 13-16,-9-9 11 15,-9-2 4-15,-9-3 6 16,-4 3 10-16,0 6 27 0,-25 5 13 16,-6 8-31-1,-5 4-1-15,-5 10-3 0,2 3-17 16,3 6-6-16,3 4-2 15,6 0-11-15,4 14-47 16,8 13-204-16,6 9-110 16,9-1-323-16</inkml:trace>
  <inkml:trace contextRef="#ctx0" brushRef="#br1" timeOffset="-162326.58">6973 14602 879 0,'0'0'42'0,"0"0"78"0,0 0 6 0,0 0-25 0,0 0-52 0,0 0 17 16,-14-11-36-16,3 38-7 15,-2 9 53-15,3 10-15 16,4 2-53-16,6-2-1 16,0 7-1-16,2-7-2 15,17-4 1-15,6-11-5 16,2-6-1-16,2-8 1 16,0-13 0-16,2-4-3 0,0 0-14 15,3-4 17 1,-5-19 0-16,-4-8 1 0,-5-8 3 15,-9-5-3-15,-7-9 20 16,-4 6-12-16,-2-3 12 16,-19 6-8-16,-12 7 59 15,2 11-60-15,0 5 7 16,2 8-8-16,14 9-1 16,1 2-9-16,5 2-2 15,-2 0 0-15,-5 12-24 16,3 18-89-16,2 4-225 15,2-4-70-15</inkml:trace>
  <inkml:trace contextRef="#ctx0" brushRef="#br1" timeOffset="-161912.37">7474 14672 567 0,'0'0'370'0,"0"0"-312"0,0 0 45 0,0 0 41 0,0 0-44 0,0 0 10 0,0-45-22 16,-7 45-75-1,-7 9 0-15,-3 23 7 0,-1 12 9 16,9 10-19-16,9 1 10 15,0 1-14-15,4-4-2 16,14-6-3-16,6-9 4 16,5-6-5-16,5-9-4 15,3-16 4-15,6-6-1 16,2 0 2-16,2-19 3 16,-6-17-2-16,-7-8 2 15,-11-6 0-15,-15-7 11 16,-8-7-7-16,-8 3 3 0,-30 11-10 15,-11 12-1-15,-9 19-28 16,-9 4-141-16,-13 15-233 16,0 0-648-16</inkml:trace>
  <inkml:trace contextRef="#ctx0" brushRef="#br1" timeOffset="-155711.06">5415 13162 804 0,'0'0'321'0,"0"0"-249"16,0 0 95-16,0 0 68 0,0 0-132 0,0 0-53 15,0 0-24-15,-50-46-5 16,84 63 2-16,11 12 27 16,13 9-24-16,-4 2-18 15,-4 0-6-15,-5-1-2 0,-7-6-1 16,-9 0-15 0,-8-7-38-16,-2 0-67 0,-8-5-150 15,-2-14-67-15,-5-7-134 16</inkml:trace>
  <inkml:trace contextRef="#ctx0" brushRef="#br1" timeOffset="-155545.25">5716 13110 975 0,'0'0'44'16,"0"0"53"-16,0 0 66 16,0 0-12-16,-129-46-1 15,102 66-110-15,-2 18-11 16,0 14-15-16,0 8-11 15,2 8-3-15,-9 11-21 0,-3-1-69 16,-19-6-304-16,-14-7-306 16</inkml:trace>
  <inkml:trace contextRef="#ctx0" brushRef="#br1" timeOffset="-155128.03">3985 13331 1017 0,'0'0'66'15,"0"0"71"-15,0 0 117 16,0 0-88-16,0 0-104 16,0 0-27-16,-23-30-17 15,23 62-12-15,0 13 18 16,0 8 7-16,2-1-20 0,5-4-8 15,-3-4-3 1,0-1-4-16,2-3-21 0,-2-4-111 16,0-10-186-16,7-16-167 15</inkml:trace>
  <inkml:trace contextRef="#ctx0" brushRef="#br1" timeOffset="-154810.36">4174 13503 1030 0,'0'0'43'16,"0"0"32"-16,0 0 43 15,-23-114-56-15,48 90 13 16,15 4-30-16,7 12-36 16,2 8 0-16,-14 0-7 0,-12 34 0 15,-15 11-2 1,-8 8-5-16,0 3 5 0,-29-6 31 15,-2-7 9-15,-4-8 8 16,3-11-4-16,6-4-5 16,4-3-15-16,6-9 1 15,7-3-6-15,7 0-5 16,2-5-5-16,0 0-7 16,0 0-2-16,11 0-9 15,29 0 9-15,18-14-4 16,9-8-14-16,0-1-122 15,-4 2-151-15,-13 1 38 0,-9-1-218 16</inkml:trace>
  <inkml:trace contextRef="#ctx0" brushRef="#br1" timeOffset="-154412.62">4621 13453 406 0,'0'0'493'0,"0"0"-419"16,0 0 31-16,0 0 39 15,0 0-55-15,0 0-3 16,-73-54 40-16,73 54-92 16,0 0-6-16,0 0 8 15,0 0-26-15,0 22-8 16,0 10 5-16,0 6 2 16,0 0-9-16,5-2 3 0,15-1 1 15,1-8 0-15,9-2-4 16,-1-8 0-16,4-2-2 15,0-12-2-15,1-3 4 16,0 0 0-16,-8-10-8 16,-3-14 7-16,-3-3-15 15,-12-10 16-15,-3-3 23 16,-5-6-22-16,0 2 7 16,-18 0 6-16,-8 7-3 15,-4 10-5-15,4 7 8 16,1 10-5-16,-2 10-4 15,-4 0-5-15,-5 16-15 0,-1 18-76 16,1 3-217-16,5-4-72 16</inkml:trace>
  <inkml:trace contextRef="#ctx0" brushRef="#br1" timeOffset="-146445.65">7061 12937 1037 0,'0'0'36'0,"0"0"30"0,0 0 76 0,0 0-50 15,0 0 26-15,0 0-45 16,0 0-48-16,-20-54-8 16,20 54-1-16,0 20-2 15,3 13 16-15,7 5 3 16,2 8-1-16,-3 2-9 16,-1 4-11-16,1 0-2 15,1-2-2-15,-4-3-4 16,-4-9-2-16,-2-8 0 15,0-6 1-15,0-8-1 0,0-4 0 16,0-4 0 0,0-2-2-16,0-1 0 0,0-5 0 15,0 1 1-15,0-1-1 16,0 0 0-16,0 0 0 16,0 2 0-16,0 3-3 15,7 4 1-15,20-1 2 16,15 2 3-16,16-4 0 15,18 0-3-15,20 0-7 16,18-3-6-16,23-2-11 16,21-1-13-16,15 1 13 15,11 5 15-15,2 3 8 16,-2-1 0-16,-1-2-1 16,2 1 2-16,-5-1 4 15,-7 0-4-15,-14-4 0 0,-33 3-3 16,-29-1 2-16,-30-4 2 15,-32 0-1-15,-17 0 4 16,-11 0-1-16,-7 0 2 16,0 0 3-16,0 0 13 15,0 0 8-15,0 0-19 16,0 0-4-16,0 0-5 16,0 0 1-16,0 0-2 15,2 0-13-15,0 0-31 16,0 0-100-16,-2 0-223 15,0-6-9-15</inkml:trace>
  <inkml:trace contextRef="#ctx0" brushRef="#br1" timeOffset="-146062.55">9751 13054 762 0,'0'0'91'0,"0"0"12"0,0 0 31 0,0 0-11 0,0 0-4 16,0 0 10-16,-50-96 8 0,50 96-95 15,0 0-15-15,0 0-10 16,0 20-8-16,0 12 14 15,0 10 0-15,0 3-14 16,0 8 10-16,0 5-7 16,0 0 2-16,0 1-3 15,3-9-4-15,1-6 0 16,0-10-6-16,1-8 1 16,1-6-1-16,-3-4-1 15,1-2 0-15,-1-2-15 16,3-6-108-16,-6-6-355 15,0 0-266-15</inkml:trace>
  <inkml:trace contextRef="#ctx0" brushRef="#br1" timeOffset="-136861.71">9064 14177 1071 0,'0'0'78'0,"0"0"-31"0,0 0 98 0,0 0-51 16,0 0-2-16,-65-111-34 15,65 88-42-15,23 1-9 16,10 3-4-16,5 3 1 0,-2 13-1 15,-2 3-3-15,-7 3 5 16,-10 32-5-16,-9 10 9 16,-5 8 0-16,-3 0 1 15,-9-3 8-15,-18-6-4 16,-6-8-7-16,-4-9 9 16,3-7-3-16,0-4-6 15,5-4 13-15,9-7-8 16,7-4-8-16,9-1 2 15,4 0 5-15,0 0 4 0,0 0 2 16,6 0-17 0,28-4-7-16,19-10 6 0,20-2-13 15,1 6-82 1,-9 8-67-16,-14 2-151 0,-8 0-28 16,-10 6-227-16</inkml:trace>
  <inkml:trace contextRef="#ctx0" brushRef="#br1" timeOffset="-136645.6">9482 14057 653 0,'0'0'262'0,"0"0"-196"16,0 0 55-16,0 0 16 0,0 0 6 16,-12-103-22-1,12 103-68-15,0 0 6 0,0 4-31 16,0 24 16-16,9 10 11 15,4 7-41-15,5 5-14 16,-1-4-1-16,1 5-26 16,-5 2-70-16,-5-1-259 15,-8-8-63-15</inkml:trace>
  <inkml:trace contextRef="#ctx0" brushRef="#br1" timeOffset="-136378.9">9809 14002 1133 0,'0'0'30'16,"0"0"11"-16,0 0 142 15,0 0-60-15,0 0-56 16,0 0-24-16,15-13-12 15,25 46 0-15,7 6-13 16,7-3-11-16,-1 2-7 16,-2-2-3-16,-6 1-18 15,-14-4-35-15,-13 1-222 16,-12-10-40-16,-6-8-247 16</inkml:trace>
  <inkml:trace contextRef="#ctx0" brushRef="#br1" timeOffset="-136176.56">10134 13977 7 0,'0'0'975'16,"0"0"-918"-16,0 0 58 15,0 0 48-15,0 0-67 16,0 0-50-16,-127-13 4 16,91 61 13-16,-1 6-32 15,3 1 9-15,3-4-40 16,2 2-21-16,2-7-9 15,5 2-141-15,6-12-134 16,5-12-260-16</inkml:trace>
  <inkml:trace contextRef="#ctx0" brushRef="#br1" timeOffset="-135929.56">10399 13986 574 0,'0'0'526'16,"0"0"-455"-16,0 0 4 15,0 0 75-15,0 0 9 16,0 0-86-16,-14-70-52 16,14 94-14-16,0 13 33 15,8 7 11-15,0 0-46 0,1 0-5 16,0 0-8-16,-4 2-153 15,-5-4-174-15,0-8-133 16</inkml:trace>
  <inkml:trace contextRef="#ctx0" brushRef="#br1" timeOffset="-135596.15">10539 14021 1029 0,'0'0'12'15,"0"0"70"-15,31-109-15 16,-1 86-12-16,8 11-32 16,-1 12-12-16,-5 0-4 15,-13 23-4-15,-9 21 14 0,-10 6 5 16,0 3-1-16,-14-7 0 16,-8-8 24-16,-7-4 7 15,2-8-4-15,-2-1 4 16,2-8-8-16,9-5-17 15,7-4 7-15,7-3-19 16,4-5-10-16,0 0 5 16,0 0-2-16,15 0 2 15,28 0-8-15,17 0-4 16,16-13-21-16,2-3-148 16,-7 1-64-16,-9-6-30 15,-14 0-322-15</inkml:trace>
  <inkml:trace contextRef="#ctx0" brushRef="#br1" timeOffset="-135245.22">11161 13854 760 0,'0'0'119'16,"0"0"-7"-16,0 0 50 15,0 0-57-15,0 0-53 16,0 0-21-16,-45 6-4 15,32 24 12-15,6 7 1 16,7-2 8-16,0 5-5 16,0 1-16-16,22-6-17 0,7 1-7 15,5-9-3-15,1-4-6 16,8-10 6-16,-1-9 0 16,5-4 8-1,-2 0-5-15,0-17-3 0,-3-16 7 16,-7-9-6-16,-10-4 6 15,-12-7 3-15,-13-3 9 16,0-1 7-16,-24 0 27 16,-12 7-42-16,-11 12-11 15,-6 11-8-15,-1 12-27 16,1 12-83-16,-5 3-138 0,4 3-280 16</inkml:trace>
  <inkml:trace contextRef="#ctx0" brushRef="#br1" timeOffset="-134312.12">1122 14339 1133 0,'0'0'21'0,"0"0"24"0,-45-112 88 0,45 74-62 0,0 0 11 0,31 6-50 16,11 4-17-16,3 9-5 15,-5 16 17-15,-7 3-27 16,-10 11-3-16,-13 28 3 16,-10 11 4-16,0 8 27 15,-15 2 6-15,-20-4-20 16,-8-3-1-16,3-13-6 0,4-10 9 15,7-7-4-15,7-10-4 16,9-3 0-16,6-6 0 16,4-4 4-16,3 0-15 15,0 0 0-15,0 0 0 16,19 0 0-16,19 0 4 16,21-10-12-16,11-6 8 15,1-2-48-15,-2 1-119 16,-9 8-116-16,-2-7-30 15,-11-5-280-15</inkml:trace>
  <inkml:trace contextRef="#ctx0" brushRef="#br1" timeOffset="-134112.4">1667 14008 921 0,'0'0'46'15,"0"0"31"-15,0 0 62 16,0 0-1-16,0 0 2 15,0 0-19-15,-15-94-88 16,15 94-14-16,0 22-7 16,0 14 2-16,15 13 4 15,-1-4-14-15,1 8-4 16,1 5-7-16,-5 6-97 16,-3 3-200-16,-8-2-89 15</inkml:trace>
  <inkml:trace contextRef="#ctx0" brushRef="#br1" timeOffset="-133761.28">1259 15047 746 0,'0'0'281'0,"0"0"-166"0,0 0-10 16,0 0 92-16,-31-106-28 15,29 104-63-15,2 2-76 16,0 10-10-16,0 26-2 15,0 14 25-15,9 11-22 16,5-3-16-16,-1 1-5 16,3 4-1-16,-1-2-28 15,5 2-111-15,-1-17-259 16,4-15-38-16</inkml:trace>
  <inkml:trace contextRef="#ctx0" brushRef="#br1" timeOffset="-133428.43">1631 14997 472 0,'0'0'398'15,"0"0"-385"-15,71-106 6 16,-26 89 76-16,2 15-19 16,-2 2-42-16,-10 33 12 15,-14 17-19-15,-21 7-7 16,0 4 6-16,-35-2 14 15,-9-5 23-15,-4-8-13 16,1-8 15-16,5-6 7 16,5-14-18-16,13-4 13 0,13-7-52 15,6-7 6-15,5 0-10 16,0 0 0-16,34 0-9 16,28-17 20-16,29-14-22 15,17 0-20-15,5 1-66 16,-4 2-10-16,-13 6-7 15,-13 8-18-15,-19 5-44 16,-19 5-263-16</inkml:trace>
  <inkml:trace contextRef="#ctx0" brushRef="#br1" timeOffset="-133063.22">511 16030 1132 0,'0'0'50'16,"-181"22"-47"-16,107-8 10 16,26-10 115-16,21 2-9 15,27-3-78-15,5-3 3 16,65 0-19-16,45 0-6 15,58-25-9-15,43-13-10 16,36-10-1-16,18-5 1 16,11-1 2-16,-3 4 8 0,-12 5-6 15,-22 10-4-15,-37-1 3 16,-37 9-3-16,-45 4 0 16,-46 7 2-16,-38 5-2 15,-28 11-3-15,-13 0-23 16,-11 0-112-16,-36-3-174 15,-20-6-607-15</inkml:trace>
  <inkml:trace contextRef="#ctx0" brushRef="#br1" timeOffset="-131745.41">1721 16288 1204 0,'0'0'111'0,"0"0"-90"0,0 0 146 0,0 0-54 0,0 0-60 0,0 0-10 15,-65-98-33-15,94 81 7 16,9-4-17-16,-1 15 0 15,-3 6-7-15,-10 4 6 16,-8 27 1-16,-9 14 0 16,-7 9 11-16,0-1 0 15,-20 1 6-15,-9-12 3 16,0-9-9-16,5-4 18 16,1-14-21-16,13-4 10 15,4-11-11-15,6 0 2 0,0 0-6 16,0 0-2-16,0 0 5 15,0 0-6-15,16 0-10 16,24-8-14-16,25-14 5 16,22-6-19-16,11-4-87 15,-5 2-103-15,-12 16-13 16,-15-1-32-16,-14 8-232 16</inkml:trace>
  <inkml:trace contextRef="#ctx0" brushRef="#br1" timeOffset="-131512.25">2273 16087 937 0,'0'0'72'0,"0"0"12"15,0 0 69-15,0 0-4 16,0 0 2-16,0 0-35 16,-42-65-86-16,42 65-16 15,0 15 14-15,5 22 15 16,10 1 29-16,1 0-61 15,-1 2-6-15,5-4-5 16,-3 0-1-16,8 4-14 16,-4 1-79-16,1-10-232 15,-2-4-154-15</inkml:trace>
  <inkml:trace contextRef="#ctx0" brushRef="#br1" timeOffset="-131113.39">2692 16062 456 0,'0'0'531'16,"0"0"-440"-16,0 0 47 16,0 0 3-16,0 0-33 15,0 0-24-15,-20-49 3 16,16 49-66-16,-3 0 24 15,-4 17-3-15,-2 19-18 16,-1 4 1-16,5 4-15 0,9-4-7 16,0-4-2-1,11 0-1-15,18-8-1 0,6-1 0 16,6-14-7-16,8-5 8 16,4-8-4-16,5 0 4 15,-4-26 0-15,-5-6-2 16,-13-4-3-16,-12 0 5 15,-10-8 5-15,-14 4 1 16,0 3 2-16,-27 2 8 16,-9 5 1-16,-7 6-10 15,-1 12-7-15,-3 7-15 16,1 5-19-16,-4 17-124 16,0 19-308-16,-2 4-215 15</inkml:trace>
  <inkml:trace contextRef="#ctx0" brushRef="#br1" timeOffset="-129693.14">2539 16820 1003 0,'0'0'84'0,"0"0"-19"0,0 0 83 0,0 0 0 0,0 0 58 0,0 0-158 16,-48-62-17-16,48 62-20 15,0 0-11-15,0 4-14 0,7 27 14 16,15 13 2-16,8 0-2 15,1-5 0-15,0-5-9 16,0-12-9-16,2-8-93 16,1-6 10-16,-3-8-43 15,-4 0 52-15,-7 0-7 16,-9-22 83-16,-7-8 16 16,-4-10 6-16,0 4 8 15,-2 0 30-15,-11 10 4 16,4 4 41-16,0 12 20 15,2 2-47-15,5 3 41 16,0 5-33-16,2 0-49 0,0 0-12 16,0 9-1-1,0 27-2-15,11 8 48 0,7 4-19 16,-3-8-27-16,-1-4-6 16,1-4-2-16,1 4-5 15,-1-6 1-15,6 2-47 16,-4-1-191-16,4-13-126 15,1-17-359-15</inkml:trace>
  <inkml:trace contextRef="#ctx0" brushRef="#br1" timeOffset="-129395.91">3033 16804 1091 0,'0'0'39'0,"0"0"-16"0,0 0 110 0,5-112-81 0,34 97-34 15,7 15 6-15,-4 0-13 16,-9 22-3-16,-13 15-8 16,-15 7 7-16,-5 2 6 15,-12-2-10-15,-19-4 44 16,-3-10 12-16,3-10 11 16,2 0-16-16,7-10-32 15,11-6-5-15,11-4 2 16,0 0-11-16,11 0-8 15,42 0-17-15,34-18-5 16,27-12-44-16,7-2-267 16,-3-3-26-16,-14 4-30 0,-15-1 94 15,-22 14 58 1</inkml:trace>
  <inkml:trace contextRef="#ctx0" brushRef="#br1" timeOffset="-129078.49">1398 17686 983 0,'-157'18'194'0,"38"-4"-152"0,45-1-4 15,45-13 121-15,29 0-107 16,74 0 38-16,72-21-62 15,79-19 12-15,71-18-27 16,51-2-7-16,22-11-4 16,8 9 6-16,-28 4 8 15,-33 8-5-15,-55 6-4 16,-69 8-7-16,-67 10-1 16,-65 16-5-16,-46 2 0 15,-14 4-18-15,-52 4-58 16,-46 0-192-16,-45 18-259 15</inkml:trace>
  <inkml:trace contextRef="#ctx0" brushRef="#br1" timeOffset="-128663.06">2099 18098 590 0,'0'0'786'15,"0"0"-720"-15,-93-107-61 16,93 67 69-16,13-5-43 0,29 6-31 16,12 6 4-1,9 16-2-15,-8 8-2 16,-10 9 0-16,-12 9-8 0,-11 30 7 15,-15 19 1-15,-7 15 13 16,-7 5 17-16,-24-10-12 16,-4-9 11-1,-1-20 11-15,9-7-11 0,7-15 14 16,7-8-16-16,8-5 2 16,5-4-12-16,0 0-6 15,0 0-2-15,9 0-9 16,20 0-9-16,18 0 5 15,15-12-5-15,7-7-45 0,1-7-105 16,-4-5-266 0,-12-1-240-16</inkml:trace>
  <inkml:trace contextRef="#ctx0" brushRef="#br1" timeOffset="-128360.31">2832 17790 964 0,'0'0'173'0,"0"0"-102"16,0 0 55-16,0 0-28 16,0 0-78-16,0 0-19 15,-51 37 1-15,46-16 1 0,5 5-1 16,3 1 0 0,23-5 10-16,8 2-7 15,1-3-3-15,6-2 1 0,-8 3-1 16,-4 0 0-1,-9-4 3-15,-8 4 3 0,-10 5 12 16,-2 0 28-16,-11 11 48 16,-26 4-68-16,-7-2-24 15,-3-4-4-15,5-9-22 16,4-19-235-16,7-8-110 16,11-30-399-16</inkml:trace>
  <inkml:trace contextRef="#ctx0" brushRef="#br1" timeOffset="-128196.39">2799 17808 498 0,'0'0'770'16,"0"0"-660"-16,0 0-48 0,0 0 135 16,0 0-150-16,0 0-47 15,125-90-8-15,-27 51-128 16,-3 2-305-16</inkml:trace>
  <inkml:trace contextRef="#ctx0" brushRef="#br1" timeOffset="-127844.45">3416 17776 1137 0,'0'0'92'0,"0"0"-52"0,0 0 147 15,0 0-104-15,-18-106-45 16,34 92-38-16,9 4-14 16,2 6 7-16,-4 4 7 15,0 4 6-15,-9 20 12 16,-7 14-18-16,-7 4 19 15,0 2-3-15,-21 0 17 16,-13-3 29-16,-1-6-27 16,-3-4-5-16,11-11 1 15,11-12-2-15,14-4-17 0,2-4 15 16,21 0-27-16,50-4-17 16,47-32 17-16,42-13-52 15,21-10-239-15,-1-8-350 16</inkml:trace>
  <inkml:trace contextRef="#ctx0" brushRef="#br1" timeOffset="-126079.41">8053 16718 839 0,'0'0'31'0,"0"0"-1"0,0 0 44 0,0 0 16 15,-116-81 4-15,87 67-24 16,2 2-4-16,5 2 1 16,7-2-9-16,6 2 4 15,9 2-2-15,0-9-19 16,9-10-34-16,20-1-7 0,8 2-1 16,3 12 1-16,1 14-2 15,-4 0 1-15,1 32 1 16,-5 31 4-1,-8 16 4-15,-16 10 1 0,-9 5 30 16,-7-4-18-16,-28-10-3 16,-10-14 12-16,-3-16-19 15,4-19 19-15,6-13-15 16,10-13 0-16,1-5-4 16,3 0-8-16,4-19 0 0,7-16-3 15,7-5-3 1,6-2 1-16,6 2-1 0,17 6 3 15,4 17 0-15,4 8 2 16,3 9-2-16,9 4 0 16,1 22 5-16,3 10 2 15,-5 4-5-15,-4 4-2 16,-9-8-3-16,-2 0 0 16,-7-10-21-16,-1-3-120 15,4-9-146-15,2-14-17 16,4 0-150-16,4-14-105 15</inkml:trace>
  <inkml:trace contextRef="#ctx0" brushRef="#br1" timeOffset="-125812.22">8637 16677 532 0,'0'0'371'0,"0"0"-230"0,0 0-45 0,0 0 55 15,0 0-92-15,0 0-23 16,-85-31 3-16,83 48-20 15,2 3-5-15,6 6-4 16,28 1-2-16,13 9-1 16,4 4-4-16,-2 0 1 15,-9 0-4-15,-11-3 7 16,-16-12 7-16,-8-6 30 0,-5-2 17 16,-14 1 20-1,-30-3-24-15,-18 0-48 0,-5-9-9 16,7-6-9-16,10 0-61 15,15-27-215-15,12-17-168 16</inkml:trace>
  <inkml:trace contextRef="#ctx0" brushRef="#br1" timeOffset="-125646.55">8612 16709 479 0,'0'0'767'0,"0"0"-707"15,0 0 65-15,0 0-18 0,0 0-79 16,156-104-28 0,-64 82-155-16,-15 6-357 0</inkml:trace>
  <inkml:trace contextRef="#ctx0" brushRef="#br1" timeOffset="-125329.22">9013 16793 562 0,'0'0'616'0,"0"0"-566"16,-43-106 79-16,43 65-10 15,31-7-96-15,17 11 2 16,3 11-19-16,0 16-5 16,-6 10 2-16,-14 18 2 15,-14 24 20-15,-14 19 9 16,-3 2 1-16,-24 0 2 15,-19-5 5-15,-5-9-7 0,-2-14-5 16,4-7-2-16,7-12-11 16,12-6 17-16,14-5-22 15,11-2-1-15,2-3 5 16,2 0-16-16,36 0 2 16,22 0-5-16,21-12 0 15,-2-2-52-15,-4 4-118 16,-17-6-187-16,-12-2-90 15</inkml:trace>
  <inkml:trace contextRef="#ctx0" brushRef="#br1" timeOffset="-124961.56">9545 16637 883 0,'0'0'115'0,"0"0"-17"15,0 0 44-15,0 0 9 16,0 0 12-16,0 0-122 15,-31-36-32-15,31 72-5 16,0 10 48-16,0 7-28 16,2-3-13-16,15 1-6 15,4-7-3-15,6-5-2 16,7-9 0-16,6-7-3 16,0-16-11-16,6-7 13 15,-1 0 1-15,2-26 3 16,-7-10-1-16,-6-3 2 0,-15-14 0 15,-11-1 2-15,-8 0 10 16,-5-1 7-16,-26 7-2 16,-11 12 5-16,-3 11 8 15,-7 14-1-15,-1 7-26 16,2 4-7-16,0 0-25 16,9 17 5-16,5 10-104 15,6 5-217-15,9-5-56 16</inkml:trace>
  <inkml:trace contextRef="#ctx0" brushRef="#br1" timeOffset="-124274.11">11211 14426 1166 0,'0'0'135'0,"0"0"-47"0,0 0 114 0,0 0-103 0,0 0-42 0,0 0-29 16,46 0-8-16,52-23-18 15,16-1-2-15,-5 4-14 16,-18 7-34-16,-29 4-17 16,-31 9-58-16,-22 0-98 15,-9 0 57-15,-42 4 11 16,-22 14 84-16,-20 5 38 16,-7-3 31-16,4-3 16 15,8 0 54-15,16-7 29 0,26-3 3 16,19-2-4-16,18-4-34 15,10-1-18-15,55 0 12 16,36-4-38-16,34-21-20 16,21-8-69-16,-7-3-197 15,-24 0-394-15</inkml:trace>
  <inkml:trace contextRef="#ctx0" brushRef="#br1" timeOffset="-123528.59">9622 17156 1257 0,'0'0'182'0,"0"0"-95"0,0 0 56 0,0 0-78 0,0 0-25 0,0 0-14 15,0 0-17-15,108-5-9 16,-27-8-8-16,-10 8-21 16,-22 1-80-16,-23-1-14 15,-23 5-66-15,-8 0 22 16,-45 18-38-16,-22 8 158 0,-10 1 11 16,1-5 36-1,12-8 33-15,18-4 58 0,20-6 37 16,18 0-5-16,13-4-29 15,10 0-6-15,51 0-28 16,41 0-24-16,41-22-36 16,27-10-124-16,-2-8-296 15</inkml:trace>
  <inkml:trace contextRef="#ctx0" brushRef="#br1" timeOffset="-120376.25">1346 6194 1283 0,'-167'59'30'0,"4"-2"-21"0,16 0 163 0,25-7-51 0,35-14-54 15,38-14-29-15,38-12-19 16,23-10 1-16,81-14-11 16,79-53 10-16,86-43-14 15,82-40-2-15,59-24-3 16,27-1 0-16,0 8-5 16,-27 13-2-16,-43 22 3 15,-53 24-10-15,-62 29-24 16,-77 29-21-16,-76 26-80 15,-76 18-19-15,-52 6 75 16,-93 36-29-16,-68 26-118 16,-53 26-52-16,-45 24 136 0,-37 21 17 15,-29 21-75-15,-25 14 204 16,-5-1 344-16,30-6-60 16,49-23-96-16,71-34-47 15,82-35-9-15,76-35-47 16,81-32-45-16,56-13-10 15,104-52 1-15,85-42 43 16,87-39-11-16,69-26-52 16,51-17 18-16,20-1-11 15,-3 9-14-15,-30 16-4 16,-48 19-90-16,-79 24-359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19:38.657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19567 2675 926 0,'0'0'7'0,"-136"-33"113"0,49 19 83 0,-10 3-60 0,-3 4-40 15,12 4-48-15,26 3 13 16,31 0-26-16,31 0-15 15,22 10-17-15,70 15 27 0,59 8-37 16,66-1 6-16,54-6-6 16,52-2 3-1,33 2-2-15,5 0-2 0,-4 4 0 16,-28-2-12-16,-34 3 12 16,-40-3-11-16,-40-6-28 15,-52-13-18-15,-38-9-3 16,-48-13-68-16,-43-19-33 15,-34-1-91-15,-82 3 160 16,-63-6-356-16</inkml:trace>
  <inkml:trace contextRef="#ctx0" brushRef="#br0" timeOffset="248.56">20267 2617 487 0,'-245'-3'348'15,"22"3"-310"-15,34 0 120 0,35 0-27 16,49 7-7-16,42-1-25 15,48 6-50-15,26 1-25 16,78 4 32-16,74-1-2 16,75-6-35-16,80-9-4 15,58-1-13-15,25 0-2 16,4 3 0-16,-26 9 4 16,-45 4 6-16,-51-2-10 15,-67-3-7-15,-64-2 3 16,-63-5-2-16,-52-4-33 15,-37 0-101-15,-21 0-11 16,-60-4-128-16,-41-13-321 0</inkml:trace>
  <inkml:trace contextRef="#ctx0" brushRef="#br0" timeOffset="1564.78">9668 3511 312 0,'0'0'380'0,"-123"0"-353"0,36 0 50 0,-15 0 80 0,-10 6-66 0,0 0-17 16,0 2-8-16,14 2 31 16,27-5 27-16,26 1-45 0,27-1-16 15,18 1-4-15,47 2-5 16,62 3-13-1,65-2-25-15,75-9-14 16,70 0-2-16,47 0-4 0,35-2 4 16,6 1 5-16,-4 1-4 15,-24 0-1-15,-49 1-21 16,-62 9 21-16,-81-2-16 16,-76-6-74-16,-68-2-20 15,-43 0-68-15,-79-6 78 16,-61-13-101-16,-56-4-51 15,-54 7 122-15,-41 0-32 16,-33 6-157-16,-10-2 234 16,-1 6 85-16,6 6 318 0,24 0-87 15,22 10-9-15,26 20-57 16,37 8-24-16,42 4-25 16,36 6-26-16,46-5 2 15,46-9-49-15,50-7 8 16,45-12-22-16,108-14 106 15,92-1-108-15,94-27-10 16,78-22-14-16,44-1-3 16,25 4 5-16,-18 13-5 15,-46 10-3-15,-82 11-2 16,-88 8-69-16,-96 4-83 16,-83 0-177-16,-69 4-41 15</inkml:trace>
  <inkml:trace contextRef="#ctx0" brushRef="#br0" timeOffset="5736.56">1990 4295 958 0,'0'0'3'0,"0"0"87"0,0 0 56 0,-136-38-45 0,121 34 14 16,8 4-34-16,7 0 40 16,0 0-78-16,20 0-28 15,58-2-4-15,56-8 3 16,64-4-13-16,50-2-1 16,30 0 2-16,7 10 2 15,-2 6-2-15,-18 0 7 16,-33 6-5-16,-38 10-4 15,-50-4-6-15,-46-4-1 16,-44-5-23-16,-32-3-26 0,-22 0-58 16,-35 0 24-16,-52-7-25 15,-42-3-34-15,-41 4 67 16,-28 4 45-16,-22 2-47 16,-17 0 49-16,-4 0 35 15,1 0 11-15,8 0 53 16,23 0 32-16,26 14-12 15,34-1 9-15,42 4-14 16,43-5 8-16,39-2-32 16,25 0-28-16,67-3-17 15,51-4 15-15,60-3-9 16,49-6-8-16,36-22-5 16,16 1 13-16,-1 0 15 15,-13 9-14-15,-31 8-5 16,-42 4 1-16,-51 4-12 0,-62-1 1 15,-43 2-4-15,-36-2 4 16,-11 2 5-16,-56-1-7 16,-41 0-41-16,-43 2-14 15,-29 0 15-15,-23 0-2 16,-11 5-28-16,-2 6-5 16,7-5 56-16,19-1 4 15,34 0 9-15,40-5-30 16,39 4-60-16,38-1-15 15,35 2-87-15,6-1-263 16</inkml:trace>
  <inkml:trace contextRef="#ctx0" brushRef="#br1" timeOffset="64932.1">10717 3713 72 0,'0'0'711'0,"0"0"-606"0,0 0 72 0,3-112-22 0,-3 102 0 0,0 4-7 16,0 5-48-16,0-1-37 16,0 2-18-16,0 0-16 15,-3 17-15-15,-3 22-2 16,-3 8 1-16,2 6-5 15,3 1-4-15,-1 0 3 16,3 0-4-16,0 0-3 16,0-4 0-16,0-3-1 15,-1-6-35-15,1-5-167 0,-2-3-127 16,-6-12-3-16,-5-11-150 16</inkml:trace>
  <inkml:trace contextRef="#ctx0" brushRef="#br1" timeOffset="65182.03">10517 3980 899 0,'0'0'18'0,"0"0"127"15,0 0-2-15,0 0-69 16,0 0-50-16,0 0-14 16,-11-16-1-16,17 42 7 0,10 8-1 15,-1 1-3 1,1-2-5-16,-1-4-5 0,-3-5-2 15,-3-6 1-15,-1-10-1 16,4-4 0-16,8-4 0 16,14 0 5-16,14-27-5 15,13-7-1-15,1-2-60 16,-2 0-95-16,-6 4-144 16</inkml:trace>
  <inkml:trace contextRef="#ctx0" brushRef="#br1" timeOffset="65864.67">10412 4882 813 0,'0'0'14'0,"0"0"112"0,0 0 47 0,0 0-69 0,0 0 9 0,0 0-54 15,-93-18-32-15,56 57 11 16,7 12-5-16,7 8-13 16,8 3-3-16,13-2-7 15,2-2-10-15,4-6-6 16,23-4 5-16,7-7-3 15,5-11-1-15,-3-8-17 16,-1-10-47-16,-6-6 14 16,-8-6 35-16,-10 0 3 15,-9-20 17-15,-2-10 1 16,0 2 3-16,-18 0 5 16,-8 8 36-16,-8 8 4 15,-6 10-41-15,0 2-8 16,0 0-3-16,11 20-26 0,6 10-142 15,10 0-76-15,9-4-187 16</inkml:trace>
  <inkml:trace contextRef="#ctx0" brushRef="#br1" timeOffset="66433.87">10493 5172 1008 0,'0'0'21'0,"0"0"150"16,0 0-41-16,0 0-76 0,0 0-54 15,0 0 6-15,19 34 16 16,-7 5-2-16,-6-2-16 16,-1-5 1-16,-5-6-5 15,0-7-5-15,0-11-10 16,0-2-7-16,0-6 19 15,-3-3-3-15,-7-27-46 16,0-10 41-16,8-8-1 16,2-2 3-16,0 5 1 15,12 10 8-15,7 8-1 16,4 13 1-16,-1 12 0 16,7 2 1-16,2 20 1 15,-2 22 4-15,-7 3 4 16,-2 8-5-16,-6-3-1 15,-7-10-4-15,-3-8 0 0,-4-11-4 16,0-9 2-16,0-3 0 16,0-6 2-16,0-3 3 15,0-2-3-15,-4-26-8 16,2-12-1-16,2-7 0 16,0 3-4-16,13 5 7 15,9 9 6-15,3 9 0 16,2 13 0-16,1 8 0 15,1 0 0-15,0 12 5 16,0 15 7-16,-7 9 9 0,-1 2-6 16,-10-5 3-1,-5 3-11-15,-6 1-7 0,0 0-21 16,-17-4-223-16,-12-5-224 16</inkml:trace>
  <inkml:trace contextRef="#ctx0" brushRef="#br1" timeOffset="66616.73">11509 5484 516 0,'0'0'589'0,"0"0"-585"0,0 0 49 0,0 0 49 0,0 0-79 16,0 0-23-16,2 136-19 0,-18-96-159 15,-1-5-256-15</inkml:trace>
  <inkml:trace contextRef="#ctx0" brushRef="#br1" timeOffset="66998.58">12168 4904 977 0,'0'0'36'0,"0"0"-8"15,0 0 69-15,-135 3-65 16,93 43-13-16,6 12-6 16,10 6 10-16,13 2-2 15,13-1-2-15,0-4-4 16,27-5-14-16,11-9-1 15,9-13 0-15,1-12 0 16,0-14-1-16,-9-8 2 16,-5 0-1-16,-14-4 4 15,-11-20 6-15,-9-4 4 16,0-2 30-16,-21 5 34 16,-18 6-5-16,-10 7-18 15,-7 8-49-15,2 4-6 0,7 0-4 16,7 19-126-1,9 12-115-15,9-2-215 0</inkml:trace>
  <inkml:trace contextRef="#ctx0" brushRef="#br1" timeOffset="67567.19">12322 5073 100 0,'0'0'931'16,"0"0"-930"-16,0 0 106 0,0 0-20 16,0 0-73-16,0 0 5 15,87 72 14-15,-67-18-6 16,-9 0-13-16,-9-5-1 16,-2-7-11-16,0-13-1 15,0-10-2-15,0-7 0 16,-4-12-8-16,-3 0 6 15,-2-18-43-15,4-24 30 16,5-10 11-16,0-11-5 16,5 6-4-16,13 4 14 15,1 12 2-15,2 10-1 16,1 9-1-16,5 10 1 16,-2 10 3-16,6 2 5 0,0 17-3 15,-3 22 12 1,-2 13-2-16,-11 5-6 0,-4-2-5 15,-11-7-3-15,0-10-1 16,0-9 2-16,0-11-3 16,0-10-4-16,-7-7 4 15,-1-1-7-15,1-13-8 16,7-25 9-16,0-14 3 16,2-11 2-16,25-3-1 15,-1 9 2-15,8 4 1 16,-2 19 0-16,-3 14-1 15,2 14 0-15,-3 6 2 16,1 21 8-16,-2 28 11 16,-5 13 1-16,-4 2 11 0,-9 4-11 15,-9-5-17-15,0-7-3 16,0-6-2-16,-22-10-71 16,-5-10-110-16,-2-14-304 15</inkml:trace>
  <inkml:trace contextRef="#ctx0" brushRef="#br1" timeOffset="68032.03">13768 5285 488 0,'0'0'630'0,"0"0"-626"0,0 0 57 0,0 0 94 0,-117 0-16 0,117 0-99 0,25 0-23 16,40 0 4-16,33 3-8 15,24-3-3-15,19 0 9 16,-4-6-19-16,-11-6-6 15,-24 2 3-15,-28 2-36 16,-31 1-216-16,-30 1 47 16,-13-5-136-16,-16-4-15 15,-18-5-24-15</inkml:trace>
  <inkml:trace contextRef="#ctx0" brushRef="#br1" timeOffset="68251.03">14430 5028 783 0,'0'0'10'16,"0"0"117"-16,0 0 13 0,0 0-54 15,0 0-56-15,0 0-29 16,24-7 5 0,14 43 30-16,2 2-3 0,-2 1 0 15,-11-6-16-15,-9 2-7 16,-10-6-1-16,-8 1 2 16,0-2 8-16,-6 0 48 15,-25 3-49-15,-3-6-9 16,-2 2-9-16,3-7-40 15,0-2-138-15,15-6-117 16,16-8-480-16</inkml:trace>
  <inkml:trace contextRef="#ctx0" brushRef="#br1" timeOffset="68516.08">15241 4628 1120 0,'0'0'13'0,"0"0"1"16,0 0 118-16,0 0 53 16,0 0-138-16,0 0-34 15,18-72-7-15,-12 108 23 0,1 8-3 16,-1 2-15-1,1 0-11-15,-4 0-1 0,-3 0-78 16,0-2-191-16,-10-13-44 16,-7-13-191-16</inkml:trace>
  <inkml:trace contextRef="#ctx0" brushRef="#br1" timeOffset="68852.06">15216 4538 738 0,'0'0'9'15,"0"0"-9"-15,107-115 48 16,-54 95-40-16,7 18-7 0,-4 2-1 16,-16 27-1-16,-18 18-2 15,-19 11 3-15,-3 3 4 16,-25-3-2-16,-20-6 2 16,-6-10 0-16,1-10 8 15,2-10 19-15,4-7-7 16,9-7 24-16,8-5-29 15,13-1-1-15,10 0 5 16,4 0 23-16,0 0-14 16,6 2-21-16,23 8-4 15,12 10 13-15,3 8 6 16,2 5 0-16,-3 2-3 16,-1 2-11-16,3-3-8 0,-3-3-4 15,-2-8-3 1,-7-5-67-16,-8-9-163 0,-7-9-324 15</inkml:trace>
  <inkml:trace contextRef="#ctx0" brushRef="#br1" timeOffset="69114.86">16087 4385 917 0,'0'0'61'0,"0"0"14"15,0 0 87-15,0 0-46 0,0 0-16 16,0 0-82 0,0 0-5-16,-60 51 67 0,40 33-16 15,0 0-16 1,0 0-12-16,-2-2-20 0,1-4-9 16,6-5-7-16,-1-13 0 15,3-7-4-15,-1-8-37 16,-5-9-250-16,-6-15-97 15,0-21-535-15</inkml:trace>
  <inkml:trace contextRef="#ctx0" brushRef="#br1" timeOffset="69249.1">15833 4620 947 0,'0'0'13'0,"0"0"-13"0,0 0 0 15,0 0-214-15,0 0-418 16</inkml:trace>
  <inkml:trace contextRef="#ctx0" brushRef="#br1" timeOffset="69368.48">16215 4935 532 0,'0'0'403'0,"0"0"-393"0,0 0 96 16,0 0 14-16,0 0-120 15,0 0-7-15,-23 10-212 16,9-20-603-16</inkml:trace>
  <inkml:trace contextRef="#ctx0" brushRef="#br1" timeOffset="69682.45">15138 5378 1038 0,'0'0'1'0,"-120"8"65"16,77-4 66-16,21-4-42 16,18 0-44-16,4 6 2 15,28 4-27-15,46 1-4 16,40 6 1-16,44-7-8 15,27-6-6-15,9 1 1 0,-5-5-1 16,-13 0-4-16,-22 0 6 16,-29 0-6-1,-32-5-3-15,-39-1-1 0,-35-2-90 16,-19 0-123-16,-29-1-51 16,-38 9-448-16</inkml:trace>
  <inkml:trace contextRef="#ctx0" brushRef="#br1" timeOffset="70032.98">15768 5773 767 0,'0'0'107'0,"0"0"-93"16,0 0 85-16,0 0-1 15,0 0-68-15,0 0-20 16,98-106-9-16,-55 102 16 15,-7 4-4-15,-5 8 6 16,-9 21-4-16,-15 12 8 16,-7 4 3-16,-4 3 22 15,-33-3 0-15,-5-5-17 16,-4-7-5-16,1-6-3 16,5-7 9-16,9-3-3 15,13-5-1-15,9-6-7 16,7-1-10-16,2-1-9 0,29 0-2 15,33-4 5-15,34 0-5 16,20-12-51-16,4-13-186 16,-5-7-78-16,-7-5-505 15</inkml:trace>
  <inkml:trace contextRef="#ctx0" brushRef="#br1" timeOffset="71531.97">17331 5234 429 0,'0'0'596'0,"0"0"-588"0,0 0 123 0,0 0 31 0,0 0-13 16,0 0-109-16,0 0-8 16,13 0-11-16,40 8 7 15,16 10 8-15,7-5-21 16,4-1-5-16,1-5 1 15,-4-3-4-15,-5-4-7 0,-12 0-77 16,-13 0-162 0,-18-3 6-16,-16-14-87 0,-13-3-204 15</inkml:trace>
  <inkml:trace contextRef="#ctx0" brushRef="#br1" timeOffset="71798.81">17832 5176 166 0,'0'0'689'0,"0"0"-667"16,0 0 75-16,0 0 47 15,0 0-33-15,0 0-51 16,-74-9-32-16,81 14-15 16,25 14 7-16,13 3-11 15,5-4-2-15,-3-4-7 16,-7-2-7-16,-11-3-5 16,-10-3-8-16,-5-2 9 0,-9-1 11 15,-5 0 0-15,0 7 1 16,0 12 5-16,-21 10 15 15,-12 12 0-15,-5 6-4 16,-4-2 10-16,1 0-15 16,8-2-12-16,4-4-10 15,23-7-80-15,6-15-153 16,0-14-355-16</inkml:trace>
  <inkml:trace contextRef="#ctx0" brushRef="#br1" timeOffset="72298.72">19133 4688 862 0,'0'0'127'0,"0"0"-113"0,0 0 88 0,0 0 21 0,0 0-33 0,-78-109-55 15,85 86-29-15,19 2-5 16,8 6 5-16,-1 6 1 16,0 9-6-16,-4 0 0 15,-2 23 3-15,-8 10-1 0,-11 10-3 16,-8 1 7-1,0 2-1-15,-4-2-2 0,-19-6-2 16,-4-6 7-16,-4-5 2 16,-3-8 9-16,2-5 0 15,-2 1-1-15,3-7 18 16,9-2-19-16,8-5-3 16,7-1 5-16,5 0-9 15,2 0-3-15,0 0 1 16,14 0-4-16,21 0 6 15,17 0-4-15,3 0-6 16,5-7-1-16,-4 1-14 16,-2 0-123-16,-3 2-37 15,0-3-57-15,-4 1-71 16,-3-2-168-16</inkml:trace>
  <inkml:trace contextRef="#ctx0" brushRef="#br1" timeOffset="72681.83">19612 4630 402 0,'0'0'261'0,"0"0"-222"15,0 0 121-15,0 0-15 0,0 0-39 16,0 0-38 0,-47-80 16-16,45 80-9 0,-1 0-32 15,1 0-26-15,-2 11-9 16,2 22-7-16,2 5 14 15,0 2-12-15,0 2-3 16,11 1 3-16,7-2-3 16,7-7 19-16,-1-6-19 15,1-7-31-15,7-11 4 16,0-4 12-16,1-6 15 16,-1 0 5-16,-6-15 1 15,-6-13 24-15,-6-6-22 16,-3-12 0-16,-11-4 7 15,0-2 32-15,-4 2-26 16,-21 7-1-16,-6 12-16 0,2 11-2 16,-9 8-2-1,3 10-21-15,-6 2-38 0,3 8-105 16,-4 22-70-16,1 2-254 16</inkml:trace>
  <inkml:trace contextRef="#ctx0" brushRef="#br1" timeOffset="73032.27">18652 5166 1126 0,'0'0'6'0,"0"0"-3"0,0 0 29 0,0 0 82 0,0 0-44 15,0 0-54-15,147-32 0 16,7 32 2-16,35 2 5 16,27 1 5-16,9 3 17 15,-7-6 6-15,-12 0-40 16,-28 0-4-16,-38 0-5 15,-40 0 3-15,-40-9-3 16,-35 2-2-16,-25 0-67 16,-7-6-71-16,-42 3-126 0,-22 6-136 15</inkml:trace>
  <inkml:trace contextRef="#ctx0" brushRef="#br1" timeOffset="74331.58">19498 5609 420 0,'0'0'490'0,"0"0"-481"0,0 0 98 0,0 0 24 0,0 0-2 0,0 0-62 0,-87-89-37 15,87 67-4-15,12 0-2 16,13 5-10-16,10 2-3 15,3 7-7-15,-3 8 33 16,1 0-33-16,-5 18-2 16,-6 14 5-16,-7 8 2 15,-12 2-1-15,-6 0 3 0,0 1-1 16,-31-1 1-16,-14-1-6 16,-8-2-1-16,-3-7-2 15,7-8-1-15,9-8-1 16,9-8 1-16,8-8 7 15,13 0 0-15,5 0 2 16,5 0 0-16,0 0 0 16,0 0 8-16,29 0-16 15,18-2-1-15,17-6-1 16,21-2-12-16,6 3-35 0,12-6-110 16,2-1-123-1,-10-6-265-15</inkml:trace>
  <inkml:trace contextRef="#ctx0" brushRef="#br1" timeOffset="74598.92">20857 5176 741 0,'0'0'377'0,"0"0"-370"0,0 0 46 0,0 0 81 0,0 0 14 0,0 0-126 15,31-7-11-15,23 7-3 16,11 0-4-16,-1 0-4 16,-6-3-8-16,-6 0-150 15,-15 3-48-15,-21 0-115 16,-16 0-202-16</inkml:trace>
  <inkml:trace contextRef="#ctx0" brushRef="#br1" timeOffset="74732.14">20871 5396 772 0,'0'0'48'0,"0"0"-20"16,0 0 84-16,0 0-5 0,0 0-65 15,160 20-42-15,-53-40-29 16,6-4-135-16,-7-6-244 15</inkml:trace>
  <inkml:trace contextRef="#ctx0" brushRef="#br1" timeOffset="75032.11">21809 4965 980 0,'0'0'45'16,"0"0"27"-16,0 0 73 0,0 0 27 15,0 0-34-15,0 0-75 16,-11-51-30-16,11 58-3 16,0 23-12-16,6 10 39 15,8 4-27-15,-3 2-13 16,0 1-12-16,3-2-2 15,-4-2-3-15,-1-6-37 16,3-2-134-16,5-9-124 16,8-12-6-16,6-13-271 15</inkml:trace>
  <inkml:trace contextRef="#ctx0" brushRef="#br1" timeOffset="75384.33">22174 4951 902 0,'0'0'1'0,"0"0"85"16,0 0 32 0,0 0 52-16,0 0-91 0,0 0-60 15,-54-56-2-15,50 75-10 16,0 15 6-16,2 7 2 16,2-1-5-16,0 0-3 15,6-2-7-15,14-4-5 16,7-6-13-16,2-4-23 15,3-8-8-15,3-9-4 0,-2-7-10 16,-1 0 51 0,-6-17-3-16,-5-13 15 0,-10-5 1 15,-9-10 6-15,-2-2 11 16,0 2 26-16,-23 5-11 16,-6 6 3-16,-6 8-1 15,-5 7-8-15,-3 9-9 16,7 10-18-16,7 0 0 15,12 6-15-15,11 18-92 16,6 5-85-16,0-3-197 16</inkml:trace>
  <inkml:trace contextRef="#ctx0" brushRef="#br1" timeOffset="75732.2">23001 4620 831 0,'0'0'59'0,"0"0"57"0,0 0 3 0,0 0 74 0,0 0-74 0,0 0-57 15,0-66-26-15,-11 91 20 16,-5 28-33-16,-4 19 26 15,-6 18 8-15,-1 7-20 16,-2 3 1-16,-2 4-10 0,2 0-9 16,4-5-5-1,5-9-4-15,7-11-8 0,4-14-1 16,2-15 0-16,2-15-1 16,1-13-13-16,4-13-44 15,0-9-120-15,0 0-155 16,0-31 39-16,0-36-122 15</inkml:trace>
  <inkml:trace contextRef="#ctx0" brushRef="#br1" timeOffset="75966.1">22620 4886 881 0,'0'0'7'0,"0"0"-7"0,0 0 33 16,0 0 50-16,0 0-50 15,0 0-14-15,44 31 15 16,-25-31 12-16,-2-4 8 16,-3-8-2-16,-10 2-4 15,-2 1 11-15,-2 4-6 16,0-1 5-16,-20 3-58 16,-9 3-18-16,-2 0-86 15,-3 10-129-15,1 9-337 16</inkml:trace>
  <inkml:trace contextRef="#ctx0" brushRef="#br1" timeOffset="76315.33">23026 5153 327 0,'0'0'660'0,"0"0"-654"0,0 0 21 15,0 0 23-15,0 0-16 0,0 0-9 16,-10 82-21 0,10-57 7-16,0-7-1 0,0-4 8 15,5-8-6-15,6-4 8 16,2-2 15-16,0-7 7 15,-1-14 16-15,-4-6 56 16,-8 4-40-16,0 0-9 16,0 3-41-16,-6 4-24 15,-11 6-1-15,-2 6-51 16,6 4-88-16,2 0-128 16,0 6-227-16</inkml:trace>
  <inkml:trace contextRef="#ctx0" brushRef="#br1" timeOffset="77949.98">14866 6725 565 0,'0'0'230'15,"0"0"-225"-15,0 0 50 0,0 0 30 0,0 0-5 0,0 0-57 16,0 0-13 0,-53-22 17-16,46 80 43 0,-4 19-23 15,-5 13 2-15,1 14-16 16,-3 13 4-16,-2 13-9 15,0 10 14-15,0 2-5 16,2 8 44-16,0 6-54 16,2 8 25-16,1 18-9 15,-1 21-7-15,3 18-6 16,-1 21-18-16,3 12 9 16,1 13-5-16,0 14-8 15,3 10-2-15,3 18 4 16,4 13-2-16,0 12-1 0,0 4 3 15,0 5-3-15,0 11-1 16,0 4-1-16,2 1-4 16,3 4 5-16,-3-4-6 15,2 4 0-15,-4 4-1 16,3-5 1-16,-3 0 4 16,0-5-4-16,0-13 1 15,5-14 3-15,-2-3-4 16,4-19-2-16,0-5 2 15,-1-8 1-15,4-23 2 16,-1-13-2-16,1-13-1 16,2-4-3-16,1-11 3 0,5-12-6 15,-3-22-11-15,-1-62-23 16,-2-57-19-16,1-47-65 16,0-20-125-16,-4-11 7 15,-3 0-213-15</inkml:trace>
  <inkml:trace contextRef="#ctx0" brushRef="#br1" timeOffset="80200.14">16092 7661 679 0,'0'0'283'0,"0"0"-191"0,0 0 39 0,0 0 47 0,0 0-14 16,0 0-53-16,0 0-49 15,-20 7-29-15,-6 57 17 16,-4 8-27-16,3 1-4 16,2-7-8-16,8-8-7 15,6-14-1-15,8-15-3 16,3-17 0-16,0-7-5 0,0-5-2 15,0 0-13-15,12-17 17 16,10-32 3-16,7-19-5 16,-3-12-1-1,-3-7 3-15,-3 8 2 0,-5 14 0 16,-1 16 1-16,-7 21 1 16,-3 16 2-16,-4 11 1 15,2 1 0-15,10 26-1 16,3 22 3-16,10 16 12 15,2 3-11-15,-1 4 0 16,0 0-1-16,-1-2-4 16,-2-6 0-16,-3-12-2 0,-5-11-3 15,-4-13-19 1,-4-15-71-16,-5-8-207 0,-2-4 18 16,0-16 11-16,-2-26-314 15</inkml:trace>
  <inkml:trace contextRef="#ctx0" brushRef="#br1" timeOffset="80365.23">15805 7853 886 0,'0'0'26'0,"0"0"45"0,-133 24 61 0,121-23-27 0,12 6-35 0,2-6-34 15,46-1-8-15,29 0-28 16,21 0-50-16,26-16-164 15,3-1-85-15,-6 5-200 0</inkml:trace>
  <inkml:trace contextRef="#ctx0" brushRef="#br1" timeOffset="80633.5">16764 8074 488 0,'0'0'708'16,"0"0"-684"-16,0 0 71 15,0 0 41-15,0 0 6 16,0 0-102-16,81-27-27 16,-1 12-10-16,-2 4-3 0,-9 5-1 15,-18 6-18-15,-18 0-110 16,-10 0-156-16,-19 0-15 15,-4 14-140-15</inkml:trace>
  <inkml:trace contextRef="#ctx0" brushRef="#br1" timeOffset="80749.6">16865 8185 792 0,'0'0'44'16,"0"0"46"-16,0 0 62 15,0 0-72-15,0 0-38 16,0 0-9-16,29 24-30 0,88-47-3 15,18-2-230 1,-4-5-322-16</inkml:trace>
  <inkml:trace contextRef="#ctx0" brushRef="#br1" timeOffset="81065.14">17742 7663 982 0,'0'0'19'16,"0"0"75"-16,0 0 58 0,0 0 46 16,0 0-16-16,0 0-108 15,-35-53-45-15,35 76-7 16,0 24 5-16,0 13 24 15,2 6-28-15,0 2-11 16,0-1-10-16,-2-1 2 16,0-6-4-16,0-8-6 15,3-8-44-15,6-12-119 16,8-11-151-16,4-18-23 16,-1-3-239-16</inkml:trace>
  <inkml:trace contextRef="#ctx0" brushRef="#br1" timeOffset="81282.03">17761 7766 868 0,'0'0'12'0,"0"0"8"15,13-126 57-15,30 96-29 16,7 13-18-16,6 14-14 16,0 3 3-16,-12 14 19 15,-11 18 6-15,-19 8-21 16,-14 0 7-16,-20-2 20 15,-38-4 4-15,-13-6-34 16,-2-1-20-16,8-10-2 16,18-5-29-16,20-7-160 15,18-5-253-15</inkml:trace>
  <inkml:trace contextRef="#ctx0" brushRef="#br1" timeOffset="81798.25">18904 6956 990 0,'0'0'5'0,"0"0"20"16,0 0 39-16,-98-106 8 15,60 96-7-15,-9 6-25 16,-7 4-6-16,1 0-3 0,2 11 52 16,6 8-47-16,16-3-15 15,11-2-9-15,12 3-10 16,6 6 1-16,0 4 15 16,0 7 10-16,6-1 0 15,7 7-12-15,1 10 5 16,-5 8 13-16,-5 13-6 15,-2 4-19-15,-2 0-1 16,0 1 4-16,5 1-2 16,0-5-4-16,-1 4-3 0,-2 2 4 15,1 0 2 1,-3 2-1-16,0-1-4 0,0-6 1 16,0-2 8-1,0-6-4-15,2-4-5 0,5 0-1 16,8-3-2-16,0 1 0 15,6-4 2-15,6-7-3 16,3-10-5-16,8-5-6 16,4-10-19-16,6-8-45 15,9-14-98-15,15-1-116 16,3-5 6-16</inkml:trace>
  <inkml:trace contextRef="#ctx0" brushRef="#br1" timeOffset="82116.73">19166 7574 599 0,'0'0'371'0,"0"0"-358"0,0 0 108 0,0 0 20 15,0 0 4-15,0 0-79 16,-15-27-36-16,15 54-2 16,0 15 40-16,6 12-2 15,1 6-35-15,-7 3-16 0,0-3-5 16,0-5-6-16,2-6-4 16,1-5-3-16,6-10-45 15,1-6-135-15,9-9-126 16,0-13-94-1</inkml:trace>
  <inkml:trace contextRef="#ctx0" brushRef="#br1" timeOffset="82332.14">19508 7870 488 0,'0'0'554'0,"0"0"-529"0,0 0 45 15,0 0 31-15,0 0-40 16,0 0-12-16,185-14-26 16,-99 14-14-16,-1 0 1 15,-14 0-10-15,-13 0-1 16,-9 0-11-16,-18-6-73 16,-8-6-104-16,-17-4-31 15,-6 0-248-15</inkml:trace>
  <inkml:trace contextRef="#ctx0" brushRef="#br1" timeOffset="82536.19">19851 7628 772 0,'0'0'56'0,"0"0"74"16,0 0 6-16,0 0 9 0,0 0-23 16,0 0-61-16,0 0 13 15,-43 42-21-15,63 24 18 16,3 4-46-16,-2 6 6 15,-2-1-10-15,-4-1-15 16,-8-6-6-16,-5-6-16 16,-2-7-21-16,0-11-171 15,0-11-69-15,0-14-203 16</inkml:trace>
  <inkml:trace contextRef="#ctx0" brushRef="#br1" timeOffset="82816.08">21004 7147 1089 0,'0'0'17'15,"0"0"-9"-15,0 0 50 16,0 0 81-16,0 0 31 15,0 0-164-15,0 3-2 16,6 46 37-16,2 7-19 0,-3 2-17 16,-1 3-5-1,-2-7-15-15,-2-8-19 0,2-9-191 16,-2-13-13 0,0-16-196-16</inkml:trace>
  <inkml:trace contextRef="#ctx0" brushRef="#br1" timeOffset="83133.75">21060 7253 593 0,'0'0'163'0,"0"0"-133"16,-2-125 52-16,25 96 11 15,14 7-41-15,10 11-43 16,2 11-6-16,0 0-2 16,-7 14 11-16,-10 19 15 15,-17 8-4-15,-15 5-7 16,0-2-2-16,-32-2-4 15,-14-3-1-15,-10-9 5 16,0-7-7-16,6-8 7 0,11-7 16 16,18-2-11-16,11-4-5 15,8 0-2-15,2 0-1 16,0 4-11-16,16 8 3 16,17 2 9-16,11 10 6 15,4 1-12-15,0-1-5 16,-1-1 0-16,-3-3-1 15,2-5-2-15,-9-5-29 16,1-5-59-16,-7 0-77 16,-8-6-252-16</inkml:trace>
  <inkml:trace contextRef="#ctx0" brushRef="#br1" timeOffset="83415.61">20682 7858 1081 0,'0'0'20'0,"0"0"-18"15,0 0 34-15,0 0 69 16,0 0-26-16,0 0-27 16,216 5 22-16,-70 4-43 15,8-3-19-15,-2 1 6 16,-10-4 3-16,-13 2-1 15,-19-5 32-15,-23 0-52 16,-30 0 0-16,-20 0-1 0,-26 0-93 16,-11 0-63-16,-27 0-63 15,-40 0-310-15</inkml:trace>
  <inkml:trace contextRef="#ctx0" brushRef="#br1" timeOffset="83652.13">21016 8179 1018 0,'0'0'37'0,"0"0"-30"15,0 0 111-15,0 0 80 0,0 0-28 16,0 0-135 0,0 0-11-16,-32 28 30 0,46 18 14 15,-2 2-39-15,1 7-23 16,-3-1 4-16,-3-4-10 15,-3-6-8-15,-1-8-71 16,-3-10-105-16,5-5-100 16,-1-9 5-16,2-12-260 15</inkml:trace>
  <inkml:trace contextRef="#ctx0" brushRef="#br1" timeOffset="84299.21">21208 8211 905 0,'0'0'33'15,"0"0"42"-15,0 0 63 0,0 0 40 16,0 0-58-16,0 0-53 16,0-70-46-16,0 72-3 15,0 27-11-15,0 10 14 16,0 10 15-16,0 1-21 16,0 2-6-16,0-7-6 15,8-3 0-15,3-13-3 16,5-8-1-16,1-13-2 15,2-3-8-15,-1-5-29 16,-1-8 26-16,1-26 4 16,-5-14-3-16,-3-6 2 15,-10-2 4-15,0 6-9 16,-12 4-12-16,-13 6 19 0,2 13 7 16,2 7 2-16,10 9 3 15,8 6-3-15,3 1-2 16,3 2-19-16,29 2-23 15,12 0 3-15,9 0 11 16,0 0-18-16,-3 0 21 16,-3 0 9-16,-3 0 12 15,-9 0 4-15,-5 0 2 16,-10 0 0-16,-11 0 6 16,-7 0 0-16,-2 0 1 15,0 0 10-15,0 0 4 16,-2 15-16-16,-11 10 1 15,-3 13 5-15,0 8 0 0,9 2 1 16,3 5-7 0,4-3-1-16,0-2-2 0,0-8 1 15,20-9-3-15,9-6-3 16,11-13 1-16,5-10 2 16,1-2 0-16,-4-12 2 15,-3-22-1-15,-14-9 4 16,-12-7 17-16,-13-1 13 15,0-6 15-15,-19 6 24 16,-16 6-31-16,-9 5-29 16,-4 12-6-16,4 8-8 15,5 6-63-15,14 7-101 16,4 5-92-16,11-3-289 0</inkml:trace>
  <inkml:trace contextRef="#ctx0" brushRef="#br1" timeOffset="84849.74">21864 7149 950 0,'0'0'21'0,"0"0"-6"0,0 0 16 0,0 0 34 0,150-85 0 0,-98 85-30 16,0 0 0-16,-4 0 7 16,-9 6-12-1,-5 4-6-15,-7 2 6 0,-7 5-7 16,-3-2-19-16,-3 5-1 16,-3 8 7-16,-5 4-3 15,2 11 2-15,-4 1 1 16,0 6-2-16,1 4 8 15,-3 3 0-15,0 1 20 16,0 1-21-16,0 5 2 16,0 2 2-16,1-1 14 0,2 1-28 15,-1 3 2 1,1 0-3-16,1 1-3 0,3 1 1 16,2-6 0-16,0-6 0 15,3-3 0-15,-1-7-1 16,-2-7 0-16,3-6 6 15,-6-3 2-15,-1-6 0 16,-7-2 19-16,0 2-14 16,-2 1-1-16,-27 0 5 15,-11 5-6-15,-12-4-11 16,-4 1 2-16,-6-3-2 16,5-8-1-16,3-6-16 15,7-10-98-15,7-3-117 16,0-6-54-16,0-30-440 0</inkml:trace>
  <inkml:trace contextRef="#ctx0" brushRef="#br1" timeOffset="85398.9">22656 6950 875 0,'0'0'62'0,"0"0"61"0,0 0 5 0,0 0 59 0,0 0-47 16,0 0-48-16,-16-50-59 16,16 50 7-16,0 16-32 15,0 21 3-15,2 9 11 16,10 2-12-16,-2-7-5 16,-1-7-1-16,-2-9 4 15,-3-12-8-15,-1-6 1 16,-3-7 0-16,0 0 0 0,0 0 0 15,0-18-1-15,-4-17-20 16,-6-7-10-16,4-2 17 16,6 0-6-16,0 0-3 15,10 8-1 1,17 5 11-16,4 18 3 0,6 9 9 16,3 4 0-16,2 10 0 15,-5 24 2-15,-4 12-1 16,-7 11 2-16,-6 0-2 15,-9 1-1-15,-9 1-3 16,-2-5-42-16,0-2-27 16,-33-4-246-16,-12-7-290 15</inkml:trace>
  <inkml:trace contextRef="#ctx0" brushRef="#br1" timeOffset="86399.48">15857 9763 199 0,'0'0'912'0,"0"0"-897"0,0 0 94 0,0 0 165 0,0 0-161 16,0 0-81-16,0 0-19 15,-52 94 38-15,40-23-24 16,1 0-12-16,-3-2-9 16,6-6 5-16,-1-12-8 15,0-15-3-15,6-17 0 16,1-13-1-16,2-6-1 16,0 0 0-16,0-9-6 0,0-37 8 15,2-18 0-15,7-17-6 16,1-3 3-16,-4 12-3 15,3 10 6-15,3 16-1 16,-6 16 1-16,0 14 2 16,-1 9 0-16,-5 7-1 15,2 0 1-15,8 0 1 16,7 23 2-16,9 20 1 16,8 11 16-16,-1 6-15 15,1 0-1-15,-3 0 2 0,-2 1-8 16,-4-10 0-1,-9-8 0-15,-6-9 0 0,-7-5-47 16,-1-4-67-16,-2-10-227 16,0-11 49-16,0-4-205 15</inkml:trace>
  <inkml:trace contextRef="#ctx0" brushRef="#br1" timeOffset="86598.24">15660 10064 834 0,'0'0'31'0,"0"0"55"0,-118 0 60 0,95 0-22 15,19 0-50-15,4 2-34 16,6 4-8-16,34-4 0 0,24-2-9 16,26 0-23-1,13-18-62-15,12-8-131 0,-2 2-90 16,-12 2-472-16</inkml:trace>
  <inkml:trace contextRef="#ctx0" brushRef="#br1" timeOffset="86831.8">16575 10078 1083 0,'0'0'32'0,"0"0"-9"0,0 0 144 16,0 0-36-16,0 0-56 16,0 0-48-16,89-28-27 15,-31 15-2-15,-6-4-17 16,-10 7-68-16,-11 0-59 16,-13 6-41-16,-11 4-86 15,-7 0-110-15</inkml:trace>
  <inkml:trace contextRef="#ctx0" brushRef="#br1" timeOffset="86982.49">16591 10164 597 0,'0'0'201'0,"0"0"-197"16,0 0 65-16,0 0 77 16,0 0-74-16,0 0-46 0,178-8-24 15,-96-8-2-15,3 0-61 16,-12 2-158-16,-17 4-191 15</inkml:trace>
  <inkml:trace contextRef="#ctx0" brushRef="#br1" timeOffset="87982.19">17875 10000 933 0,'0'0'91'0,"0"0"-74"0,0 0 88 0,0 0-4 0,-64-126-36 15,85 99-45-15,12 8-20 16,2 6-2-16,-1 11 2 15,0 2 0-15,-8 11 0 16,-8 21-3-16,-9 13 3 16,-9 11 3-16,0 5 3 15,-17-1-3-15,-15-6-2 16,-6-8 0-16,-2-7 0 16,0-9 5-16,3-6-2 15,0-4 2-15,6-6 6 16,5-4 4-16,8-4 5 15,9-2 3-15,7 0 33 0,2-2-36 16,0-2-14-16,0 0 17 16,0 0-2-16,24 0-12 15,14 0 0-15,13-5-8 16,7-4 0-16,4 1-1 16,3 0-1-16,-5 4-56 15,-4 4-97-15,-2-6-62 16,-12-1-130-16,-9-2-297 15</inkml:trace>
  <inkml:trace contextRef="#ctx0" brushRef="#br1" timeOffset="88384.2">18340 9986 450 0,'0'0'392'0,"0"0"-359"0,0 0 112 15,0 0-22-15,0 0 17 16,0 0-42-16,-41-86-25 15,39 86-18-15,-6 1-21 16,-3 28-8-16,-3 7-3 16,3 8-11-16,9 2-4 15,2-1 14-15,0 0-19 16,17-1 0-16,12-5-6 16,0-6 3-16,1-8-6 15,0-7-17-15,2-10-8 16,-1-8-18-16,2 0 5 15,-2-6 42-15,-3-22 2 0,-2-11 3 16,-10-8 0-16,-12-3 2 16,-4-9 6-16,0-1 14 15,-16 4-9-15,-8 7 17 16,-8 16 8-16,-1 12-12 16,0 12 14-16,-1 9-31 15,1 0-12-15,6 0-3 16,2 22-11-16,8 9-68 15,5 4-107-15,10 1-10 16,2-2-56-16,8-4-211 16</inkml:trace>
  <inkml:trace contextRef="#ctx0" brushRef="#br1" timeOffset="88814.93">18763 9966 252 0,'0'0'566'0,"0"0"-530"0,0 0 122 0,0 0-14 0,0 0-14 0,0 0-39 15,2-65-21-15,-2 65-35 16,0 0-22-16,0 18-11 16,0 17-2-16,0 11 23 15,0 4-8-15,0 0-13 16,0-4-2-16,0-4 0 15,7-4-7-15,8-7 3 0,6-9-39 16,4-8 11 0,4-6 4-16,2-8 12 0,2 0 5 15,-2 0 5-15,-2-20 6 16,-7-7 3-16,-8-6 3 16,-6-6 25-16,-8-5 2 15,0-6 38-15,0 0-13 16,-13 2-12-16,-7 7 0 15,0 11-7-15,0 12-19 16,-2 11 5-16,-1 5-8 16,-4 2-13-16,0 0-4 15,2 8-18-15,0 14-68 16,7 5-124-16,9 0-70 0,9-4-86 16</inkml:trace>
  <inkml:trace contextRef="#ctx0" brushRef="#br1" timeOffset="89201.02">19271 9926 402 0,'0'0'503'0,"0"0"-492"0,0 0 99 0,0 0-1 0,0 0-15 0,0 0-53 15,-40-32-21-15,31 51-7 0,-2 14 6 16,0 5 11-16,2 4-6 16,6 2-11-16,3 4-6 15,0-2-3-15,7-3-1 16,13-6-3-16,7-6-3 16,2-7 2-16,5-10-6 15,1-8 6-15,1-6 1 16,-1 0 4-16,-2-22 2 15,-4-10 3-15,-4-7 31 16,-9-5 30-16,-11-6 9 16,-5-6-44-16,0 2 7 15,-17 2-8-15,-4 16-15 16,-4 9 4-16,-4 10-23 16,-5 9-34-16,-1 8-75 0,0 0-162 15,-4 0-98-15</inkml:trace>
  <inkml:trace contextRef="#ctx0" brushRef="#br1" timeOffset="90566.15">4650 2744 1120 0,'0'0'19'0,"-220"11"-13"0,104-1 151 16,16 0-19-16,21 0-27 16,33-1-57-16,26-4-13 15,20-3 1-15,20 2-14 16,76 0-4-16,76-4-2 16,84 0-17-16,62-15-4 15,48-16 1-15,26-1 1 16,-7 8-3-16,-20 8-4 15,-43 4-2-15,-51 8-8 16,-52 2 14-16,-57 2 0 0,-57 0-26 16,-56 0-28-16,-40 0 9 15,-18 0 2-15,-60 0-52 16,-42 0-71-16,-32-6-35 16,-26-4 54-16,-14-5-218 15</inkml:trace>
  <inkml:trace contextRef="#ctx0" brushRef="#br1" timeOffset="90849.27">4563 2695 199 0,'-169'32'941'0,"26"-4"-935"16,33-2 91 0,38-8 19-16,38-10-40 0,34 2-47 15,40-4-20-15,74-6 50 16,73 0 23-16,70-8-39 15,47-22-24-15,38-6-13 16,11 4 1-16,0 4-6 16,-15 3 3-16,-35 7-4 15,-39 3 8-15,-44 5 2 16,-43 3-3-16,-51 7-7 16,-49 0-5-16,-40 0-39 15,-30 0-92-15,-7 0-94 16,-23-1-89-16</inkml:trace>
  <inkml:trace contextRef="#ctx0" brushRef="#br1" timeOffset="91515.13">8694 2779 776 0,'-262'-18'323'0,"143"12"-308"0,32 0 116 0,39 2-38 0,38 3-28 16,25-2 45-16,71-3-57 15,52 0-20-15,51-4 7 0,43-1-26 16,22 2-8 0,2 1-5-16,-4 6-1 15,-31 2-17-15,-38 0-14 0,-48 0-32 16,-48 0-64-16,-45 0-24 15,-42 0 27-15,-21 0 7 16,-71 0-35-16,-46 0-271 16</inkml:trace>
  <inkml:trace contextRef="#ctx0" brushRef="#br1" timeOffset="91685.73">8318 2777 780 0,'-116'12'44'0,"49"-2"94"0,40-2 20 16,27-4-86-1,66 0-23-15,53-2 20 0,53-2 77 16,40 0-88 0,26-10-30-16,0-8 11 0,1 0-39 15,-21 2-3-15,-35 6-13 16,-29-2-148-16,-47 2-125 16,-50-2-313-16</inkml:trace>
  <inkml:trace contextRef="#ctx0" brushRef="#br1" timeOffset="93235.07">20423 9381 126 0,'0'0'705'0,"0"0"-621"0,0 0 39 0,0 0-6 16,0 0 9-16,0 0-55 15,0 0-29-15,-102-63-20 16,44 63 19-16,-1 6 4 15,4 7 55-15,6-4-60 16,4 3-1-16,7-3-4 0,7 0-15 16,7-3-6-1,6 0-2-15,12 0 1 0,3-4-5 16,0 5-8-16,3 4 5 16,-2 10-2-16,-2 5 8 15,-2 6-5-15,1 1 0 16,1 10 4-16,-4-1 1 15,6 4-2-15,0 2-3 16,2 3 2-16,0-1 5 16,0 1-6-16,0 8-3 15,0 7-1-15,0 3 1 16,0 6-2-16,0 2 0 16,0-4-1-16,0 4-1 15,0 2 0-15,0 8 2 16,-6 0-2-16,-5-1 2 0,1-2-4 15,2-9 5-15,3-1-3 16,-1-5 0-16,4-6-1 16,2-5 1-16,0-5 0 15,0-7 0-15,10-4 0 16,11-9-3-16,6-1 1 16,8-6 2-16,14-1-18 15,7-5-27-15,12-4-22 16,13-5-43-16,17-8-225 15,2-3 25-15,-3-13-386 0</inkml:trace>
  <inkml:trace contextRef="#ctx0" brushRef="#br1" timeOffset="93731.97">20416 10074 844 0,'0'0'46'0,"0"0"96"0,0 0-4 0,0 0 20 0,0 0 14 15,0 0-45-15,-22-96-62 16,22 96-25-16,0 0-13 15,0 18-8-15,0 20 0 16,0 15 19-16,0 4-25 16,0-1-4-16,-2 5-2 15,-3-7-4-15,-1 0 0 0,-1-5 0 16,0-8-3-16,3-3 0 16,1-6-1-16,3-5-25 15,0-1-59-15,0-7-122 16,27-7-138-16,7-12-175 15</inkml:trace>
  <inkml:trace contextRef="#ctx0" brushRef="#br1" timeOffset="94049.23">20865 10435 644 0,'0'0'381'0,"0"0"-371"15,0 0 41-15,0 0 90 16,0 0-46-16,0 0-27 16,-54-9-41-16,91 9 24 15,19 0-13-15,13 0-17 16,2 0-10-16,1 0 7 15,-5 0-3-15,-7 0-8 16,-6 0-4-16,-14 0-3 16,-11 0-20-16,-12 0-152 0,-5-1-50 15,-12-5-44-15,0 0-94 16</inkml:trace>
  <inkml:trace contextRef="#ctx0" brushRef="#br1" timeOffset="94248.9">21165 10243 828 0,'0'0'56'0,"0"0"33"16,0 0 57-16,0 0-9 15,0 0-29-15,0 0-71 16,-40 14-17-16,40 28 83 16,0 12-42-16,0 6-42 15,11-2-15-15,3 4-1 0,-4-2-3 16,-3-3-22-1,-2-7-133-15,-3-6-46 0,-2-8-39 16,0-10-261-16</inkml:trace>
  <inkml:trace contextRef="#ctx0" brushRef="#br1" timeOffset="95599">22205 9900 733 0,'0'0'321'0,"0"0"-257"0,-31-103 92 0,25 81 29 16,1 7 9-16,5 4-99 15,0 7-54-15,0 2-3 16,0 2-13-16,0 0-7 16,3 13-9-16,7 18 12 0,6 10-8 15,-7 7-10 1,-4 4 2-16,1 4 1 0,-4-3-6 16,1-6-17-16,-1-5-25 15,3-4-55-15,5-9-175 16,11-11-53-16,0-12-52 15</inkml:trace>
  <inkml:trace contextRef="#ctx0" brushRef="#br1" timeOffset="95982.17">22482 9887 993 0,'0'0'21'0,"0"0"45"15,0 0 54-15,0 0 31 0,-21-109-14 16,17 102-29-16,2 7-70 15,0 0 13-15,-4 0-40 16,1 29-11-16,3 18 5 16,0 12-1-16,2 3-3 15,0 0 0-15,0-8-1 16,12-6-1-16,7-9-6 16,0-16-35-16,4-5 12 15,6-12-12-15,0-6 3 16,4 0 13-16,3-22 18 15,-5-18 6-15,-4-12 2 16,-11-6 5-16,-10-6 11 0,-6 4 32 16,0 6 7-16,-25 5-26 15,-4 9 21-15,-3 12-34 16,2 6-1-16,-1 12-15 16,-2 6-3-16,-3 4-62 15,1 10-114-15,8 22-104 16,2 11 9-16,0 3-271 15</inkml:trace>
  <inkml:trace contextRef="#ctx0" brushRef="#br1" timeOffset="96282.02">21881 10413 480 0,'0'0'537'0,"0"0"-504"0,0 0 39 0,0 0 48 0,0 0 14 16,0 0-33-16,-70 8-41 15,72 2-20-15,43 2-6 16,38 2 13-16,42-3-13 16,30-8 4-16,23-3-27 15,5 0 5-15,-9 0-8 16,-18 0 0-16,-25 0-3 15,-32 0-2-15,-35 0-3 16,-33 0-3-16,-26-3-41 16,-5 0-58-16,-45 3-194 0,-26 0-166 15</inkml:trace>
  <inkml:trace contextRef="#ctx0" brushRef="#br1" timeOffset="96598.43">22284 10851 975 0,'0'0'47'0,"0"0"4"15,0 0 101-15,-39-101 42 16,33 94 15-16,1 2-90 15,3 5-67-15,0 0-21 16,0 0-7-16,2 11-13 16,0 22-1-16,-2 9 12 15,2 8-9-15,0-3-10 16,0-1-3-16,0 2 0 16,0-2-8-16,0-2-38 15,4-6-98-15,14-10-173 16,2-14-42-16,4-14-346 15</inkml:trace>
  <inkml:trace contextRef="#ctx0" brushRef="#br1" timeOffset="97348.74">22531 10856 541 0,'0'0'358'0,"0"0"-336"15,0 0 69-15,0 0 40 16,0 0-6-16,0 0-43 15,-10-88-52-15,8 88-5 16,2 0 5-16,-2 4-8 16,0 24-11-16,-2 15 29 15,-1 4 2-15,3 2-26 16,2-6-10-16,0-1 8 0,0-7-5 16,17-5-8-1,6-5-1-15,4-11-6 16,2-3 0-16,2-7-27 0,0-4 10 15,0 0-2-15,-6-22 10 16,-8-10 15-16,-5-9 1 16,-10-3 1-16,-2 1 1 15,-10 0-3-15,-19 7-4 16,-12 5 4-16,-3 8 16 16,-2 5 8-16,5 4-9 15,11 7-2-15,12 0 13 16,14 5-19-16,4 2-7 15,6 0 0-15,31 0-40 16,18 0 34-16,10 0-26 16,4 4-11-16,-4-4-6 0,-5 3 34 15,-4-3 11 1,-14 0 4-16,-13 0 0 0,-14 0 0 16,-10 0 0-16,-5 0 1 15,0 0-1-15,0 2-3 16,0 3 3-16,0 11 10 15,-9 8 5-15,-4 4 14 16,-1 4-15-16,5 0-5 16,3 3-6-16,1 3 6 15,5 2 0-15,0-3-4 16,0 1 2-16,11-5 3 16,14-4-6-16,8-6 3 0,3-7 15 15,1-10-21 1,4-6-1-16,-3 0 0 15,-3-9 0-15,-4-18 0 0,-6-5 3 16,-14-10-3-16,-9-10 4 16,-2-3 45-16,-6 1-17 15,-17 8 17-15,-6 8-12 16,-2 6-13-16,0 10-21 16,-5 4-3-16,-2 6-31 15,3 6-84-15,6 6-116 16,4 0-60-16,8 0-227 15</inkml:trace>
  <inkml:trace contextRef="#ctx0" brushRef="#br1" timeOffset="97983.15">23242 9574 608 0,'0'0'328'0,"0"0"-305"0,0 0 60 0,0 0 4 0,0 0 9 0,0 0-54 16,137-62-16-16,-67 62-14 16,-7 0-3-16,-11 7 3 15,-9 6-3-15,-14 2-8 16,-5 3 5-16,-10-1-6 16,-3 6 12-16,-5 3-2 15,-3 2 4-15,2 4 5 16,-3 6 20-16,2 7 0 15,-2 5-20-15,0 8 3 16,3 2 10-16,1 4-16 16,0 2-5-16,0 5 2 0,-2 3-4 15,3 2 3-15,-1 5-1 16,2-2 3-16,-4 1-5 16,0 0-2-16,1-1-2 15,-1-3 13-15,-2-4-13 16,2 2-2-16,4-4 3 15,-2-1-4-15,5-4 0 16,0-11 0-16,5-1-2 16,-1-10 3-16,-1-5-3 15,-3-8 0-15,-5-7 1 16,-4-3-1-16,-2-7 0 16,0-4-3-16,-4 4 0 15,-27 1-14-15,-22 2 12 0,-25 2-96 16,-20-8-128-16,-29-4-79 15,-22-6-631-15</inkml:trace>
  <inkml:trace contextRef="#ctx0" brushRef="#br1" timeOffset="104782.42">6188 4315 1069 0,'0'0'3'0,"-156"-30"1"0,85 26 57 0,11 2 41 0,17 2-19 16,19 0-14-16,17 0 14 15,7 0-47-15,29 7-4 16,58 12 12-16,56-3-8 0,59-8-12 16,45-8-15-16,25 0-4 15,9-6 4-15,-9-6 31 16,-13 2-19-16,-17 0-21 16,-26 3 0-16,-29 1-1 15,-38-1 2-15,-41 1 4 16,-46 4-5-16,-37 0-12 15,-25-4-39-15,-37-7 8 16,-51 0-110-16,-53-3-113 16,-39 4 102-16,-36 3-62 15,-21 2-95-15</inkml:trace>
  <inkml:trace contextRef="#ctx0" brushRef="#br1" timeOffset="104986.85">6110 4221 553 0,'-140'15'127'0,"48"2"37"0,43-7-25 15,49 0-38-15,29-2-46 16,76 2 26-16,62-5 45 16,42-5-70-16,34 0-18 15,11-7 3-15,4-9 61 16,-3 0-72-16,-6-2-3 16,-10 4-25-16,-23 2-1 15,-24 3-1-15,-41 6-1 16,-42 3-68-16,-43 0-126 15,-41 0-35-15,-25 3-82 0</inkml:trace>
  <inkml:trace contextRef="#ctx0" brushRef="#br1" timeOffset="114287.43">24148 9119 556 0,'0'0'345'0,"0"0"-295"0,0 0 64 0,0 0 16 0,0 0-15 0,0 0-1 15,0 0-24-15,-44 7 14 16,30-26-39-16,5-5-28 16,7-8-15-16,2 0-19 15,0 2-3-15,11 3 5 16,18 6-10-16,10 6 5 15,3 10 0-15,0 5 0 16,-7 5-1-16,-4 28-1 16,-12 14 2-16,-13 10-1 15,-6 4 1-15,-13-5 1 0,-20-2-1 16,-12-8 7 0,-4-6-5-16,2-6 6 0,1-7 4 15,9-9-2-15,13-9 5 16,13-4-5-16,9-5-2 15,4 0-8-15,60 0-8 16,54-25 6-16,56-13-20 16,35-13-265-16,21-2-308 15</inkml:trace>
  <inkml:trace contextRef="#ctx0" brushRef="#br1" timeOffset="116065.9">22321 9587 302 0,'0'0'312'0,"0"0"-178"0,-45-105 15 0,32 72-19 0,3 5-18 16,0 3 56-16,1 11-12 16,3 4-35-16,2 6-32 15,1 4-17-15,3 0-36 16,0 0-19-16,3 38-9 15,26 19 3-15,13 18 10 16,9 12-12-16,14 1-4 16,3 6 1-16,9 0-5 15,-2 1-1-15,-4-3-13 0,-9-5-33 16,-10-11-179 0,-23-8-262-16,-20-11-408 0</inkml:trace>
  <inkml:trace contextRef="#ctx0" brushRef="#br1" timeOffset="116833.27">22899 10666 416 0,'0'0'496'0,"0"0"-390"0,0 0 31 0,0 0-21 0,0 0 43 15,0 0-6-15,-60-79-87 16,64 110-52-16,21 25 16 16,8 21 35-16,2 9-29 15,3 3-21-15,2 0-13 16,9-1-1-16,11-2-2 16,11-4-3-16,6-6-30 15,-8-9-177-15,-23-13-238 0</inkml:trace>
  <inkml:trace contextRef="#ctx0" brushRef="#br1" timeOffset="117915.09">15810 12236 4 0,'0'0'1108'0,"0"0"-999"0,0 0 138 0,0 0-76 0,0 0-97 16,0 0 2-16,-84 132-8 15,75-61-49-15,5-9-3 16,-1-4-11-16,-1-8 3 16,1-10-5-16,3-14-3 15,0-12-1-15,0-12-2 16,2-2-2-16,0 0-4 15,0-16 5-15,0-37 3 16,0-18-34-16,0-18 24 16,15 5 11-16,3 12-3 15,0 16 5-15,-6 20-2 0,-2 13 1 16,-8 18 6-16,5 5 2 16,2 23-5-16,9 34 7 15,6 16 32-15,5 4-23 16,0-3-9-16,2-3-6 15,1-5-1-15,-1-4-4 16,-6-10-6-16,-8-6-4 16,-5-10-24-16,-8-9-44 15,-4-12-183-15,0-15-150 16,0-1-86-16</inkml:trace>
  <inkml:trace contextRef="#ctx0" brushRef="#br1" timeOffset="118082.99">15686 12583 499 0,'0'0'540'16,"0"0"-458"-16,-127 0 72 16,118 0 19-16,9 0-49 15,0 0-53-15,31 0-14 16,32 0-50-16,28 0-7 16,30 0-125-16,8-14-249 15,-16-4-197-15</inkml:trace>
  <inkml:trace contextRef="#ctx0" brushRef="#br1" timeOffset="118282.96">16524 12681 1072 0,'0'0'72'0,"0"0"11"0,0 0 58 16,0 0-28-16,0 0-34 15,0 0-49-15,142-15-30 16,-57 4-21-16,-12-3-118 16,-21 6-107-16,-23 2-68 15,-23 6-130-15</inkml:trace>
  <inkml:trace contextRef="#ctx0" brushRef="#br1" timeOffset="118415.74">16653 12773 488 0,'0'0'445'0,"0"0"-350"15,0 0 26-15,0 0-15 16,0 0-60-16,0 0-18 16,34 18-28-16,57-26-76 15,9-19-262-15</inkml:trace>
  <inkml:trace contextRef="#ctx0" brushRef="#br1" timeOffset="119034">18066 12705 63 0,'0'0'772'16,"0"0"-705"-16,0 0 25 16,0 0 13-16,0 0-33 15,0 0 14-15,0 0-15 0,-101-90 1 16,99 62-32-16,2 0 6 15,0 3-31-15,27 6-13 16,6 8-4-16,6 10 4 16,3 1-2-16,-5 30 0 15,-1 21 9-15,-12 18 11 16,-13 3 12-16,-11 0-22 16,-4-4 44-16,-33-10-24 15,-8-9-29-15,-11-11 31 16,3-14-31-16,1-8-1 15,10-10 1-15,4-6-1 16,9-4 7-16,7-22 2 16,7-9-7-16,15-4-2 0,0-4-4 15,0 6 1 1,19 6 3-16,8 9-1 0,4 11 1 16,5 6 5-16,4 5-3 15,2 6 1-15,4 26 1 16,-5 6 0-1,-1 5-1-15,-4-1-3 0,-3-3-12 16,-2-2 1-16,0-7-81 16,4-11-195-16,-4-18-45 15,0-1-217-15</inkml:trace>
  <inkml:trace contextRef="#ctx0" brushRef="#br1" timeOffset="119365.04">18523 12731 692 0,'0'0'239'0,"0"0"-118"0,0 0-7 0,0 0 39 0,0 0 1 16,0 0-90-16,-27-15-63 15,23 57 32-15,1 9 12 16,3 1-32-16,0-1-10 16,14-7-3-16,8-4-1 15,5-10-2-15,1-10-2 16,3-8-6-16,3-12-10 15,0 0 13-15,-1-11 3 16,-4-18-11-16,-9-13 16 16,-9-11 6-16,-11-1 17 15,0 3-21-15,-7 4 10 16,-17 9 13-16,-7 8-5 16,-6 10-4-16,4 6-10 0,4 9-6 15,8 5-18-15,2 0-108 16,11 15-135-16,1 11 25 15,7 2-243-15</inkml:trace>
  <inkml:trace contextRef="#ctx0" brushRef="#br1" timeOffset="119715.8">18922 12756 465 0,'0'0'457'0,"0"0"-359"15,0 0 45-15,0 0-7 0,0 0-23 16,0 0-85-16,2-37-26 16,2 59 0-16,3 12 7 15,-1 9 1-15,1-2-8 16,2-3-2-16,4-5 0 16,3-5-6-16,6-8 5 15,5-8-8-15,0-6 8 16,-1-6-5-16,1 0 6 15,-2-12 0-15,-3-14 8 16,-4-9 1-16,-10-2 5 16,-5-3 29-16,-3 2 40 15,0 3-29-15,-22 5-14 16,-5 6-10-16,-2 6-18 0,0 6-12 16,0 8-2-16,2 4-35 15,3 0-179-15,-1 20-115 16,5 4-131-16</inkml:trace>
  <inkml:trace contextRef="#ctx0" brushRef="#br1" timeOffset="120082.84">19419 12714 662 0,'0'0'352'0,"0"0"-266"15,0 0-40-15,0 0 7 16,0 0-10-16,0 0-30 16,-6 61 9-16,0-17-12 15,6-2-2-15,0-1-6 16,0-3-1-16,6-8-1 16,12-10-4-16,9-8 0 15,4-11-3-15,7-1 2 16,0 0 5-16,-5-17 3 15,-1-11 5-15,-10-7 5 16,-8-5 48-16,-14-4 28 16,0 1 3-16,-11 0-39 15,-19 6-1-15,-6 10-13 0,-1 7-24 16,-3 4-15 0,1 12-6-16,4 4-85 0,-3 0-288 15,7 0-336-15</inkml:trace>
  <inkml:trace contextRef="#ctx0" brushRef="#br1" timeOffset="120632.02">20561 12064 707 0,'0'0'220'0,"0"0"-204"16,-22-105 65-16,-10 81-7 16,-7 8-21-16,-6 8 90 15,-4 8-78-15,0 0-38 16,5 10 2-16,3 12 29 16,12 0-30-16,10 2 7 15,7-1-15-15,5-2-7 16,5 8 3-16,2 5 12 15,0 6 0-15,0 2 3 16,0 2-11-16,2 2-1 16,3 4 3-16,-1 6 0 0,1 1-5 15,0 2 4-15,-3 4-10 16,0 3 0-16,-2 4 1 16,0 5 1-16,0-2-3 15,0 2-4-15,0 2-4 16,-9 0 0-16,-3 5 1 15,2 6-2-15,-1 3 1 16,3-4-1-16,2-6 0 16,6-5-1-16,0-6-1 15,0-2 1-15,0-7 0 16,16-7 0-16,8-8 0 16,7-6-4-16,12-4-1 15,11-4-13-15,14-6-15 16,14-3-44-16,10-7-130 0,9-12-45 15,-1-4-11-15,-9-17-343 16</inkml:trace>
  <inkml:trace contextRef="#ctx0" brushRef="#br1" timeOffset="121703.36">21079 12320 12 0,'0'0'760'0,"0"0"-661"0,0 0 57 16,0 0-61-16,0 0 53 0,-48-106 6 15,46 101-2-15,0 5-46 16,2 0-38-16,0 0-29 15,0 0-13-15,0 13-6 16,0 21-12-16,0 14 12 16,0 8-4-16,0 2-6 15,0-5-10-15,4-3-1 16,5-2-7-16,0-6-16 16,4-8-74-16,8-10-175 15,-4-18-119-15,3-6-212 0</inkml:trace>
  <inkml:trace contextRef="#ctx0" brushRef="#br1" timeOffset="121916.03">21274 12312 487 0,'0'0'402'16,"0"0"-285"-16,0 0 9 16,0 0-7-16,0 0 83 15,0 0-74-15,0-62-100 16,0 74-20-16,7 23 13 15,1 14-12-15,2 5 0 16,3 0-9-16,-5-1-4 16,4-3-24-16,-7-2-87 0,-5-6-183 15,0-10-42 1</inkml:trace>
  <inkml:trace contextRef="#ctx0" brushRef="#br1" timeOffset="122232.18">20601 12947 975 0,'0'0'78'0,"0"0"11"15,0 0 66-15,0 0-66 0,0 0-21 16,0 0-17-16,-27-11 19 15,93 11-31-15,34 0-33 16,35 0-4-16,23 0 2 16,5 4-2-16,-4 2 0 15,-9-2 1-15,-13-1 0 16,-26-3-3-16,-31 0 0 16,-38 0-2-16,-29 0-1 15,-13 0-8-15,-17 0-101 16,-39 0-198-16,-26 0-125 15</inkml:trace>
  <inkml:trace contextRef="#ctx0" brushRef="#br1" timeOffset="122515.34">21150 13218 931 0,'0'0'40'16,"0"0"136"-16,0 0 3 15,0 0-34-15,0 0-17 16,0 0-60-16,0-46-28 16,0 72-16-16,0 16 3 15,-6 9 11-15,6 1-23 0,0-2-14 16,0-2 0-16,0-2-1 15,0-4-35-15,0-6-111 16,8-10-280 0,2-8-152-16</inkml:trace>
  <inkml:trace contextRef="#ctx0" brushRef="#br1" timeOffset="122964.9">21399 13240 1010 0,'0'0'30'16,"0"0"74"-16,0 0-14 16,0 0-23-16,0 0 4 0,0 0-46 15,-15-62-15 1,15 62-5-16,-1 0 4 0,1 0 14 16,-2 0-5-1,2 0 0-15,0 0 4 0,0 0-9 16,0 0-4-16,-2 15 5 15,2 10-1-15,-3 14 22 16,3 6 21-16,0 10-7 16,0-1-26-16,0 0-16 15,0-3-2-15,16-8-2 16,2-11-1-16,2-8-2 16,5-10-2-16,4-7 1 0,5-7 1 15,11-3 2 1,3-25-2-16,-4-12 2 0,-13-10-1 15,-11-10 3-15,-13-8-2 16,-7-4 3-16,-4 4 0 16,-30 11 0-16,-3 17 5 15,-2 14 0-15,-1 14 1 16,-1 12-11-16,-1 0-9 16,-6 18-25-16,1 26-144 15,-4 7-202-15,8 1-141 16</inkml:trace>
  <inkml:trace contextRef="#ctx0" brushRef="#br1" timeOffset="123531.9">22116 12739 1112 0,'0'0'41'0,"0"0"184"0,0 0-2 0,0 0-145 16,0 0-22-16,0 0-25 15,60-6 0-15,25 48 14 16,4 4-35-16,-6 1-7 15,-10-6-3-15,-10-3-10 16,-12-3-47-16,-17-9-263 16,-17-12-124-16,-15-12-362 15</inkml:trace>
  <inkml:trace contextRef="#ctx0" brushRef="#br1" timeOffset="123715.3">22521 12601 977 0,'0'0'143'0,"0"0"-21"0,0 0 115 16,0 0-138-16,0 0-60 16,0 0 58-16,-115 98-43 15,91-44-46-15,-1 1-5 16,-4-5-3-16,-4-2-28 16,-3-2-43-16,1-7-143 15,-1-6-75-15,5-11-120 16</inkml:trace>
  <inkml:trace contextRef="#ctx0" brushRef="#br1" timeOffset="124014.99">23170 12360 1088 0,'0'0'19'0,"0"0"122"16,0 0-26-16,0 0 27 15,0 0 14-15,0 0-105 16,0-60-29-16,3 94-13 16,3 15 17-16,1 12 6 15,-3-1-30-15,0-3 2 16,3-4-4-16,0-9-3 15,4-7-29-15,0-5-162 0,2-16-147 16,3-14-19-16</inkml:trace>
  <inkml:trace contextRef="#ctx0" brushRef="#br1" timeOffset="124199.73">23456 12356 970 0,'0'0'37'16,"0"0"119"-16,0 0-6 15,0 0 20-15,0 0-33 16,0 0-75-16,-14-4-47 16,16 42-2-16,14 8 2 15,1-1-10-15,1-1-5 16,-5 0-15-16,-3-2-98 0,-8-2-172 16,-2-6 9-16,-12-3-283 15</inkml:trace>
  <inkml:trace contextRef="#ctx0" brushRef="#br1" timeOffset="124417.05">22968 12947 706 0,'0'0'355'16,"0"0"-293"-16,0 0 93 16,0 0-6-16,0 0-88 15,0 0-42-15,178-17 13 16,-55 9-8-16,6-2-16 0,0 0 9 15,-2 2-3-15,-16 4 41 16,-15 0-15-16,-29 4-40 16,-30 0-5-16,-32 0-96 15,-5 0-189-15,-51 20-117 16</inkml:trace>
  <inkml:trace contextRef="#ctx0" brushRef="#br1" timeOffset="124665.68">23146 13283 1052 0,'0'0'73'16,"0"0"155"-16,0 0-55 0,0 0-39 15,0 0-63-15,0 0-31 16,0-29-27-16,6 80 8 15,3 10-4-15,0 4-10 16,-2-5-7-16,-2-2-5 16,-1-5-17-16,0-9-138 15,3-14-208-15,4-15-52 16</inkml:trace>
  <inkml:trace contextRef="#ctx0" brushRef="#br1" timeOffset="124981.9">23433 13319 1037 0,'0'0'76'0,"0"0"63"16,0 0-32-16,0 0-18 15,0 0-21-15,0 0-18 16,-20-21-46-16,15 68 22 16,5 9-1-16,0 2-21 15,5-6-3-15,19-4-1 16,5-7-1-16,3-14-2 15,1-7-3-15,-3-9-18 16,-4-11 18-16,-1 0 6 16,-6-12 4-16,-5-20 0 15,-8-11 11-15,-6-12 9 0,0 0-4 16,-17 2-6 0,-12 4 18-16,-4 9-10 0,-6 10-17 15,1 7-5-15,3 14-25 16,6 5-117-16,0 4-263 15,11 0-347-15</inkml:trace>
  <inkml:trace contextRef="#ctx0" brushRef="#br1" timeOffset="125465.74">23778 11903 928 0,'0'0'51'0,"0"0"41"0,141-58-30 0,-81 56-17 0,0 2 34 15,3 0-22-15,-7 14-10 16,-12 14-10-16,-11 6 15 15,-12 11-23-15,-13 5-11 16,-8 7-4-16,0 12-6 16,0 0 2-16,-13 6 1 15,1 3 2-15,4 0-10 16,4 3 10-16,4 1-5 0,0 4 24 16,0 4-28-16,2-1 1 15,13 1 4-15,3 2-5 16,2-1 1-16,2 7-4 15,-2 0 3-15,-1-2-3 16,-6-8 4-16,-5-9 4 16,-6-11-4-16,-2-16 2 15,0-6 18-15,-21 0-10 16,-24-6-8-16,-16-1-7 16,-16-3-12-16,-12-11-187 15,-9-15-156-15,-1-10-204 0</inkml:trace>
  <inkml:trace contextRef="#ctx0" brushRef="#br1" timeOffset="125832.36">23622 13024 583 0,'0'0'403'0,"0"0"-338"0,0 0 113 0,0 0-96 0,0 0 0 0,0 0-9 15,-17 82 74-15,17 2-53 16,0 13-47-16,0 5-22 16,-10-6-4-16,-2-2-14 15,-7-4-5-15,0-6-4 16,-4-7-7-16,-4-3-69 16,-2-16-163-16,-9-18-162 0,-4-14-418 15</inkml:trace>
  <inkml:trace contextRef="#ctx0" brushRef="#br1" timeOffset="126339.42">21604 13030 769 0,'0'0'93'0,"0"0"76"0,0 0 6 0,0 0-49 0,0 0 5 0,0 0-84 16,-18 86 35-16,-17 19 27 16,-5 13-78-16,-3 7-21 15,3-2-10-15,0-2-3 16,-3-1-21-16,-1-8-112 16,-3-13-199-16,-6-23 21 15,-7-22-494-15</inkml:trace>
  <inkml:trace contextRef="#ctx0" brushRef="#br1" timeOffset="126865.19">19739 12396 658 0,'0'0'195'0,"0"0"-42"0,0 0-10 0,0 0-53 0,0 0-35 0,0 0 1 16,-69 135 71-16,18-29-30 0,-1 15-69 15,4 3-28-15,-2 14-17 16,-3 2-55-16,0-7-126 15,-1-18-33-15,2-30-212 16</inkml:trace>
  <inkml:trace contextRef="#ctx0" brushRef="#br1" timeOffset="127166.09">19205 12310 837 0,'0'0'63'16,"0"0"52"-16,0 0-3 15,0 0-52-15,0 0-15 16,0 0-25-16,8 86 14 15,-30 19 28-15,-7 13-55 16,-3 2-7-16,-3 5-7 16,-7 2-36-16,-7 6-104 15,-7-6-64-15,-5-9-295 16</inkml:trace>
  <inkml:trace contextRef="#ctx0" brushRef="#br1" timeOffset="128133.4">15706 15091 1130 0,'0'0'92'0,"0"0"109"0,0 0-65 0,0 0-67 0,0 0-4 0,-56 117 29 16,45-39-60-16,5-4-19 16,2-10-8-16,4-8-3 15,0-15-4-15,0-18-1 16,0-10 0-16,0-13-2 0,0 0 3 16,0 0 0-16,0-41-11 15,0-29 6-15,0-24-10 16,0-12 15-16,10 9 0 15,5 17 1-15,-1 23-1 16,-5 26 1-16,-5 16 5 16,-4 15-3-16,3 0 0 15,8 15 1-15,9 29-4 16,7 18 32-16,6 10-8 16,-4-1-16-16,-2-3-7 0,-1-6-1 15,-3 1-2 1,-3-13 2-16,-4-7-11 0,-3-2-38 15,-4-15-104 1,-8-7-232-16,-1-6-2 0,-6-10-481 16</inkml:trace>
  <inkml:trace contextRef="#ctx0" brushRef="#br1" timeOffset="128299.09">15430 15530 739 0,'0'0'242'16,"0"0"-106"-16,-116-14 17 15,103 14 46-15,11 0-95 16,2-4-36-16,10 4-23 16,38 0-25-16,27 0-20 15,35-8-22-15,20-6-152 0,6-3-138 16,-13-2-125-16</inkml:trace>
  <inkml:trace contextRef="#ctx0" brushRef="#br1" timeOffset="128514.62">16624 15466 1166 0,'0'0'46'0,"0"0"26"15,0 0-8-15,0 0-5 0,0 0-2 16,0 0 4-16,87 0-61 15,-5-8-13-15,3-4-119 16,-16 2-174-16,-26 7-217 16</inkml:trace>
  <inkml:trace contextRef="#ctx0" brushRef="#br1" timeOffset="128649.05">16711 15668 573 0,'0'0'376'16,"0"0"-273"-16,0 0 19 15,0 0-36-15,0 0-20 16,0 0-30-16,-6 31-32 16,102-35-4-16,26-23-222 0,8-12-290 15</inkml:trace>
  <inkml:trace contextRef="#ctx0" brushRef="#br1" timeOffset="128932.96">17803 15108 515 0,'0'0'480'16,"0"0"-372"-16,0 0 61 16,0 0 33-16,0 0-83 0,0 0-18 15,-32-59-56 1,32 85-13-16,0 22-1 0,0 11 40 15,0 2-42-15,0 0-14 16,0-5-15-16,0-2 1 16,9-6-1-16,5-10-12 15,3-4-43-15,4-7-151 16,-3-14-294-16,1-13-390 16</inkml:trace>
  <inkml:trace contextRef="#ctx0" brushRef="#br1" timeOffset="129332.26">18208 15304 1037 0,'0'0'29'0,"0"0"38"0,0 0 29 16,0 0-43-16,-65-113-19 15,65 99 23-15,7 6-53 16,20-2-4-16,2 6 0 15,0 4-6-15,2 0 6 16,-2 27-2-16,-6 3-11 16,-11 12 11-16,-12 6 2 15,0-7 6-15,-6 3 14 16,-23-2 11-16,-9-5 59 16,-7-1-14-16,-1-4-17 15,2-9-34-15,3-6 1 0,8-8 13 16,8-4-12-16,12 0-8 15,9-5-5-15,4 0-9 16,0 0 4-16,0 0-5 16,19 0-3-16,18 0-1 15,13 0 1-15,9 0-1 16,9 0-3-16,0-6-18 16,-2 2-43-16,3-5-92 15,-8 0-139-15,-12-4-193 16</inkml:trace>
  <inkml:trace contextRef="#ctx0" brushRef="#br1" timeOffset="129584.43">18779 15159 536 0,'0'0'449'0,"0"0"-348"0,0 0 90 0,0 0-35 0,0 0-14 0,0 0-66 0,-56-63-9 0,56 63-39 0,0 15-16 16,0 23-3-16,9 12 44 15,4 3-26-15,0-1-18 16,6 4-8-16,-2-6-1 16,1 2 0-16,0-2-18 15,-3-10-117-15,-4-12-316 0,-3-3-255 16</inkml:trace>
  <inkml:trace contextRef="#ctx0" brushRef="#br1" timeOffset="129932.12">19234 15258 586 0,'0'0'452'16,"0"0"-340"0,0 0 98-16,0 0-10 0,0 0-105 15,0 0-35-15,0 0-40 16,-29-50-8-16,60 68-9 15,17 19 19-15,4 16 8 16,1 5-20-16,-4-3-7 16,-6-7-2-16,-3-4-1 15,-7-13-12-15,-4-9-48 16,-6-9-180-16,-6-13-137 16,-5-4-104-16</inkml:trace>
  <inkml:trace contextRef="#ctx0" brushRef="#br1" timeOffset="130115.88">19594 15204 436 0,'0'0'561'16,"0"0"-435"-16,0 0 1 15,0 0-44-15,0 0 32 16,-134 112-9-16,101-58 0 16,2 0-75-16,2-1-20 15,-1-6-9-15,4-5-2 16,-1-3-65-16,2-7-165 15,-3-18-54-15,4-10-329 16</inkml:trace>
  <inkml:trace contextRef="#ctx0" brushRef="#br1" timeOffset="130598.89">20092 15337 301 0,'0'0'717'16,"0"0"-657"-16,0 0 60 16,0 0-60-16,-54-101 5 15,54 73-24-15,0 2-30 16,11 3-9-16,13 5-4 0,5 4 1 15,0 10-4-15,0 4 1 16,-2 0 3-16,-5 14 1 16,-2 21 1-16,-11 11 9 15,-7 2 13-15,-2 2-5 16,-9-4 30-16,-18-2 30 16,-8-6-7-16,-5-5-28 15,-5-3 17-15,3-7-23 16,4-6-9-16,12-3-6 15,10-9 2-15,9 0-11 16,7-5-10-16,0 0-2 16,0 0-2-16,0 3-4 15,18-3 2-15,16 5 3 0,5-5 0 16,11 0-14 0,0 0-25-16,8 0-66 0,5 0-42 15,-1-5-128-15,-2-12-56 16,-8-6-417-16</inkml:trace>
  <inkml:trace contextRef="#ctx0" brushRef="#br1" timeOffset="130982.96">20599 15209 74 0,'0'0'814'0,"0"0"-719"0,0 0 45 0,0 0-27 16,0 0-21-1,0 0-26-15,-25-22-19 0,25 22-28 16,-4 21 3 0,-5 14 40-16,3 6-19 0,1 1-27 15,5 2-5-15,0 4-5 16,2-4-1-16,18-4-2 16,3-4-3-16,6-8 1 15,4-6 1-15,0-8-2 16,3-5 5-16,-5-9-1 15,2 0-2-15,-4-6 5 16,-2-19 9-16,-6-3 20 16,-8-8-12-16,-9-7 2 15,-4-16 0-15,0-5-10 16,-22 5-5-16,-10 11-5 0,1 14 3 16,-9 12 1-16,-8 12-10 15,-8 6-3-15,-6 4-21 16,-1 3-91-16,5 17-180 15,11 2-125-15</inkml:trace>
  <inkml:trace contextRef="#ctx0" brushRef="#br1" timeOffset="131666.81">21414 15454 255 0,'0'0'973'0,"0"0"-847"0,0 0 35 0,0 0-51 0,0 0-50 16,0 0-37-16,25 0-13 15,35 0-7-15,10 0-3 16,3-4 0-16,-12-2 0 16,-18 2-62-16,-18 4-131 15,-19-4-60-15,-6 4 2 16,-15 0-148-16</inkml:trace>
  <inkml:trace contextRef="#ctx0" brushRef="#br1" timeOffset="131799.51">21436 15629 702 0,'0'0'195'15,"0"0"-34"-15,0 0-36 16,0 0 3-16,0 0-87 16,0 0 34-16,185 14-75 15,-84-24-1-15,-10-12-179 16,-16-5-124-16</inkml:trace>
  <inkml:trace contextRef="#ctx0" brushRef="#br1" timeOffset="138399.1">24148 15293 1001 0,'0'0'131'0,"0"0"27"0,0 0-10 0,0 0-15 0,0 0-12 15,0 0-36-15,0 0-49 16,-116-39-15-16,101 48-6 16,6 19-5-16,5 5-6 15,4 7 3-15,0 4-6 16,11 2-1-16,13-2 0 15,6 1 0-15,5-9 0 0,3-9-6 16,4-4 5-16,3-11-6 16,-3-8 0-16,1-4 1 15,-8 0-7-15,-4-21 13 16,-9-6 5-16,-6-9-3 16,-10-13 3-16,-6-1 1 15,0-8-1-15,-19-3-5 16,-8 16 5-16,-6 5-3 15,-4 9-2-15,0 22-12 16,-7 9-46-16,-11 8-232 16,-9 29-45-16,-5 16-37 15</inkml:trace>
  <inkml:trace contextRef="#ctx0" brushRef="#br1" timeOffset="139399.34">19953 15887 1107 0,'0'0'97'0,"0"0"46"0,0 0 11 0,0 0-95 0,0 0-26 16,0 0 12-16,0 0 27 15,-11-10-70-15,66 2-4 16,13-6-13-16,-10 7-74 16,-16-2 10-16,-25 7-49 15,-14 2 0-15,-3 0 82 16,-18 0 19-16,-32 11-32 16,-10 2 59-16,-9 3 1 15,11-6 4-15,12-1 17 16,21-9 13-16,17 0 5 0,8 0 18 15,21 0-54 1,37 0 49-16,21-13-53 0,16-1-66 16,1-7-129-16,-7 2-295 15</inkml:trace>
  <inkml:trace contextRef="#ctx0" brushRef="#br1" timeOffset="142098.84">23734 15290 433 0,'0'0'479'0,"0"0"-352"0,0 0-115 0,0 0 33 0,0 0 30 15,-125 0 8-15,92 0-26 16,0 0-30-16,4 0 13 15,-5-10 28-15,8-12-47 16,5 4 39-16,8-4-23 16,11-3-4-16,2 5-26 15,0 2 1-15,10 4-8 0,16-2 0 16,3 6-1 0,0 4 0-16,2 6-1 0,0 0 2 15,2 14 3-15,-2 17-1 16,0 11 1-16,-7 10 7 15,-8 8-6-15,-9 2 6 16,-7 1-2-16,0-6-8 16,-15-4 28-16,-17-8-2 15,-3-12-14-15,-1-7 6 16,-2-11-10-16,5 0 12 16,1-9-14-16,6-6-4 15,3 0-2-15,5-10 0 0,5-12-7 16,4-6-15-16,9 2 20 15,0 3-1-15,2 10-4 16,21-1 5-16,2 5 0 16,-1 5 2-16,10 4 0 15,1 0 1-15,3 14 1 16,-3 17 0-16,1 1 0 16,-5 0-2-16,-4 2-2 15,0-2-2-15,-5-2-42 16,-9-3-271-16,-11-12-92 15</inkml:trace>
  <inkml:trace contextRef="#ctx0" brushRef="#br1" timeOffset="142782.01">22968 15133 848 0,'0'0'170'0,"0"0"-30"0,0 0 25 0,0 0-24 0,0 0 4 16,0 0-46-16,-5-72-43 15,5 72-42-15,0 0 1 16,0 12-12-16,0 30-2 16,0 11 6-16,9 9-6 15,7-8 5-15,6-4-5 16,0-5-1-16,1-10 0 16,4-9-1-16,1-12-6 0,4-6-8 15,-1-8-29-15,-3 0-9 16,-1-12 5-16,-9-20-8 15,-7-3 34 1,-9-7 22-16,-2 3 12 0,0 5 12 16,0 6-2-16,-11 10 7 15,3 8 13-15,3 3-5 16,2 7 9-16,3 0-26 16,0 0-16-16,0 21 0 15,0 25-2-15,5 15 24 0,4 6-8 16,2-5-14-16,-2-1 0 15,-4-5-7-15,-1-6 3 16,-4-2-5-16,0-9-25 16,0-6-126-16,-9-11-305 15,-14-14-294-15</inkml:trace>
  <inkml:trace contextRef="#ctx0" brushRef="#br1" timeOffset="143499.43">22651 15246 176 0,'0'0'368'0,"0"0"-285"0,0 0 116 0,0 0-86 0,0 0 16 0,0 0-36 0,-82 24-28 0,48-18 5 0,10-6-10 16,5 0 13-16,4 0-14 16,5-4 15-16,-2-20-35 15,3-2 2-15,3-10-29 16,1-3-1-16,5 11-8 16,0-2-1-16,0 10-1 15,15 6-1-15,10 2 0 16,6 6-2-16,11 6 1 15,6 0 2-15,-2 24-1 16,-5 17 3-16,-8 4-3 16,-14 16 1-16,-7 3 1 15,-12 1 2-15,0 2 8 0,-25-5 5 16,-14-5 8-16,-6-9 1 16,-2-14 2-16,6-6-8 15,6-16-8-15,6-6-1 16,7-6-4-16,2 0-2 15,4 0-4-15,5-24 2 16,7-5-3-16,4 2-8 16,0-1 4-16,0 12 4 15,13 10 0-15,7 1 0 16,9 5 1-16,11 0-1 16,9 18 1-16,5 19 5 15,-3 7-6-15,-4 3 0 0,-7 7-6 16,-7 1-27-16,-6-7-183 15,-18-6-173-15,-9-11-177 16</inkml:trace>
  <inkml:trace contextRef="#ctx0" brushRef="#br1" timeOffset="143834.01">22353 16142 834 0,'0'0'62'0,"-190"18"28"0,95-10 51 0,14-3 0 16,21-5-42-16,29 1 9 15,26 2-36-15,16-1-2 16,87 0 25-16,82-2-85 15,97 0-4-15,82-4-3 16,51-9 3-16,18 1 11 16,-9 6 17-16,-32-4-5 15,-34 3-9-15,-62 2-10 16,-73-3-10-16,-79 4-3 16,-83-2-31-16,-56-8-97 15,-74-4-246-15,-66-2-325 16</inkml:trace>
  <inkml:trace contextRef="#ctx0" brushRef="#br1" timeOffset="145232.01">1541 6747 1070 0,'-150'82'27'0,"-18"15"24"0,9-3 156 0,24-20-9 0,48-27-81 0,42-29-63 15,44-18-17-15,24-15 25 16,72-47-5-16,65-34-49 16,65-31-7-16,61-30 3 15,43-10 1-15,28-1-5 16,9 5-4-16,-28 19-9 16,-42 27-14-16,-70 33-33 15,-84 36-142-15,-80 32-122 16,-66 16 61-16,-98 44-107 15</inkml:trace>
  <inkml:trace contextRef="#ctx0" brushRef="#br1" timeOffset="145384.63">1373 6976 1098 0,'-274'146'62'16,"73"-33"67"-16,95-60 80 16,104-44-127-16,77-27-30 15,110-73-10-15,91-53-36 16,83-50 0-16,69-33 1 15,42-5 2-15,6 14-7 16,-44 29-2-16,-85 30-73 16,-119 43-467-16</inkml:trace>
  <inkml:trace contextRef="#ctx0" brushRef="#br0" timeOffset="154866.15">23228 4273 1102 0,'0'0'12'0,"-80"-132"38"0,26 68 65 0,-6 3 5 16,-9 11 53-16,-15 10-117 15,-19 12 19-15,-21 14-21 16,-28 14-25-16,-20 6-1 16,-13 36-3-16,-6 27-4 15,6 26 3-15,18 28 2 16,33 23 11-16,40 23-11 16,44 8-3-16,36 13-2 0,14 6-9 15,37-5-8-15,40-7 4 16,27-14-6-16,27-21-2 15,23-18 0-15,18-31-4 16,13-34 0-16,18-38-10 16,11-28 9-16,2-37-10 15,-3-43 12-15,-10-35 1 16,-29-35-1-16,-32-42 3 16,-36-27-31-16,-40-15 0 15,-35 1-10-15,-31 30-16 16,-49 29 1-16,-60 40-39 15,-44 35-91-15,-34 28-82 0,-39 20-267 16</inkml:trace>
  <inkml:trace contextRef="#ctx0" brushRef="#br0" timeOffset="156249.28">7191 7080 927 0,'0'0'27'0,"0"0"102"0,0 0 8 0,0 0 4 0,0 0-48 0,0 0-12 0,0 0-55 0,-29 77 57 15,42-3 16-15,-2 4-71 16,-2-5-10-16,-7 0-7 16,1-6-11-16,-3-11 1 15,0-15 3-15,0-16-4 16,0-12 0-16,0-9-4 16,0-4 1-16,0 0 1 15,-11-23-4-15,-14-25-20 0,-2-20-3 16,10-18 4-1,17-3-9-15,0-1-11 0,28 10 23 16,15 20-9-16,1 13 31 16,0 21 2-1,-1 12-2-15,-3 14-6 0,-5 0 6 16,-3 24 11-16,-14 14-10 16,-16 6 2-16,-2 2 2 15,-27-1-4-15,-19-5 3 16,-12-4-4-16,2-4-85 15,9-2-172-15,9-14-49 16,15-11-548-16</inkml:trace>
  <inkml:trace contextRef="#ctx0" brushRef="#br0" timeOffset="156417.04">7598 7560 1105 0,'0'0'60'0,"0"0"46"16,0 0 83-16,0 0-161 16,0 0-21-16,0 0-7 15,0 0-117-15,-39-43-221 16</inkml:trace>
  <inkml:trace contextRef="#ctx0" brushRef="#br0" timeOffset="156817.26">8245 7163 1085 0,'0'0'9'0,"0"0"2"15,0 0 38-15,-114-39-17 16,67 42-8-16,4 19 0 16,10 4 8-16,8 2-13 0,15 2-17 15,10 4-2 1,0 0-7-16,35 0 5 0,12 3-1 16,6-2 3-16,1 1 3 15,-11 2-3-15,-13-6 1 16,-12-3 2-16,-11-8 3 15,-7-1 18-15,-11 1 82 16,-36-3 18-16,-20-4-76 16,-6-8-29-16,2-6-13 15,13-2-3-15,17-27-3 16,24-7-93-16,17-11-206 16,0-3-243-16</inkml:trace>
  <inkml:trace contextRef="#ctx0" brushRef="#br0" timeOffset="156965.79">8420 7431 866 0,'0'0'281'16,"0"0"-264"-16,0 0 28 16,0 0-45-16,0 0-82 15,0 0-380-15</inkml:trace>
  <inkml:trace contextRef="#ctx0" brushRef="#br0" timeOffset="157499.01">8603 7375 1085 0,'0'0'8'0,"0"0"47"0,0 0 145 16,0 0-93-16,0 0-66 15,0 0-24-15,0 0 41 16,26 64-37-16,-16-36-16 16,-6-6 1-16,-4-5-5 15,0-7-1-15,0-9-3 16,0-1-12-16,0 0-30 16,-6-25 6-16,-10-15-45 15,7-13 70-15,9-4 4 16,0 6-3-16,0 9 13 0,15 10 2 15,6 9 2 1,6 14 4-16,6 9-6 0,5 0 1 16,1 19 1-16,7 19 3 15,-7 8 51-15,-5 2-41 16,-12-3-8-16,-11-9-6 16,-11-12-2-16,0-10 6 15,0-6 12-15,-10-8-13 16,-11 0-2-16,-6-14-4 15,8-20-7-15,2-12-1 16,13-6-4-16,4 0-1 16,4 4 6-16,23 8 6 0,7 13 0 15,1 18 2-15,5 9 3 16,3 16-3-16,-1 26-1 16,-1 10 33-16,-6 6-22 15,-4 0 8-15,-4 0-15 16,-7-4-4-16,-9-5-2 15,-11-8-37-15,0-8-258 16,-14-16-107-16</inkml:trace>
  <inkml:trace contextRef="#ctx0" brushRef="#br0" timeOffset="157919.41">9011 6738 915 0,'0'0'35'0,"-187"-125"-5"0,84 65 70 0,-15 4 12 0,-26 13 19 0,-35 21 19 16,-41 22-75-16,-34 15 10 16,-32 49-27-16,-5 30-2 15,8 30-21-15,22 23-20 16,49 15-3-16,62 9 5 15,70 5-9-15,72 2 2 16,46 2 4-16,86-15-6 16,61-20-8-16,63-33 2 15,57-32 0-15,53-40 5 0,41-40-7 16,18-13-18-16,-1-58-3 16,-34-31 9-16,-50-30 9 15,-63-32-1-15,-75-29 3 16,-73-24 2-16,-77-17 0 15,-53 11 3-15,-98 26-8 16,-69 47 3-16,-54 52-18 16,-46 42 14-16,-21 42-25 15,-7 15-167-15,-3 36-254 16,14 11-341-16</inkml:trace>
  <inkml:trace contextRef="#ctx0" brushRef="#br0" timeOffset="158702.03">3686 9942 851 0,'0'0'55'0,"0"0"98"0,-20-132-28 0,20 107 14 0,-3 9-4 0,3 10 8 16,0 3-34-16,0 3-72 15,0 3-14-15,0 35-11 16,0 17 3-16,0 11 6 16,0 2-19-16,7 2 1 15,2-2-5-15,0-6 2 16,-2-1-33-16,-5-11-82 0,0-4-106 16,4-8-54-16,2-18-3 15,3-16-205-15</inkml:trace>
  <inkml:trace contextRef="#ctx0" brushRef="#br0" timeOffset="159065.81">3855 10114 42 0,'0'0'669'0,"16"-118"-588"15,-8 68 44-15,-1 8-7 16,-5 6-33-16,-2 10 56 16,0 8-3-16,0 7-29 15,0 5 10-15,0 5-74 16,0 1-27-16,0 12-4 0,0 26-8 15,0 15 3-15,0 10 3 16,2-1-3-16,14-2-5 16,5-5-1-16,2-11-6 15,2-12-8-15,6-10 8 16,-2-12-3-16,7-10-3 16,3 0-2-16,-5-31 4 15,3-14 6-15,-13-12-1 16,-9-7 4-16,-13-3 1 15,-2-2 0-15,-8 7 1 16,-19 10 2-16,-2 10-1 0,-7 13 1 16,3 15-2-1,-5 13-4-15,5 1-16 0,0 19-177 16,4 19-144 0,-2 2-205-16</inkml:trace>
  <inkml:trace contextRef="#ctx0" brushRef="#br0" timeOffset="159398.9">3040 10740 716 0,'0'0'346'0,"-187"20"-324"0,106-6 99 0,23-4-9 0,25-5 29 0,24-5-48 16,13 0-33-16,63 0-27 15,47-5-3-15,55-26-18 16,40-16-11-16,39-13 4 16,9 0 3-16,-1 2-8 15,-9 5 0-15,-33 9-3 16,-31 8 0-16,-50 6 1 15,-46 12-9-15,-49 5-52 16,-38 13-139-16,-15 0-16 16,-58 11-107-16,-24 20-369 0</inkml:trace>
  <inkml:trace contextRef="#ctx0" brushRef="#br0" timeOffset="159715.37">3630 11101 919 0,'0'0'42'15,"0"0"58"-15,-44-104 17 16,36 88 62-16,4 7-28 0,2 8 24 15,2 1-104-15,-2 0-35 16,2 0-17-16,0 30-5 16,0 16 16-16,0 10 7 15,6 0-25-15,6 4-9 16,-1-1-3-16,2-5-5 16,1-4-27-16,0-9-71 15,5-6-135-15,-1-13-89 16,6-18-133-16</inkml:trace>
  <inkml:trace contextRef="#ctx0" brushRef="#br0" timeOffset="160352.43">3898 11032 862 0,'0'0'135'16,"0"0"-77"-16,0 0 72 0,-19-104-10 15,15 102 42-15,2 2-33 16,0 0-92-16,2 23-21 15,0 17 6-15,0 10 7 16,11-2-17-16,11-4-6 16,5-10-4-16,4-4 5 15,-2-10-5-15,2-10-2 16,1-6 0-16,-5-4-8 16,-4 0-41-16,-7-15 34 15,-9-12-9-15,-7-7 10 16,-2-4 7-16,-31-1-3 0,-10 7 1 15,-8 12 1 1,-7 4 6-16,-3 9 4 0,10 3 0 16,20 0 0-16,16 1 1 15,15 0-3-15,27-6-5 16,31-2-4-16,21-7 8 16,8-3 0-16,-4 1-17 15,-14 5-12-15,-9 3 17 16,-14-1 11-16,-11 5 2 15,-14 4 0-15,-11 2 2 16,-8 2 0-16,-2 0 2 16,0 6-4-16,0 27 2 15,-7 11 3-15,-4 8-1 16,4-4-1-16,7-3-2 0,0 1 0 16,5-5-1-16,21-7-2 15,6-8 1-15,1-10-4 16,5-5 2-16,1-11-5 15,2 0 6-15,-3-21 2 16,-5-13 1-16,-6-10 1 16,-12-8 4-16,-15-9-1 15,0-2 15-15,-31 0 9 16,-17 11-11-16,-16 14-10 16,-4 16-8-16,-6 16-9 15,1 6-152-15,2 6-178 16,6 10-335-16</inkml:trace>
  <inkml:trace contextRef="#ctx0" brushRef="#br0" timeOffset="160816.59">4125 9262 701 0,'0'0'95'0,"-47"-138"44"0,33 83-40 0,4 15-11 0,0 17 30 15,6 9-15-15,2 10 22 16,2 4-41-16,0 30-28 15,0 34-48-15,0 32 41 0,0 20-22 16,0 15-2 0,0 11-16-16,0 15-9 0,0 13-3 15,0 10-5-15,0 3-53 16,-9 1-113-16,2-7-70 16,7-15 24-16,0-20-206 15</inkml:trace>
  <inkml:trace contextRef="#ctx0" brushRef="#br0" timeOffset="161254.76">4474 10615 746 0,'0'0'101'0,"0"-106"31"0,0 66-39 0,0 10-1 0,0 12-5 15,0 9-8-15,0 6 13 16,0 3-50-16,0 44-27 16,0 38-6-16,0 36 46 15,-2 23-18-15,-15 8-33 16,-8 5-4-16,-6 5-24 15,-3 1-59-15,1 4-178 16,0-10-22-16,-3-16-327 16</inkml:trace>
  <inkml:trace contextRef="#ctx0" brushRef="#br0" timeOffset="162415.31">7744 9274 200 0,'0'0'727'0,"-30"-118"-639"0,14 75 66 15,1 12-61-15,6 9 85 0,2 9-46 16,5 12-1-16,2 1-88 16,0 14-4-16,0 36-21 15,2 22 28-15,9 14-13 16,-4 0-18-16,-2-5-15 16,-3-5 9-16,-2-8-9 15,0-15-1-15,0-14-2 16,0-15-1-16,0-16-26 15,0-6-2-15,0-2-15 0,-2-4 33 16,-14-34 6-16,-4-22-34 16,-2-19 22-1,6-14 16-15,11-10 0 0,5 5-6 16,8 6 5-16,32 16-1 16,10 24 5-16,14 21 0 15,2 21 1-15,-3 10 0 16,-9 14 0-16,-12 28 1 15,-18 11-1-15,-24 1 1 16,-14 6-1-16,-42-2-5 16,-17 2-44-16,-12-2-200 15,3-12-57-15,6-11-195 16</inkml:trace>
  <inkml:trace contextRef="#ctx0" brushRef="#br0" timeOffset="162999.87">7613 10393 753 0,'0'0'130'0,"0"0"-7"0,-10-102 7 0,1 78 13 0,2 4-1 0,2 5-12 0,3 9 23 16,2 5-75-16,-2 1-41 15,2 0-13-15,0 18-16 16,0 26-1-16,0 14 17 16,9 9-5-16,-2-3-16 15,-5 3-3-15,-2-1 0 16,0 1-21-16,0-7-45 0,2-6-128 15,7-16-156-15,8-20-37 16</inkml:trace>
  <inkml:trace contextRef="#ctx0" brushRef="#br0" timeOffset="163299.41">7946 10391 860 0,'0'0'30'16,"0"0"69"-16,0 0 24 15,-2-115-6-15,-1 108 34 16,3 3-28-16,0 4-45 16,-2 2-55-16,0 36-18 0,0 16 9 15,2 13 34 1,0 4-40-16,0-9-5 0,9-3 3 16,11-9-4-16,1-15-4 15,9-12-6-15,-4-13 4 16,8-10 3-16,-1-12 1 15,-2-32 4-15,-2-18 12 16,-14-13-15-16,-15-3 5 16,0 4-6-16,-28 9 0 15,-14 20-18-15,-11 31-88 16,-10 14-274-16,-15 30-307 16</inkml:trace>
  <inkml:trace contextRef="#ctx0" brushRef="#br0" timeOffset="164768.01">10343 9025 526 0,'0'0'296'0,"0"0"-220"0,23-118 78 0,-19 104-31 0,-2 6 45 16,-2 8-20-1,0 0-36-15,0 24-43 0,0 30-25 16,-8 18 33 0,-13 9-56-16,-1-9-14 0,2-9-1 15,4-13-5-15,3-13-1 16,4-17-1-16,6-10 0 16,1-6-16-16,2-4-14 15,0 0 7-15,0-28 5 16,10-23 5-16,7-20-25 15,6-11 29-15,-4 2-16 16,-3 12 17-16,-1 13 9 16,-5 21 1-16,-6 18 2 0,-2 11 18 15,3 5-16 1,3 7 15-16,8 30-13 0,7 20 39 16,4 10-22-16,4 1-3 15,7-2-11-15,2-6-5 16,-2-5-5-16,0-10-2 15,-14-4-39-15,-8-5-148 16,-16-4-167-16,0-10-36 16</inkml:trace>
  <inkml:trace contextRef="#ctx0" brushRef="#br0" timeOffset="164915.91">10181 9278 920 0,'0'0'57'0,"0"0"38"0,0 0 1 16,0 0-62-16,129-40-19 16,-17 15 0-16,23-6-15 15,10-7-8-15,-11-5-235 16</inkml:trace>
  <inkml:trace contextRef="#ctx0" brushRef="#br0" timeOffset="165765.97">5007 10944 465 0,'0'0'597'0,"0"0"-586"0,0 0 36 0,0 0 15 0,0 0-22 0,0 0 7 0,34 100-7 16,10-100 2-16,12-5 21 16,12-33-29-16,13-19-3 15,6-15-12-15,-7-13-4 16,-10-14-4-16,-20-10-3 16,-19-13 11-16,-17-14 7 15,-14-9-19-15,-7-3-2 16,-33-4-2-16,-22 11-2 0,-12 15 1 15,-10 24 1-15,-1 27 2 16,1 25 15-16,1 18 9 16,1 14-9-16,6 8-7 15,6 4-3-15,15 2-5 16,10 2 8-16,14 2 5 16,14 0-14-16,5 0 1 15,8 0-2-15,4 0-3 16,0 0 0-16,0 0-1 15,0 0-21-15,0 0-46 16,0 0-117-16,8 0-87 16,15 0-32-16,-1 0-205 15</inkml:trace>
  <inkml:trace contextRef="#ctx0" brushRef="#br0" timeOffset="166035.94">4983 9149 855 0,'0'0'34'0,"0"0"30"16,0 0 23-16,0 0-57 16,0 0 6-16,-134 64 18 15,89-34-8-15,1-7-20 16,-1-2-2-16,12-8 1 16,10-6-2-16,10-2-5 15,13-5 1-15,0 0-5 0,0 2-9 16,0 6-5-16,13 8 3 15,14 9-3-15,6 8 1 16,6 6 0-16,-2 1-2 16,-1 6-1-16,-3 4-106 15,-4 3-44-15,-8-2-107 16</inkml:trace>
  <inkml:trace contextRef="#ctx0" brushRef="#br0" timeOffset="166782.93">10470 10338 620 0,'0'0'317'0,"0"0"-271"0,0 0 107 0,-44-104-16 15,40 96 1-15,4 4 7 16,0 3-16-16,0 1-82 16,0 4-23-16,0 29-6 15,10 12 20-15,8 7-15 16,2 0-21-16,-2 0 0 0,-3-4-1 15,-1-2-1-15,-5-2-50 16,-7-8-122-16,2-1-183 16,-4-13 18-16,0-18-288 15</inkml:trace>
  <inkml:trace contextRef="#ctx0" brushRef="#br0" timeOffset="166965.44">10697 10297 824 0,'0'0'109'16,"0"0"12"-16,0 0 11 16,0 0 51-16,0 0-29 15,0 0-90-15,12-48-41 16,3 93-3-16,5 16 46 0,1 2-55 16,-4 0-11-16,-3 2-2 15,-6 7-58-15,-5-4-209 16,-3-11-200-16</inkml:trace>
  <inkml:trace contextRef="#ctx0" brushRef="#br0" timeOffset="170399.78">7248 10146 794 0,'0'0'116'0,"0"0"-7"0,0 0 23 0,0 0-11 15,0 0 31-15,-128-26-61 16,83 74-9-16,-5 22-3 16,2 17-18-16,6 9-1 15,14 4-27-15,13 1-2 0,15-1-8 16,0-4-15-1,27-8-8-15,17-7-1 0,16-9-26 16,17-9-58-16,12-13-156 16,4-17-123-16,3-19-96 15</inkml:trace>
  <inkml:trace contextRef="#ctx0" brushRef="#br0" timeOffset="170817.31">8157 10070 1019 0,'0'0'28'0,"0"0"51"16,0 0 94-16,0 0-23 15,0 0-28-15,0 0-54 16,-22-70-60-16,80 110 28 0,11 16-8 15,1 19 9 1,-8 7 1-16,-14 14-4 0,-19 8 4 16,-22 11-21-16,-7 1-9 15,-40 1-8-15,-24-6-1 16,-7-8-30-16,-1-17-104 16,7-18-159-16,9-30-121 15</inkml:trace>
  <inkml:trace contextRef="#ctx0" brushRef="#br0" timeOffset="171282.44">8641 9976 984 0,'0'0'35'16,"0"0"5"-16,-16-104 5 15,16 69-7-15,27 8 39 0,9 4-12 16,4 10-33-1,-2 7-10-15,-3 6 2 0,-10 3-16 16,-10 26 2 0,-11 11 12-16,-4 10 33 0,-8 4 19 15,-21-2-46-15,-7-4-5 16,1-5 16-16,-3-6-23 16,2-11 7-16,7-8-13 15,9-10 0-15,14-8-1 16,6 0-6-16,0 0 0 15,15-8-3-15,32-14-30 16,20-2 12-16,20 1-59 16,11 2-162-16,0 3-16 15,-3-2-299-15</inkml:trace>
  <inkml:trace contextRef="#ctx0" brushRef="#br0" timeOffset="171849.63">10332 10012 916 0,'0'0'35'0,"0"0"96"0,0 0-5 0,-120-30-18 0,89 44 2 0,-2 40 29 16,-1 22 18-16,7 19-63 16,9 3-34-16,14-2-15 15,4-2-17-15,2-3-13 16,25-9-6-16,6-7-9 16,11-8-1-16,10-9-15 15,13-9-49-15,1-13-150 16,-2-14-188-16,-4-17-370 15</inkml:trace>
  <inkml:trace contextRef="#ctx0" brushRef="#br0" timeOffset="172182.3">10970 9982 1019 0,'0'0'52'16,"0"0"21"-16,0 0 69 0,0 0-76 16,0 0-2-16,0 0-38 15,48 62 75-15,-3 2-27 16,0 12-44-16,-6 2 20 15,-5 3 3-15,-14 0-17 16,-13-4-16-16,-7 1-11 16,-11 0-3-16,-30-3-6 15,-14-7-23-15,-7-8-94 16,-10-17-248-16,9-21-162 16</inkml:trace>
  <inkml:trace contextRef="#ctx0" brushRef="#br0" timeOffset="172582.3">11453 9940 738 0,'0'0'353'16,"0"0"-341"-16,0 0 65 0,0 0-26 15,-40-130-22-15,59 103-11 16,15 6-15-16,4 10 19 16,-2 11-11-16,-7 0-11 15,-4 6-1-15,-10 20 1 16,-9 12 18-16,-6 4 55 15,0 4 0-15,-15 1 3 16,-18-7-34-16,-1-8 6 16,1-10 18-16,11-8-12 15,10-10-30-15,12-4-9 16,0 0-7-16,27-4-8 16,47-26-8-16,37-18-23 15,25-19-144-15,0-15-395 0</inkml:trace>
  <inkml:trace contextRef="#ctx0" brushRef="#br0" timeOffset="181666.37">7489 12159 780 0,'0'0'67'0,"0"0"78"0,0 0-26 0,-24-122-6 16,19 110 33-16,3 3 27 15,-1 8-33-15,3 1-76 16,0 0-26-16,0 0-4 16,0 16 0-16,0 26-15 15,0 13 20-15,0 8-14 16,0-2-9-16,3 1-12 0,4-2 0 15,2-1-2 1,-1-6-2-16,0-6-5 0,11-5-24 16,10-10-68-1,5-14-224-15,3-18-207 0</inkml:trace>
  <inkml:trace contextRef="#ctx0" brushRef="#br0" timeOffset="182298.64">7765 12253 878 0,'0'0'49'15,"0"0"61"-15,0 0 5 16,0 0 0-16,0 0-3 16,0 0-5-16,-15-37-36 15,13 37-40-15,-2 10-12 16,-6 24 0-16,-1 10 26 15,2 6-27-15,4-4-15 16,5-6 7-16,0-5-8 16,0-6-1-16,18-6-2 15,5-7-3-15,6-6 4 16,4-6-1-16,5-4-2 16,0 0-9-16,-5-9 8 15,-10-11 4-15,-11-1-4 16,-12-9 4-16,0-3 0 15,-12-1-1-15,-22 5 0 0,-6 2-3 16,-3 3 4-16,8 6-1 16,8 2 1-16,10 6 0 15,13 2 0-15,4 0-2 16,2-4-31-16,31-5-26 16,13 2 9-16,10 5 37 15,-2 8 8-15,-6 2 0 16,-7 8 3-16,-8 17 2 15,-4 12 2-15,-14 7 1 16,-3 6 0-16,-9 6 4 0,-3-4 2 16,0-4-3-16,4-5 2 15,4-6-7-15,11-10 1 16,4-7-2-16,9-9-2 16,4-11 1-16,4 0 1 15,-2-14 0-15,-3-22 7 16,-10-8-3-16,-9-9 3 15,-16-14 3-15,-2-1 4 16,-39 4-11-16,-17 16-6 16,-13 22-6-16,-10 20-52 15,-1 6-152-15,-2 4-50 16,1 16-250-16</inkml:trace>
  <inkml:trace contextRef="#ctx0" brushRef="#br0" timeOffset="185052.05">10788 12001 179 0,'0'0'448'0,"0"0"-306"0,-17-110-18 15,13 76 53-15,-4 5-53 16,6 10 7-16,2 4 0 16,0 12 24-16,-2 3-69 15,2 0-55-15,-2 6-15 16,2 23-3-16,0 14 28 0,0 4-9 15,0 3-15-15,0-2-10 16,0 0 0-16,0-2-6 16,0-2-1-16,0-2-5 15,0-4-27-15,0-2-92 16,0-10-231-16,0-16-76 16</inkml:trace>
  <inkml:trace contextRef="#ctx0" brushRef="#br0" timeOffset="185466.2">11072 12056 874 0,'0'0'77'16,"0"0"-21"-16,0 0 64 15,0 0-41-15,-68-105-43 16,68 76-7-16,0 4 58 15,17 0-81-15,5 8-5 16,2 7-1-16,-2 8-2 16,-1 2 1-16,1 10-9 15,-2 26-3-15,-2 10 13 16,-7 6 3-16,-9 0 5 16,-2-5-2-16,0-5 14 15,-22-6 18-15,-12-4 20 16,-4-4 14-16,-1-2-38 0,1-10 11 15,5-4-28-15,10-6-2 16,9-4 3-16,12-2-8 16,2 0 2-16,0 0 0 15,7 0-3-15,25 0-4 16,14-12-10-16,16-2 5 16,1 1-7-16,-2 5-63 15,2-1-86-15,-7 1-103 16,-8-5-97-16</inkml:trace>
  <inkml:trace contextRef="#ctx0" brushRef="#br0" timeOffset="185700.33">11575 11849 312 0,'0'0'673'0,"0"0"-580"16,0 0 66-16,0 0-21 15,0 0 14-15,0 0-55 16,-20-74-24-16,20 77-55 16,0 31-7-16,4 15 35 15,8 6-22-15,3 5-24 16,-1 3 0-16,-3 4-15 16,-9 5-94-16,-2-6-319 15,-27-2-364-15</inkml:trace>
  <inkml:trace contextRef="#ctx0" brushRef="#br0" timeOffset="186566.25">8128 13375 575 0,'0'0'226'0,"0"0"-180"0,-24-128 79 0,19 92-39 16,1 3 3-16,0 9-6 16,-3 9 60-16,5 6-15 15,-1 3-51-15,1 6 15 16,2 0-76-16,0 17-2 16,0 32 6-16,0 23 17 15,0 15-7-15,0 7-8 16,7 2 8-16,6 1-7 15,-6-1-7-15,2-4-3 0,-2-12-1 16,-3-4-5 0,5-13-5-16,-5-11-1 0,0-6-1 15,2-10-2-15,-6-10-6 16,2 0-35-16,-2-8-83 16,0-7-288-16,0-11-175 15</inkml:trace>
  <inkml:trace contextRef="#ctx0" brushRef="#br0" timeOffset="186915.99">7925 14051 926 0,'0'0'31'16,"0"0"100"-16,0 0-17 15,0 0 3 1,0 0-28-16,0 0-10 0,-2-24-10 15,7 27-59-15,15 24 0 16,0 9 16-16,5 4-9 16,-3-1-3-16,0 0 1 15,3-9-8-15,-3-5-4 16,-2-8 4-16,0-7-4 16,3-10-1-16,6 0-1 15,11-10 3-15,4-24-1 16,1-7 2-16,-8-8-2 0,-8 1-2 15,-6 6 0-15,-10 12-1 16,-4 12 0-16,-5 9-2 16,-4 8-19-16,0 1-99 15,0 0-226-15,-2 10-154 16</inkml:trace>
  <inkml:trace contextRef="#ctx0" brushRef="#br0" timeOffset="188898.4">4987 12551 905 0,'0'0'12'0,"-133"4"13"0,74-2 48 0,8 0 30 0,9-2-26 15,11 0-9-15,15 0 15 16,16 0 1-16,0 0-60 16,22-2 15-16,38-4-16 15,32-2-2-15,30-7-16 16,14-5 0-16,15-4-3 0,-1 1 2 16,-7 1-2-16,-14 4-2 15,-24 3-3 1,-25 7 1-16,-22 1 0 0,-23 6-18 15,-20 1-87-15,-5-3-68 16,-10 0-11-16,0-9-97 16,0-4-154-16</inkml:trace>
  <inkml:trace contextRef="#ctx0" brushRef="#br0" timeOffset="189149.01">5787 12246 830 0,'0'0'58'15,"0"0"-45"-15,0 0 59 0,0 0 3 16,0 0-17 0,0 0-15-16,6-5-18 15,23 5-17-15,5 15-8 0,-3-1 0 16,-4-1-2-16,-7 0 0 16,-5 1 2-16,-5 2-1 15,-8 2 0-15,-2 6 0 16,-4 8-4-16,-29 8-3 15,-4 4 1-15,-12 5-43 16,0 1-26-16,-3 0-21 16,-3 0-51-16,0-4-83 15,3-6-206-15</inkml:trace>
  <inkml:trace contextRef="#ctx0" brushRef="#br0" timeOffset="191437.04">7482 15252 446 0,'0'0'567'0,"0"0"-539"0,-147 28 48 0,94-24 20 16,-3-4-36-1,5 0-22-15,11 0 44 0,9-12-21 16,15-2-27-16,11-1-3 15,5-2-1-15,3-4 1 16,28-2-30-16,14-4-1 16,10 9-2-16,1 6 1 15,2 10 1-15,-7 2 1 16,-2 9 0-16,-11 18-1 16,-6 13 3-16,-17 4 4 15,-13 11 3-15,-2 3 23 16,-13-4-8-16,-23 0-4 15,-7-6 17-15,-5-3-24 16,-8-14-6-16,2-4-1 16,6-5-7-16,7-14-1 15,8-8-11-15,10 0 12 16,10 0 3-16,7-8 8 0,6-18-11 16,0-6-14-16,6-4 12 15,21 1 2-15,2 10 4 16,5 6-4-16,1 13 1 15,1 6 3-15,1 0 5 16,2 19-7-16,-2 11 6 16,-3 3-6-16,-3 6-2 15,0-7-8-15,-2-5-21 16,0-3-56-16,-2-5-197 16,0-15-41-16,-8-4-193 15</inkml:trace>
  <inkml:trace contextRef="#ctx0" brushRef="#br0" timeOffset="191798.67">7794 15232 869 0,'0'0'175'0,"0"0"-90"0,0 0 51 0,0 0 25 16,0 0-25-16,0 0-61 15,-42-6-41-15,36 42-25 16,0 8 38-16,2 6-43 15,4-4-4-15,0-2 0 16,12-2 0-16,13-6-7 16,0-8-2-16,7-14-13 15,-1-1-12-15,2-13-28 0,4 0 24 16,-4-5-3-16,-2-21 19 16,-9-10 20-16,-6-3 2 15,-14-16 7-15,-2 3 8 16,-4 2 4-16,-23 10 7 15,-7 4 21-15,-1 9 16 16,-3 10-33-16,4 7-22 16,3 10-8-16,5 0-37 15,8 1-219-15,7 24-15 16,7 3-111-16</inkml:trace>
  <inkml:trace contextRef="#ctx0" brushRef="#br0" timeOffset="192199.18">8191 15205 574 0,'0'0'353'16,"0"0"-247"-16,0 0 14 16,0 0-7-16,0 0-16 15,0 0 29-15,-2-40-62 16,2 40-36-16,0 12-28 15,0 23 4-15,0 7 13 16,0 6-2-16,0 0-13 16,4-2-2-16,10-2 1 0,3-7-1 15,4-12-6-15,1-6-3 16,2-10 4-16,3-9-9 16,4 0 5-16,0-6-10 15,0-20 13 1,-4-8 6-16,-11-6 0 0,-5-5 10 15,-11-8 0-15,0 3 10 16,-11 4 0-16,-14 7 22 16,-4 11-7-16,0 11-7 15,0 4-8-15,0 9-20 16,-2 4-2-16,2 0-48 16,2 25-217-16,8 3-71 0,5 3-365 15</inkml:trace>
  <inkml:trace contextRef="#ctx0" brushRef="#br0" timeOffset="192584.97">8750 15102 1086 0,'0'0'10'0,"0"0"9"0,0 0 70 0,0 0 22 16,0 0-29-16,0 0 33 0,-42-55-63 16,38 95-34-1,1 10-16-15,1 17 27 0,2-8-21 16,0-2-4-16,11-9 3 16,12-6-7-16,4-11-11 15,1-8 11-15,3-10 0 16,1-13 2-16,-1 0 0 15,0-9 1-15,-5-19 2 16,-3-12 4-16,-7-4 20 16,-12-8-4-16,-4-3 22 15,-6 2-30-15,-23-2 9 16,-5 11-22-16,-8 8-4 16,6 12-3-16,-8 16-61 15,-10 8-183-15,-2 18-198 0,0 18-439 16</inkml:trace>
  <inkml:trace contextRef="#ctx0" brushRef="#br0" timeOffset="193382.46">7812 12539 450 0,'0'0'319'0,"0"0"-269"0,0 0 55 0,0 0-10 0,-124 76-7 0,112-72-8 0,8-2 16 16,4-2-16-16,0 0-12 15,0 0 12-15,2 0 3 16,22-14-73-16,18-18-7 16,16-12-2-16,12-4-2 15,1-1 1-15,2-1 0 16,-1 5 2-16,-5 0 8 0,-13 9 14 16,-19 12-4-1,-15 10-10-15,-11 10 1 0,-7 4-11 16,-2 0 3-16,0 0-3 15,0 0-11-15,0 0-124 16,-14 20-198-16,-12 10-41 16</inkml:trace>
  <inkml:trace contextRef="#ctx0" brushRef="#br0" timeOffset="194016.86">8213 15222 791 0,'0'0'44'0,"0"0"43"0,0 0 5 0,0 0-17 0,0 0-16 15,0 0-41-15,82 24 13 0,-16-30 0 16,15-22-18-16,9-7-7 16,1-1 2-16,-4-3 6 15,-9-2 18-15,-9 5 28 16,-11 4-38-16,-11 7-13 15,-18 12-9-15,-15 7 0 16,-12 6-28-16,-2-8-107 16,-18 6-104-16</inkml:trace>
  <inkml:trace contextRef="#ctx0" brushRef="#br0" timeOffset="194548.99">7426 13600 205 0,'0'0'821'0,"0"0"-749"0,0 0 95 0,0 0 6 0,0 0 20 0,0 0-104 16,0-91-40-16,0 91-17 15,-6 24-18-15,-9 25-8 16,-6 13-5-16,-10 6-1 16,-2 3-25-16,-10-4-131 15,-8-7-207-15,0-18-78 16</inkml:trace>
  <inkml:trace contextRef="#ctx0" brushRef="#br0" timeOffset="194733.22">7123 13640 1057 0,'0'0'58'0,"0"0"31"16,0 0-2-16,0 0 39 15,0 0 44-15,0 0-66 16,168 76-67-16,-108-46-29 16,-2 2-8-16,-9-2-9 15,-17 2-115-15,-17-2-260 16,-15-4-219-16</inkml:trace>
  <inkml:trace contextRef="#ctx0" brushRef="#br0" timeOffset="195315.78">6121 13680 910 0,'0'0'61'16,"0"0"-20"-16,0 0 38 15,0 0-32-15,0 0 12 16,-129 14 28-16,90-17 4 15,4-15-26-15,8-5-12 0,8-1-1 16,5 0-43 0,12 4 30-16,2 3-34 15,0 4-3-15,24 0-2 0,14 7-3 16,11 6-3-16,7 0 6 16,-1 32-6-16,-8 12 6 15,-9 15 2-15,-15 0-2 16,-21 4 0-16,-2-3-20 15,-15-2 20-15,-26-9 6 16,-1-12-2-16,-3-10-4 16,5-11 4-16,7-9 8 15,-1-7-9-15,10 0-3 16,1-10-1-16,5-17 1 16,7-3 0-16,9-1 14 0,2 7-14 15,0 2-2 1,12 11 2-16,9 2 4 0,8 9 0 15,10 0 5-15,5 4 0 16,-2 22 10-16,-1 5-9 16,-6 6-4-16,-6 0-6 15,-2-8 0-15,-5 1-15 16,-2-7-79-16,1-9-225 16,-2-11 27-16,1-3-357 15</inkml:trace>
  <inkml:trace contextRef="#ctx0" brushRef="#br0" timeOffset="195638.65">6431 13718 809 0,'0'0'82'0,"0"0"72"0,0 0-37 0,0 0 31 0,0 0-28 15,0 0-34-15,-16-34-51 16,16 44-34-16,0 26 4 15,0 10 10-15,0 2-3 16,0-4-10-16,11-8 4 16,9-6-6-16,2-6-1 15,1-10 1-15,0-6 1 16,2-8-1-16,2 0 0 16,-2-16 4-16,0-18 2 15,-10-12-1-15,-8-8 2 0,-7 0 0 16,0 4-3-16,-22 8-4 15,-5 16-4-15,-6 15-42 16,-14 11-182-16,-6 5-94 16,-10 29-481-16</inkml:trace>
  <inkml:trace contextRef="#ctx0" brushRef="#br0" timeOffset="-214530.62">11259 12891 942 0,'0'0'77'0,"0"0"55"0,-14-108 31 0,14 89-1 0,-2 8-46 16,0 10 19-16,0 1-76 15,2 0-33-15,0 23-11 16,0 38-10-16,0 25 51 15,6 18-9-15,1 9-32 0,2-4 4 16,-2 2-3 0,-1-5-5-16,1-13-6 0,0-7-4 15,-2-4 0-15,-5-12-1 16,0-2-12-16,0-10-25 16,-7-14-46-16,-11-8-132 15,-5-16-200-15,-4-20 56 16,-4 0-110-16</inkml:trace>
  <inkml:trace contextRef="#ctx0" brushRef="#br0" timeOffset="-214314.51">11096 13866 87 0,'0'0'431'16,"0"0"-109"-16,0 0-144 15,0 0-31-15,0 0 34 16,0 0-58-16,-29-70-37 16,29 82-57-16,20 21-14 15,9 10 101-15,5 3-85 0,-1-5-19 16,-2-8-6-16,-4-4-2 15,0-11-2-15,-6-7-2 16,0-7 1-16,-3-4 5 16,7 0-4-16,8-27 1 15,7-15-3-15,7-14-1 16,4-1-51-16,-2-1-254 16,-3 10-145-16</inkml:trace>
  <inkml:trace contextRef="#ctx0" brushRef="#br0" timeOffset="-214063.99">11850 13345 494 0,'0'0'768'15,"0"0"-710"-15,0 0 164 16,0 0-149-16,0 0-28 15,0 0-22-15,26-43-7 16,21 72 12-16,4 11-22 16,-7 8-6-16,-7 4-13 0,-16 2-79 15,-9-4-218 1,-12-14-44-16,0-11-419 0</inkml:trace>
  <inkml:trace contextRef="#ctx0" brushRef="#br0" timeOffset="-213862.81">12068 13271 1103 0,'0'0'28'0,"0"0"107"15,0 0 95-15,0 0-81 16,0 0-92-16,0 0-34 16,-35 20 1-16,18 44 5 15,-4 10-21-15,-4-8-8 16,-2-6-5-16,-4 0-26 15,-2-7-242-15,-3-18-153 16</inkml:trace>
  <inkml:trace contextRef="#ctx0" brushRef="#br0" timeOffset="-213494.68">12409 13421 1131 0,'0'0'21'16,"0"0"23"-16,0 0 37 15,0 0 10-15,-23-102-38 0,31 66-24 16,20 0-21 0,6 10-8-16,1 13 0 0,-1 12-4 15,-7 1 4-15,-8 21 0 16,-9 23 2-16,-10 11 0 15,0 7 9-15,-23-2-2 16,-15-6 48-16,-2-5-19 16,4-15 6-16,5-9 28 15,8-9-32-15,10-10 12 16,7-2-17-16,4-4-12 16,2 0-2-16,0 0-9 15,0 0-12-15,13 0-2 16,30 0-10-16,19-14 3 15,16-7-99-15,0-8-277 16,-9-1-291-16</inkml:trace>
  <inkml:trace contextRef="#ctx0" brushRef="#br0" timeOffset="-213163.76">12943 13218 463 0,'0'0'556'15,"0"0"-441"-15,0 0 44 16,0 0-26-16,0 0-21 16,0 0-80-16,-17 30-16 0,17 27 34 15,0 9-3 1,2-2-43-16,13-10-1 0,4-4-3 16,3-10-13-16,-1-10 13 15,8-12 2-15,3-9 1 16,6-9-1-16,4-7 3 15,4-26-4-15,-3-17 20 16,-5-13-13-16,-13-11 9 16,-17-7 7-16,-8 6 4 15,-8 8-5-15,-28 17-3 16,-13 18-16-16,-11 18-4 16,-5 14-27-16,-10 10-134 15,-12 29-255-15,-11 16-262 16</inkml:trace>
  <inkml:trace contextRef="#ctx0" brushRef="#br0" timeOffset="-212181.77">11156 15286 764 0,'0'0'347'0,"0"0"-326"0,0 0 42 0,-131 0 16 0,85 0-33 0,-2 0-1 16,10-2 97-16,10-16-46 15,5 0-70-15,12-3-12 16,9 2-7-16,2-2-6 16,8 6-1-16,24-2-14 15,6 3 1-15,5 10 13 16,-4 4-1-16,-1 4 1 16,-2 37 0-16,-10 9 16 15,-5 16-6-15,-15 10 3 16,-6-6-5-16,-6 2 4 15,-28-17 1-15,-6-8 5 16,-4-10-6-16,-1-15 8 0,5-8-4 16,0-10-9-1,4-4 4-15,3-4-8 0,6-26-1 16,7-10-4-16,9-2 5 16,11 3-6-16,0 7 3 15,9 7 0-15,17 4 2 16,10 5-2-16,4 6 0 15,5 10 1-15,-1 0 5 16,1 14 3-16,-3 16-4 16,1 11 2-16,-5-1-7 15,-5 0-5-15,-2-4 4 16,-4-5-32-16,0-8-183 0,-3-15-225 16,-4-8-174-16</inkml:trace>
  <inkml:trace contextRef="#ctx0" brushRef="#br0" timeOffset="-211762.88">11319 15213 1035 0,'0'0'50'0,"0"0"65"0,0 0 71 0,0 0-29 16,0 0-41-16,0 0-64 15,-31-41-37-15,31 62-10 16,7 18-2-16,13 9 10 15,6 1-11-15,1-4-2 16,4-5-1-16,0-8-5 0,3-1-18 16,-5-14-36-16,-5-11-55 15,-1-4-36-15,-6-2 61 16,-5-8 68-16,-6-18 22 16,-3-6 6-16,-3-8 10 15,0-6 30-15,0 2 31 16,0 4-3-16,-5 6 32 15,3 14-8-15,0 7-30 16,2 10-11-16,0 3-6 16,0 0-19-16,0 0-12 15,0 12-11-15,0 26 4 16,0 14 35-16,9 6-26 16,-1 0-19-16,0 1-3 0,-2-8-3 15,1 4-12 1,-3-7-55-16,-4-7-114 0,0-18-396 15</inkml:trace>
  <inkml:trace contextRef="#ctx0" brushRef="#br0" timeOffset="-211080.18">11903 15414 1162 0,'0'0'28'0,"0"0"85"0,0 0 45 0,0 0-68 0,-22-110-74 16,24 86 13-16,18 2 4 16,4 12-26-16,1 5-7 15,-3 5 2-15,-1 0-1 16,-6 33 0-16,-9 11 5 16,-6 15 14-16,0-2 1 15,-11 1 18-15,-22-12 5 16,-7-6-4-16,-5-5-6 15,5-13 2-15,9-8-4 16,13-6 0-16,9-6 2 16,9-2-13-16,0 0-11 15,0 0-4-15,0 0-2 16,0 0-4-16,15 1-3 16,17 2-1-16,15-3 4 0,9 0-18 15,2-4-39-15,-3-16-20 16,-4-6-41-16,-3-10-134 15,-9-3-74-15,-7-1 41 16,-10 4-29-16,-9 8 211 16,-9 2 103-16,-4 6 139 15,0 9 132-15,0 2-69 16,0 5-40-16,0 4 40 16,0 0-39-16,0 0-55 15,0 0-58-15,0 0-31 16,0 18-6-16,0 27-9 15,0 12 17-15,0 9-12 16,13-7-3-16,8-9-4 0,6-7-2 16,2-12 0-16,4-12-1 15,2-17-9-15,2-2 10 16,-4-15 12-16,-4-25-7 16,-7-10-2-16,-13-14 0 15,-9 4 1-15,-2 6 2 16,-29 5 9-16,-10 16 2 15,-5 16 6-15,-10 5-23 16,-2 12-6-16,4 0-19 16,10 17-88-16,15 10-209 0,15 7-67 15,12 3-296 1</inkml:trace>
  <inkml:trace contextRef="#ctx0" brushRef="#br0" timeOffset="-210663.7">12756 15222 574 0,'0'0'520'0,"39"-175"-409"0,-39 83 20 0,0-8 40 16,-27-1-67-16,-38 1-37 16,-26 2-33-16,-25 14 24 15,-36 8-5-15,-33 21-15 16,-45 23-15-16,-41 25 6 15,-39 10-2-15,-22 56 3 0,-11 39 8 16,13 54-12-16,45 35-13 16,69 33-13-16,86 27 0 15,89 1 0-15,61-3 0 16,96-16 0-16,79-23 0 16,75-23 0-16,73-37 0 15,65-38 0-15,40-45 0 16,18-55 0-16,-3-31 0 15,-24-83 0-15,-40-54 0 16,-50-59 0-16,-71-50 0 16,-87-40 0-16,-101-25 0 15,-90 12 0-15,-115 32 0 16,-113 48 0-16,-90 70 0 16,-79 55 0-16,-42 56 0 0,-20 52-76 15,13 16-153-15,43 58-427 16</inkml:trace>
  <inkml:trace contextRef="#ctx0" brushRef="#br0" timeOffset="-209528.5">2238 6581 677 0,'0'0'31'0,"-241"110"72"0,85-38-1 0,-18 15 15 0,-9 9 24 0,0 5 29 0,10-6-5 16,17-15-9 0,29-19-96-16,40-23 23 0,42-23-46 15,43-15-6-15,35-7-13 16,86-55-7-16,76-45-8 15,82-39-1-15,71-36 0 16,62-19-2-16,28 2 0 16,15 5-4-16,-14 16-1 0,-37 19-14 15,-60 31-36 1,-83 34 0-16,-99 42-51 0,-104 35-138 16,-79 20 59-16,-120 52 35 15,-84 36-277-15</inkml:trace>
  <inkml:trace contextRef="#ctx0" brushRef="#br0" timeOffset="-209395.87">1573 6986 1043 0,'-343'181'202'0,"92"-39"-38"15,101-52-32-15,113-44-74 16,81-46-40-16,116-38 11 16,95-64-26-16,90-61 1 15,83-37-1-15,64-26-3 16,40-5-7-16,-2 10-43 15,-46 13-310-15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25:38.20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4513 3928 144 0,'0'0'611'0,"0"0"-594"0,0 0 72 0,0 0-42 0,0 0-18 15,0 0 18-15,0 0-13 16,-8 8-10-16,35-8-15 15,9 0-2-15,2 0-3 16,2 0-4-16,-9-2-8 16,-5-2-43-16,-2-2-41 15,-7 2-50-15,-6-2-95 16,-8 1-231-16</inkml:trace>
  <inkml:trace contextRef="#ctx0" brushRef="#br0" timeOffset="132.22">4588 3959 170 0,'0'0'358'0,"0"0"-345"16,0 0 2-16,0 0-8 15,0 0 6-15,0 0 0 16,52 11-10-16,-2-24-3 16,2-2-130-16</inkml:trace>
  <inkml:trace contextRef="#ctx0" brushRef="#br0" timeOffset="3697.92">14463 3906 434 0,'0'0'168'0,"0"0"-142"0,0 0 71 0,0 0-27 16,0 0-14-16,0 0 23 16,0-22-3-16,0 20-26 15,0 2-23-15,0 0-13 16,0 0-2-16,0 8-5 15,0 16 16-15,0 4 23 16,0 6-19-16,0 0 2 0,0 7-9 16,0 4 2-16,0 7 58 15,0 4-45-15,0 9-11 16,0 2 1-16,0 6-10 16,0 3 3-16,0 6 16 15,0 7-21-15,0 6 5 16,0 5-4-16,-2-3-5 15,-5 6 7-15,2-3-7 16,1 1 3-16,0 1-5 16,1-2-1-16,1-1-1 0,0-4-4 15,2 4 7 1,-2 3 1-16,0 4 6 0,-4 0-8 16,2 3-4-16,0-1 1 15,-3 0 0-15,1-5 2 16,2-6-6-16,-2 1 2 15,2-9 1-15,-2 5-2 16,-3 2 1-16,-3 0 3 16,-1-2 12-16,-2-3-12 15,-2 6 13-15,3 3-11 16,-6 5 0-16,1 1-2 16,0-4-3-16,1-3 3 15,3-3 1-15,-2-4-5 16,5 2 2-16,2-4 1 15,-1-2-3-15,5 5 5 0,-4 1-5 16,4 7 5-16,-2 5-5 16,1 2-1-16,-3-2 2 15,1 8-1-15,3 2 1 16,-3 3-2-16,0-1 1 16,0-3-1-16,2 0 3 15,3-2-3-15,2-1 1 16,0 4-1-16,0 5 0 15,-1 3 0-15,-2 6 2 16,-1 1-2-16,-1 4 0 16,-1 1-1-16,-4 2 2 15,1 5-1-15,-3-1 2 0,1 0-2 16,-3 3 0-16,-1-2 2 16,1 7-1-16,-4 2-2 15,0 0 1-15,-3 5 0 16,0-1 0-16,-2 3 0 15,-2 5 0-15,2 4 1 16,3-1-1-16,0 3 0 16,2 5 0-16,2-7 0 15,-2-1-2-15,4-7 2 16,1-6 1-16,3-3-1 16,2-2 0-16,-3-4 0 15,1-2 0-15,3-3 1 16,-2 1-1-16,2 3 1 0,4-2 3 15,3-1-3 1,2-4-1-16,0 1-4 0,0-5 4 16,0 3 4-16,2-8-4 15,10 2-1-15,1-6 1 16,-4-2 0-16,5 3 0 16,-3-1-2-16,1 2 2 15,2-1 0-15,-3-4 2 16,3-6-2-16,-3 6 0 15,0-1 0-15,-2 0-1 16,0-3 1-16,-4-2-1 16,8 2-1-16,-2-14-2 0,0-5 1 15,3-8-1 1,-1-2 2-16,-2-2-2 0,-2 3-6 16,-3-5-3-16,-3-8-13 15,-1-14-30-15,2-16-5 16,0-15-94-16,3-21-110 15,-7-10-41-15,0-19-549 16</inkml:trace>
  <inkml:trace contextRef="#ctx0" brushRef="#br0" timeOffset="10548.19">16024 5181 262 0,'0'0'362'0,"22"-102"-285"0,-9 64 75 0,-7 12-46 0,-2 9 29 16,-1 14-7-16,-3 3 24 15,0 0-50-15,0 24-29 16,-16 32-27-16,-13 26 33 16,0 13-35-16,0-1-21 15,9-6-17-15,4-12 0 16,7-12-1-16,1-11-3 15,3-20-2-15,3-11 1 16,2-12-1-16,0-7-7 16,0-3 1-16,0-9 6 0,0-36-1 15,9-28-6 1,9-17-9-16,4-6 7 0,2 6-12 16,5 11 21-16,3 17 6 15,-3 16-3-15,-3 14-3 16,-5 16-3-16,-6 14 3 15,1 2 3-15,3 31 14 16,4 28-5-16,0 19 9 16,-7 10-11-16,3 5-4 15,-6-5-2-15,1-7-2 16,-3-7-2-16,-1-6-1 16,4-8-5-16,-3-10-7 0,-2-12-159 15,-9-12-148 1,0-12 31-16,0-14-123 15</inkml:trace>
  <inkml:trace contextRef="#ctx0" brushRef="#br0" timeOffset="10732.02">15831 5506 838 0,'0'0'16'0,"0"0"79"0,0 0-1 0,0 0-11 0,0 0-7 15,0 0-43-15,-85 12-27 16,128-4 8-16,24-8-14 16,26 0-25-16,19-6-222 15,8-10-263-15</inkml:trace>
  <inkml:trace contextRef="#ctx0" brushRef="#br0" timeOffset="10998.16">16992 5595 1091 0,'0'0'15'0,"0"0"28"15,0 0 58-15,0 0-74 16,0 0 16-16,0 0-9 15,33 0-23-15,25 0 3 16,5 0-11-16,-1 0-3 0,-8-3-8 16,-10-3-67-16,-15 6-88 15,-9-2-99-15,-13 2-180 16</inkml:trace>
  <inkml:trace contextRef="#ctx0" brushRef="#br0" timeOffset="11131.06">17046 5718 472 0,'0'0'364'16,"0"0"-338"-16,0 0 61 16,0 0-33-16,0 0-31 0,0 0 13 15,6 33-9-15,81-33-27 16,18-20-38-16,2-4-393 16</inkml:trace>
  <inkml:trace contextRef="#ctx0" brushRef="#br0" timeOffset="11464.4">17797 5239 706 0,'0'0'223'16,"0"0"-192"-16,-21-105 97 15,16 86-3-15,5 9-12 0,-2 4-23 16,2 4 56-16,0 2-62 16,0 0-74-16,0 31 0 15,0 27 18-15,0 23 20 16,7 8-13-16,-3-3-18 16,1-6-9-16,0-5-6 15,-3-8 0-15,2-4-4 16,-3-9-1-16,-1-10-37 15,0-16-174-15,0-14-62 16,0-12 35-16,0-4-16 16,-9-34-118-16</inkml:trace>
  <inkml:trace contextRef="#ctx0" brushRef="#br0" timeOffset="11664.7">17745 5356 665 0,'0'0'76'0,"31"-114"-41"16,10 61-5-16,7 13-10 15,8 13 38-15,2 18 28 16,-7 9-27-16,-11 15-16 16,-11 18-27-16,-16 9 9 15,-13 7 0-15,-15 3 8 16,-39 0-11-16,-14-5-17 16,-7-10-5-16,4-7-14 15,11-16-51-15,14-10-72 16,17-4-224-16</inkml:trace>
  <inkml:trace contextRef="#ctx0" brushRef="#br0" timeOffset="12151.98">19072 4670 912 0,'0'0'3'16,"0"0"4"-16,0 0 19 15,0 0 8-15,-122-92 77 16,84 81-69-16,-2 10-7 0,2 1-22 16,3 0-7-16,1 0-4 15,8 6 12-15,8 4 7 16,7 4-3-16,1 6-11 15,4 6 8-15,2 5 16 16,1 6-12-16,3 1 6 16,-2 6 10-16,2 5-9 15,0 5-10-15,0 2 14 16,0 6-7-16,2 4-1 16,5 6 0-16,-3 8-5 15,-2 9 13-15,1 0 7 16,-3-1-24-16,0-4 11 15,0-2-16-15,0 2-1 16,3-3-4-16,1-2-2 0,7-8 4 16,5-10-3-16,5-7-2 15,11-9 0-15,8-16-2 16,9-10-13-16,11-15-33 16,11-4-99-16,5-8-114 15,-3-20-83-15</inkml:trace>
  <inkml:trace contextRef="#ctx0" brushRef="#br0" timeOffset="12464.89">19284 5181 501 0,'0'0'395'0,"0"0"-381"0,0 0 109 0,0 0-73 0,0 0 54 0,0 0 24 0,-17-95-28 15,17 95-61-15,0 21-22 16,0 21 17-16,0 18 25 16,-8 7 2-16,4-1-20 15,2-4-34-15,2-6-6 0,0-2-1 16,0-8-24-1,2-6-29-15,19-8-99 16,3-10-116-16,3-13-12 0,0-9-290 16</inkml:trace>
  <inkml:trace contextRef="#ctx0" brushRef="#br0" timeOffset="12698.29">19572 5461 910 0,'0'0'37'0,"0"0"2"16,0 0-5-16,0 0 20 0,0 0 41 15,127-1-29 1,-63 1-41-16,1 6-16 0,-2-2-9 16,-10 0 0-16,-4-4-1 15,-9 0-1-15,-16 0-25 16,-12 0-99-16,-12 0-99 15,0 0-125-15,-25-20-153 16,-4-2 499-16</inkml:trace>
  <inkml:trace contextRef="#ctx0" brushRef="#br0" timeOffset="12865.17">19891 5278 22 0,'0'0'823'16,"0"0"-711"-16,0 0 5 0,0 0-24 15,0 0 0-15,0 0-42 16,-11 26-1-1,11 29 22-15,0 2-35 0,16 5-28 16,8-2-4-16,0 0-5 16,1-1-1-16,-10-3-87 15,-8-8-155-15,-7-6-279 16</inkml:trace>
  <inkml:trace contextRef="#ctx0" brushRef="#br0" timeOffset="13331.84">20953 4678 840 0,'0'0'205'0,"0"0"-83"0,0 0 31 0,0 0-24 0,0 0-48 0,0 0-15 16,5-28-40-16,6 64 38 15,4 12-7-15,1 6-39 16,0 5-14-16,-5-3-3 16,0-8-2-16,-5-7-2 15,-1-2-58-15,-5-11-116 16,0-6-75-16,0-12 5 15,-11-10-94-15,-7-6-102 16,-4-26 202-16</inkml:trace>
  <inkml:trace contextRef="#ctx0" brushRef="#br0" timeOffset="13665.74">20882 4747 285 0,'0'0'283'16,"0"0"-235"-16,0 0 10 15,122-115 13-15,-72 99-18 16,-4 6 12-16,-5 10 4 15,-6 0-8-15,-6 8-17 16,-9 20-22-16,-8 8-11 16,-12 2 6-16,0 5 5 15,-21-5-4-15,-10-7-5 16,-2-5-7-16,-1-3-3 16,1-9 9-16,6-7-6 15,5-2-6-15,9-4 1 16,6-1-2-16,4 0 1 15,3 0-1-15,0 5-4 16,0 3-8-16,25 2 13 0,12 5 3 16,11 4 4-16,5 1 1 15,-2 4-2-15,3-1-1 16,-1 0-5-16,-4-3 1 16,-2-2-1-16,-9-4-5 15,-11-2-79-15,-23-4-143 16,-4 3-257-16</inkml:trace>
  <inkml:trace contextRef="#ctx0" brushRef="#br0" timeOffset="13918.93">20692 5423 594 0,'0'0'408'0,"0"0"-391"16,0 0 15-16,0 0 10 15,0 0 11-15,0 0 7 16,146 81 13-16,-9-74-23 16,19-2-38-16,12-5 3 15,-8 0 1-15,-10 0-2 16,-26 0-5-16,-30 0-9 16,-36-6-1-16,-29 0-49 15,-29 2-109-15,-20 2-43 16,-49 2-290-16,-29 8 164 15</inkml:trace>
  <inkml:trace contextRef="#ctx0" brushRef="#br0" timeOffset="14165.24">20880 5786 1008 0,'0'0'137'15,"0"0"-83"-15,0 0 104 16,0 0-21-16,0 0-26 16,0 0-40-16,16 21-35 15,-5 33 21-15,1 10-33 16,2 3-17-16,-1-5-5 0,0-2-2 16,-1-4-5-16,-3-6-68 15,-9-6-158-15,0-11-104 16,0-16-150-16</inkml:trace>
  <inkml:trace contextRef="#ctx0" brushRef="#br0" timeOffset="14766">21241 5884 1017 0,'0'0'8'0,"0"0"7"15,0 0 32 1,0 0 44-16,0 0 37 15,0 0-17-15,0-43-80 16,0 81-26-16,-7 12 8 0,7 5-8 16,0-4 0-16,0-7-4 15,16-1-1-15,10-11 0 16,10-10-3-16,4-12-9 16,3-10-9-16,-6 0-25 15,-1-13 1-15,-14-16 20 16,-9-9-1-16,-13-8 7 15,-2 0 8-15,-31 4 6 16,-11 4 3-16,-6 7 2 16,4 6 3-16,5 6-2 15,12 7-1-15,14 4 1 0,15 4-1 16,2 0 0-16,40 2-8 16,21-2 5-16,15 4 2 15,7 0-3-15,-10 0-7 16,-8 0-2-16,-16 9 6 15,-11 2 2-15,-15-1 5 16,-14 4 4-16,-11 3-1 16,0 10 8-16,-11 9 14 15,-12 3-9-15,4 2-2 16,7-1-5-16,12-3-5 16,0-1-4-16,16-6-1 15,13-8 1-15,3-7-1 16,3-14-1-16,0-1 2 15,-1-7 0-15,-3-29 1 0,-4-8 3 16,-14-13 0-16,-13-10 15 16,-2-3 13-16,-32 4 1 15,-11 8-6-15,-10 10-5 16,-9 13-22-16,-2 13-57 16,9 14-127-16,15 7-161 15</inkml:trace>
  <inkml:trace contextRef="#ctx0" brushRef="#br0" timeOffset="15298.75">21931 4738 439 0,'0'0'479'0,"0"0"-450"0,0 0 37 0,123-58-20 0,-57 54-17 16,6 4 22-16,-1 0 2 16,-6 8-6-16,-11 15-36 15,-15-2-4-15,-10 5-5 16,-8 0 0-16,-13 4 6 15,-3 5 5-15,-5 1 24 16,0 1 12-16,0 6-14 0,0 3 13 16,0 8-21-16,0 8 5 15,0 10 7-15,0 6 5 16,0 5-27-16,0 1-7 16,0-2 10-16,0-1-5 15,0-2-5-15,0 4-5 16,8-1 0-16,4-1-5 15,-1-6 0-15,1-3 5 16,-1-7 2-16,-5-5 5 16,-2-7-11-16,-4-8 1 15,0-7 0-15,-8-7 0 0,-21-6 5 16,-9-4 14 0,-14-3-9-16,-8-10-12 0,-11-8-2 15,-7 0-16-15,-8-14-95 16,-1-20-199-16,2-13-107 15</inkml:trace>
  <inkml:trace contextRef="#ctx0" brushRef="#br0" timeOffset="15801.43">22756 4263 1032 0,'0'0'37'0,"0"0"52"0,0 0-17 0,0 0-9 0,0 0 53 15,0 0-44-15,13-15-45 16,-2 45 5-16,2 3 5 16,-1 5-1-16,-5-3-25 15,-5-6 1-15,0-7-7 16,-2-9 0-16,0-5-1 0,0-7-4 16,0-1 1-16,0 0 3 15,-2-8 2-15,-12-18-6 16,5-6-10-16,9-6 2 15,0-4 1-15,5-2-2 16,21 6 4-16,10 10 2 16,3 9 2-16,-4 14 1 15,1 5 0-15,-3 4-1 16,0 32 1-16,-4 12 1 16,-6 10-1-16,-8 5-9 15,-11 3 2-15,-4-8 6 0,0-11-20 16,-13-4-247-1,-24-13-96-15</inkml:trace>
  <inkml:trace contextRef="#ctx0" brushRef="#br0" timeOffset="16849">15189 7622 845 0,'0'0'93'0,"0"0"-9"0,0 0 39 0,0 0-2 0,0 0 46 16,0 0-29-16,10-43-87 15,-10 83 8-15,0 17-40 0,-5 16 17 16,-2 0-21-16,-2-4-8 16,0-7-1-16,0-10-6 15,2-16 0-15,3-14 6 16,2-11-6-16,2-9 0 16,0-2-4-16,0 0 4 15,0-31 0-15,0-26-1 16,0-18-15-16,2-11 16 15,9 2-1-15,1 7 1 16,1 15 0-16,3 19-2 16,-1 15 2-16,-1 17 2 15,5 11-2-15,6 0 0 0,6 35 3 16,7 26 16-16,-3 11-3 16,-6 6-3-16,-4 1-4 15,-7-9-5-15,-5-5-2 16,1-11-2-16,-4-9-5 15,-5-15-5-15,-3-10-92 16,0-12-166-16,-2-8 3 16,0 0 13-16,-21-28-109 15</inkml:trace>
  <inkml:trace contextRef="#ctx0" brushRef="#br0" timeOffset="17032.04">15124 7885 417 0,'0'0'463'0,"0"0"-402"15,0 0 30-15,-140 22 17 16,118-12-16 0,11-5-10-16,11 4 0 0,7-4-47 15,35 0-10-15,27-5-11 16,24 0-14-16,17-23-26 16,-4 2-161-16,-9-2-55 15,-24 12-323-15</inkml:trace>
  <inkml:trace contextRef="#ctx0" brushRef="#br0" timeOffset="17282.64">15974 8008 706 0,'0'0'410'16,"0"0"-378"-16,0 0 67 15,0 0-21-15,0 0-52 16,0 0 21-16,-50 11-3 16,95-9-27-16,16-2-10 15,5 0-7-15,-3 0-9 16,-13 0-128-16,-15 0-41 16,-18 0-46-16,-17 4-195 15,0 9-73-15</inkml:trace>
  <inkml:trace contextRef="#ctx0" brushRef="#br0" timeOffset="17431.95">15956 8185 715 0,'0'0'142'0,"0"0"-80"15,0 0 25-15,0 0-34 16,0 0 22-16,0 0-32 16,95 37-4-16,-12-37-29 15,4-11-10-15,-12-1-61 16,-14-2-173-16,-16 1-206 15</inkml:trace>
  <inkml:trace contextRef="#ctx0" brushRef="#br0" timeOffset="18364.8">17163 8026 436 0,'0'0'407'0,"0"0"-337"0,5-119 101 0,-5 103-42 15,0 3-15-15,0 9 90 16,0 4-64-16,0 0-78 16,0 0-41-16,0 19-6 15,0 20-8-15,0 10 3 16,0-1-4-16,-3-3-2 16,3-10-4-16,0-5 0 15,0-8-3-15,0-9-3 16,0-6-3-16,0-3-34 15,0-4-24-15,0 0 32 16,0 0 8-16,0-9-7 16,3-10 26-16,17-7-26 15,9 4 29-15,6 6 3 0,4 5 2 16,3 11 0 0,4 0 2-16,2 19-2 0,3 16 13 15,-9 8 3-15,-9 0 30 16,-17-3-22-16,-16-2 8 15,0 0 12-15,-43 0-14 16,-15-4-28-16,-8-8-2 16,1-12-14-16,5-13-90 15,2-1-97-15,4-21-61 16,3-21-112-16</inkml:trace>
  <inkml:trace contextRef="#ctx0" brushRef="#br0" timeOffset="18548.12">17106 7904 812 0,'0'0'181'0,"0"0"-150"0,0 0-4 0,0 0-3 0,117-4 8 16,-46 1-20-16,8 3-12 15,-5 0-34-15,-14 0-306 16,-14 13-388-16</inkml:trace>
  <inkml:trace contextRef="#ctx0" brushRef="#br0" timeOffset="18898.43">17788 8095 808 0,'0'0'84'0,"0"0"4"16,0 0-3-16,0 0-33 15,0 0 1-15,0 0-3 16,-77 50-16-16,77-14-6 16,0 2-16-16,0 0-8 15,5-2 1-15,15 0-5 16,5-5 2-16,2-9-2 16,2-8 0-16,2-11-9 15,2-3-1-15,3-3-2 16,-1-19-4-16,-6-6 1 15,-6-11 15-15,-15 0 0 0,-8-5 10 16,0-1 10-16,-27 7 1 16,-10 8 4-16,-3 10 10 15,-3 10 8-15,5 5-24 16,7 5-19-16,6 0-5 16,6 0-60-16,1 19-99 15,7 5-154-15</inkml:trace>
  <inkml:trace contextRef="#ctx0" brushRef="#br0" timeOffset="19333.25">18146 8124 788 0,'0'0'144'16,"0"0"-52"-16,0 0 17 15,0 0-50-15,0 0-24 16,0 0-17-16,2 7-4 16,-2 27 4-16,5 6-6 15,-1-2-10-15,5 4-1 16,6-3 1-16,5-6-2 16,5-2 1-16,4-12-2 15,2-4-4-15,3-13 0 0,-3-2-4 16,4-2 4-1,-3-21 3-15,-3-7 2 0,-9-1 0 16,-7-7 0-16,-13 0 4 16,0-2 6-16,-4 3 23 15,-23 3 15-15,-4 7 18 16,-5 6-17-16,-6 6-16 16,-3 13-9-16,3 2-18 15,4 0-6-15,12 5-6 16,7 13-29-16,13-1-139 15,6 10-12-15,0-5-82 16,2 0-391-16</inkml:trace>
  <inkml:trace contextRef="#ctx0" brushRef="#br0" timeOffset="19716.41">18649 8129 527 0,'0'0'317'0,"0"0"-207"16,0 0 19-16,0 0-57 16,0 0 11-16,0 0-33 15,5-32-29-15,-5 57-12 16,0 8 0-16,0 9-4 16,0 0-1-16,0 2-3 15,2 2-1-15,13-3 0 16,10-8 1-16,2-6-2 0,6-14-4 15,3-9 2-15,5-6-6 16,1-6-4-16,-1-25 1 16,0-7 11-16,-10-6 1 15,-11-2 0-15,-11-4 0 16,-9-6 10-16,0 6 13 16,-29 9 3-16,-6 7 36 15,-10 11 12-15,-5 11-37 16,-2 7-31-16,-4 5-6 15,6 0-31-15,13 0-119 16,10 10-48-16,14 2-94 16,6-2-389-16</inkml:trace>
  <inkml:trace contextRef="#ctx0" brushRef="#br0" timeOffset="20315">19748 7566 73 0,'0'0'900'0,"0"0"-894"0,0 0 2 0,0 0 27 15,-27-105 45-15,-11 97-7 0,-4 4-26 16,-5 4-8-16,-2 0-35 15,-2 0-4-15,7 0 1 16,10 4 1-16,11 0-1 16,15 0 17-16,1 2-6 15,5 5-8-15,-3 3 22 16,1 7-4-16,0 4 0 16,-1 4 9-16,1 8 16 15,-3 3-8-15,2 2-6 16,3 0-1-16,2 2-14 15,0 4 10-15,0 2 13 16,0 5-24-16,0 2 1 16,0 4-8-16,0 3 7 0,0 3-11 15,0 1 12 1,-6 0-10-16,-1 4-7 0,0 0 5 16,2-2-6-16,1-1 4 15,2-8-3-15,2-2-1 16,0-1 1-16,0-4 12 15,0-3-13-15,0 2-10 16,0-6 9-16,0 1 1 16,0-9 4-16,11-2-4 15,0-7-3-15,7-6-4 16,6 0 7-16,10-3 0 16,15-4-19-16,14-1 7 0,14-2-52 15,12-4-26-15,5-4-72 16,-1-6-32-16,-10 0-35 15,-10-5-226 1</inkml:trace>
  <inkml:trace contextRef="#ctx0" brushRef="#br0" timeOffset="20915.71">20196 8085 501 0,'0'0'485'0,"0"0"-440"0,0 0 88 0,0 0-30 0,-42-104 1 0,39 98 32 16,3 6-52-16,0 4-56 15,0 32-26-15,3 20 32 16,3 8 41-16,-3 2-52 16,-3 1-11-16,0-10-4 15,0-4-2-15,0-9-6 16,0-10 0-16,0-8-3 16,2-9-131-16,8-16-193 15,15-1-50-15,11-26-458 0</inkml:trace>
  <inkml:trace contextRef="#ctx0" brushRef="#br0" timeOffset="21149.94">20485 8292 907 0,'0'0'64'15,"0"0"65"-15,0 0-31 16,0 0-61-16,0 0-22 15,0 0 17-15,189-43 5 16,-106 39-23-16,-4 2-7 16,-11 2-3-16,-3 0-2 15,-11 0-2-15,-15 0-30 16,-16 0-111-16,-21 0-96 0,-2-5-195 16,-25-7-68-16</inkml:trace>
  <inkml:trace contextRef="#ctx0" brushRef="#br0" timeOffset="21331.76">20786 8119 966 0,'0'0'78'15,"0"0"4"-15,0 0-1 16,0 0 11-16,0 0-31 16,0 0-6-16,-4 64 88 15,4-23-114-15,2-3-18 16,9 1-7-16,1 3-4 0,-2 3-2 15,-3 3-36-15,-7 6-166 16,-2-4-51-16,-25 1-276 16</inkml:trace>
  <inkml:trace contextRef="#ctx0" brushRef="#br0" timeOffset="22115.99">22027 7944 952 0,'0'0'35'0,"0"-128"74"0,0 80-17 0,-2 10 72 0,-7 14-59 16,3 6 8-16,1 10 31 16,0 8-76-16,3 0-30 15,2 0-28-15,0 19-3 16,0 22 1-16,0 16 2 15,0 0-2-15,0-3-5 16,7-4-3-16,2-5 0 0,2-5-10 16,3-8-41-16,-4-6-177 15,-1-9-155-15,1-17-156 16</inkml:trace>
  <inkml:trace contextRef="#ctx0" brushRef="#br0" timeOffset="22465.22">22266 7780 548 0,'0'0'472'16,"0"0"-459"-16,0 0 55 15,0 0 1-15,0 0 35 0,0 0 36 16,0-60-79 0,0 66-54-16,0 22-2 0,0 11 2 15,0 6-7-15,0-1 5 16,0 2-3-16,10-2-4 15,11-5 1-15,8-7-1 16,4-8-3-16,5-9-8 16,0-11-24-16,0-4 9 15,0-4 9-15,-3-23 9 16,-8-9 10-16,-7-8 6 16,-15-6 1-16,-5-1 13 15,-2 5 19-15,-23 6-5 0,-6 8 10 16,-3 8-20-1,3 5-18-15,0 9-6 0,0 3-13 16,-3 7-157-16,-5 0-107 16,-2 17-218-16</inkml:trace>
  <inkml:trace contextRef="#ctx0" brushRef="#br0" timeOffset="22732.69">21640 8283 563 0,'0'0'507'0,"0"0"-457"15,0 0 8-15,0 0 1 0,0 0 8 16,0 0-17-16,58 27 16 16,40-19 52-16,33-2-65 15,15-6-30-15,9 0-8 16,-6 0 1-16,-11 0 1 15,-11 0-4-15,-11 0-8 16,-23-8-5-16,-24-1-3 16,-32 8-25-16,-35-5-182 15,-16 6-58-15,-57 0-130 16</inkml:trace>
  <inkml:trace contextRef="#ctx0" brushRef="#br0" timeOffset="23004.21">21995 8699 546 0,'0'0'371'15,"0"0"-319"-15,0 0 91 16,0 0 2-16,-35-103 39 16,33 101-10-16,-2 2-39 15,4 0-89-15,0 2-26 16,-2 33-11-16,2 6 14 15,0 12 16-15,0-2-28 16,0-3-9-16,8 3 0 16,1 0-2-16,0-2-7 15,-2-5-28-15,-5-10-105 0,-2-5-210 16,0-19-51-16,0-10-440 16</inkml:trace>
  <inkml:trace contextRef="#ctx0" brushRef="#br0" timeOffset="23682.02">22250 8758 671 0,'0'0'435'15,"0"0"-428"-15,0 0 8 16,0 0 55-16,0 0 44 16,0 0 88-16,3-91-130 15,-3 91-54-15,0 27-15 0,0 11 1 16,0 11 0-16,0-4 3 15,0 0-6-15,4-4-1 16,13-6 0-16,1-7 0 16,3-8-1-16,3-8-3 15,4-9-6-15,-2-3-10 16,4-4-2-16,-7-26 0 16,-8-7 15-16,-5-9 6 15,-10-6 1-15,0-1-2 16,-27 6 2-16,-11 6 2 15,-5 13-1-15,-1 6 3 16,9 10-3-16,12 2 2 16,14 6-2-16,9 4-1 15,13 0-17-15,35 0 13 0,14 0-1 16,5 0-11-16,-3 0-78 16,-8 0 57-16,-10 2 23 15,-8 4 14-15,-11-1-2 16,-9-4 2-16,-9 2 0 15,-7-3 1-15,-2 0 2 16,0 2 5-16,0 5 0 16,0 14 2-16,-16 8 10 15,1 12 28-15,0 3-35 16,3 2-5-16,10 2-2 16,2-1-2-16,0-2 0 15,0-4 2-15,20-7-5 16,3-9 0-16,0-6-1 0,9-9 0 15,-1-10 0-15,5 0 0 16,-2-14 1-16,-3-19 2 16,-10-2 1-16,-9-12 3 15,-12-3 7-15,0 0 10 16,-20 0-5-16,-14 4 1 16,-3 9-4-16,-3 10-9 15,-1 3-7-15,6 4-46 16,6 3-157-16,6-2-132 15,10 2-407-15</inkml:trace>
  <inkml:trace contextRef="#ctx0" brushRef="#br0" timeOffset="24302">23016 7624 933 0,'0'0'27'0,"0"0"14"0,0 0-18 0,0 0 28 0,0 0 0 0,141-13 8 0,-92 13-15 15,2 0-23-15,0 0-6 16,-11 0-1-16,-2 0 6 16,-9 11 1-16,-2-1 8 15,-5 8-1-15,-3 0 7 16,-7 6 8-16,-1 2-4 16,-3 3-6-16,-4 4 4 15,-2 3-16-15,-2 6-3 16,0 4 15-16,0 3 8 15,0 1-27-15,5 2-1 16,-3-2-7-16,-2 0 3 16,0-2-1-16,0 2-2 15,0 3 23-15,0 3-15 16,0 6-2-16,0 0-4 0,0 2-1 16,0-4-3-16,8-3-2 15,0-3 1-15,-4-6 5 16,0-2 1-16,-1-2-4 15,-3 0-1-15,0 0 7 16,0 2-9-16,0 0 2 16,0-3-2-16,0-7 3 15,2-5-3-15,0-12-2 16,-2-9-4-16,0-4 4 16,0-4 2-16,0-2-2 0,-21 0-4 15,-29 0-21 1,-33 0-92-16,-33 0-214 0,-20-6-86 15</inkml:trace>
  <inkml:trace contextRef="#ctx0" brushRef="#br0" timeOffset="26232.12">23852 7149 498 0,'0'0'447'0,"0"0"-378"0,0 0 53 0,0 0-60 0,0 0 3 0,0 0 46 16,0 0-25-16,-67-72-12 16,83 48-66-16,15 1-6 15,4 7-1-15,3 8 0 0,1 8-1 16,-4 0 1-16,1 0-1 15,-1 18 1-15,-8 8 1 16,-6 4-1 0,-13 3 0-16,-8-2 0 0,0-3 6 15,-20 0-6-15,-14-6 6 16,-3-2 4-16,-1-5-5 16,-3-3 8-16,8-6-9 15,6-2-2-15,8-4 1 16,7 0-1-16,10 0-2 15,2 0 1-15,0 0-2 16,0 0 0-16,0 0-13 16,22 0 11-16,14 0 1 15,9 0 1-15,-1 0 0 0,1 9 1 16,-5 10-1-16,-5 6 7 16,-6 6-7-16,-13-1 2 15,-11-1-1-15,-5-4 3 16,-16-3 11-16,-24-3 11 15,-16-5-6-15,-5-10-11 16,-5-4-9-16,2 0 0 16,1-27-25-16,-1-11-167 15,-1-6-159-15,0 0-289 16</inkml:trace>
  <inkml:trace contextRef="#ctx0" brushRef="#br0" timeOffset="27932.25">15230 10064 1001 0,'0'0'58'0,"0"0"79"0,0 0 18 0,0 0 30 0,0 0-80 0,0 0-25 16,0 0-40-16,-48 80-22 0,28-13-1 15,5-9-1-15,2-3-7 16,3-11-4-16,6-9-2 15,0-9-2-15,4-10 0 16,0-8-1-16,0-4-2 16,0-4-3-16,0-6-4 15,0-30-1-15,18-22-2 16,1-12-13-16,4-9 19 16,-6 8 2-16,2 10 4 15,-7 17 0-15,-2 16 0 16,-3 17 1-16,-5 8-1 15,4 3 18-15,8 26-12 0,8 28-1 16,9 14 0 0,5 6 31-16,2-5-17 15,-7-9-10-15,0-4-6 0,-6-4 4 16,-6-8-5-16,-5-2-2 16,-7-6-2-16,-5-7-11 15,-2-11-80-15,-6-17-229 16,-21-1-67-16,-9-27-186 15</inkml:trace>
  <inkml:trace contextRef="#ctx0" brushRef="#br0" timeOffset="28099.66">14982 10359 1037 0,'0'0'28'15,"0"0"37"-15,0 0 55 0,0 0-28 16,0 0-25-16,0 0-12 15,121 0-41-15,-17 0-14 16,8-14-21-16,-6-5-252 16,-14 4-131-16</inkml:trace>
  <inkml:trace contextRef="#ctx0" brushRef="#br0" timeOffset="28314.99">16022 10506 639 0,'0'0'476'0,"0"0"-447"0,0 0 47 15,0 0 21-15,0 0-45 16,0 0-1-16,74 13-26 16,13-13-16-16,-3-13-9 15,-10-2-32-15,-29 7-143 16,-27 6-32-16,-18 2-147 15,-2 6-248-15</inkml:trace>
  <inkml:trace contextRef="#ctx0" brushRef="#br0" timeOffset="28432.38">16092 10684 479 0,'0'0'482'16,"0"0"-435"-16,0 0 20 0,0 0-19 15,125 10-35-15,-34-35-12 16,11-7-1-16,-2 4-388 15</inkml:trace>
  <inkml:trace contextRef="#ctx0" brushRef="#br0" timeOffset="28998.94">17283 10315 511 0,'0'0'230'0,"0"0"-215"15,0 0 154-15,0 0 50 16,0 0-54-16,0 0 11 16,-8-44-113-16,8 67-31 15,0 14-23-15,0 7 25 16,0-4-3-16,0 0-18 16,0-4-9-16,0-6 9 0,0-5-11 15,0-9-2-15,0-7-2 16,0-5 0-16,0-4-9 15,0 0-3-15,0 0 4 16,8-16-30-16,8-8 11 16,7-2 4-16,6 6-8 15,6 5 33-15,6 9 3 16,10 6-3-16,4 0 1 16,3 17 3-16,-7 17 14 15,-9 4-7-15,-13 1 14 16,-13-7 31-16,-16-3-17 15,-4 6-21-15,-37-1 33 16,-11 0-22-16,-9-7-23 16,-3-10-6-16,2-9-12 0,-4-8-125 15,2-2-137-15,9-30-5 16,12-12-159-16</inkml:trace>
  <inkml:trace contextRef="#ctx0" brushRef="#br0" timeOffset="29165.46">17262 10324 512 0,'0'0'446'0,"0"0"-414"0,0 0 48 0,0 0-31 0,113-45-6 0,-47 40-20 16,9 2-18 0,-2 3-5-16,-5 0-72 15,-12 8-227-15,-4 20-501 0</inkml:trace>
  <inkml:trace contextRef="#ctx0" brushRef="#br0" timeOffset="29515.24">18014 10439 306 0,'0'0'556'0,"0"0"-509"16,0 0 13-16,0 0 73 15,0 0-25-15,0 0-23 16,-55-20 6-16,39 52-68 15,0 12-15-15,10 3 42 16,6 1-41-16,0-2 11 0,13 2-8 16,12-6 0-1,1-6-12-15,6-11-1 0,1-12-2 16,-2-13 2-16,7 0-4 16,0-11 4-16,-4-22-3 15,-7-7 2-15,-10-7 4 16,-15-9 5-16,-2 0-3 15,-9 2-4-15,-24 10 8 16,-2 11 5-16,-6 14 10 16,1 9 22-16,-1 10-37 15,2 0-8-15,1 10-35 16,0 20-26-16,9 4-157 16,12 1-84-16,15 1-258 15</inkml:trace>
  <inkml:trace contextRef="#ctx0" brushRef="#br0" timeOffset="29914.65">18342 10441 80 0,'0'0'786'16,"0"0"-661"-16,0 0-9 15,0 0 6-15,0 0-24 16,0 0-24-16,5 0-41 15,-5 35-25-15,0 14 0 16,0 1 1-16,4-1-4 16,1-5-4-16,5-6-1 0,4-4 1 15,4-10-1 1,6-12-1-16,3-6-2 0,6-6 1 16,3 0 0-16,0-20 0 15,-5-8 1 1,-7-5 1-16,-8 0 3 0,-9-6 1 15,-7-3 25-15,0 1-6 16,-13 1 31-16,-14 3-27 16,-2 11 15-16,0 9-35 15,4 12 33-15,-4 5-32 0,0 0-8 16,4 11-23 0,4 19-83-16,9-5-188 0,12 0-30 15,0 0-388-15</inkml:trace>
  <inkml:trace contextRef="#ctx0" brushRef="#br0" timeOffset="30264.53">18790 10481 915 0,'0'0'62'15,"0"0"94"-15,0 0-60 16,0 0-26-16,0 0-11 15,0 0-42-15,0 70-8 16,0-28 14-16,14 1-7 0,1-3-13 16,0-3-2-1,5-6 3-15,3-5-4 0,-1-7 0 16,5-9-1-16,0-10 1 16,1 0 0-16,1-6 1 15,-4-21 3-15,-5-5 0 16,-9-8 6-16,-11-4 13 15,0-9 28-15,-13 6 1 16,-18 0 31-16,-5 12-61 16,0 10-14-16,-2 13-8 15,-2 12-1-15,-5 0-16 16,-1 0-108-16,6 14-169 0,9 0-221 16</inkml:trace>
  <inkml:trace contextRef="#ctx0" brushRef="#br0" timeOffset="30748.12">19732 10051 1001 0,'0'0'56'16,"0"0"-43"-16,0 0-8 15,0 0 18-15,0 0 41 16,-149-69-13-16,95 69-18 16,-2 14-28-16,4 2 0 15,7 0-5-15,11 0 5 16,9-4 2-16,8 4 9 0,9 0-3 16,0 8 10-16,4 7 3 15,0 4 7-15,4 9 11 16,0 3 3-16,0 5 7 15,0 3-23-15,0 4-11 16,8 5-2-16,-4 8 6 16,2 6-5-16,-6 3 11 15,0 7-22-15,0 0 10 16,-14 3 7-16,-1-1 7 16,3-2-22-16,3-1-2 0,7-6 0 15,2-1 1 1,0-3-8-16,9-3 3 0,20-2-4 15,6-6 0-15,8-7-8 16,4-14 7-16,8-8-4 16,14-14-21-16,16-10 1 15,15-11-95-15,8-2-191 16,5-2-21-16</inkml:trace>
  <inkml:trace contextRef="#ctx0" brushRef="#br0" timeOffset="31783.28">22319 7407 784 0,'0'0'56'0,"0"0"71"0,0 0-7 0,0 0-33 0,0 0 35 16,0 0 0-16,-33-52-24 15,33 66-58-15,19 28-29 16,16 22-7-16,11 11 12 16,3 8 23-16,4 6-25 15,5-1-5-15,-2 1 4 16,4-2-13-16,5-6-22 16,-7-3 10-16,-7-7-136 0,-9-9-234 15</inkml:trace>
  <inkml:trace contextRef="#ctx0" brushRef="#br0" timeOffset="32316.12">22587 8626 531 0,'0'0'385'0,"0"0"-321"0,0 0 84 0,0 0-81 0,0 0 12 0,0 0-17 16,33 52-37-16,14 17 43 16,4 15 24-16,7 6-54 15,0 5-29-15,-3-1-3 16,-3-3-6-16,-10-4-6 15,-20-5-21-15,-15-9-198 16,-7-15-258-16</inkml:trace>
  <inkml:trace contextRef="#ctx0" brushRef="#br0" timeOffset="32964.75">19938 10305 1010 0,'0'0'33'0,"0"0"87"0,0 0-17 0,0 0 96 0,0 0-42 0,0 0-58 0,0 0-54 16,-16-67-36-16,16 96-1 15,0 9 0-15,0 8-1 16,0 0-5-16,0 0-2 15,2-2-4-15,2-2-21 0,0-8-179 16,-4-5-84 0,0-18-41-16,8-11-289 0</inkml:trace>
  <inkml:trace contextRef="#ctx0" brushRef="#br0" timeOffset="33181.98">20129 10269 655 0,'0'0'342'0,"0"0"-243"15,0 0 33-15,0 0-23 16,0 0 66-16,0 0-90 16,2-44-66-16,-2 86-11 15,2 12 50-15,11 4-44 16,8-5-14-16,1 2-18 16,2-3 13-16,-6-1-7 15,-9-5-112-15,-9-2-167 16,0-6-56-16,-26-10-552 15</inkml:trace>
  <inkml:trace contextRef="#ctx0" brushRef="#br0" timeOffset="33432.68">19550 10864 779 0,'0'0'177'16,"0"0"-83"-16,0 0-24 15,0 0-34-15,0 0 5 16,0 0 6-16,98 12 19 0,15-12-7 16,27 0-50-16,14-4-7 15,4-10-2-15,-8 2 0 16,-12 5 1-16,-25 5 2 16,-30 2 0-16,-27 0-3 15,-35 0-17-15,-21 7-88 16,-32 11-82-16,-44 4-191 15</inkml:trace>
  <inkml:trace contextRef="#ctx0" brushRef="#br0" timeOffset="33683.18">19993 11169 455 0,'0'0'555'0,"0"0"-460"16,0 0 65-16,0 0-38 16,0 0 5-16,0 0 21 15,0-87-90-15,0 92-37 16,0 27-12-16,0 14 10 16,2 11-3-16,5 4-14 15,2-2-2-15,-3-4-4 16,-3-5-170-16,-3-8-155 15,0-15-74-15</inkml:trace>
  <inkml:trace contextRef="#ctx0" brushRef="#br0" timeOffset="34014.94">20252 11205 791 0,'0'0'359'0,"0"0"-324"16,0 0-6-16,0 0 1 15,0 0 52-15,0 0 25 16,6-43-68-16,-6 66-29 16,0 17-6-16,5 3 5 15,7 1-2-15,7-6-4 16,8-6-2-16,4-2-1 16,0-10-2-16,2-8-1 15,1-6-2-15,-8-6 0 0,-1 0 4 16,-5-14 1-16,-9-13 23 15,-8-4-17-15,-3-10 6 16,-5 1 9-16,-22 0 17 16,-4 4-6-16,-6 12 38 15,-2 8-64-15,-3 7-6 16,-2 9-21-16,-3 0-144 16,7 0-230-16,13-1-566 15</inkml:trace>
  <inkml:trace contextRef="#ctx0" brushRef="#br0" timeOffset="34531.82">20722 10262 792 0,'0'0'306'0,"0"0"-298"0,122-33 30 0,-70 29-26 15,-4 4 8-15,-3 0 20 16,-5 0-11-16,-9 1-10 16,-8 10-14-16,-10 1-3 0,-9 1 6 15,-4 6 17 1,0 9 35-16,0 6-4 0,0 5-22 15,0 5 4-15,0 6-14 16,0 7 1-16,0 3 0 16,0 4 4-16,7 5-6 15,-2-1 21-15,-3 4 8 16,0 1-35-16,-2-1-5 16,0 1-5-16,2 2 0 15,3-1-3-15,1-1 0 16,3-6-3-16,3-3 2 15,-4-8-2-15,1-12 0 16,-2-11 0-16,-5-7 2 16,-2-6-3-16,0 1 4 0,-14 0-2 15,-19 5 5-15,-17 4-7 16,-13-4 0-16,-9-5-2 16,-13-10-35-16,-6-8-197 15,-1-3-147-15,4-38-661 16</inkml:trace>
  <inkml:trace contextRef="#ctx0" brushRef="#br0" timeOffset="35164.94">21374 9974 26 0,'0'0'847'0,"0"0"-813"0,0 0 16 0,-15-102 2 0,32 80 0 0,17 4 5 0,9 7-6 0,3 8-3 16,3 3-21-16,-9 0-5 16,-4 11 3-16,-16 17-11 15,-11 9-3-15,-9 5 7 16,-2 6 33-16,-30-6-7 15,-5-4-14-15,-5-9-7 16,3-8-20-16,4-4 5 16,8-5-6-16,7-6 2 15,9-5 0-15,8 2-3 16,3-3-1-16,0 0 0 16,0 0-3-16,9 0-1 15,25 0 4-15,8 0 1 16,8 0 0-16,-4 0 3 0,1 9-6 15,-5 13 2 1,-6 6 0-16,-12 4 0 0,-13-1 3 16,-11-3 8-16,0-5 37 15,-37 2 33-15,-21-5-45 16,-13-4-35-16,-12-6-1 16,0-10-11-16,-1 0-143 15,-3-18-193-15,2-16-219 16</inkml:trace>
  <inkml:trace contextRef="#ctx0" brushRef="#br0" timeOffset="36083.06">14777 12752 502 0,'0'0'626'0,"0"0"-541"16,0 0 117-16,0 0-133 0,0 0-63 0,0 0 56 15,-78 89 19-15,63-34-35 16,1-7-11-16,1-1-27 16,-2-8-4-16,3-13-1 15,3-10-2-15,3-8-1 16,4-5 0-16,2-3-3 16,0 0 2-16,0-25-6 15,0-21-28-15,0-13 24 16,0-4 9-16,13 2 2 15,3 7 0-15,1 12 0 16,-1 17 0-16,-3 10 4 16,-2 13 0-16,7 2 6 0,7 17-2 15,8 24 21 1,7 16 6-16,0 1-5 0,-4-3-13 16,0-2-9-16,-5-11-4 15,-5-2-4-15,-4-10 0 16,-4-4-1-16,-7-3-7 15,-3-10-67-15,-8-5-100 16,0-4-162-16,-14-4-66 16</inkml:trace>
  <inkml:trace contextRef="#ctx0" brushRef="#br0" timeOffset="36249.87">14594 12968 869 0,'0'0'171'0,"0"0"-84"0,0 0 65 15,0 0-52-15,0 0-37 16,0 0-12-16,13-4-40 16,55 4-11-16,12-5-16 15,9-2-296-15,2-5-320 16</inkml:trace>
  <inkml:trace contextRef="#ctx0" brushRef="#br0" timeOffset="36498.94">15764 13150 702 0,'0'0'365'0,"0"0"-360"15,0 0 57-15,0 0-20 16,0 0-21-16,0 0-2 15,23 0 24-15,35 0-23 16,2-4-20-16,-7-2-12 16,-13 2-120-16,-16 1-117 15,-19 3-174-15,-5 0 30 16</inkml:trace>
  <inkml:trace contextRef="#ctx0" brushRef="#br0" timeOffset="36615.17">15826 13275 779 0,'0'0'104'0,"0"0"22"15,0 0-16-15,0 0-61 16,0 0-13-16,0 0-24 16,7 53-12-16,60-53 0 15,11-19-200-15,3-7-389 16</inkml:trace>
  <inkml:trace contextRef="#ctx0" brushRef="#br0" timeOffset="37231.82">17150 12989 929 0,'0'0'87'0,"0"0"90"15,0 0-44-15,0 0 20 16,0 0 4-16,0 0-104 16,-25-63-17-16,23 83-28 15,-4 18 3-15,-2 6 13 16,0-2-9-16,-1-2-9 16,2-9-6-16,3-4-9 15,0-9 8-15,2-8 0 16,2-6 0-16,0-4-5 15,0 0 2-15,0 0-2 16,8-20 5-16,23-7-8 0,11-6 1 16,4 4 7-1,0 12 0-15,0 9 2 0,4 8-1 16,-3 2 2-16,-11 32 3 16,-8 18 3-16,-19 8 4 15,-9 6 0-15,-11-1 13 16,-29-13-13-16,-7-8-1 15,-4-10-5-15,0-12-6 16,1-11-3-16,4-11-43 16,-1 0-175-16,3-33-124 15,3-15-37-15</inkml:trace>
  <inkml:trace contextRef="#ctx0" brushRef="#br0" timeOffset="37399.64">17032 13000 657 0,'0'0'334'0,"0"0"-272"0,0 0 21 16,0 0-10-16,118-47-25 15,-71 46-12-15,10 1-12 16,8 0-24-16,5 0 0 16,-4 0-107-16,-5 4-168 15,-13 12-309-15</inkml:trace>
  <inkml:trace contextRef="#ctx0" brushRef="#br0" timeOffset="37751">17776 13097 508 0,'0'0'310'16,"0"0"-268"-16,0 0 55 0,0 0 3 16,0 0-8-16,0 0-1 15,-57-58 33-15,45 65-91 16,-1 21-11-16,1 10 5 15,6 6-7-15,6 0-9 16,0 3 0-16,0 0-4 16,8-4-5-16,11-5 1 15,1-5-3-15,2-12 1 16,2-7-1-16,3-12-4 16,4-2 4-16,-2-6 1 15,-2-17 0-15,-7-12 5 16,-9-13 7-16,-11-8-4 15,0-7-5-15,-4 15 11 0,-25 15 1 16,-2 8 20 0,0 13-35-16,0 6-2 0,1 6-28 15,8 0-52-15,-3 22-123 16,8 2-123-16,5 2-336 16</inkml:trace>
  <inkml:trace contextRef="#ctx0" brushRef="#br0" timeOffset="38148.67">18143 13124 907 0,'0'0'121'16,"0"0"20"-16,0 0-57 15,0 0-43-15,0 0 14 16,0 0-7-16,0 24-36 15,0 24 9-15,0 7-5 16,0-4-8-16,0-1-7 16,23-3 1-16,4-5-2 15,0-8 0-15,2-12-8 16,-6-10 4-16,2-7 3 16,-4-5-1-16,-1-3 2 15,-3-23 7-15,-1-6 9 16,-5-10-1-16,-7-10-8 0,-4-9 13 15,0-1 24 1,0 3-33-16,-13 9 21 0,-7 14-12 16,2 15 38-16,-4 11-24 15,0 8-29-15,-3 2-5 16,-4 2-27-16,4 22-126 16,4 6-188-16,9 0-21 15</inkml:trace>
  <inkml:trace contextRef="#ctx0" brushRef="#br0" timeOffset="38514.91">18520 13116 941 0,'0'0'49'0,"0"0"81"15,0 0-14-15,0 0-92 16,0 0-13-16,0 0 4 15,9 0-11-15,-4 42 13 16,1 11 4-16,6 5-8 16,1-2-7-16,5-6-4 15,6-6-2-15,3-12 0 16,4-11 0-16,-2-10 1 16,-2-11-1-16,0 0 2 15,0-12 2-15,-6-20 8 0,-3-8-7 16,-7-10 22-16,-11-5 33 15,0 1 9-15,-4 4 21 16,-18 8-53-16,-7 12 15 16,-4 9-32-16,-1 8-8 15,-6 9-12-15,2 4-11 16,0 0-142-16,7 14-202 16,13 6-143-16</inkml:trace>
  <inkml:trace contextRef="#ctx0" brushRef="#br0" timeOffset="39083.94">19759 12669 627 0,'0'0'297'0,"0"0"-282"0,0 0 16 16,-163-16-10-16,101 16-11 16,-2 0 39-16,5 0 34 15,8 0-12-15,11 0-25 16,12 0-10-16,9 0-11 15,11 2 7-15,6-2 10 0,2 0-4 16,0 3-19-16,0 8-6 16,0 13 6-16,0 16 24 15,0 10 80-15,0 8-90 16,0 1 3-16,0 5-8 16,0 2-1-16,0 6-9 15,0 9 2-15,0 5-6 16,0 6-2-16,6 2-2 15,-2 0 17-15,-1 3-17 16,-3 4-4-16,0 4 2 16,0 5 1-16,-11-3-3 0,-10-5-5 15,5-8 3 1,3-10 0-16,9-10-3 0,4-13 0 16,0-11-1-16,4-10-4 15,21-4 3-15,11-2 0 16,8 1-7-16,7-6-14 15,12-1-26-15,8-10-24 16,11-11-155-16,10-7-110 16,3-4-104-16</inkml:trace>
  <inkml:trace contextRef="#ctx0" brushRef="#br0" timeOffset="39765.75">20178 12747 507 0,'0'0'94'0,"0"0"59"0,0 0-5 0,0 0-25 15,4-106-4-15,-4 100 62 16,0 4-9-16,0 2-52 16,0 0-35-16,0 0-47 15,0 0-11-15,0 12-14 16,0 22 0-16,0 9 21 15,0 8 4-15,0-5-30 0,-2-1 3 16,0-7-7 0,2-4-2-16,0-8-2 0,0-4-4 15,0-4-13-15,0-4-69 16,0-6-187-16,0-8-140 16,0 0-162-16</inkml:trace>
  <inkml:trace contextRef="#ctx0" brushRef="#br0" timeOffset="40382.75">20524 12739 789 0,'0'0'88'0,"0"0"37"0,0 0-71 16,0 0-17-16,0 0 21 16,0 0-19-16,-14-52-12 15,14 29-12-15,20 0-15 16,7 3 2-16,6 4-1 16,3 4-1-16,4 6 1 15,-5 6 0-15,-4 0 0 16,-8 0 0-16,-10 18 0 15,-10 8 0-15,-3 7 3 16,0-2 5-16,-23-1 8 0,-3-6 15 16,-4-4 4-16,-1-4 1 15,2-2-11 1,5-2-11-16,6-5 0 0,7-4-2 16,6-1-9-16,3-2-3 15,2 0 1-15,0 0-3 16,0 0 1-16,9 0-2 15,16 0 2-15,9 0 2 16,6 0-1-16,-3 0 0 16,1 6-1-16,-5 6 0 15,-4 6 2-15,-8 5-1 16,-6-2 0-16,-11 4 2 16,-4-3 2-16,0-2 15 15,-15 0 36-15,-14-4 21 16,-7 0-13-16,-1-4-34 0,-4-7-2 15,-1-5-14-15,2 0-7 16,-1-6-2-16,6-17-2 16,4-1-3-16,6-4 0 15,12-4-36-15,11 2-116 16,2-1-154-16,0 3-151 16</inkml:trace>
  <inkml:trace contextRef="#ctx0" brushRef="#br0" timeOffset="41049.9">21179 12765 492 0,'0'0'434'15,"0"0"-321"-15,0 0-5 0,0 0-70 0,0 0 8 0,0 0 71 16,-29-94-112-16,51 74-4 15,2 6 6-15,0 8-7 16,6 0 1-16,-4 3 3 16,1 3-4-16,-4 0 5 15,-4 9 1-15,-5 15-2 16,-7 2 1-16,-5 7-2 16,-2-2 1-16,0 2-2 15,-21-5 6-15,-6-1 4 16,-4-4-2-16,-2-3 2 15,-3-5-4-15,7-3-5 16,5-3 0-16,11-3 2 0,9-6-3 16,4 0 0-16,0 0-2 15,0 0 0-15,4 0 0 16,21 0 0-16,8 0 1 16,0 0 0-16,3 0 1 15,-1 0-1-15,4 0-1 16,-4 0 1-16,-1 10 0 15,-10 9 1-15,-13 6 4 16,-9 0 4-16,-2 2 29 16,-4-4 34-16,-23-2-4 15,-6-6-31-15,-9-7 0 16,-3-3-27-16,-5-5-7 16,-5 0-3-16,0-24-1 15,1-7-10-15,7 0-49 16,11 1-153-16,12-4-121 0,10 2-363 15</inkml:trace>
  <inkml:trace contextRef="#ctx0" brushRef="#br0" timeOffset="41382.06">21677 12683 453 0,'0'0'601'0,"0"0"-461"0,0 0-11 0,0 0-35 0,0 0 29 0,0 0 4 16,3-42-64-16,-1 44-14 15,0 26-41-15,2 12 19 16,2 8-9-16,-2 4-2 16,1-2-7-16,3-3-8 15,-4-3-1-15,-4 1-23 16,0-1-128-16,-17-1-262 16,-17-3-297-16</inkml:trace>
  <inkml:trace contextRef="#ctx0" brushRef="#br0" timeOffset="44183.3">19672 13516 980 0,'0'0'10'0,"0"0"82"0,-149-31 22 0,124 27-33 16,12 4-20-16,13 0 0 15,0 0-21-15,42 8 12 16,58 17 4-16,61 2-39 15,58-3-7-15,45-7-9 16,31-6-1-16,8-1 9 0,-2 1 17 16,-20 1 11-16,-32-1 22 15,-33-1-19-15,-49 1-25 16,-53-5-8-16,-45-2-3 16,-40-4-2-16,-25 0-2 15,-4 0-1-15,-27 0-42 16,-39 0-105-16,-6-24-278 15,-10-6-370-15</inkml:trace>
  <inkml:trace contextRef="#ctx0" brushRef="#br0" timeOffset="45431.73">20138 13834 502 0,'0'0'536'0,"0"0"-467"0,0 0 90 0,0 0 30 0,0 0-102 16,0 0-14-16,-40-45-22 0,40 82-11 16,0 15 30-16,2 9-43 15,0-3-16-15,-2-3-4 16,0-5-4 0,0-3-2-16,0-1-1 0,0-2-6 15,0-8-42-15,0-3-183 16,0-16-137-16,0-10-141 15</inkml:trace>
  <inkml:trace contextRef="#ctx0" brushRef="#br0" timeOffset="45833.46">20414 14008 420 0,'0'0'449'15,"0"0"-333"-15,0 0-15 16,0 0 46-16,2-104-60 0,-2 98 63 15,-2 4-54-15,2 2-13 16,-4 0-72-16,-1 31-6 16,-4 8 10-16,0 16-4 15,7-5 1-15,2-2-12 16,0-6 2-16,0-4-2 16,0-8 0-16,9-6-1 15,7-6-1-15,6-10-2 16,1-6-8-16,5-2-11 15,3-6-3-15,-2-24 16 16,-4-6 7-16,-7-8 3 16,-7-6 2-16,-11-4-1 0,0 4 5 15,0 3 10-15,-18 13-9 16,-2 12 8-16,0 8 5 16,-3 9-12-16,4 5 0 15,-6 0-8-15,3 9-1 16,4 17-10-16,2 7-47 15,10-1-55-15,6 3-164 16,0-2 27-16,0-7-160 16</inkml:trace>
  <inkml:trace contextRef="#ctx0" brushRef="#br0" timeOffset="46248.78">20873 14037 112 0,'0'0'733'0,"0"0"-645"0,0 0 78 0,0 0-37 0,0 0-45 16,0 0 31-16,9-85 10 15,-9 85-78-15,0 0-33 16,-7 10-12-16,-3 22 2 16,0 8 3-16,3 3-2 15,7 1 0-15,0-1-4 16,0-2 1-16,9-5-2 15,9-6-1-15,3-4-4 16,0-14-5-16,8-6-16 0,0-6-13 16,5 0 13-16,-5-18 1 15,-2-14 19-15,-5-8 6 16,-9-4 0-16,-11-6 5 16,-2 2 3-16,0 4 2 15,-13 7 19-15,-5 7 3 16,-1 12 1-16,-2 5-6 15,3 6-12-15,-1 7-6 16,-2 0-9-16,1 10-11 16,0 17-20-16,9 6-70 15,6 2-144-15,5-2-14 16,0-4-171-16</inkml:trace>
  <inkml:trace contextRef="#ctx0" brushRef="#br0" timeOffset="46665.81">21355 14043 479 0,'0'0'348'0,"0"0"-244"0,0 0 58 0,0 0-56 16,0 0-39-16,0 0 27 15,2-86 34-15,-2 86-80 16,0 0-31-16,-2 23-11 15,-10 18 0-15,-1 4 3 16,1 8-1-16,4 0-4 16,3-4-1-16,5-4-2 0,0-6 0 15,0-11-1 1,21-3 0-16,3-10-2 16,2-9 0-16,3-3-3 0,0-3-4 15,3-3-3-15,-3-18 11 16,-2-10 1-16,-5-5 0 15,-7-6 6-15,-6-4-2 16,-9 2 1-16,0 0 22 16,0 6-2-16,-22 5 15 15,-2 10-6-15,-1 6 21 16,-2 6-49-16,0 7-6 16,1 4 0-16,-1 0-68 15,3 5-92-15,8 9-227 0,9-1-209 16</inkml:trace>
  <inkml:trace contextRef="#ctx0" brushRef="#br0" timeOffset="47415.21">22020 12454 871 0,'0'0'37'15,"0"0"109"-15,0 0-65 0,0 0-39 0,0 0-4 0,0 0-6 0,132-113 6 16,-74 109-1-16,-2 4 0 16,-9 0-3-16,-10 7-16 0,-10 15-11 15,-7 3-6 1,-2 6 9-16,-5 1-4 0,-3 0 6 15,-1 4 7 1,1 3 4-16,-3 3 5 0,0 2 16 16,-1 6-5-16,-1 0 3 15,-1 2-22-15,-2 5 14 16,0-4-16-16,0 8-3 16,2 3 2-16,-2 4-4 15,2 4-2-15,-4 1 0 16,2-5-8-16,-2 0 5 15,2-4-3-15,-2 0-2 0,0 0-1 16,0 5 2 0,0-1 1-16,0 4-5 0,0-4 3 15,0-2 3-15,0-1-4 16,0-5 1-16,2-1-1 16,9 4 0-16,1-3 1 15,1 2 1-15,1 3-3 16,-1-3 1-16,-2-4 3 15,0 4-1-15,-4-3 12 16,-3 2-11-16,-2-3-1 16,1-8 3-16,-3-5-5 15,0-15 5-15,0-6-1 16,-3-2-1-16,-21 0 0 16,-18-5-2-16,-19 0-3 15,-19-2-12-15,-29-3-89 16,-20-3-223-16,-18-9-188 0</inkml:trace>
  <inkml:trace contextRef="#ctx0" brushRef="#br0" timeOffset="51632.14">20443 14216 479 0,'0'0'588'0,"0"0"-559"0,0 0 99 0,0 0-43 0,-114 3-36 16,114-3 48-16,0 0 55 16,0 0-86-16,29-3-20 15,42-20-30-15,43-11-10 16,40-4-6-16,22 1 0 16,0 4 4-16,-15 6-4 15,-16 5 5-15,-24 6 0 16,-13 4-2-16,-21 0 24 0,-25 4-19 15,-28 0-8-15,-19 3 5 16,-13 4-5-16,-2 1 0 16,0 0-2-16,0-1-2 15,-9-2-78-15,-24 3-164 16,-7 0-109-16,-5 0-301 16</inkml:trace>
  <inkml:trace contextRef="#ctx0" brushRef="#br0" timeOffset="52615.89">17593 13461 794 0,'0'0'40'0,"0"0"54"0,0 0-19 0,0 0-23 0,0 0-1 16,0 0 33-16,10 8-17 16,44-12-7-16,31-18 7 0,19-10-28 15,20-8-17-15,12-12 48 16,9-5-57-16,9-1-3 16,-3 2 7-16,-7 10 13 15,-17 8-20-15,-26 10-5 16,-32 8 3-16,-29 7-4 15,-22 7-2-15,-11 3-2 16,-7 0 0-16,0 2-2 16,0 1-47-16,0-1-142 15,-29 1 9-15,-11 0-127 16,-10 0-303-16</inkml:trace>
  <inkml:trace contextRef="#ctx0" brushRef="#br0" timeOffset="53782.68">15035 15330 801 0,'0'0'156'0,"0"0"34"0,0 0-30 0,0 0 85 0,0 0-132 16,0 0-65-16,-19-62-12 15,-2 102-8-15,-5 12-5 16,-8 15-2-16,5-6-13 16,7-9 1-16,4-12-7 15,2-9 0-15,5-9-2 16,7-17 2-16,0 2 2 15,4-7-2-15,0 0-2 16,0 0 0-16,0-24 2 16,15-31-2-16,12-13-4 0,4-7 4 15,0 4-2-15,-2 10 1 16,-4 16-2-16,-5 12 3 16,-2 16 6-16,-12 11-6 15,1 6 1-15,4 3-1 16,7 36 4-16,6 15 0 15,5 16 8-15,2-3-4 16,-2-6 3-16,-2-2-11 16,0-5 1-16,-2-10-1 15,-6-6 0-15,2-5-1 16,-8-4-16-16,1-8-95 16,-8-2-197-16,-6-15-80 15,0-4-253-15</inkml:trace>
  <inkml:trace contextRef="#ctx0" brushRef="#br0" timeOffset="53965.68">14786 15611 940 0,'0'0'33'0,"0"0"90"0,-138-13 28 0,118 13-45 15,13 0-40-15,7 0-9 16,5 0 10-16,39 0-56 15,32 3-11-15,38-2-16 16,24-1-129-16,13 0-103 16,-1-9-188-16</inkml:trace>
  <inkml:trace contextRef="#ctx0" brushRef="#br0" timeOffset="54250.06">16105 15718 704 0,'0'0'368'15,"0"0"-287"-15,0 0 65 16,0 0-6-16,0 0-101 16,0 0 9-16,-67 0 25 15,85 0-45-15,24 0-10 0,19 0 3 16,3 0-12-1,-4 0-9-15,-8 5-2 0,-12-1-21 16,-11-4-121-16,-12 0-92 16,-13 0 14-16,-4 0-144 15,-4 0-105-15,-25 0 289 16</inkml:trace>
  <inkml:trace contextRef="#ctx0" brushRef="#br0" timeOffset="54384.21">16221 15771 88 0,'0'0'556'0,"-114"33"-424"16,74-21 13-16,13 1-44 15,19-5-37-15,8-2-35 16,4-1 18-16,40-1-22 0,23-4 22 16,20 0-30-1,4-4-17-15,-8-9-65 0,-18 3-223 16,-18-4-562-16</inkml:trace>
  <inkml:trace contextRef="#ctx0" brushRef="#br0" timeOffset="61548.57">17582 15668 1119 0,'0'0'55'0,"0"0"175"0,0 0-8 0,0 0-136 0,0 0-52 0,0 0 13 15,0 0-14-15,-25 13 0 0,30 41 17 16,2 9-18 0,-2-5-20-16,-1-1-3 0,-2-7 0 15,0-1-8 1,-2-13 1-16,2-4-2 0,3-6 0 16,1-3-5-16,10-6-39 15,2 1-113-15,6-18-281 16,5 0-191-16</inkml:trace>
  <inkml:trace contextRef="#ctx0" brushRef="#br0" timeOffset="62051.3">17827 15968 845 0,'0'0'60'15,"0"0"18"-15,0 0 29 0,0 0-76 16,15-113-17-16,12 83-3 16,8 4 0-16,4 6-10 15,0 7-1-15,-2 9 0 16,-8 4 2-16,-7 0-1 16,-9 17-1-16,-6 15 1 15,-7 5 4-15,0 2 3 16,0 1 0-16,-18-9 20 15,-4-3 13-15,2-10-4 16,-2-6 7-16,4-2-6 16,5-2-8-16,4-6-8 15,6-2-7-15,3 0-2 0,0 0-6 16,0 0-5-16,0 0-2 16,7 0 0-16,29 0-8 15,10-2 4-15,6-2 3 16,-5 4 1-16,-9 0-6 15,-11 6 6-15,-6 16 3 16,-7 7-1-16,-7 4 4 16,-7-7 3-16,0-4 2 15,-9-4 23-15,-22-4 13 16,-10-6-11-16,-5 2-16 16,-8-10-9-16,0 0-11 15,1 0-1-15,8-10-10 16,8-8-42-16,8-12-201 0,20-16-30 15</inkml:trace>
  <inkml:trace contextRef="#ctx0" brushRef="#br0" timeOffset="62632.73">18619 15869 910 0,'0'0'192'0,"0"0"-116"0,0 0-8 0,0 0-54 0,23-103-5 0,14 86 1 16,7 3 20-16,3 2-10 15,-3 10 10-15,-8 2-6 16,-9 0-4-16,-11 10-10 16,-10 13-3-16,-6 4 6 15,0 7-5-15,-22 3 14 16,-21-6-11-16,-9 1 0 16,2-1 0-16,1-9-7 15,6-10 8-15,8-2 18 0,8-4-22 16,14-3-2-1,9 2-4-15,4-5-2 0,0 0-4 16,22 4-8-16,20 0 12 16,14-3 12-16,4 12-10 15,0-2-1-15,-3 8-1 16,-9 4 0-16,-11 0 0 16,-13-1 6-16,-14 0-1 15,-10-4 4-15,0-1 17 16,-27-2 68-16,-17-3-46 15,-10 3-17-15,-6-12-17 16,-3-3-8-16,1 0-3 0,4 0-1 16,7-18-2-16,13-4-6 15,16 0-65-15,16-6-281 16,6 4-167-16</inkml:trace>
  <inkml:trace contextRef="#ctx0" brushRef="#br0" timeOffset="62935.39">19236 15721 723 0,'0'0'360'0,"0"0"-278"0,0 0 132 0,0 0-49 15,0 0-101-15,0 0 21 16,13-42-36-16,-13 90 14 16,4 14 5-16,-4 5-25 15,0 0-21-15,0-4-4 16,0-9-5-16,0-7-6 16,4-5-5-16,6-11-2 15,1-5-1-15,3-4-38 16,1-4-93-16,-2-13-250 15,1-5-165-15</inkml:trace>
  <inkml:trace contextRef="#ctx0" brushRef="#br0" timeOffset="63364.89">19608 15789 695 0,'0'0'150'16,"0"0"62"-16,0 0-100 16,0 0 3-16,0 0 35 15,0 0-34-15,0-40-68 16,-5 62-34-16,-6 11 21 16,-4 11 9-16,1 4 8 15,7-2-36-15,5 5 1 16,2-1-6-16,0-1-7 15,0-5 1-15,23-6-4 0,3-8 8 16,12-4-7 0,4-16-2-16,5-6 0 0,0-4 0 15,0-8 1-15,-5-20 0 16,-2-7-1-16,-11-9 2 16,-11-15-2-16,-12-7 0 15,-6-2 5-15,0 5-4 16,-19 6 2-16,-18 16-1 15,-7 9 2-15,-5 7-3 16,-6 16-1-16,3 4-5 0,4 5-16 16,9 5-122-1,1 21-164-15,3 1-65 0,2 4-502 16</inkml:trace>
  <inkml:trace contextRef="#ctx0" brushRef="#br0" timeOffset="63782.28">17170 16506 535 0,'-117'0'549'0,"9"0"-546"0,22 11 12 0,25-7 93 0,27 0-57 0,32 6-37 16,18 4 11-16,74 4 29 15,67-2-11-15,64-10-13 16,57-6-19-16,34 0-5 15,12 0 1-15,-4 0 17 16,-13 0 65-16,-22 0-23 16,-30 0 1-16,-37-6-28 0,-42-2-17 15,-53 4-12 1,-45-2-6-16,-43 2-4 0,-35-1-2 16,-22-2-19-16,-60 1-178 15,-30 6-181-15,-19 0-228 16</inkml:trace>
  <inkml:trace contextRef="#ctx0" brushRef="#br0" timeOffset="64398.34">18309 17052 1019 0,'0'0'11'0,"0"0"60"16,0 0 57-16,0 0-75 15,0 0-36-15,6-116-16 16,32 104 5-16,4 6 5 16,5 6 1-16,-3 0 5 15,-3 6 18-15,-12 20 13 16,-14 14-11-16,-13 4 0 15,-2 10 8-15,-19 0 20 16,-22-5-38-16,-7-9 1 16,-2-9 12-16,6-8-11 0,1-9 2 15,8-2-11-15,2-6-6 16,6-2-2-16,12-4 11 16,9 0-11-16,6 0-10 15,0 4-2-15,0 0-7 16,21 0 7-16,21 2 1 15,16-2 0-15,11-4 4 16,7 0-4-16,0 0-1 16,-5 0 2-16,-9 0 1 15,-10 5 2-15,-12-2 0 16,-11 2 18-16,-14 0-15 16,-5-1-2-16,-6-4-1 15,-4 0-2-15,0 0 3 16,0 0 0-16,0 0 1 15,0 0-2-15,0 0-5 0,0 0 2 16,2 0 0-16,-2 0-1 16,0 0-1-16,0 0 0 15,0 0-3-15,0 4-5 16,0-4-36-16,0 0-58 16,0 0-151-16,-23 0-84 15,-6 0-164-15</inkml:trace>
  <inkml:trace contextRef="#ctx0" brushRef="#br0" timeOffset="65082.62">19070 16879 707 0,'0'0'179'0,"-115"50"-6"0,35 1-44 0,-13 13-13 16,-12 7 27-16,-9 5-31 16,-9-5 14-16,-4-4-76 15,5-4-19-15,14-13-18 16,17-11-6-16,28-12-7 15,28-9-3-15,22-5-17 0,13-13-163 16,4 0-129-16,34-13-87 16</inkml:trace>
  <inkml:trace contextRef="#ctx0" brushRef="#br0" timeOffset="65548.47">20539 15913 41 0,'0'0'545'0,"0"0"-406"16,0 0 32-16,0 0-50 16,-141-34-29-16,55 32 9 15,-19 2-17-15,-29 0-4 0,-33 6 14 16,-31 16-42-16,-45 4-8 15,-42-2-27 1,-27 2-1-16,-20 1-10 0,4-9 35 16,28-1 8-16,34-4-17 15,46-3-21-15,39-6-6 16,38 0-4-16,41-4-2 16,38 0-7-16,30 0-48 15,23 0-60-15,11 0-96 16,22 0-69-16,32 0-202 15</inkml:trace>
  <inkml:trace contextRef="#ctx0" brushRef="#br0" timeOffset="66448.39">17963 15033 139 0,'0'0'653'0,"0"0"-499"0,0 0-4 0,0 0-33 15,0 0-42-15,0 0 42 16,-69-61-12-16,46 61-15 16,2 0-56-16,-2 13-6 15,-1 10-8-15,1 6 10 16,1 5 9-16,6 4-17 16,8 5-7-16,6-4 2 15,2 4-7-15,0-5-9 16,15-2 1-16,12-3 1 15,6-8 2-15,6-5-4 16,3-10-2-16,2-10 4 0,-1 0-2 16,-6 0-1-1,-6-17 1-15,-8-6 1 0,-14-3-1 16,-9-2-1-16,0 2 0 16,-19-1-3-16,-16 10 2 15,-14 12-11-15,-6 5-9 16,-3 9-70-16,-1 21-124 15,-1 8-86-15,7-1-83 16</inkml:trace>
  <inkml:trace contextRef="#ctx0" brushRef="#br0" timeOffset="68148.27">18391 15552 754 0,'0'0'126'0,"0"0"51"0,0 0-28 0,0 0-43 0,0 0 13 0,0 0 0 16,0-36-64-16,0 41-29 16,0 22-17-16,0 12 47 15,9 3-41-15,-2 2-6 16,4-5-9-16,3 3-6 16,-4-13-62-16,-3-6-248 15,-5-10-155-15</inkml:trace>
  <inkml:trace contextRef="#ctx0" brushRef="#br0" timeOffset="68798.67">18642 14951 583 0,'0'0'149'0,"0"0"32"0,0 0-36 0,0 0-53 0,0 0-9 15,0 0 11-15,-55-92 19 16,15 90-48-16,-2 2-18 0,0 2-3 16,-1 20-6-16,7 10 21 15,5 9-34-15,6 9-4 16,10-2-9-16,11 5-4 16,4 5-6-16,0-8 0 15,17-1-1-15,13-7-1 16,12-9 0-16,7-14-1 15,2-7 0-15,0-12-8 16,-4 0-5-16,-9-4-1 16,-14-19 12-16,-13-8 3 15,-11 1 0-15,0-7 0 16,-21 7-1-16,-22 8-4 16,-8 13-11-16,-11 9-18 15,-8 4-106-15,-8 28-179 16,-2 4 6-16,0 1-560 0</inkml:trace>
  <inkml:trace contextRef="#ctx0" brushRef="#br0" timeOffset="70498.86">19033 15504 655 0,'0'0'33'0,"0"0"71"0,0 0-30 16,0 0-34-16,0 0 22 15,0 0 10-15,-9-10-27 0,9 10 6 16,0 0 5-16,0 0 5 15,0 0-5-15,0 0-1 16,0 0-6-16,0 0-16 16,0 0-8-16,0-4-10 15,0 4-3-15,0 0 0 16,0 0 3-16,0 0-4 16,0 0-1-16,0 0-2 15,0 0-3-15,0 0-4 16,0 12 1-16,0 15 19 15,2 5 17-15,5 0 21 16,-1 8-47-16,2-5-3 16,2 6-8-16,-1-11-1 15,3-3-6-15,-6 0-68 16,1-16-322-16,-3-11-551 0</inkml:trace>
  <inkml:trace contextRef="#ctx0" brushRef="#br0" timeOffset="71132.28">18966 14922 754 0,'0'0'98'0,"0"0"30"0,0 0-14 0,0 0-68 0,0 0-15 16,0 0 14-16,-42-17-9 16,42 17-28-16,0 6-2 15,9 12-4-15,15 7 1 16,5 0 0-16,2 7-2 16,1 4 3-16,-3-6-2 15,-7 1 2-15,-2-10-3 0,-7-4 13 16,-4-8 34-16,-4-5 28 15,-5-4-12 1,0 4-3-16,-3-4 33 0,-26 0-51 16,-10 2-43-16,-7-2-2 15,7 0-14-15,3 0-105 16,5 0-129-16,11-13-53 16,9-10-344-16</inkml:trace>
  <inkml:trace contextRef="#ctx0" brushRef="#br0" timeOffset="71349.03">18937 14951 657 0,'0'0'126'0,"0"0"-9"0,0 0-40 16,0 0 7-16,54-100-44 15,-12 65 10-15,5 8 19 16,-1-4-16-16,-3 9-8 15,-15 13-28-15,-10 0-16 16,-11 9-1-16,-7 0-55 16,0 3-184-16,-20 15-547 15</inkml:trace>
  <inkml:trace contextRef="#ctx0" brushRef="#br0" timeOffset="72349.78">19523 15562 87 0,'0'0'638'0,"0"0"-504"0,0 0 12 0,0 0-31 0,0 0-31 16,0 0 28-16,-15-68 13 16,15 68-67-16,0 4-41 15,0 19-7-15,4 8 14 16,5 4-8-16,-3-1-8 15,-2 4-8-15,1-6-4 16,-5 4-25-16,0-9-267 0,-9-15-255 16</inkml:trace>
  <inkml:trace contextRef="#ctx0" brushRef="#br0" timeOffset="72848.11">19572 14887 700 0,'0'0'165'16,"0"0"21"-16,0 0-43 16,0 0-59-16,0 0 8 15,0 0-38-15,-72-58 4 16,49 72-14-16,9 0-13 15,9 0-19-15,5 3-7 16,0 4-1-16,21 3-3 16,12 1 2-16,5 2-2 0,4-3 1 15,-4 6-2-15,-7-3 1 16,-5 4-1-16,-10-5 1 16,-8-8-1-16,-5 0 1 15,-3-8 1-15,-6 3 9 16,-23-2 44-16,-9 0-29 15,-5-2-21-15,3-4-5 16,5-5-36-16,1 0-90 16,3-5-231-16,7-21-147 15</inkml:trace>
  <inkml:trace contextRef="#ctx0" brushRef="#br0" timeOffset="73032.5">19545 14883 442 0,'0'0'392'0,"0"0"-291"16,0 0-4-16,110-104-30 15,-46 73-27-15,8-5 21 16,-6 10-9-16,-14 8-36 16,-17 6-16-16,-26 12-33 15,-9 0-127-15,-31 0-400 16</inkml:trace>
  <inkml:trace contextRef="#ctx0" brushRef="#br0" timeOffset="79665.47">6898 3269 1115 0,'0'0'41'0,"-152"-23"-36"0,95 19 54 0,21 2-15 0,26 0 49 15,10 2 77-15,42 0-108 16,45 0-41-16,50 0-9 16,62 8-7-16,40-2 1 15,37 1-6-15,16 3 0 16,-2 3 0-16,-12 1-2 16,-18 0 2-16,-31-1 6 0,-34-9-6 15,-48-4-19-15,-53 0-94 16,-50 0-52-16,-44 0 35 15,-31-4 48-15,-69-3-158 16,-52-2-71-16,-39 4 90 16,-37 4 76-16,-19-2 141 15,-18 3 4-15,-7 0 118 16,7 0 42-16,22 3 81 16,45 6-59-16,48 0-52 15,61-4-31-15,47-2-14 16,32-2-12-16,18 2-10 15,59-2-15-15,51 1-9 16,57-2 51-16,53 0-63 16,39 0-25-16,17-6 1 15,5 2 11-15,-15 4 5 0,-20 0-14 16,-38 0-5-16,-49 0-17 16,-51 8-99-16,-58-2-45 15,-36-3-17-15,-22 1-8 16,-30-4-72-16</inkml:trace>
  <inkml:trace contextRef="#ctx0" brushRef="#br0" timeOffset="80932.12">12510 2257 682 0,'0'0'109'0,"0"0"52"0,110-122-67 0,-99 76-6 15,-11 1 30-15,-15-5-10 16,-35 0-36-16,-18 5-2 15,-24 10 1-15,-24 13-40 16,-26 14 12-16,-25 8-11 16,-16 26 9-16,-11 39-1 0,5 35-2 15,15 37-3 1,18 25-11-16,31 22-6 0,43 7-4 16,50-7-12-16,35-7 1 15,82-23-1-15,44-23-2 16,45-25-6-16,29-28 4 15,19-34 1-15,24-32-3 16,3-18-11-16,9-52 7 16,-13-34 8-16,-27-30 1 15,-33-35-1-15,-52-37-8 16,-60-24-37-16,-58-24-6 16,-46 2 3-16,-76 33-75 0,-60 45 22 15,-42 63-33 1,-32 63 15-16,-27 36-96 0,-12 6-315 15</inkml:trace>
  <inkml:trace contextRef="#ctx0" brushRef="#br0" timeOffset="84615.68">1674 7561 1122 0,'-140'52'38'0,"-16"13"91"0,-14 6-10 0,0-6 49 0,24-7-59 0,37-17-3 15,41-22-47-15,39-10-30 16,29-9-25-16,39-5-4 16,63-32 0-16,63-28 8 0,60-20-6 15,36-18 2-15,21-5-2 16,-1 5 1-16,-11 4-3 15,-16 10-17-15,-31 1-21 16,-25 7-30-16,-38 12-50 16,-44 10-42-16,-47 25-62 15,-53 16 10-15,-38 18 13 16,-83 18-77-16</inkml:trace>
  <inkml:trace contextRef="#ctx0" brushRef="#br0" timeOffset="84817.04">1195 7782 11 0,'-239'121'1072'16,"46"-23"-990"-16,68-30 37 0,65-24-44 16,60-26-52-16,51-18-22 15,78-20 35-15,73-53 74 16,68-37-59-16,65-25-26 16,35-16-11-16,8 8-4 15,-15 11-10-15,-51 14-4 16,-56 16-1-16,-55 9-158 15,-63 19-134-15,-66 14-142 16</inkml:trace>
  <inkml:trace contextRef="#ctx0" brushRef="#br1" timeOffset="93881.88">6857 4539 544 0,'0'0'435'0,"0"0"-404"0,-17-104 131 0,13 90 5 16,2 9-20-16,2 2 20 0,0 3-70 15,0 0-44-15,0 0-33 16,0 36-12-16,0 21-3 16,0 16 21-16,2 8-4 15,5-3-8-15,0-2-1 16,0-5-2-16,-1-14-10 16,0-8-1-16,-1-19 3 15,-3-10-3-15,0-10-1 16,-2-8-7-16,0-2-9 15,0 0-9-15,0-36-1 0,0-24 1 16,-11-23-2 0,3-9 9-16,6-4-18 0,2 2 8 15,0 12 15-15,12 17-5 16,11 21-9-16,2 19 23 16,-2 12 0-16,10 13 4 15,2 0 1-15,1 28 0 16,-7 13 0-16,-10 5 1 15,-19-1 36-15,0 2-29 16,-35-6 12-16,-14-2-18 16,-2-9-4-16,9-7-22 15,10-12-81-15,14-3-107 16,14-8-67-16,4 0-321 16</inkml:trace>
  <inkml:trace contextRef="#ctx0" brushRef="#br1" timeOffset="94135.73">7355 4868 674 0,'0'0'424'0,"0"0"-409"0,0 0 78 0,0 0 20 0,0 0-88 16,0 0 62-16,-4 0-3 15,4 0-38-15,0 0-42 16,0 0-4-16,0 0 1 16,0 0-3-16,0 0-3 0,0 0-6 15,0 0-53-15,0 0-162 16,0 0-100-16,0-9-383 16</inkml:trace>
  <inkml:trace contextRef="#ctx0" brushRef="#br1" timeOffset="94486.32">8046 4457 982 0,'0'0'42'15,"0"0"109"-15,0 0-83 16,0 0 27-16,0 0 1 0,0 0-58 15,-69-88-10-15,54 101-24 16,3 12-4-16,12 4-3 16,0 7-3-16,18-1-10 15,18 4 0-15,4 1-20 16,-2-3 20-16,-4 1 7 16,-11-1 8-16,-7-7 1 15,-11-4 3-15,-5-4 3 16,-7 0 4-16,-30 3 19 15,-15-3-3-15,-8-7 3 0,0-4 1 16,4-11-5 0,14 0-17-16,10-17-8 0,22-17-117 15,10-8-130-15,15-2-177 16</inkml:trace>
  <inkml:trace contextRef="#ctx0" brushRef="#br1" timeOffset="94665.84">8318 4680 740 0,'0'0'432'0,"0"0"-426"16,0 0 23-16,0 0-29 16,0 0-7-16,0 0-155 15,-9-27-347-15,26 14 61 0</inkml:trace>
  <inkml:trace contextRef="#ctx0" brushRef="#br1" timeOffset="95200.18">8478 4578 1152 0,'0'0'48'0,"0"0"-5"15,0 0 146-15,0 0-138 16,0 0 44-16,0 0-29 15,-3 12-59-15,22 26 4 16,1 1-8-16,-5-3-3 0,-6-11-3 16,-4-6 1-16,-5-7-18 15,0-10-20-15,0-2 12 16,0 0 18-16,0-19 8 16,-14-14-63-16,4-17 29 15,10-3-5-15,0 1 33 16,13 8 6-16,16 10 2 15,2 11 0-15,4 13 0 16,3 10 0-16,-4 5 0 16,0 29 0-16,-7 10 0 15,-4 6-4-15,-7-6 2 16,-7-5-1-16,-5-14 0 16,-4-9-1-16,0-7 2 0,0-8 1 15,0-1 1 1,0-3 0-16,-13-31-22 0,2-9 8 15,4-9 10-15,7-6-2 16,0 4 4-16,13 9 1 16,7 15 1-16,3 17 4 15,4 13 4-15,6 4 4 16,9 33 16-16,3 17 66 16,-1 8-4-16,-8 3-16 15,-5-9-36-15,-11-5-29 16,-11-11-2-16,-4-11-7 15,-5-4-11-15,0-8-122 16,-14-4-137-16,-8-13-211 16</inkml:trace>
  <inkml:trace contextRef="#ctx0" brushRef="#br1" timeOffset="95615.15">9184 3990 1176 0,'0'0'0'0,"-154"-142"9"0,55 65 6 0,-24 4-1 0,-29 10 73 0,-30 19 64 16,-43 28-52-16,-41 16-31 15,-48 57-47-15,-39 40 19 16,-29 37 8-16,-1 29-4 15,38 20 4-15,61 15-2 0,89 5-12 16,95-3-8-16,88 3-20 16,68-10-6-16,109-17-2 15,83-28 1-15,81-39-1 16,81-44 0-16,67-47-12 16,44-27-24-16,23-65-32 15,-27-41 70-15,-57-29 5 16,-90-27 9-16,-106-31 3 15,-111-25 2-15,-113-19-16 16,-93-7-3-16,-134 23-3 0,-114 43-47 16,-98 66-32-1,-82 76-137-15,-54 45-186 0,-13 64-314 16</inkml:trace>
  <inkml:trace contextRef="#ctx0" brushRef="#br1" timeOffset="96765.99">17030 3104 865 0,'-148'0'271'0,"-8"6"-261"16,7 7 94-16,24 0 56 0,46-3-23 0,38-6-1 15,41 6-68-15,38 4-38 16,69 2 1-16,69 1 1 15,63-10-17-15,46-7-6 0,29 0-4 16,4 0 1 0,-15 0 12-16,-31 0-16 0,-40-4-2 15,-56 3-7-15,-54 1-36 16,-50 0-71-16,-48 0-69 16,-24 0-186-16,-53 0-120 15</inkml:trace>
  <inkml:trace contextRef="#ctx0" brushRef="#br1" timeOffset="97665.33">5558 7124 529 0,'0'0'297'0,"0"-108"-208"0,-2 68 42 0,-8 12-16 0,1 12 29 0,1 6 19 16,2 8-31-16,2 2-39 15,2 0-33-15,2 2-8 16,0 36-26-16,0 16-17 16,4 12 6-16,6 3-6 15,-1-9-8-15,-5-4-1 16,0-6 0-16,-2-4-29 16,4-8-84-16,-4-6-118 15,2-6-80-15,3-11-10 0,-1-15-170 16,8 0 148-16</inkml:trace>
  <inkml:trace contextRef="#ctx0" brushRef="#br1" timeOffset="97998.4">5711 7104 499 0,'0'0'410'0,"0"0"-346"16,0 0 48-16,16-105-11 16,-14 103 14-16,0-1 16 15,-2 3-19-15,4 0-70 16,4 0-42-16,2 28-15 0,11 16 15 15,3 12 11-15,5 0-3 16,2-5-5-16,0-5-6 16,-2-8 0-16,2-13 1 15,-2-6-4-15,-2-11-8 16,-2-8-2-16,-3 0 6 16,-2-18 10-16,-4-24 1 15,-5-16 23-15,-9-7-12 16,-2-4 0-16,-2 3 1 15,-21 9 1-15,1 17-11 16,-2 13 2-16,3 14-10 16,0 12-14-16,-4 1-62 15,-6 11-110-15,-2 30-58 0,-4 14-214 16</inkml:trace>
  <inkml:trace contextRef="#ctx0" brushRef="#br1" timeOffset="98297.95">5174 7744 1088 0,'0'0'86'16,"0"0"-48"-16,-118 36 92 15,89-26-62-15,14-3 60 0,15-5-39 16,29-2-49-16,48 0-13 15,55-9-10 1,41-20-3-16,35-8 4 0,19-5-2 16,-4 0-7-16,-9 4 2 15,-29 2-3-15,-43 8-3 16,-53 12-5-16,-49 7-2 16,-40 7-74-16,-17 2 8 15,-59 28-161-15,-35 21-144 16,-32 19-270-16</inkml:trace>
  <inkml:trace contextRef="#ctx0" brushRef="#br1" timeOffset="98550.13">5546 8124 68 0,'0'0'944'0,"0"0"-931"15,0 0 44-15,0 0 81 16,0 0 42-16,0 0 2 15,-17-83-58-15,15 83-62 16,2 6-23-16,0 38-10 16,0 16 1-16,0 13-16 15,0-4-9-15,0-2-5 16,0-3-5-16,0 2-36 16,0-6-92-16,0-9-137 0,0-11-38 15,10-27-73 1,9-13-223-16,5-16 485 0</inkml:trace>
  <inkml:trace contextRef="#ctx0" brushRef="#br1" timeOffset="99133.9">5729 8213 979 0,'0'0'53'0,"0"0"18"16,0-108 15-16,0 94 3 16,0 8 58-16,0 6 7 15,0 0-52-15,0 0-65 16,0 0-36-16,0 26 4 15,4 16 14-15,10 8-8 16,1-2-10-16,3-7-1 16,2-9-2-16,2-9-18 15,5-4-32-15,-3-9 19 16,4-10-28-16,-7 0 9 0,-2-7-15 16,-10-20 34-16,-2-12 31 15,-7-2 2-15,-7-2 1 16,-15 7 3-16,-15 10 6 15,2 8 27-15,-1 8 12 16,3 5-46-16,11 3 2 16,13-2-2-16,9-1-3 15,0-5-17-15,42-7-90 16,25 0 90-16,25-7 9 16,3 0-11-16,-5 4-44 15,-15 4 38-15,-15 3 25 16,-20 8 1-16,-15 3 1 0,-19 2-1 15,-6 0 2-15,0 21 29 16,-9 18 26-16,-11 11-39 16,-2 0 10-16,4-1-14 15,7-7-8-15,11-7-3 16,0-4-4-16,13-10-5 16,21-6 1-16,3-9-1 15,6-6-25-15,-1 0 12 16,1-18 6-16,-5-14 12 15,-9-9 5-15,-12-9 6 16,-17-2 14-16,0 2 21 16,-31 5-27-16,-15 16 5 15,-10 10-24-15,-9 12-22 16,-9 7-81-16,-1 0-228 0</inkml:trace>
  <inkml:trace contextRef="#ctx0" brushRef="#br1" timeOffset="99648.6">6190 6268 721 0,'0'0'41'0,"0"0"80"0,0 0-24 0,0 0 2 0,0 0 10 0,0 0-64 15,-25 16-33-15,2 82 6 16,-9 23 11-16,8 17-14 16,-4 13-12-16,-2 7-3 15,-4 6-16-15,-3 1-90 16,0-8-81-16,8-7-182 16,8-16-39-16,7-16 196 15</inkml:trace>
  <inkml:trace contextRef="#ctx0" brushRef="#br1" timeOffset="100032.76">6475 7849 721 0,'0'0'76'0,"0"0"87"16,0 0-39-16,0 0-33 15,0 0 9-15,0 0-22 16,-24 69-62-16,-1 32 5 16,-6 19 3-16,-10 10-11 15,0 8-13-15,-6 5-14 16,-4 0-56-16,-1-4-78 16,2-3-37-16,-5-16-162 0,4-12-263 15</inkml:trace>
  <inkml:trace contextRef="#ctx0" brushRef="#br1" timeOffset="101034.69">8982 6589 917 0,'0'0'42'0,"-10"-105"86"0,10 63-22 0,0 17-11 16,0 6 40-16,0 12 25 16,0 5-68-16,0 2-52 0,0 28-16 15,0 32 9 1,7 20 24-16,-4 14-38 0,-3-3-13 15,0-1-4 1,0-12-2-16,0-14 0 0,0-22-1 16,0-20-14-1,0-13-22-15,0-9-38 0,0 0-2 16,0-38 47-16,0-31-7 16,2-24 33-16,-2-11-7 15,0-4 9-15,0 1 2 16,7 4 5-16,17 14-5 15,10 25-4-15,6 26 4 16,3 21 2-16,1 17-2 16,3 0-2-16,-5 30 2 15,-10 14 11-15,-13 9-11 16,-19 0-6-16,-2-3 0 16,-45-8-22-16,-17-2 5 0,-17-6-192 15,-5-8-72-15,5-8-218 16</inkml:trace>
  <inkml:trace contextRef="#ctx0" brushRef="#br1" timeOffset="101549.79">8804 7674 247 0,'0'0'732'0,"0"0"-658"0,0 0 58 0,0 0 3 0,0 0 29 16,0 0-30-16,-38-30-32 16,32 78-89-16,-6 17 34 15,3 12-16-15,1-1-16 16,-2-10-12-16,3-4-3 16,3-5-4-16,0-13-21 0,4-8-96 15,0-6-148-15,0-16-40 16,2-14-227-16</inkml:trace>
  <inkml:trace contextRef="#ctx0" brushRef="#br1" timeOffset="101865.88">9011 7806 522 0,'0'0'375'0,"0"0"-335"15,0 0 49-15,0 0 32 16,0 0-11-16,0 0 22 15,-27-82-36-15,27 82-69 16,0 25-25-16,0 19 0 16,0 13 9-16,0 6-11 15,0-5-2-15,2-5 1 16,17-8-3-16,4-13-10 0,4-9-7 16,7-18-16-16,1-5 3 15,4-7 15-15,-4-29 15 16,-1-9 4-16,-14-11 6 15,-11-4 0-15,-9-1 11 16,-3 7 0-16,-21 12 4 16,-10 12-4-16,-5 14-17 15,-10 14-31-15,-6 2-142 16,-7 20-167-16</inkml:trace>
  <inkml:trace contextRef="#ctx0" brushRef="#br1" timeOffset="103964.96">11694 6450 66 0,'0'0'968'0,"0"0"-896"0,0 0 86 0,0 0-28 0,0 0 7 0,0 0-27 0,0-21-18 16,-9 73-71-16,-7 14 2 15,-5 0-18-15,2-7 0 16,1-12-5-16,3-9-3 16,0-11-4-16,7-11-31 15,4-10-5-15,4-6-13 16,0 0-15-16,0-27 31 16,11-24 0-16,11-18 22 15,7-9 14-15,0 2 4 16,2 2 3-16,1 10-1 0,-5 13 4 15,-10 21 13-15,-5 16 20 16,-10 10 12-16,4 4-4 16,5 12-26-16,7 28 31 15,5 14 27-15,-6 7-61 16,-1 1-8-16,-3 0-6 16,0-2-4-16,1-6-1 15,-3-5-12-15,0-5-78 16,-4-8-55-16,-5-6-102 15,-2-6 4-15,0-11-13 16,0-10-82-16,-4-3 65 16,-19-16 113-16</inkml:trace>
  <inkml:trace contextRef="#ctx0" brushRef="#br1" timeOffset="104115.67">11557 6639 787 0,'0'0'74'0,"0"0"36"16,0 0-37-16,0 0-30 15,0 0 5-15,0 0 5 16,85-17-19-16,11-4-29 16,7-2-5-16,-1-2-28 15,-4 7-67-15,-22 4-71 16,-23 8-310-16</inkml:trace>
  <inkml:trace contextRef="#ctx0" brushRef="#br1" timeOffset="104615.34">11678 7814 141 0,'0'0'748'0,"0"0"-708"0,0-122 76 0,-5 104 17 0,5 10-29 16,-4 2 68-16,2 6 2 0,0 0-90 15,-1 0-39 1,1 26 0-16,0 18-7 0,0 10-13 15,0 3-19-15,2-10-2 16,0-3-4-16,0 0-7 16,0-3-35-16,0-3-159 15,-3-5-170-15,-2-6-2 16</inkml:trace>
  <inkml:trace contextRef="#ctx0" brushRef="#br1" timeOffset="104834.83">11802 7804 712 0,'0'0'208'15,"0"0"-171"-15,0 0 123 0,0 0-36 16,0 0 6-16,0 0-30 16,10-61-40-16,-2 92-41 15,5 13 19-15,1 8-29 16,-5 0-9-16,-5 1-8 15,-4-3-83-15,0-1-110 16,-2-5-57-16,-20-7-212 16</inkml:trace>
  <inkml:trace contextRef="#ctx0" brushRef="#br1" timeOffset="106315.33">8438 7336 709 0,'0'0'161'0,"0"0"-110"0,0 0 125 0,0 0-61 15,0 0-49-15,-114-33 14 16,57 72-7-16,-5 26 46 16,-4 20-39-16,11 16 1 15,8 10-31-15,18 3-15 16,18 0-1-16,11-5-26 16,11-9-4-16,38-10-4 15,22-14-3-15,19-15-45 0,12-16-75 16,1-14-134-16,-1-21-19 15,-15-10-75-15,-9-3-416 16</inkml:trace>
  <inkml:trace contextRef="#ctx0" brushRef="#br1" timeOffset="106634.81">9167 7369 1109 0,'0'0'16'0,"0"0"45"0,0 0 21 16,0 0-52-16,0 0-13 15,0 0 76-15,127 130 29 16,-60-50-24-16,-3 11-64 15,-12 7 22-15,-17 6-42 16,-24 6-11-16,-11 3-3 16,-44-1 4-16,-32 0-4 0,-11-5-39 15,-4-9-104 1,4-12-102-16,11-24-90 0,13-26-455 16</inkml:trace>
  <inkml:trace contextRef="#ctx0" brushRef="#br1" timeOffset="107168.19">9791 7285 970 0,'0'0'44'16,"0"0"-26"-16,0 0 86 16,0 0-62-16,16-104-42 15,17 87 2-15,5 10 4 16,-3 7 0-16,-6 0-2 15,-14 18 0-15,-7 11 0 16,-8 3 2-16,0 1 16 16,-16-5 3-16,-13-1-2 15,-3-6 8-15,0-3-11 0,9-6-9 16,10-5-3-16,8-4 1 16,5-2-5-16,0-1-4 15,2 3-1-15,25 1-3 16,9 6 4-16,4 4 2 15,-3 5 1-15,-6 6-1 16,-6 2 6-16,-9-4 11 16,-9-2 15-16,-7-1 54 15,-2 0-23-15,-36 4-3 16,-14-4-41-16,-10-4-10 16,-3-8-6-16,10-8-5 15,5 0-12-15,6-18-60 16,13-12-185-16,9-9-93 15</inkml:trace>
  <inkml:trace contextRef="#ctx0" brushRef="#br1" timeOffset="107731.88">11573 7365 931 0,'0'0'91'0,"0"0"14"0,0 0 54 0,0 0-73 0,0 0-20 0,-129 17 27 0,84 50 42 16,3 16-67-16,9 9-18 15,15 4-13-15,11 2 2 16,7-3-25-16,11-3-6 15,23-4-6-15,15-9-2 16,4-13-7-16,5-11-47 16,3-15-86-16,-1-13-181 15,0-18 5-15,5-9-421 0</inkml:trace>
  <inkml:trace contextRef="#ctx0" brushRef="#br1" timeOffset="108015.74">12132 7519 488 0,'0'0'501'16,"0"0"-393"-16,0 0 47 15,0 0-76-15,0 0-46 0,0 0 2 16,42 81 111-16,-3-1-65 15,-4 10-33-15,-6 7 17 16,-11-3-42-16,-11-4-15 16,-7-9-8-16,-7-8-1 15,-33-9-5-15,-14-9-119 16,-10-7-134-16,-5-20-75 16,2-21-561-16</inkml:trace>
  <inkml:trace contextRef="#ctx0" brushRef="#br1" timeOffset="108583.67">12583 7365 962 0,'0'0'29'16,"0"0"18"-16,0 0 41 15,0 0-39-15,-56-121 21 16,62 92-27-16,23 2-34 0,5 7-3 15,1 9-5-15,1 3 2 16,-5 8 5-16,-4 0 3 16,-5 0 1-16,-11 15 4 15,-6 9-5-15,-5 5 13 16,0 1-3-16,-12-2-2 16,-14 0-12-16,-3-3-3 15,0-8 0-15,3-3-2 16,10-6 0-16,7-3-2 15,7-3 2-15,2-2 0 16,0 0 3-16,4 0-5 16,27 0-28-16,9-9 24 15,10 1 3-15,-4 6 1 0,-3 2 0 16,-8 8 0 0,-6 22 5-16,-2 10 10 0,-16 1 9 15,-11-4 38-15,0-2 41 16,-35-3-47-16,-32-3-32 15,-18-4-24-15,-19-5-24 16,-12-11-184-16,-1-9-221 16</inkml:trace>
  <inkml:trace contextRef="#ctx0" brushRef="#br1" timeOffset="111283.81">8193 9453 831 0,'0'0'75'0,"0"0"26"0,0 0 39 0,-29-115-28 0,22 103 48 0,1 4 28 15,2 6-98-15,2 2-33 16,2 0-18-16,-4 0-18 15,2 21-12-15,-6 20 5 16,-1 13 8-16,0 4-2 16,4 3-16-16,5-1-3 15,0 0 3-15,0-2-4 16,0-4-2-16,0-5-27 16,5-7-78-16,10-12-233 0,2-15-3 15,-2-15-265 1</inkml:trace>
  <inkml:trace contextRef="#ctx0" brushRef="#br1" timeOffset="111651.15">8429 9543 427 0,'0'0'506'0,"0"0"-482"16,0 0 78-16,0 0 1 15,0 0 75-15,0 0-43 16,-29-100-38-16,29 100-53 15,-4 6-41-15,-2 24 0 16,-4 10-1-16,1 8 2 16,5 0 0-16,4-4-2 15,0-4 0-15,0-4-2 16,11-9-13-16,11-10 11 0,3-4-8 16,4-8-27-16,0-5 14 15,-1 0 1-15,4-16-4 16,-8-16 16-16,-6-8 10 15,-9-7 2-15,-9-2 4 16,0 1 3-16,-19 4 15 16,-8 8 3-16,-2 9-12 15,-2 9-1-15,2 13-14 16,-1 5 0-16,6 0-44 16,6 22-153-16,5 8-85 15,2 4-174-15</inkml:trace>
  <inkml:trace contextRef="#ctx0" brushRef="#br1" timeOffset="112034.1">8754 9529 970 0,'0'0'38'15,"0"0"82"-15,0 0 3 16,0 0-1-16,0 0 34 15,0 0-77-15,-6-71-60 16,4 78-13-16,-3 29-5 16,1 10-2-16,0 6 5 15,2-2-9-15,2-4 9 0,0-4-8 16,0-8-3-16,12-8-14 16,5-8-11-16,0-8-28 15,5-10-31-15,1 0 67 16,-2-4 19-16,4-24-1 15,-7-8 6-15,-5-9 4 16,-11-8 1-16,-2-3 1 16,0 2 53-16,-15 8-19 15,-5 10 9-15,-3 7-23 16,4 13-16-16,-1 7-10 16,1 6-3-16,4 3-82 0,1 11-132 15,1 12-101 1,3 4-329-16</inkml:trace>
  <inkml:trace contextRef="#ctx0" brushRef="#br1" timeOffset="112415.21">9100 9432 900 0,'0'0'98'16,"0"0"22"-16,0 0 12 15,0 0-40-15,0 0-12 16,0 0-16-16,-29-11-36 16,18 40-11-16,0 11 20 15,0 7-21-15,9-2-5 16,2-1 2-16,0 1-9 0,11-7-3 16,13-8-1-16,5-6-1 15,0-8-10-15,3-8-4 16,-7-8 3-16,4 0 5 15,-4 0 6-15,0-25 0 16,-7-16 1-16,-5-11 5 16,-9-10 0-16,-4-2 13 15,0 2 11-15,-22 12-9 16,-2 12 4-16,-1 12-9 16,-1 13-13-16,-6 13-2 15,-3 0-101-15,-3 18-147 0,-5 9-130 16</inkml:trace>
  <inkml:trace contextRef="#ctx0" brushRef="#br1" timeOffset="113032.45">11417 9463 973 0,'0'0'37'0,"0"0"56"0,0 0 58 0,0 0-19 0,0 0 86 0,0 0-117 15,-21-85-52-15,21 85-21 16,0 21-7-16,0 18 5 16,0 11 12-16,3 5-21 15,-1 1-14-15,-2-2 1 0,0-4-2 16,0-2-2 0,0-2 0-16,0-3-34 0,0 0-77 15,0-7-266-15,0-17-34 16</inkml:trace>
  <inkml:trace contextRef="#ctx0" brushRef="#br1" timeOffset="113564.79">11738 9607 645 0,'0'0'169'15,"0"0"-112"-15,0 0 78 0,0 0-72 16,0 0-2-16,-40-110 0 16,40 92-12-16,20 6-37 15,6 3-6-15,9 5-4 16,2 4-2-16,-1 0 1 16,-3 4 0-16,-6 19 0 15,-10 4-1-15,-5 3 5 16,-10 6 6-16,-2-5-9 15,-2-4 6-15,-25 3 1 16,-4-10-4-16,-5-1 7 16,5-5 4-16,2-5-4 0,4-4-2 15,10-3-4 1,6 0-2-16,4-2 4 0,5 0-2 16,0 0-2-1,0 0-4-15,23 0 0 0,8 0-1 16,4-4 1-16,5 4-2 15,-2 0 2-15,-1 0-1 16,-6 10 1-16,-8 11 0 16,-7 0 2-16,-9-1 4 15,-7 0 13-15,0 1 28 16,-31-4 11-16,-15 2-17 16,-10-3-27-16,-5-9-8 15,3-7-5-15,5 0-1 16,4-7-7-16,16-22-96 0,13-11-133 15,17-7-147-15</inkml:trace>
  <inkml:trace contextRef="#ctx0" brushRef="#br1" timeOffset="114099.09">12253 9557 946 0,'0'0'26'0,"0"0"5"0,0 0 38 0,0 0-23 0,0 0-7 15,42-103-19-15,-2 102 7 16,5 1-20-16,-6 0 7 15,-5 15-9-15,-10 14 11 16,-10 3-5-16,-14 4-2 16,0 4 7-16,-18-2-12 15,-17-5 2-15,-5-2-2 16,1-12-1-16,5-3 0 16,11-11 1-16,7-3 2 15,7-2 0-15,9 0-3 0,0 0 11 16,0 0 10-1,13-12-8-15,16-1-16 0,5 4-3 16,1 3 2-16,6 6 2 16,-1 0 0-16,1 4 1 15,1 18 14-15,-11 5 8 16,-10-2 21-16,-11 0 13 16,-10-5-25-16,0-2 23 15,-29 0-13-15,-18 0-12 16,-11-4-13-16,-7-8-13 15,5-6-2-15,0 0-3 16,11-19-15-16,16-9-31 16,21-6-185-16,12-6-111 0</inkml:trace>
  <inkml:trace contextRef="#ctx0" brushRef="#br1" timeOffset="114383.23">12939 9465 848 0,'0'0'258'0,"0"0"-172"0,0 0 50 0,0 0 86 0,0 0-95 0,0 0-74 15,-11-33-31-15,11 66-16 16,0 13 20-16,13 6-8 16,5 3-10-16,-1 1-8 15,-3 3-8-15,-9 1-154 16,-5-2-420-16</inkml:trace>
  <inkml:trace contextRef="#ctx0" brushRef="#br1" timeOffset="117015.23">8490 10618 273 0,'0'0'459'0,"0"0"-366"0,0 0 56 0,-29-115-49 0,24 99-10 16,-2 8 40-16,7 3-21 15,0 2 70-15,-2 3-103 16,2 0-23-16,0 0-24 16,-2 0-15-16,2 0-4 15,0 5-6-15,0 25 2 16,0 11 12-16,0 9-1 16,0 9-1-16,0 3 6 15,9-2-12-15,0 5 0 16,-1-5 4-16,-1-1-7 15,0-2 9-15,-2-7-10 0,-3-10-5 16,2-6 2-16,-2-8-1 16,0-8-2-16,3 0 0 15,-3-4-5-15,2 0-34 16,6-6-110-16,-6-6-292 16,-4-2-130-16</inkml:trace>
  <inkml:trace contextRef="#ctx0" brushRef="#br1" timeOffset="117365.29">8195 11111 891 0,'0'0'31'0,"0"0"61"16,0 0 23-16,0 0-27 15,0 0 10-15,0 0 32 16,36-27-57-16,-12 27-15 15,3 9-31-15,-2 17-2 16,0 8-4-16,-4 8-7 16,2 2-2-16,-5 2-8 15,-1-3-1-15,1-7 1 16,-2-10-4-16,-2-13-1 16,-2-4 1-16,0-9 0 15,3 0 1-15,12-4 5 16,11-26-1-16,5-16 0 15,-1-8-4-15,-2-5 0 0,-7 4-1 16,-4 12-1-16,-9 15-4 16,-9 13-14-16,-7 15-49 15,-4 0-222-15,0 6-33 16,-23 15-362-16</inkml:trace>
  <inkml:trace contextRef="#ctx0" brushRef="#br1" timeOffset="119400.07">12453 2121 969 0,'0'0'179'0,"0"0"-133"0,0 0 247 0,0 0-134 16,0 0-62-16,0 0-66 15,-20-64-9-15,20 86-1 16,0 14-4-16,11 2 9 16,4-3-20-16,3-14 1 15,-1-6-6-15,-1-10 4 16,5-5 2-16,14-30 0 15,15-36-1-15,15-26-6 16,8-22-2-16,5-11 1 16,7-14-4-16,5-16-8 15,9-4-13-15,-2 9-6 0,-9 25 4 16,-17 37-50-16,-19 40 11 16,-17 40-104-16,-6 8-134 15,-16 39 12-15</inkml:trace>
  <inkml:trace contextRef="#ctx0" brushRef="#br1" timeOffset="120582.68">7744 11959 1035 0,'0'0'99'0,"0"0"104"0,0 0-50 0,0 0-71 0,0 0-31 0,0 0-6 15,-41 44 12-15,34 0-14 16,1 5-36-16,-1 1-2 16,5-2-1-16,-3-6 1 15,3-8-4-15,2-8-1 16,0-10 0-16,0-6-2 16,0-4-7-16,0-6 3 15,0 0 2-15,0 0 7 16,14-16-7-16,15-12 2 15,10-3-1-15,3 6 3 16,6 9 3-16,-2 10-3 16,6 6 1-16,-1 0 9 15,-2 14 0-15,-14 10 1 16,-13 4-1-16,-13 0 10 0,-9 5-6 16,-15 4 0-16,-36 5 5 15,-16 0-16-15,-4-7-3 16,6-9-9-16,16-13-72 15,16-13-82-15,14 0-222 16,10-24-1-16</inkml:trace>
  <inkml:trace contextRef="#ctx0" brushRef="#br1" timeOffset="120732.81">7769 11997 964 0,'0'0'54'0,"0"0"25"16,0 0-3-16,0 0 4 15,130-68-32-15,-69 61-28 16,5 7-20-16,9 0-19 16,-2 0-137-16,-14 15-295 15</inkml:trace>
  <inkml:trace contextRef="#ctx0" brushRef="#br1" timeOffset="121065.97">8392 12126 921 0,'0'0'113'0,"0"0"10"16,0 0-18-16,0 0-54 0,0 0 55 15,0 0-25 1,-68 104-16-16,68-66-39 0,0 0-16 16,0-3-8-16,12 2 3 15,5-7-4-15,4-4-1 16,1-7 0-16,-2-8-7 15,2-7 3-15,-1-4 1 16,-5 0 3-16,5-24 6 16,-6-12-3-16,-7-10 0 15,-8-8 1-15,0-1-2 16,-14 5 0-16,-8 11 12 16,-5 11 1-16,0 11-5 15,1 12-10-15,-1 5-5 16,4 5-50-16,4 26-158 0,1 5-59 15,11-2-226 1</inkml:trace>
  <inkml:trace contextRef="#ctx0" brushRef="#br1" timeOffset="121464.88">8677 12208 897 0,'0'0'78'15,"0"0"54"-15,0 0-15 16,0 0 39-16,0 0 23 16,0 0-53-16,0-99-75 15,0 99-31-15,0 0-15 0,0 14-5 16,-2 19 3-16,-3 7 1 16,5 4-2-16,0 0-2 15,0-2 1-15,0-4-1 16,13-8 0-16,3-6-1 15,2-8 0-15,2-6-1 16,-1-6-3-16,4-4 1 16,2 0 4-16,-1-17 1 15,1-11 0-15,-8-7 0 16,-8-5 0-16,-4-5 1 16,-5-8 7-16,0 1-4 15,-16 6 2-15,-7 10 4 0,0 15-7 16,-2 11-1-16,0 10-3 15,-1 0-21-15,-1 28-81 16,7 12-173 0,6 3-23-16,10-3-170 0</inkml:trace>
  <inkml:trace contextRef="#ctx0" brushRef="#br1" timeOffset="121848.74">9026 12220 79 0,'0'0'790'0,"0"0"-692"16,31-106 50-16,-24 81-30 0,-4 11 46 15,-3 7-19 1,0 4-8-16,0 3-70 0,0 0-48 16,0 0-19-16,0 28 6 15,-5 15-5-15,3 8 0 16,2 2-1-16,0-3 0 15,0-7-1-15,9-6 1 16,11-9 0-16,3-8-1 16,3-5-1-16,0-12 0 15,2-3 1-15,3 0 1 16,0-20 0-16,-5-12 3 16,-6-6 2-16,-6-11-2 15,-9-7 15-15,-5 1-2 16,-5-2-2-16,-19 14 6 0,-8 10-16 15,-1 17-4-15,0 16-11 16,-8 0-93-16,-3 25-259 16,-3 9-139-16</inkml:trace>
  <inkml:trace contextRef="#ctx0" brushRef="#br1" timeOffset="123217.02">7453 10712 1058 0,'0'0'58'0,"0"0"34"0,-116-62 61 0,97 54-26 16,5 3-16-16,10 5 5 0,4 0-63 16,0 5-37-16,18 22-8 15,15 13 5 1,7 8-1-16,2-1-4 0,3-2-3 16,-3-4-2-16,-3-6-3 15,-2-7 0-15,-6-5-5 16,-4-5-58-16,-3-4-100 15,-1-7-124-15,-1-7 34 16,-5 0-101-16,-1-22-118 16</inkml:trace>
  <inkml:trace contextRef="#ctx0" brushRef="#br1" timeOffset="123398.43">7746 10601 870 0,'0'0'49'0,"0"0"71"16,0 0-9-16,0 0-17 0,0 0-12 15,0 0-4-15,-122 11-35 16,92 40-19-16,-5 10-15 16,-8 5-5-16,-6 2-4 15,-7 0-47-15,-6 5-59 16,-3-5-74-16,-11-7-56 16,-7-10-275-16</inkml:trace>
  <inkml:trace contextRef="#ctx0" brushRef="#br1" timeOffset="126136.04">6354 10659 833 0,'0'0'67'0,"0"0"79"0,0 0-21 0,0 0 19 0,0 0 3 16,0 0 16-16,-46-58-106 15,46 58-18-15,0 0-28 16,0 31-4-16,0 11 4 16,0 10 11-16,0-4-14 15,2-2-1-15,3-6-7 16,-3-7 5-16,0-9-5 0,0-10-2 15,-2-6 2-15,0-7-4 16,0-1-3-16,2 0 2 16,4 0-2-16,-2-18-6 15,5-15-11-15,7-7 3 16,2-2 15-16,10 9-13 16,5 10 15-16,-2 12-4 15,1 9 8-15,1 2 1 16,-2 11 0-16,2 20 12 15,-1 9-13-15,-10 2 23 16,-6 0-10-16,-9-7 1 16,-7-2-6-16,-5-2-4 15,-28-3-4-15,-10 2-2 16,-5-4-52-16,0-10-193 0,4-12-105 16,4-4-196-16</inkml:trace>
  <inkml:trace contextRef="#ctx0" brushRef="#br1" timeOffset="126315.54">6402 10568 951 0,'0'0'53'0,"0"0"34"0,0 0-14 0,0 0-24 0,0 0-8 16,145-83-18-16,-92 73-23 0,3 4-26 15,-11 6-127-15,-18 0-256 16</inkml:trace>
  <inkml:trace contextRef="#ctx0" brushRef="#br1" timeOffset="130451.11">9013 10345 806 0,'0'0'56'0,"0"0"41"0,0 0 1 0,-27-113-19 0,23 96 6 0,4 2 16 16,-3 9 67-16,3 2-81 0,0 4-11 15,0 0-56-15,-1 0-7 16,1 0-5-16,0 17-6 15,0 16 7-15,0 14 1 16,0 3-6-16,0 4 4 16,0 2-8-16,0 0 7 15,0-2-6-15,1-8 1 16,2-7-2-16,-3-9 0 16,0-10 4-16,2-6-2 15,-2-7-2-15,0-2 0 16,0-1 0-16,0-4-1 15,0 2 1-15,0-2 1 16,2 0-1-16,-2 0 0 0,0 0 3 16,0 0-3-16,0 0 0 15,0 0-1-15,0 0 1 16,0 0-3-16,5 4 0 16,1 2-4-16,10 3 3 15,7 1 2-15,8 5 0 16,9-1-10-16,8-2 1 15,12-2-3-15,12-4-5 16,10-2-30-16,12-2-8 16,7 0 14-16,5 0 20 15,8 4 18-15,10-2 5 16,15 6 1-16,14 1 2 16,11 2-1-16,7 4-2 15,5-2 2-15,-9 1 4 0,-6 0-6 16,-17-4 1-16,-17-2-4 15,-13-2 6-15,-14-4-3 16,-13 1 1-16,-11-4 11 16,-11 2-5-16,-13-3 9 15,-9 0 21-15,-7 1-19 16,-9-1-5-16,-8 3-5 16,-5-3-2-16,-7 1-6 15,-3-1 0-15,-4 0-4 16,0 0-14-16,0 0-35 15,0 2-72-15,0-2-124 16,0 0 10-16,0 0-303 16</inkml:trace>
  <inkml:trace contextRef="#ctx0" brushRef="#br1" timeOffset="130814.95">12057 10382 576 0,'0'0'96'0,"0"0"35"15,-16-101-36-15,14 77 0 0,0 5-10 0,-2 7 2 16,4 4 5-16,-1 7-24 15,1 1-18-15,-2 0 17 16,2 5-42 0,0 27 4-16,-2 15 20 0,0 11 2 15,0 7-23-15,2 2-14 16,0-1-11-16,0 1-3 16,0-7 0-16,0-6-3 15,0-3-30-15,0-6-38 16,-8-3-122-16,-3-4 3 15,-13-3-84-15,-5-9-267 16</inkml:trace>
  <inkml:trace contextRef="#ctx0" brushRef="#br1" timeOffset="137149.81">10549 11432 967 0,'0'0'43'0,"0"0"83"0,0 0 21 0,0 0-71 0,0 0 32 16,0 0-16-16,-23-111-17 15,52 96-55-15,2 1-12 16,0 7 3-16,-2 7-2 0,-4 0 2 16,-5 0-6-1,-7 21 9-15,-6 9-7 0,-7 3 6 16,0 4 7-16,-7-1-13 16,-15-2-3-16,-1-7-2 15,2-4 1-15,-2-5-1 16,7-8-1-16,5-4 0 15,9-2 0-15,2-4 1 16,0 0-2-16,0 0 0 16,0 0-3-16,0 0-12 15,14 0 6-15,18 0 9 16,11 0 3-16,2 0-3 0,0 6-4 16,-6 18 1-1,-6 4 6-15,-5 3-2 0,-11-3 0 16,-12-6 0-1,-5-3 3-15,-16 3 15 0,-28 3-10 16,-14-3-6-16,-2-6-2 16,3-7-1-16,4-4-1 15,7-5-2-15,8 0 2 16,11-2-8-16,13-20-75 16,14-17-192-16,10-11-116 15,21-4-490-15</inkml:trace>
  <inkml:trace contextRef="#ctx0" brushRef="#br1" timeOffset="137683.04">11012 11482 394 0,'0'0'569'0,"0"0"-501"0,0 0 53 0,0 0-45 0,0 0-23 0,0 0 51 0,-16-81-9 16,20 72-56-16,12 0-27 15,4 5-12-15,2 4 0 16,7 0 0-16,5 0 9 16,1 0-2-16,2 15-3 0,-9 9-4 15,-6 2 0-15,-10 4 0 16,-10-3 4-16,-2 5 2 15,-12-3 3-15,-25 3 5 16,-7 0-10-16,-6-5 0 16,3-6-4-16,9-11 4 15,9-1-4-15,14-9 0 16,9 0-1-16,6 0-2 16,0 0-22-16,23 0-5 15,20-10 21-15,10-5 9 16,3 5 1-16,-9 10-1 15,-3 0 0-15,-3 0 6 16,-3 26 15-16,-3 4-4 0,-12 4 9 16,-12-1-1-16,-11-3 6 15,-5-4-9-15,-35 2 9 16,-11-2-13-16,-14-2-13 16,-3-6-5-16,0-10 0 15,3-8-50-15,13 0-110 16,23-6-90-16,19-24 10 15,10-9-420-15</inkml:trace>
  <inkml:trace contextRef="#ctx0" brushRef="#br1" timeOffset="137917.91">11590 11440 909 0,'0'0'55'0,"0"0"28"0,0 0 62 0,0 0 19 0,0 0-12 0,0 0-43 16,10-28-55-16,-6 63-11 15,3 8 2-15,1 1-30 16,0 5-6-16,1-1-5 16,3 4-4-16,0 2-4 15,6 0-90-15,-7-11-355 16,-4-6-363-16</inkml:trace>
  <inkml:trace contextRef="#ctx0" brushRef="#br1" timeOffset="138188.34">11958 11434 1138 0,'0'0'24'0,"0"0"104"16,0 0-2-16,0 0-81 15,0 0 110-15,0 0-69 16,139 103-40-16,-93-51-31 16,-3-4-11-16,-7-2-4 0,-7-7-1 15,-9-7-15-15,-11-3-113 16,-5-9-198-16,-4-8 31 15,0-12-214-15</inkml:trace>
  <inkml:trace contextRef="#ctx0" brushRef="#br1" timeOffset="138399">12244 11379 982 0,'0'0'84'16,"0"0"37"-16,0 0-33 15,0 0-30-15,0 0 34 16,-107 110 45-16,87-59-97 0,0 3-5 16,-1 2-12-16,2-6-13 15,-6 1-2-15,0-5-8 16,-1 0-10-16,-1 0-109 16,0-16-252-16,5-10-386 15</inkml:trace>
  <inkml:trace contextRef="#ctx0" brushRef="#br1" timeOffset="138821.25">12729 11376 679 0,'0'0'353'16,"0"0"-345"-16,0 0 28 16,0 0 21-16,0 0-46 15,0 0 15-15,-98 3 21 16,85 18-24-16,11 2-16 16,2 1 0-16,0 1 2 15,11 0 1-15,16 0 0 16,10-4 4-16,1-8 2 15,3-1-3-15,-4-6-5 16,-3 3 18-16,-3 1 40 16,-4 1-28-16,-5 5 26 0,-4 7 0 15,-9-2-24-15,-7 4 5 16,-2-2-14-16,0 4-3 16,-29-5-7-16,-9-2-6 15,-4-7-13-15,-4-4-2 16,0-9-48-16,2 0-120 15,11-10-129-15,10-26-10 16,15-18-194-16</inkml:trace>
  <inkml:trace contextRef="#ctx0" brushRef="#br1" timeOffset="139037.44">12760 11337 476 0,'0'0'455'0,"0"0"-369"16,0 0-18-16,116-44 18 15,-62 26 4-15,2-1 54 16,-5-2-47-16,-11 5-26 16,-15 9-44-16,-16 0-16 15,-7 5-6-15,-2 2-5 16,0 0-38-16,-9 0-191 16,-20 12-102-16</inkml:trace>
  <inkml:trace contextRef="#ctx0" brushRef="#br1" timeOffset="139765.53">12431 13451 470 0,'0'0'665'0,"0"0"-506"0,0 0 26 0,0 0-84 16,0 0-66-16,0 0-14 16,-76-2 12-16,65 24 6 15,11 6-30-15,0 4 6 16,9 2-3-16,28-2-7 16,13-2 3-16,6 1-1 0,-3-5-6 15,-6-2 3 1,-8 0-4-16,-9-4 1 0,-10-4-1 15,-9-4 7-15,-9-6 0 16,-2-2 5-16,0 2 6 16,-38 6 4-16,-18 0-19 15,-8-2-3-15,-1-7-31 16,21-3-105-16,7-25-295 16,10-21-109-16</inkml:trace>
  <inkml:trace contextRef="#ctx0" brushRef="#br1" timeOffset="139933.43">12422 13441 435 0,'0'0'612'0,"0"0"-546"0,0 0 46 16,0 0-27-16,0 0 41 16,134-72-48-16,-80 48-11 15,-8 6-56-15,-8 3-11 16,-9 4-51-16,-18 1-201 15,-11 3-340-15</inkml:trace>
  <inkml:trace contextRef="#ctx0" brushRef="#br1" timeOffset="140365.81">11845 13447 1095 0,'0'0'86'0,"0"0"70"16,0 0-32-16,0 0-72 16,0 0-27-16,0 0 2 0,20 36 18 15,25 0-15-15,8 3-20 16,5-1-3-16,0 2 2 16,-9 0 6-16,-11-2 12 15,-14-5-4-15,-13-4 0 16,-11-8-5-16,0 2-9 15,-33-3 7-15,-16-2-14 16,-11-4-2-16,2-8-45 16,11-6-54-16,11-6-179 15,7-27-20-15,7-22-260 16</inkml:trace>
  <inkml:trace contextRef="#ctx0" brushRef="#br1" timeOffset="140516.09">11883 13447 91 0,'0'0'924'0,"0"0"-855"16,0 0 61-16,0 0-52 16,0 0-4-16,156-122 14 15,-81 102-65-15,8 2-23 16,-9 0-146-16,-17 2-280 16</inkml:trace>
  <inkml:trace contextRef="#ctx0" brushRef="#br1" timeOffset="140765.72">13412 12714 1117 0,'0'0'47'0,"0"0"109"15,0 0 84-15,0 0-149 16,0 0-34-16,0 0-12 16,48-59-26-16,-46 105 1 15,0 9-11-15,-2 3-9 16,0 4-15-16,3-6-96 16,-3-8-350-16,-3-8-689 0</inkml:trace>
  <inkml:trace contextRef="#ctx0" brushRef="#br1" timeOffset="141649.72">10817 13421 1046 0,'0'0'79'0,"0"0"86"0,0 0-21 0,0 0-38 0,0 0-54 16,0 0 68-16,-13 90-57 16,13-43-15-16,9 0-27 15,5 3-21-15,-4-3 3 16,2-3-3-16,2-1-5 16,-2-6-81-16,6-7-261 15,0-18-115-15</inkml:trace>
  <inkml:trace contextRef="#ctx0" brushRef="#br1" timeOffset="141985.97">11216 13359 391 0,'0'0'662'16,"0"0"-589"-16,0 0 87 15,0 0-34-15,0 0-67 16,0 0-6-16,-27 16-22 15,25 36 9-15,0 10-13 16,2 1-19-16,0-4-7 16,0-1 6-16,4-5-5 15,15-9-1-15,-1-16 14 16,3-10-15-16,4-12 0 16,4-6 2-16,2 0 0 0,3-12-1 15,-7-16 6-15,-11-3-4 16,-14 4 3-16,-2 4 16 15,0 3 0-15,-25 11 31 16,-6 0-45-16,-7 9-8 16,-9 0-28-16,3 28-61 15,1 7-201-15,3-1-148 16</inkml:trace>
  <inkml:trace contextRef="#ctx0" brushRef="#br1" timeOffset="142352.57">10765 14368 968 0,'-130'5'298'0,"12"-1"-276"0,15 1 77 0,26-4 101 0,34-1-120 16,36 0-48-16,34 0-13 16,87 0 31-16,86 0-14 0,88-4-28 15,66-23-8-15,38-10 3 16,-2 1-3-1,-23-2 6-15,-41 6 18 0,-47 4-20 16,-57 2-4-16,-66 6-4 16,-67 0-60-16,-73-6-200 15,-51-8-153-15</inkml:trace>
  <inkml:trace contextRef="#ctx0" brushRef="#br1" timeOffset="142660.79">6331 12527 814 0,'0'0'0'0,"-214"-105"0"0</inkml:trace>
  <inkml:trace contextRef="#ctx0" brushRef="#br1" timeOffset="143748.44">1673 7649 851 0,'0'0'56'0,"-209"58"20"16,98-21 60-16,-14 1-49 15,-6 0 22-15,-3 0 41 0,13-5-57 16,37-11-25-16,37-13-12 16,38-9-20-16,25 0-26 15,68-28-9-15,66-28 3 16,66-25-4-16,67-20-17 16,40-12 1-16,27-1-23 15,-5 6 15-15,-26 5-65 16,-38 16 66-16,-54 12-117 15,-45 18 75-15,-57 18 41 16,-56 17 10-16,-57 18-134 16,-33 4 55-16,-74 20 32 15,-44 26-100-15,-46 18-124 0,-35 14 78 16</inkml:trace>
  <inkml:trace contextRef="#ctx0" brushRef="#br1" timeOffset="143898.26">1124 7886 791 0,'-161'67'111'0,"58"-21"26"0,64-24-77 0,39-18-39 0,83-5 11 16,67-47 54-16,71-31 30 15,75-34-63-15,59-21-29 16,34-14 6-16,14-5-26 16,-10-4-4-16,-21 3-101 15,-51 6-237-15</inkml:trace>
  <inkml:trace contextRef="#ctx0" brushRef="#br2" timeOffset="156399.75">13774 3377 1090 0,'0'0'61'0,"0"0"-56"0,-125 0 82 0,104 0-14 16,11 0 6-16,10 0 36 16,43 0-33-16,53 0-34 15,53 0-36-15,47 0-7 16,36-3 1-16,18-2-3 0,14 3 5 15,4 2-7 1,-10 0 7-16,-17 0-8 0,-38 0 0 16,-47 6-1-16,-58-2 0 15,-46-3-62-15,-38-1-32 16,-14 0-47-16,-64 0-24 16,-43-9-108-16,-50-3-241 15</inkml:trace>
  <inkml:trace contextRef="#ctx0" brushRef="#br2" timeOffset="156599.91">14062 3331 389 0,'-174'7'577'0,"22"-4"-540"15,42 2 43-15,40 1-15 0,35-4-35 16,34 4 37-16,15 3 0 16,64-4-10-16,60 2 80 15,62-7-93-15,54 0-30 16,30-3-7-16,14-4-4 15,1 7-1-15,-30 0-2 16,-31 0 0-16,-51 0-11 16,-55 0-212-16,-47 0-103 15,-43 0-345-15</inkml:trace>
  <inkml:trace contextRef="#ctx0" brushRef="#br2" timeOffset="157416.96">17281 3254 650 0,'-127'-12'390'0,"-8"0"-385"0,-2 3 21 0,13 2 29 0,17 2-3 0,31 3 44 16,34-1 12-16,40 3-3 16,17 0-76-16,74 5-17 15,63 2 4-15,62-2-5 16,60-2-6-16,46 5-4 15,26 4 6-15,10 8-6 16,-8 7-1-16,-38-4-2 16,-48-5 1-16,-70-4-4 15,-70-8-5-15,-59-6-60 0,-51 0-26 16,-29-6 44-16,-76-16-55 16,-59-6-165-16,-62 2-108 15,-52 4 184-15,-31 6 35 16,-19 8 54-16,-12 5 107 15,0 3 65-15,10 0 295 16,35 11-101-16,63 5-70 16,83 0-38-16,93 4-42 15,64 6-66-15,107 1 5 16,82-1 65-16,77-8-42 16,63-10-60-16,35-2-5 15,17 0-6-15,-12-3-55 0,-52-3-104 16,-72 0-245-1</inkml:trace>
  <inkml:trace contextRef="#ctx0" brushRef="#br2" timeOffset="161252.01">2841 15379 1129 0,'0'0'129'0,"0"0"38"0,0 0-19 0,0 0-20 0,0 0-37 0,0 0-25 0,0 0-19 16,0 0-24-16,-42-81-12 15,60 120-6-15,2 20 29 16,-2 3-8-16,-10 1-19 15,-1-1-7-15,-5 0 2 16,0-6-2-16,4-3-9 16,4-9-41-16,5-9-59 15,8-16-188-15,4-19-148 0,-2 0-159 16</inkml:trace>
  <inkml:trace contextRef="#ctx0" brushRef="#br2" timeOffset="161581.97">3109 15498 690 0,'0'0'316'16,"0"0"-217"-16,0 0 33 16,0 0-6-16,0 0 20 15,0 0-47-15,-25-75-17 16,25 75-67-16,0 21-14 16,0 19 3-16,12 10 4 15,1 0-6-15,5-1 0 0,3-9-2 16,4-8-1-1,2-10-6-15,4-8-21 0,0-12-6 16,3-2 7-16,-1-8-9 16,-4-26 3-16,-4-12 16 15,-10-12 12-15,-13-9 5 16,-2 5 9-16,-11 2 5 16,-18 14 18-16,-9 10-3 15,1 16 44-15,-4 12-51 16,-3 3-12-16,6 5-2 15,9 9-8-15,9 26-12 16,16 7-84-16,4 6-179 16,0 2-174-16</inkml:trace>
  <inkml:trace contextRef="#ctx0" brushRef="#br2" timeOffset="161915.78">4047 15105 439 0,'0'0'415'0,"7"-130"-351"0,-7 84 75 0,0 16-21 0,0 18 19 0,0 6 52 15,0 6-84 1,0 24-66-16,-14 37-8 0,-10 34 21 15,-7 30 19-15,-1 9-14 16,-2 4-12-16,3 1-7 16,0-13-10-16,7-14-21 15,6-16-4-15,5-15-3 16,1-17-2-16,6-16-5 16,-1-18-44-16,3-16-91 15,-12-14-335-15,-9-22-64 16</inkml:trace>
  <inkml:trace contextRef="#ctx0" brushRef="#br2" timeOffset="162133.03">3610 15593 1014 0,'0'0'12'0,"0"0"-5"0,0 0 20 15,0 0 43-15,0 0 25 16,0 0 31-16,76-63-41 15,-65 33-65-15,-7 7 0 16,-4 0 24-16,0 9-6 16,-4 14-29-16,-11 0-9 15,-6 14-42-15,-1 26-142 16,4 4-112-16,14 1-431 16</inkml:trace>
  <inkml:trace contextRef="#ctx0" brushRef="#br2" timeOffset="162265.29">3973 15892 1225 0,'0'0'84'0,"0"0"-73"16,0 0-11-16,0 0-30 16,0 0-61-16,0 0-251 15</inkml:trace>
  <inkml:trace contextRef="#ctx0" brushRef="#br2" timeOffset="162498.73">4428 15512 906 0,'0'0'319'0,"0"0"-185"0,0 0 57 15,0 0-90-15,0 0-77 16,0 0-4-16,2 0 16 15,50 45 36-15,10 4-57 16,2 0-15-16,-8-9-1 16,-7-4-28-16,-14-8-84 15,-10-10-126-15,-19-12-79 16,-6-6-154-16</inkml:trace>
  <inkml:trace contextRef="#ctx0" brushRef="#br2" timeOffset="162683.72">4706 15408 936 0,'0'0'180'0,"0"0"-38"0,0 0 41 16,0 0-98-16,0 0-31 15,0 0 53-15,-143 154-48 16,114-93-33-16,6-1-7 16,-4-6-15-16,2-2-4 15,0-8 0-15,5-8-6 16,0-9-186-16,4-18-259 15,10-9-554-15</inkml:trace>
  <inkml:trace contextRef="#ctx0" brushRef="#br2" timeOffset="163133.53">5091 15534 1012 0,'0'0'13'16,"0"0"37"-16,0 0-12 16,0 0-7-16,50-110 11 15,-13 104 6-15,6 2-3 16,-2 4-33-16,-6 4-10 16,-9 22 2-16,-13 13 0 15,-13 5 0-15,0 3 0 0,-17-3-1 16,-21-3 0-16,-5-13 0 15,2-6 8-15,9-13 10 16,10 0 3-16,13-9-5 16,9 0-6-16,0 0-2 15,2 0 22-15,25-11-31 16,13 4-1-16,7 7-2 16,2 0 2-16,-4 22 4 15,-5 6 25-15,-7 2 11 16,-13-4-1-16,-11-6 31 15,-9-3-26-15,-18 0-21 16,-26 1 21-16,-19-3-29 16,-1-8-16-16,-3-7 0 0,5-4-6 15,4-26-68-15,6-6-198 16,19-1-190-16</inkml:trace>
  <inkml:trace contextRef="#ctx0" brushRef="#br2" timeOffset="163499.03">6250 15923 1044 0,'0'0'121'0,"0"0"50"0,0 0-19 0,0 0-100 0,0 0-24 15,0 0 14-15,42 0-12 16,26-10-21-16,5-4-9 16,-9 7-55-16,-12-4-195 15,-21 7-7-15,-18 4-86 0,-13 0-401 16</inkml:trace>
  <inkml:trace contextRef="#ctx0" brushRef="#br2" timeOffset="163616.06">6310 16034 1055 0,'0'0'92'0,"0"0"-12"16,0 0-14-16,0 0-20 16,0 0-31-16,0 0-13 15,167-26-2-15,-49-10-257 16,-2-5-447-16</inkml:trace>
  <inkml:trace contextRef="#ctx0" brushRef="#br2" timeOffset="164083.03">7063 15673 924 0,'0'0'32'15,"0"0"38"-15,0 0-7 16,0 0-29-16,0 0-9 15,0 0 35-15,132-85-21 16,-101 112 8-16,-6 9-15 16,-12 4-1-16,-13 4-18 0,0-8-5 15,-13-3 6 1,-18-8-1-16,-8-2 22 0,4-10-9 16,4-5-9-16,6-4-2 15,14-2-2-15,7-2 1 16,4 0-10-16,0 0 2 15,15 0-5-15,18 0 11 16,12 0-12-16,4 0-11 16,-6 17 11-16,-8 0 2 15,-6 7 5-15,-14-3 7 16,-9 1 12-16,-6 2 2 16,-16-6 14-16,-26 8 65 0,-14-4-66 15,-9-8-15 1,5-2-13-16,4-10-10 0,10-2-2 15,11 0-1-15,16-19-7 16,15-23-150-16,4-5-339 16</inkml:trace>
  <inkml:trace contextRef="#ctx0" brushRef="#br2" timeOffset="164465.84">7490 15727 1168 0,'0'0'65'0,"0"0"89"0,0 0-23 0,0 0-106 0,0 0-17 16,0 0 5 0,-16 52 93-16,29-6-84 0,5 2-14 15,-1-6-6-15,3-2-2 16,5-5 0-16,2-9 0 15,2-8-5-15,0-12-2 16,-3-6-1-16,1 0 8 16,-5-18 20-16,3-14-11 15,-8-9-9-15,-5-9-1 16,-12-1 1-16,0-4 4 16,-12 7 5-16,-9 12-7 15,-8 12 12-15,-2 12-7 0,-3 12-6 16,-1 0-1-16,6 8-10 15,8 23-39-15,11 2-171 16,4 1-165 0,6 2-622-16</inkml:trace>
  <inkml:trace contextRef="#ctx0" brushRef="#br2" timeOffset="164767.2">8398 15540 1074 0,'0'0'81'15,"0"0"6"-15,0 0 58 16,0 0-28-16,0 0-9 0,0 0 13 16,-4-99-60-16,-8 131-42 15,-5 24-12-15,-8 21 47 16,-4 12-16-16,2-3 4 15,3 6-8-15,2-10-12 16,0-1-9-16,3-11-8 16,2-8-5-16,1-4 0 15,1-11-2-15,1-9-21 16,-3-6-70-16,-6-24-162 16,-4-8-247-16,-2-49-205 0</inkml:trace>
  <inkml:trace contextRef="#ctx0" brushRef="#br2" timeOffset="164998.78">7946 15793 1130 0,'0'0'25'15,"0"0"-8"-15,0 0 36 16,0 0-17-16,0 0 14 16,0 0 55-16,82 66 3 15,-57-73-56-15,-3-16-39 16,-13-7 4-16,-9 2 3 15,0 2 12-15,-9 8-15 16,-13 3-6-16,-5 12-11 16,3 3-10-16,1 7-25 15,6 20-128-15,5 5-150 16,12-1-290-16</inkml:trace>
  <inkml:trace contextRef="#ctx0" brushRef="#br2" timeOffset="165237.73">8355 16054 1112 0,'0'0'71'0,"0"0"-30"15,0 0 48-15,0 0-19 16,0 0-12-16,0 0 42 16,123 48-31-16,-96-48-36 15,-3-9-23-15,-7-5 3 16,-13-3 22-16,-4-2 8 15,0 6-11-15,-21-4-6 0,-12 12-22 16,-2 5-4 0,-1 0 0-16,7 0-8 0,4 5-73 15,5 12-242-15,7-4-121 16</inkml:trace>
  <inkml:trace contextRef="#ctx0" brushRef="#br2" timeOffset="166182.87">8976 15923 690 0,'0'0'423'0,"0"0"-341"0,0 0 46 0,0 0 34 0,0 0-94 15,-125 17-1-15,100 15 18 16,11 0-20-16,12 0-50 16,2-2-11-16,12-4-1 15,21-4 0-15,11-7-1 16,12-10 3-16,4-5-5 16,-2 0-2-16,-11-10-2 15,-16-12 3-15,-19-10-14 16,-12-4 12-16,-14-5-9 15,-35 2 2-15,-18 12-13 16,-6 9 22-16,4 8 0 16,9 9 1-16,12 1 0 15,21 0 3-15,12 0-3 0,15 0 0 16,5 0-8-16,37-2-9 16,21-7 12-16,17-3-11 15,7-8-29-15,-2-2-55 16,-12-9 58-16,-15-9 33 15,-19-4-2-15,-15-6 0 16,-12-13 6-16,-12-4 5 16,0-7 0-16,-13 6 3 15,-14 9 8-15,0 20 12 16,3 13 12-16,2 12 17 16,8 10-15-16,5 4 8 15,-1 32-20-15,2 34 17 16,6 28 10-16,2 21-12 0,0 5 4 15,14 15-7-15,1 17 3 16,-1 9-15-16,-1 8-3 16,3 0-13-16,6-13-5 15,4-17-2-15,10-20-2 16,0-19 0-16,2-14-1 16,-5-29-1-16,-6-20-9 15,-7-21-16-15,-11-16-22 16,0-4-10-16,0-45 31 15,0-23 13-15,-4-20-24 16,-5-2 14-16,0 8-5 16,-12 11 30-16,-12 18 3 15,-10 10 31-15,-2 11-12 16,-4 6-5-16,3 7-1 0,10 15-9 16,9 3-5-16,15 1-2 15,3-2-3-15,7-2-98 16,27-11-283-16,10-12 90 15,6 1-474-15</inkml:trace>
  <inkml:trace contextRef="#ctx0" brushRef="#br2" timeOffset="166516.1">9907 15949 700 0,'0'0'402'0,"0"0"-335"0,0 0 24 0,0 0-37 0,0 0-13 0,0 0 23 16,-92-26 37-1,78 52-44-15,12 1-42 0,2 9-9 16,10-5-3-16,25 6 4 16,7-5-3-16,3-2 5 15,-5 1-4-15,-9-8-2 16,-6 4-3-16,-12-10 31 15,-9-9 8-15,-4-2 9 16,0 2-7-16,-21 3-15 16,-20 0-8-16,-10-5-14 15,2-6-2-15,9 0-2 0,7-14-34 16,6-22-180-16,7-10-213 16,11-6-220-16</inkml:trace>
  <inkml:trace contextRef="#ctx0" brushRef="#br2" timeOffset="166648.84">9907 15949 1140 0,'-23'-3'140'0,"23"-1"47"15,2 2-33-15,12-7-89 16,15-9-28-16,18 3-37 16,15 0-3-16,2 5-167 15,-6 10-293-15</inkml:trace>
  <inkml:trace contextRef="#ctx0" brushRef="#br2" timeOffset="166982">10341 15993 519 0,'0'0'509'0,"0"0"-422"0,0 0 41 15,0 0-27-15,0 0-14 16,0 0-57-16,-40 19-16 15,33 23 29-15,7 6-29 16,0-4-11-16,5-4-3 16,17-8-8-16,2-2-9 0,1-11 12 15,0-10-6 1,4-9 11-16,-3 0 10 0,1-9 0 16,-5-22-1-16,-6-5 9 15,-9-8 11-15,-7-2 6 16,-3-2-17-16,-23 8-7 15,-12 8-1-15,-7 18-10 16,-7 14-14-16,0 0-60 16,-4 22-167-16,6 6-94 15,13 0-601-15</inkml:trace>
  <inkml:trace contextRef="#ctx0" brushRef="#br2" timeOffset="167334.67">10691 15990 990 0,'0'0'89'15,"0"0"39"-15,0 0 8 16,0 0-59-16,0 0-17 16,0 0-40-16,0 18-6 15,-5 32 26-15,5 2-8 16,0-6-28-16,2-2-3 15,19-4-1-15,3-7-14 16,8-8 14-16,1-11 2 16,5-9-1-16,-3-5-1 15,-2-11 0-15,-3-15 4 16,-10-6 5-16,-14-6 8 0,-6-8 49 16,0-2-34-16,-16 6 3 15,-17 4-12-15,-3 14-9 16,-5 5-9-16,-1 16-1 15,1 3-4-15,7 0-15 16,8 18-104-16,6 8-243 16,13 2-182-16</inkml:trace>
  <inkml:trace contextRef="#ctx0" brushRef="#br2" timeOffset="167650.91">11206 15972 1090 0,'0'0'30'16,"0"0"92"-16,0 0-32 15,0 0-90-15,0 0 0 16,0 0 18-16,-19 144 50 16,19-79-40-16,0-2-9 15,16-5-14-15,11-13-3 16,6-9 0-16,10-18 4 15,6-18 5-15,5 0 0 16,3-33 27-16,-1-18 23 16,-11-12 26-16,-18-5-23 15,-17-12-20-15,-10 4-25 16,-18 1-13-16,-32 16-6 0,-22 19-13 16,-14 26-81-16,-22 14-181 15,-19 0-155-15</inkml:trace>
  <inkml:trace contextRef="#ctx0" brushRef="#br2" timeOffset="168133.46">8091 14991 567 0,'0'0'172'0,"0"0"-33"0,-87-110 11 0,78 97-22 0,9 13-3 0,2 11-65 15,34 47 37-15,22 36 44 16,11 38 2-16,6 29-71 15,-1 13-29-15,-3 11-11 16,-2 1-5-16,-1-7-13 16,-2-1-9-16,-1-3-5 15,1-11 0-15,5-16-28 16,12-19-74-16,15-25-213 16,14-33-160-16</inkml:trace>
  <inkml:trace contextRef="#ctx0" brushRef="#br2" timeOffset="168684.81">10885 16194 1058 0,'0'0'68'0,"0"0"47"0,0 0 6 0,0 0-37 0,0 0-43 0,0 0-3 16,-87 29 7-16,131-29-9 16,30 0 27-16,24 0-50 15,11 0-12-15,5-13 1 16,2 3-2-16,-10 0 2 16,-12-1-2-16,-18 5-32 15,-30 1 9-15,-23 5-93 16,-21 0-132-16,-2 0-22 15,-38 0-283-15</inkml:trace>
  <inkml:trace contextRef="#ctx0" brushRef="#br2" timeOffset="169117.22">10341 17356 435 0,'0'0'661'0,"0"0"-529"0,0 0 118 0,0 0-60 16,0 0-67-16,0 0-58 16,-49-89-13-16,49 93-11 15,0 29-20-15,7 11 27 16,8 9-27-16,-4 1-13 15,1-1-8-15,-6-3 0 16,1-6-6-16,-1-4-8 16,2-8-57-16,2-6-95 15,3-16-185-15,8-10-71 16,6-14-321-16</inkml:trace>
  <inkml:trace contextRef="#ctx0" brushRef="#br2" timeOffset="169398.47">10728 17369 1003 0,'0'0'137'0,"0"0"35"16,0 0 36-16,0 0-61 16,0 0-117-16,0 0 1 15,-6-44-2-15,-7 70-24 16,1 10 12-16,6 10-10 16,6-6-6-16,4-1 6 0,27-8-7 15,6-2 3 1,-2-3 3-16,3-8 3 0,-7 3 4 15,-5 2 5-15,-10-9 3 16,-7-2 3-16,-6-2-8 16,-3-6-5-16,0 4-5 15,-28 7-5-15,-9-7-1 16,-8-3-10-16,5-5-62 16,13-18-142-16,0-30-224 15,7-12-153-15</inkml:trace>
  <inkml:trace contextRef="#ctx0" brushRef="#br2" timeOffset="169550.12">10728 17369 1172 0,'-6'-110'129'0,"6"110"-5"16,0-3 20-16,9 3-68 16,15-2-5-16,25 2-60 0,22-5-11 15,6 5-8-15,-8-4-336 16,-20 4-274-16</inkml:trace>
  <inkml:trace contextRef="#ctx0" brushRef="#br2" timeOffset="170084.47">11357 17317 1034 0,'0'0'116'0,"0"0"3"15,0 0-48-15,0 0-30 16,-133 4 27-16,110 30 9 16,5 9-32-16,11 4-18 15,5 3-20-15,2-2 2 16,11-11-4-16,20-5-5 16,5-15 0-16,1-12-6 15,0-2 1-15,-6-3-35 16,-4-13 32-16,-12-24 3 15,-13-11-4-15,-2-5 3 16,-5-2 5-16,-13 3 1 16,-1 8-1-16,13 13 2 0,6 8-1 15,0 13 0 1,27 10-25-16,12 0 11 0,11 10-23 16,-4 26 25-1,-8 12 2-15,-5 14 10 0,-10-3 5 16,-7-2 0-16,-5-7 3 15,-3-9-1-15,6-15 0 16,1-7 2-16,6-12-2 16,5-7 16-16,8 0 32 15,1-16 16-15,1-20-35 16,-5-5 14-16,-13-9 2 16,-16-4 8-16,-2-2-10 0,-20 10-7 15,-20 7-28 1,-11 8-12-16,-5 18-3 0,-2 2-14 15,1 11-18-15,5 0-77 16,3 0-215-16,13 13-146 16</inkml:trace>
  <inkml:trace contextRef="#ctx0" brushRef="#br2" timeOffset="170484.08">12174 17129 768 0,'0'0'520'0,"29"-143"-482"0,-29 67 52 0,-2-4-1 0,-48-4-30 16,-35 1-57-16,-36 9 5 16,-30 10 25-16,-34 16 16 0,-38 26 5 15,-49 22-28-15,-42 32-5 16,-41 48 27-16,-25 39 16 15,6 32 1-15,37 20-9 16,78 18-3-16,103 12-37 16,101-1-15-16,75 14 0 15,109 1 0-15,80-11 0 16,82-25 0-16,71-55 0 16,62-56 0-16,35-53 0 15,2-37-4-15,-25-75 4 0,-59-62 0 16,-76-47 1-1,-88-40 2-15,-94-39-3 0,-113-2 0 16,-95 6 0-16,-142 55-25 16,-122 69-49-16,-94 89-102 15,-70 56-459-15</inkml:trace>
  <inkml:trace contextRef="#ctx0" brushRef="#br2" timeOffset="172065.27">1808 8263 747 0,'-168'12'479'0,"3"-2"-470"0,14 8 63 0,15 1 52 16,31 1-51-16,34-6 57 15,33-4-23-15,38 6-67 0,22 8-24 16,81 8 17-1,78 0 5-15,95-16-21 0,86-16-1 16,76 0-10 0,38-10-6-16,8 2 0 0,-23 6 4 15,-53 2-4-15,-63 0-5 16,-73 0-27-16,-74-3 5 16,-62-6 9-16,-55-1 4 15,-48 4-17-15,-33-4-88 16,-74 0-58-16,-57 2-266 15,-50-1-251-15</inkml:trace>
  <inkml:trace contextRef="#ctx0" brushRef="#br2" timeOffset="183548.5">1143 8005 1025 0,'0'0'21'0,"-142"62"-1"0,104-47 52 0,23-11-4 0,15-4 49 16,26-15-10-16,66-41-61 15,64-38-18-15,73-41 4 16,61-25-19-16,37-17-13 15,9-3-3-15,-24 8-16 0,-44 23 13 16,-54 26-52-16,-50 33-59 16,-43 27 73-16,-41 22 26 15,-38 23-1-15,-40 18-21 16,-31 21-2-16,-73 47-4 16,-49 36-130-16,-49 28-250 15,-37 22 141-15,-28 15 103 16,-21 9 136-16</inkml:trace>
  <inkml:trace contextRef="#ctx0" brushRef="#br2" timeOffset="183665.68">1309 8021 93 0,'-123'60'790'16,"74"-30"-621"-16,51-30-88 15,91-37-41-15,63-49-21 16,72-39 77-16,51-32-21 16,37-17-48-16,20-16-21 15,-13 5-6-15,-31 8-58 0,-51 13-409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31:04.941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14944 4041 690 0,'0'0'6'0,"0"0"67"0,0 0 26 0,0 0-31 15,0 0 0-15,0 0-5 0,0 0-16 16,-22-32-18 0,22 49-12-16,-2 30-5 0,2 21 35 15,-2 20 11-15,-1 17-16 16,1 14 21-16,-5 18-15 15,1 13 17 1,-5 23-15-16,-3 25-27 0,-1 23 0 16,-1 24 5-16,-5 14 9 15,0 14-18-15,-2 16-4 16,-6 24 4-16,2 23-2 16,-2 16-1-16,3 13-4 15,6 10 5-15,2 8-6 16,5 7-5-16,3 8 0 15,2 10 0-15,-1 8-3 16,0 12 1-16,-2 7-1 0,2 12 0 16,-2 10-2-16,-1 6 0 15,4 9-1-15,-1 1 2 16,4 9-2-16,3 10 3 16,2 14-7-16,0-2 4 15,0 1-1-15,12-5-1 16,3-14-3-16,2-8-6 15,-1-14 6-15,4-13-3 16,5-70 0-16,0-110-10 16,4-111-28-16,-3-110-33 15,-4-39 79-15</inkml:trace>
  <inkml:trace contextRef="#ctx0" brushRef="#br0" timeOffset="1300.29">15791 4760 890 0,'0'0'70'0,"0"0"70"0,0 0-25 16,0 0 18-16,0 0-1 16,0 0-56-16,0 0-15 0,-9 74-42 15,0 1 43-15,-2 5-27 16,-3-2-22-16,3-6-1 16,-2-8-6-16,-1-10 1 15,8-18-7-15,-1-12 2 16,5-15 0-16,2-7 0 15,0-2-1-15,0-5 1 16,-2-34 7-16,2-22-9 16,0-13-8-16,0 3 4 15,2 8 3-15,18 9-3 16,-2 10 4-16,0 9 3 16,-5 16-2-16,-6 9 0 0,-1 10-1 15,4 0 0-15,3 18 1 16,7 21 1-16,5 18 5 15,-2 7 3-15,4 8-5 16,0 6 1-16,2 1-2 16,-2-7-2-16,-2-4-1 15,-8-14-1-15,-1-10-1 16,-7-12-5-16,-3-8-26 16,-4-10-112-16,-2-1-151 15,0-13 31-15,-13 0-95 16</inkml:trace>
  <inkml:trace contextRef="#ctx0" brushRef="#br0" timeOffset="1500.52">15571 5336 929 0,'0'0'35'0,"0"0"76"0,0 0-35 0,0 0 18 0,0 0 4 16,0 0-52-16,13-25-28 15,45 7-5-15,24-5-13 16,16-5-62-16,11 6-99 16,3 5-31-16,-12 7-192 15</inkml:trace>
  <inkml:trace contextRef="#ctx0" brushRef="#br0" timeOffset="1717.04">16531 5356 936 0,'0'0'74'0,"0"0"4"15,0 0 59-15,0 0-47 16,0 0 1-16,0 0-1 16,-106 4-59-16,143-4-22 15,23-12-6-15,15-10-3 16,4 2-29-16,-13 10-143 15,-17 7-23-15,-18 3-18 16,-17 0-186-16</inkml:trace>
  <inkml:trace contextRef="#ctx0" brushRef="#br0" timeOffset="1867.64">16508 5504 936 0,'0'0'45'0,"0"0"-9"16,0 0 12-16,0 0-20 15,0 0 1-15,0 0 7 16,170-1-36-16,-64-28-115 16,0-3-454-16</inkml:trace>
  <inkml:trace contextRef="#ctx0" brushRef="#br0" timeOffset="2166.86">17306 5117 567 0,'0'0'369'16,"0"0"-357"-16,0 0 123 15,-58-120-20-15,54 104 54 16,4 8 11-16,0 4-62 16,0 2-42-16,0 2-53 15,0 0-9-15,0 8-4 16,8 32 7-16,8 18 26 15,-1 14-14-15,-4 11-11 16,-1 0-6-16,-6-2-4 16,0-12-8-16,-1-6-1 0,-3-13-2 15,4-11-46-15,1-11-121 16,-1-9-133-16,-1-16 10 16,-3-3-117-1,0-32-239-15</inkml:trace>
  <inkml:trace contextRef="#ctx0" brushRef="#br0" timeOffset="2369.23">17277 5159 866 0,'0'0'53'16,"0"0"2"-16,-11-131-8 15,22 94-24-15,22 5 7 16,10 9 19-16,6 12-11 0,4 11-7 16,-3 6-10-1,-8 26 9-15,-13 6-1 0,-19 3-3 16,-10 1 2-16,-8 0 6 15,-44 1 2-15,-14-1-32 16,-8-4-4-16,3-11-7 16,10-11-88-16,17-16-118 15,17-4-249-15</inkml:trace>
  <inkml:trace contextRef="#ctx0" brushRef="#br0" timeOffset="2833.46">18395 4398 201 0,'0'0'776'16,"0"0"-766"-16,0 0 45 15,-125-77-35-15,83 69 58 16,5 6-23-16,1 2 20 15,-2 0-49-15,2 17-10 16,1 10-6-16,6 7 25 16,4 6-14-16,12 4 2 15,6 3-3-15,5 3-3 16,2 2 30-16,0 2-14 16,0 6-1-16,0 7 0 0,2 1-2 15,3 3-8-15,-1 6 0 16,-3 1 4-16,5 11 11 15,-4 7-20-15,0 2-2 16,-2 0 2-16,2-8-3 16,0 1-3-16,1-3-3 15,2-1-1-15,-1-2-4 16,5-2 3-16,-1-12-4 16,5-4-2-16,3-11 1 15,7-12-2-15,4-8-1 16,8-9-8-16,12-14-69 15,11-11-89-15,16-2-162 16,1-27-40-16</inkml:trace>
  <inkml:trace contextRef="#ctx0" brushRef="#br0" timeOffset="3117.4">18648 5129 727 0,'0'0'312'0,"0"0"-306"0,0 0 99 0,0 0-21 0,0 0 81 16,0 0-53-16,-29-60-48 16,29 60-16-16,0 23-37 15,0 24 21-15,0 13 20 0,0 8-38 16,0-1-10-16,0-1 2 15,0-5-6-15,6-4-18 16,9-7-145-16,6-5-118 16,1-13-16-16,1-17-315 15</inkml:trace>
  <inkml:trace contextRef="#ctx0" brushRef="#br0" timeOffset="3350.42">19062 5302 532 0,'0'0'303'15,"0"0"-281"-15,0 0 83 0,0 0-50 16,0 0 1-16,0 0-14 16,85-17 16-16,-19 17-34 15,5 0-16-15,-6 0-7 16,-3-3 0-16,-4-6-1 15,-2 2-8-15,-7 1-72 16,-17-5-161-16,-24 4-268 16</inkml:trace>
  <inkml:trace contextRef="#ctx0" brushRef="#br0" timeOffset="3550.04">19367 5042 959 0,'0'0'18'16,"0"0"66"-16,0 0 41 15,0 0-21-15,0 0-10 16,0 0-47-16,-30 50 56 16,30 7-50-16,0 7-16 15,19 2-16-15,3 3 2 16,-2-1-23-16,-2-4-13 16,0-2-11-16,-4-1-176 15,-8-10-134-15,-4-13-349 16</inkml:trace>
  <inkml:trace contextRef="#ctx0" brushRef="#br0" timeOffset="3850.72">20339 4747 646 0,'0'0'466'0,"0"0"-445"15,0 0 76-15,0 0-15 16,0 0 6-16,0 0-31 0,0 17 2 16,2 33 36-1,7 9-50-15,-1-7-40 16,4-2-5-16,-6-8-11 0,-1-8-16 15,-5-7-126-15,0-4-107 16,0-11 9-16,0-12-199 16</inkml:trace>
  <inkml:trace contextRef="#ctx0" brushRef="#br0" timeOffset="4199.64">20341 4845 585 0,'0'0'167'15,"0"0"-77"-15,13-119-35 16,25 87-42-16,11 5-10 15,5 13 3-15,1 11-6 0,-6 3 7 16,-11 20 9 0,-9 20-1-16,-13 9 5 0,-12 3-6 15,-4 1 9-15,-22-3-7 16,-20-7 11-16,-10-9-9 16,-4-6 1-16,6-12-2 15,0-4-11-15,10-6-3 16,9-4-1-16,13-2 1 15,11 0-2-15,7 0 3 16,0 0 1-16,0 2-2 16,7 4-3-16,22 2 7 15,13 5 6-15,5 2 7 16,-1 8-4-16,2 0-6 16,-4 1-7-16,-3 0-3 0,-4 0 0 15,-4-3-2 1,-7-2-70-16,-9-4-135 0,-15-8-270 15</inkml:trace>
  <inkml:trace contextRef="#ctx0" brushRef="#br0" timeOffset="4449.91">19928 5520 423 0,'0'0'592'0,"0"0"-566"15,0 0 1-15,0 0-4 16,0 0 9-16,0 0 102 16,121 72 6-16,24-72-99 15,19 0-33-15,2-11-7 0,-14-2 5 16,-13 1-2-16,-23 4 1 16,-22 4-5-16,-28 1-1 15,-28 3-5-15,-24 0-76 16,-14 6-72-16,-36 17-1 15,-33 4-383-15</inkml:trace>
  <inkml:trace contextRef="#ctx0" brushRef="#br0" timeOffset="4700.92">20088 5803 1138 0,'0'0'14'0,"0"0"44"0,0 0 30 16,0 0 5-16,0 0 54 16,0 0-102-16,-10 62 25 15,20-5-2-15,2 2-38 16,-3-1-22-16,-1-1-8 16,0-7 6-16,-2-4-6 15,-1-4-39-15,1-2-96 16,-2-8-215-16,6-10-77 15</inkml:trace>
  <inkml:trace contextRef="#ctx0" brushRef="#br0" timeOffset="5316.1">20432 5963 900 0,'0'0'137'0,"0"0"-121"0,0 0 79 16,0 0-10-16,0 0 42 15,0 0-77-15,-36-28-42 16,34 65 0-16,0 8 22 16,2 2-25-16,0-5-5 15,0-4 0-15,16-6 0 0,8-8 0 16,-1-10-12 0,7-11-22-16,-1-3-21 0,-4 0 37 15,-3-19-1-15,-9-13-22 16,-8-8 30-16,-5 0 11 15,-7 0 0-15,-22 4 4 16,-11 5-2-16,-3 7 7 16,8 4-9-16,8 8 0 15,14 5 1-15,13 2-1 16,0 3-9-16,25-2-24 16,20 0 28-16,14 2 2 15,3 0-4-15,-8 2-3 16,-8 0 10-16,-9 0 0 15,-10 0 1-15,-10 0 3 16,-8 0-1-16,-7 0-1 0,-2 0 8 16,0 14 10-1,-2 11-19-15,-16 12 20 0,2 6-16 16,8 1-2-16,6 2-2 16,2-4-1-16,0-2 0 15,20-6 0-15,2-8-1 16,2-6 1-16,1-12-3 15,2-6 3-15,0-2 2 16,0-6 12-16,-2-24-6 16,-4-12 14-16,-10-8 25 15,-9-8 5-15,-2 4 6 16,-13 4-14-16,-16 5 7 0,-7 11-19 16,-6 9-32-1,-3 6-52-15,-3 13-146 0,3 2-96 16,11 4-320-16</inkml:trace>
  <inkml:trace contextRef="#ctx0" brushRef="#br0" timeOffset="5867.25">21047 4747 863 0,'0'0'128'0,"0"0"-123"0,0 0 6 0,118-61-8 0,-67 57 14 0,5 2 22 0,0 2-1 16,-3 0-16-16,-2 0-10 15,-11 2 11-15,-11 8 16 16,-8 5 7-16,-9 0-13 16,-2 3-9-16,-8 8 5 15,-2 9 22-15,0 5-16 16,0 8-12-16,0 2-2 16,0 6-4-16,0 2-3 0,0 6-6 15,0 8 11 1,0 6 1-16,0 5-15 0,0 1 5 15,0 0-9-15,0-2 2 16,5 3 0-16,5 3-4 16,4 0 2-16,1 0-1 15,-1-5 0-15,-3-5 0 16,0-6 0-16,-2-7 0 16,-4-14 1-16,-5-8 0 15,0-12-1-15,0-6 3 16,-14-8-2-16,-15 0 27 15,-13-4 10-15,-16 0-38 16,-15-5-30-16,-12-1-19 16,-11-2-156-16,-11-5-129 15,2 0-390-15</inkml:trace>
  <inkml:trace contextRef="#ctx0" brushRef="#br0" timeOffset="6500.15">21938 4315 420 0,'0'0'592'0,"0"0"-532"0,0 0 45 0,0 0 4 0,0 0 32 16,0 0-53 0,0-50-46-16,0 60-28 0,3 24-11 15,5 14 32-15,3 2 4 16,-4-1-27-16,0-7-5 16,-5-11-3-16,-2-10-1 15,0-10-1-15,0-6-2 16,0-5 3-16,0 0-1 15,0-5 2-15,-9-24-3 16,-9-11-2-16,2-9-26 16,12-5 22-16,4 0-1 15,2 5-29-15,27 11 29 16,6 11 3-16,11 9 0 16,2 13 6-16,2 5-7 0,-3 6 4 15,-3 29 0-15,-6 10 4 16,-9 7-2-16,-9 10-1 15,-11-3-1-15,-9-5-2 16,-7 1 0-16,-30-7-44 16,-15 2-189-16,-10-7-67 15,-3-14-389-15</inkml:trace>
  <inkml:trace contextRef="#ctx0" brushRef="#br0" timeOffset="16936">8627 3136 991 0,'0'0'21'0,"0"0"38"0,0 0 85 0,0 0-67 0,0 0 70 16,0 0-24-16,0 0-100 15,-79-36-19-15,81 62 1 16,13 8-2-16,5-6 4 16,-2-3-7-16,4-6-1 15,-1-5-1-15,3-3-2 16,3-9-3-16,7-2-4 15,1 0-8-15,5-21-38 16,2-3 40-16,3-4-21 16,-1 0 29-16,5 2 4 15,5 4 4-15,1 2-8 0,5 6 9 16,-2 9 0-16,0 5 5 16,-2 2-4-16,-2 27-1 15,-8 7-11-15,-5 6 11 16,-13-1 4-16,-10-3-4 15,-9-9 3-15,-5-7-2 16,-1-9-1-16,0-8 0 16,-1-5 0-16,-2 0-1 15,0-9 1-15,0-19-22 16,8-4 2-16,13-1 15 0,8 1-8 16,11 7-1-16,2 2-2 15,5 11-4-15,3 12-11 16,13 0 31-16,9 10 0 15,5 16 1-15,-1 2 0 16,-5-5-1-16,-6-2 2 16,-9-6-1-16,-5-12 1 15,-6-3 2-15,-10 0 23 16,-10-14-25-16,-5-16 1 16,-5-10 3-16,-3-10-6 15,0-5-6-15,2-4-152 16,-2 0-118-16,-2 11-323 15</inkml:trace>
  <inkml:trace contextRef="#ctx0" brushRef="#br0" timeOffset="17665.68">9655 3777 862 0,'0'0'31'0,"0"0"107"0,-43-101-8 0,39 88-21 15,0 7 91-15,4 4-50 16,0 2-81-16,0 0-43 16,0 22-22-16,0 27 2 15,15 17 22-15,3 6 3 16,-2 0-18-16,-3-1-7 15,0-1-6-15,1-6 2 16,-6-9 4-16,1-15-6 16,-4-17-4-16,-3-13 2 15,1-10-5-15,-1 0-1 16,-2-6 1-16,0-40 0 16,-18-23-11-16,-9-22-17 0,7-13 22 15,9 1-37-15,11 9 7 16,0 17 39-16,29 24-7 15,13 15-4-15,7 19 10 16,2 15 4-16,-2 4-3 16,-7 24-3-16,-12 19 2 15,-19 10-9-15,-11 10-14 16,-36 3-4-16,-30-2-128 16,-19-8-103-16,-11-14-164 15</inkml:trace>
  <inkml:trace contextRef="#ctx0" brushRef="#br0" timeOffset="19083.12">13892 3198 580 0,'0'0'387'0,"0"0"-373"0,0 0 77 0,0 0 3 0,0 0 23 16,-64-106 48-16,62 106-46 16,2 0-99-16,0 0-18 0,2 21-1 15,18 6-1 1,3-1 5-16,-2-2-4 0,0-7-1 15,-1-4-13-15,-6-5 13 16,5-4-1-16,-3-4-12 16,1 0-18-16,7 0 31 15,3-13 0-15,10-10 7 16,5-3-14-16,-2 4 11 16,-1 0-11-16,0 9 7 15,3 4 0-15,0 5-1 16,7 4-2-16,-5 4 0 15,-3 19 3-15,-5 10 0 16,-11-3-2-16,-8-1 2 16,-5-6 0-16,-9-5 0 0,2-5-5 15,-3-6 4-15,0-7-3 16,1 0 3-16,3 0-24 16,8-21-23-16,11-14 40 15,6-3-10-15,2 0 8 16,3 11 3-16,-5 12 4 15,7 11 2-15,9 4-4 16,6 19 0-16,9 23 4 16,6 2-13-16,-2-3 14 15,3-11 27-15,0-10-26 16,-2-17 3-16,-7-3 2 0,-6-7-3 16,-9-23-2-16,-10-2-1 15,-8-6-10 1,-8-2-73-16,-5-8-69 15,-11-4-1-15,-3-3-282 0</inkml:trace>
  <inkml:trace contextRef="#ctx0" brushRef="#br0" timeOffset="19652.5">14679 3373 680 0,'0'0'104'0,"0"0"-17"0,0 0 40 0,0 0-41 0,0 0 32 0,0 0 0 16,-22-79 21-16,22 79-92 15,0 0-27-15,0 15-9 16,0 13 7-16,0 9-10 0,2 3-5 16,2 3-6-16,-2-2-4 15,-2 2-122-15,0-2-66 16,0-10-4-16,0-6-139 16,-15-18-39-16</inkml:trace>
  <inkml:trace contextRef="#ctx0" brushRef="#br0" timeOffset="19899.82">14474 3534 231 0,'0'0'433'0,"0"0"-285"16,0 0-95-16,0 0 7 15,0 0-24-15,0 0 8 16,-13-7 9-16,30 22-2 0,6 8-29 16,-1 0-9-16,0-4-8 15,-2 0-1-15,1-6-3 16,-2-3 0-16,2-6 5 15,1-4-3-15,-2 0 2 16,2-4 3-16,3-18-7 16,-3-4 1-16,0 0-4 15,-2 0-33-15,1 8-104 16,-8 10-180-16,-13 8-291 16</inkml:trace>
  <inkml:trace contextRef="#ctx0" brushRef="#br0" timeOffset="20333.96">14450 4028 559 0,'0'0'303'0,"0"0"-259"16,0 0 90-16,0 0-34 15,0 0-14-15,0 0-34 16,-41 35-15-16,25 16 17 16,6 2-26-16,-1-3-21 15,4-10-5-15,4-8-3 16,3-12 1-16,0-10-4 16,0-8-5-16,0-2-27 0,0-2 2 15,0-38 28 1,0-14-10-16,14-14 2 0,-3 3 9 15,5 17 5-15,-5 11 1 16,-1 14 8-16,-2 13-3 16,-6 10 9-16,5 0-1 15,6 18 2-15,7 16 34 16,3 10-27-16,-1 3-13 16,-3 0-10-16,0 0 0 15,-4-3-1-15,1-4-12 16,-3-6-77-16,-7-6-71 15,0-7-36-15,-6-13-127 16,0-8-23-16</inkml:trace>
  <inkml:trace contextRef="#ctx0" brushRef="#br0" timeOffset="20483.03">14295 4217 344 0,'0'0'629'0,"0"0"-625"15,0 0 2-15,148-44-6 16,-26-22-70-16,32-25-421 16</inkml:trace>
  <inkml:trace contextRef="#ctx0" brushRef="#br0" timeOffset="21466.84">15637 7435 1027 0,'0'0'14'0,"0"0"89"0,0 0 7 0,0 0 84 0,0 0-32 16,0 0-61-16,0 0-51 16,-45-97-30-16,45 133-8 15,0 15 5-15,0 16 9 16,0 1-7-16,0-2-11 16,0-4 0-16,0 0-5 15,0-6-1-15,0-6-2 0,0-7-5 16,0-14-38-16,0-10-100 15,0-17-219-15,5-2 19 16,0-21-281-16</inkml:trace>
  <inkml:trace contextRef="#ctx0" brushRef="#br0" timeOffset="21951.08">15845 7499 515 0,'0'0'433'0,"0"0"-412"0,0 0 68 16,0 0-42 0,0 0-4-16,0 0 20 0,-41-18-17 15,61 3-36-15,12 2-10 16,3 7 3-16,0 6-1 16,-1 2 4-16,-5 28 7 15,-7 10 25-15,-11 8-25 16,-11 4 1-16,0-3 8 15,-24-6 8-15,-12-4-1 16,-4-9-11-16,0-6-5 16,3-8-6-16,2-6 30 15,14-6-25-15,5-2-2 16,9-2 0-16,7 0 2 0,0 0 1 16,0 0 12-1,19 0-18-15,18-8-2 0,12 4 0 16,4 4-3-16,-1 0 0 15,-4 12 3-15,-3 15 7 16,-9 4 3-16,-11 2 1 16,-19-6 6-16,-6-2 16 15,-20-3 1-15,-27 1-13 16,-11-4-8-16,-4-3-14 16,4-10-3-16,6-6-1 15,10 0-12-15,11-24-11 16,19-12-95-16,12-12-281 15,0-5-307-15</inkml:trace>
  <inkml:trace contextRef="#ctx0" brushRef="#br0" timeOffset="22466.75">16404 7656 582 0,'0'0'435'0,"0"0"-427"0,0 0 60 0,0 0-48 0,0 0 2 16,62-106 50-16,-13 99-25 0,2 7-12 15,-11 3-13-15,-9 25-12 16,-15 5 4-16,-12 6 1 15,-4-1-4-15,-4 0 3 16,-25-4 23-16,-8-4-9 16,-2-8 1-16,1-3-2 15,7-8-3-15,2-5-13 16,8-1-3-16,7-5-1 16,5 0-5-16,7 0-1 15,2 0-1-15,6 0 2 16,30 0-4-16,13-11 2 15,9 3-2-15,2 8 1 16,-3 0 0-16,-5 2 0 0,-7 22 1 16,-14 5 3-16,-20 0 2 15,-11 1 1-15,-11-2 31 16,-38 1 1-16,-13-4 0 16,-9-2-21-16,1-11-4 15,5-6-7-15,7-6-6 16,12 0 0-16,15-20-27 15,22-14-112-15,9-7-224 16,20 4-354-16</inkml:trace>
  <inkml:trace contextRef="#ctx0" brushRef="#br0" timeOffset="22717.29">16985 7592 962 0,'0'0'40'0,"0"0"81"0,0 0 23 0,0 0 36 0,0 0-63 16,0 0-54-16,16 4-16 16,-8 42 19-16,4 6-38 15,-3 1-22-15,-1-1-3 16,0-2-3-16,-4-2-6 0,-4 2-62 15,0-6-218 1,-4-4-40-16,-25-12-270 0</inkml:trace>
  <inkml:trace contextRef="#ctx0" brushRef="#br0" timeOffset="23017.09">15515 8278 409 0,'-132'7'672'0,"10"0"-663"16,19 2 24-16,25 2 63 15,31-7 4-15,28 4 48 16,19 1-81-16,39 8-53 16,46 2 12-16,40 0 16 0,29-7-32 15,17-6-4 1,5 0 1-16,9-2-3 0,4 2 10 15,-2-2 4 1,0-4-9-16,-16 0-9 0,-20 0-2 16,-31 0 0-16,-36 0-20 15,-39 0-87-15,-40 0-172 16,-28 0 11-16,-67 0-300 16</inkml:trace>
  <inkml:trace contextRef="#ctx0" brushRef="#br0" timeOffset="23284.92">15766 8776 958 0,'0'0'76'0,"0"0"89"15,0 0-18-15,0 0 7 16,0 0-25-16,0 0-91 15,-53 39-3-15,50 20 50 16,3 10-56-16,0 1-16 16,7 3-13-16,15-3-2 15,-1-6-8-15,-4-4-45 16,-5-6-152-16,-8-14-103 0,-4-15-69 16</inkml:trace>
  <inkml:trace contextRef="#ctx0" brushRef="#br0" timeOffset="23634.07">16001 8937 1042 0,'0'0'22'0,"0"0"29"16,0 0 100-16,0 0-35 16,0 0 5-16,0 0-74 15,-14-22-36-15,9 58-5 16,1 10 0-16,4 7 8 15,0-6-13-15,0 0-2 16,12-5 2-16,7-6-2 0,4-8 1 16,1-8-10-16,0-10-5 15,3-8-12-15,2-2 12 16,-2-10 14-16,-2-26 1 16,-4-14 7-16,-7-8-4 15,-12-1 6-15,-2 2 0 16,-6 7 14-16,-23 9 10 15,-7 11 0-15,1 10-25 16,3 10-8-16,4 8-4 16,3 2-69-16,5 6-132 15,4 20-136-15,7 7-276 16</inkml:trace>
  <inkml:trace contextRef="#ctx0" brushRef="#br0" timeOffset="24016.18">16410 8918 882 0,'0'0'42'15,"0"0"76"-15,0 0-7 16,0 0 27-16,0 0 39 16,0 0-105-16,0-43-57 15,0 61-11-15,0 20-1 16,-2 19 4-16,-2 1-7 15,0 0 3-15,4-6-3 16,0-9 0-16,0-10-2 0,6-11-4 16,13-10-2-16,8-8-14 15,2-4 0-15,5-2-2 16,0-23 19-16,-1-11 5 16,-5-5 0-16,-9-6 12 15,-13-3 8-15,-6 5 32 16,0 2-7-16,-17 7 34 15,-10 10-43-15,0 8-14 16,-2 8-11-16,2 6-9 16,2 4-2-16,4 0-42 15,3 6-149-15,3 19-168 16,1 2-205-16</inkml:trace>
  <inkml:trace contextRef="#ctx0" brushRef="#br0" timeOffset="24365.83">16845 8921 906 0,'0'0'66'16,"0"0"21"-16,0 0 28 16,0 0-37-16,0 0 11 15,0 0-33-15,-36 4-43 16,30 34-8-16,1 9 1 15,5 0-6-15,0 2 0 16,9-1-3-16,14-3 4 16,2-10-2-16,4-7-4 0,3-10 4 15,1-8 1-15,-7-6 4 16,-3-4 3-16,-4 0 3 16,-9-14 38-16,-5-15 29 15,-5-10-27-15,0-7-5 16,-15-4 14-16,-17 2-38 15,-4 8-9-15,-2 11-11 16,3 11-1-16,8 8-105 16,10 8-164-16,9 2-234 15</inkml:trace>
  <inkml:trace contextRef="#ctx0" brushRef="#br0" timeOffset="24651.93">17661 8628 1009 0,'0'0'17'0,"0"0"-8"0,0 0 27 0,0 0 30 0,0 0 38 0,127 3-51 16,-61-3-30 0,3-3-12-16,-7-11-11 0,-9 0-11 15,-14-4-126-15,-21 4-72 16,-18 8-215-16</inkml:trace>
  <inkml:trace contextRef="#ctx0" brushRef="#br0" timeOffset="24784.98">17657 8771 377 0,'0'0'532'16,"0"0"-516"-16,0 0 5 15,0 0 16-15,135 14-17 16,-52-24-11-16,12-14-9 16,-5-5-143-16,-13 1-538 0</inkml:trace>
  <inkml:trace contextRef="#ctx0" brushRef="#br0" timeOffset="25349.89">19213 8231 474 0,'0'0'304'0,"0"0"-251"0,-27-105 85 0,27 80-65 0,0 6 11 0,0 11 40 16,0 1-1-16,0 7-21 15,0 0-34-15,0 34-45 16,0 20 25-16,5 15 40 16,-3 4-56-16,-2 4-1 15,0-2-21-15,0-6 0 16,0-7-7-16,0-11-3 15,7-14-8-15,4-6-67 0,14-15-214 16,6-14-52-16,2-2-378 16</inkml:trace>
  <inkml:trace contextRef="#ctx0" brushRef="#br0" timeOffset="25567.69">19465 8454 491 0,'0'0'496'16,"0"0"-449"-16,0 0 82 16,0 0-44-16,0 0-26 15,0 0 32-15,122-42 19 16,-22 31-51-16,6 2-34 0,-13 3-25 16,-17 2-2-1,-23 4-19-15,-15 0-81 0,-20 0-135 16,-16 0-22-16,-2 0-198 15</inkml:trace>
  <inkml:trace contextRef="#ctx0" brushRef="#br0" timeOffset="25800.18">19799 8235 279 0,'0'0'610'16,"0"0"-541"-16,0 0 48 15,0 0-18-15,0 0 17 16,0 0-9-16,-36-26-50 0,36 59-24 15,0 10 54 1,11 18-4-16,3 0-50 16,-3 6-17-16,-2-3 7 0,0-2-20 15,-2-2-1-15,-1-7-2 16,-1-8-18-16,3-8-37 16,4-11-150-16,1-12-128 15,7-14-362-15</inkml:trace>
  <inkml:trace contextRef="#ctx0" brushRef="#br0" timeOffset="26116.93">20987 7922 325 0,'0'0'750'16,"0"0"-735"-16,0 0 28 16,0 0 23-16,0 0 47 15,0 0 1-15,-7-69 8 16,7 83-107-16,-2 19 4 16,2 14 20-16,-3 0-2 15,3 4-5-15,0-8-9 16,0 0-11-16,0-9-7 15,0-6-5-15,0-3 0 0,0-4-13 16,14-3-119 0,-3-3-291-16,-1-9-228 0</inkml:trace>
  <inkml:trace contextRef="#ctx0" brushRef="#br0" timeOffset="26488.48">21198 7968 717 0,'0'0'109'16,"0"0"1"-16,0 0 10 15,0 0-40-15,0 0 32 16,0 0-51-16,-4-32-45 16,4 61-11-16,0 11 6 15,0 8 9-15,0 2-6 0,0 0-9 16,0-4-1-1,9-3-2-15,6-10 1 0,6-8-3 16,6-7 0-16,2-12 2 16,2-6 4-16,4 0-2 15,-4-8-2-15,3-16 1 16,-7-8 2-16,-8-9-1 16,-5-4 0-16,-12-7 28 15,-2-7 21-15,-8 1-8 16,-19 7 15-16,-2 7-50 15,0 12 26-15,4 8-32 16,2 8-4-16,0 8-15 0,0 8-142 16,-4 0-146-16,-2 8-304 15</inkml:trace>
  <inkml:trace contextRef="#ctx0" brushRef="#br0" timeOffset="26782.76">20610 8442 1079 0,'0'0'25'0,"0"0"9"0,0 0 37 0,0 0-13 0,0 0 25 0,0 0-22 15,12 0-22-15,67 7 36 16,35-2-5-16,22-5-49 15,2 0-10-15,2 0 5 16,-3 0-3-16,-6 0-7 16,-7 2-2-16,-20 4-4 15,-27 0-3-15,-30-2-2 16,-27-2-11-16,-20-2-192 16,-2 2-73-16,-45 0-190 15</inkml:trace>
  <inkml:trace contextRef="#ctx0" brushRef="#br0" timeOffset="27051.01">20962 8747 635 0,'0'0'370'15,"0"0"-347"-15,0 0 76 16,0 0 39-16,0 0 55 15,0 0-90-15,-22-30-43 16,20 66-24-16,0 12 50 16,-3 8-46-16,3 2-17 15,2 1-6-15,0-4-9 16,0-1-7-16,0-4-1 0,0-5-9 16,0-5-59-16,0-8-147 15,0-14-167-15,0-14-177 16</inkml:trace>
  <inkml:trace contextRef="#ctx0" brushRef="#br0" timeOffset="27749.46">21114 8915 1090 0,'0'0'13'0,"0"0"-1"15,0 0 20-15,0 0 93 16,0 0 56-16,0 0-102 0,0-34-62 15,-7 65-14 1,0 12 2-16,-2 5 42 0,9-1-32 16,0-4-7-16,0-4-3 15,7-8-4-15,13-2-1 16,5-11-2-16,-1-6 2 16,0-8-1-16,1-4-1 15,0 0 0-15,-6-6-23 16,-5-20 21-16,-5-11 4 15,-7-7 1-15,-2-3-1 16,0-3 0-16,-19 3-5 16,-6 10 1-16,-2 10 4 15,7 9 0-15,7 6-1 16,8 6 0-16,5 2 0 16,0 4-34-16,29-2-66 0,13 2 93 15,10-2-15 1,1 2-27-16,-4 0-1 0,-7 0 38 15,1-2 8-15,-11 2 5 16,-6-2 0-16,-9 0 0 16,-10 2 2-16,-6 0 1 15,-1 0-2-15,0 0 4 16,0 0-4-16,0 2 7 16,0 17 0-16,-3 12 0 15,-4 5-3-15,5 4 1 16,2 2-4-16,0 4 33 15,0-1-34-15,0-1 7 0,9-5-6 16,5-10 0 0,1-7 0-16,5-8-2 0,-2-6 1 15,2-6 7-15,2-2 0 16,3 0 0-16,2-18 2 16,-3-10 2-16,-2-10 44 15,-6-3-21-15,-9-12-7 16,-7 0 15-16,0 3-6 15,0 8-11-15,-9 12-10 16,-5 10-12-16,-1 6-4 16,-10 8-35-16,-10 4-115 15,-21 2-174-15,-17 0-251 16</inkml:trace>
  <inkml:trace contextRef="#ctx0" brushRef="#br0" timeOffset="28599.58">19276 7497 210 0,'0'0'532'0,"0"0"-466"0,0 0-15 16,0 0 9-16,-121 13 15 16,77-13 28-16,1 0-12 0,1 0-11 15,0 0-14-15,1 0-27 16,4 0 12-16,3 0 24 15,5 0-23-15,2 0-25 16,1 3-8-16,-1 1-6 16,5 3-3-16,6-3-4 15,5 0 8-15,5-1 0 16,-4 4 1-16,-1 3-7 16,-3 4-4-16,4 8 0 15,-4 6 0-15,1 6 1 16,0 2 4-16,1 2 1 15,6-1 5-15,1 2-9 0,3 4-4 16,2 2 6-16,0 10-2 16,0 1 2-16,0 4-2 15,0 3 4-15,0 0-4 16,0 8 3-16,5 5-4 16,-1 5 0-16,-2 5-1 15,0-7-1-15,1 1 0 16,-1-6-1-16,1 3-2 15,1-1 2-15,-2 1-2 16,2-6 1-16,-4-3-1 16,0-7 1-16,3-11-1 15,-3-8 1-15,6-6-1 16,1-4-1-16,2-3 1 16,6 1 0-16,1-7-2 0,5 1 0 15,2-2-2-15,9-1-2 16,13-4-7-16,11 0-41 15,15-5-86-15,15-8-193 16,12-4-26-16</inkml:trace>
  <inkml:trace contextRef="#ctx0" brushRef="#br0" timeOffset="29499.22">21696 7730 309 0,'0'0'555'0,"0"0"-486"0,0 0 17 16,0 0-38-16,0 0 32 15,0 0 24-15,-6-36-36 16,43 28-39-16,7 0-11 16,-2 6-1-16,3 2-10 0,-5 0 3 15,-3 0 17-15,0 0-12 16,-6 4-3-16,-5 6 9 16,-3 4-9-16,-7 2 0 15,-3 2 16-15,-5 1 14 16,0 6-24-16,-2 1-1 15,-2 4 5-15,-1 4-7 16,-1 2 1-16,2 3-1 16,3-1-2-16,2 2-2 15,2 0 1-15,0 0 3 16,1 0-4-16,-6 1-2 0,-2 6-3 16,-2 8 2-1,-2 8-2-15,0 6 1 0,0 4-2 16,0 2-1-16,-8-2-1 15,-3 3-1-15,4-2 3 16,-2 0-3-16,7-4 6 16,0 1-8-16,2-6 6 15,0 0-6-15,0-1 6 16,0 0-5-16,0 0 1 16,0-2-1-16,4-2 2 15,-2-2-2-15,-2-3 0 16,0-7 0-16,0-10-1 0,-4-8 1 15,-17-8 0-15,-12-2 2 16,-11-8-3-16,-18 0-8 16,-21-8-47-16,-15-4-243 15,-18-18-182-15</inkml:trace>
  <inkml:trace contextRef="#ctx0" brushRef="#br0" timeOffset="30185.45">22455 7497 930 0,'0'0'49'0,"0"0"63"0,0 0-6 0,0 0 1 16,0 0 40-16,0 0-57 16,-22-30-55-16,22 44-24 15,0 16 15-15,0 9 7 16,0 1-3-16,0-2-14 15,0-6-2-15,0-2-8 16,0-10 0-16,0-8-4 16,0-6 0-16,0-6 1 15,0 0-2-15,0 0-1 16,0 0 1-16,0-24-1 16,-5-12-5-16,1-6-13 0,4-2 1 15,0 0 0-15,9 1-3 16,17 5 8-1,3 9 0-15,8 6 11 0,-2 11 1 16,3 8 1-16,-1 4 0 16,-1 0 0-16,-3 22-1 15,-6 20 4-15,-7 11 1 16,-11 7-1-16,-7 2-2 16,-2-2-2-16,-8-4-6 15,-24-1-60-15,-7-10-239 16,-9-11-7-16</inkml:trace>
  <inkml:trace contextRef="#ctx0" brushRef="#br0" timeOffset="31867.06">21162 7694 686 0,'0'0'125'16,"0"0"-14"-16,0 0-39 0,0 0 28 0,0 0-5 0,0 0-4 15,0 0 13-15,-71-78-19 16,71 78-51-16,3 14 2 16,17 24-4-16,2 16 13 15,2 12-16-15,5 6-12 16,7 4-5-16,7 3-9 15,9-3-3-15,9 1-4 16,3-2-6-16,2 4-142 16,-9-1-127-16,-12 6-31 15,-23-6-388-15</inkml:trace>
  <inkml:trace contextRef="#ctx0" brushRef="#br0" timeOffset="32335.5">21624 8829 463 0,'0'0'309'0,"0"0"-237"0,0 0 10 0,0 0 23 16,0 0-21-16,0 0 20 15,6-76-69-15,31 114 50 0,2 22-11 16,8 14-21 0,0 11-37-16,-1-2-8 0,2-4-7 15,1-8-1-15,-5-13-3 16,0-5-61-16,-9-11-178 15,-16-13-210-15</inkml:trace>
  <inkml:trace contextRef="#ctx0" brushRef="#br0" timeOffset="33116.93">15686 10756 210 0,'0'0'775'0,"0"0"-689"0,0 0 58 0,0 0 49 16,-61-106-44-16,59 102-11 15,2 4-62-15,0 0-46 0,0 22-14 16,0 19-1 0,0 14 36-16,0 3-25 0,0 2-2 15,0-3-15-15,-6-6 1 16,-3-7-5-16,1-5-1 15,2-7-4-15,4-2-3 16,2-6-10-16,0-2-67 16,12-10-115-16,4-12-307 15,6 0-174-15</inkml:trace>
  <inkml:trace contextRef="#ctx0" brushRef="#br0" timeOffset="33565.78">15835 10884 1017 0,'0'0'11'0,"0"0"-6"0,0 0 34 15,0 0-7-15,0 0 14 16,0-114 43-16,36 101-72 16,9 6-13-16,-1 7-1 15,-3 0-2-15,-10 3 2 16,-10 24 2-16,-13 9 3 15,-8 4-1-15,-12 4-1 16,-21-4 2-16,-7-4 13 16,2-8 20-16,7-6-31 0,9-9 20 15,8-5-20 1,9-7-3-16,3 2-2 0,2-3-5 16,0 0-1-16,4 0-3 15,28 0 4-15,7 0 5 16,9 0-4-16,-1 0 0 15,-5 0 2-15,-2 18 2 16,-9 2 1-16,-11-2 9 16,-11 0 9-16,-9 2 32 15,-15 0 18-15,-30 0-17 16,-12 0-31-16,-1-4-18 16,2-8-6-16,8-8-1 15,11 0-1-15,8-4-3 16,14-26-120-16,7-14-282 15,8-6-383-15</inkml:trace>
  <inkml:trace contextRef="#ctx0" brushRef="#br0" timeOffset="34084.58">16344 10881 1042 0,'0'0'16'0,"0"0"20"0,0 0 2 0,0 0-5 0,89-111 28 16,-43 98-3-16,1 12 17 15,-11 1-45-15,-9 14-21 16,-15 20 3-16,-7 8-2 15,-5 5 11-15,-5-6-9 16,-19-3 1-16,-7-7 7 16,0-9 3-16,2-4-4 15,3-6 20-15,5-3-13 16,7-6-13-16,5-1-6 16,8 0-5-16,1-2-1 15,0 0-1-15,0 0-3 16,16 0 3-16,17 0 2 15,9 0 0-15,7 0-1 16,-3 7 1-16,-2 12 1 16,-11 3 1-16,-11 0-1 15,-15-1 7-15,-7-2-2 0,-10 1 16 16,-27 1 10-16,-15-2-14 16,-7-1-13-16,1-8-4 15,0-8-3-15,8-2-1 16,8-2-12-16,16-16-62 15,20-7-211-15,6 2-43 16,21-1-523-16</inkml:trace>
  <inkml:trace contextRef="#ctx0" brushRef="#br0" timeOffset="34333.01">17011 10757 465 0,'0'0'586'0,"0"0"-503"0,0 0 78 0,0 0 24 0,0 0-5 15,0 0-105-15,0-67-39 16,3 101-25-16,2 10 15 16,6 10 0-16,3 2-15 15,1-2-5-15,-2-2-5 16,-2-2-1-16,-9 0-4 15,-2 3-70-15,-8-1-271 0,-33-10-210 16</inkml:trace>
  <inkml:trace contextRef="#ctx0" brushRef="#br0" timeOffset="34649.83">14971 11450 1177 0,'0'0'9'15,"0"0"-4"-15,0 0 32 0,0 0-24 16,0 0 8-16,143 12 67 16,17 6-23-16,41-2-43 15,24-2-19-15,20-6 11 16,2-2 39-1,-6-6-17-15,-8 0-8 0,-23 0-25 16,-27 0-3-16,-36 0 0 16,-45 0-27-16,-42 0-53 15,-39 0-78-15,-21 0 2 16,-58 0-12-16,-40 0-427 16</inkml:trace>
  <inkml:trace contextRef="#ctx0" brushRef="#br0" timeOffset="34966.82">15833 11926 1048 0,'0'0'155'16,"0"0"5"-16,0 0 93 16,0 0-186-16,0 0-34 15,0 0 6-15,-54 25-2 16,54 23 24-16,0 15-30 0,0-3-28 16,0 0 1-16,0 2-4 15,0-2-4-15,0-6-16 16,6-6-72-16,6-14-211 15,7-13-100-15,0-20-270 16</inkml:trace>
  <inkml:trace contextRef="#ctx0" brushRef="#br0" timeOffset="35299.67">16059 12129 737 0,'0'0'329'15,"0"0"-300"-15,0-101 63 16,0 85-10-16,0 7 33 15,0 7 36-15,0 2-12 0,0 0-114 16,0 27-23 0,-3 16 3-16,3 9 0 0,0 3 6 15,0-3-11-15,5-6 3 16,12-4-1-16,6-10-2 16,6-5-5-16,2-10 2 15,2-8-12-15,-2-6 2 16,-2-3-17-16,0-2 21 15,-3-24 8-15,-7-12 1 16,-10-8 4-16,-9-2 15 16,0-4 4-16,-22 2-4 15,-10 12 8-15,-1 10-9 16,0 9-3-16,2 12-11 16,-3 4-4-16,1 3-3 0,4 0-61 15,8 22-253-15,8 3-115 16</inkml:trace>
  <inkml:trace contextRef="#ctx0" brushRef="#br0" timeOffset="35719.18">16626 12071 967 0,'0'0'31'0,"0"0"11"0,0 0 43 0,0 0-50 0,0 0 42 0,0 0 18 16,-66-52-18-16,61 52 2 15,-2 24-65-15,0 8 9 16,5 7 20-16,2 0-16 16,0 4-13-16,2 0-7 15,15-2-4-15,0-1-3 16,5-6 2-16,5-5-2 15,4-8-1-15,1-7-2 16,-3-5 3-16,0-5 13 16,-2-4-9-16,-6 0 6 0,-3-10 0 15,-3-17-1 1,-5-9 20-16,-8-4 11 0,-2-2-8 16,-4 2 4-16,-21 4-4 15,-4 8-22-15,-2 6-4 16,-5 9-5-16,-1 8-1 15,0 5-38-15,6 0-89 16,2 1-304-16,12 12-255 16</inkml:trace>
  <inkml:trace contextRef="#ctx0" brushRef="#br0" timeOffset="36103.65">17001 12102 454 0,'0'0'563'0,"0"0"-522"0,0 0 68 15,0 0-26-15,0 0-20 16,0 0 24-16,-9-50 22 16,5 56-79-16,-1 25-28 15,2 13 30-15,3 9-18 16,0-5-7-16,0-2 4 15,18-6-8-15,5-6 2 16,0-7-5-16,2-12 0 16,2-5-2-16,-2-8 2 15,-2-2 5-15,-2 0-2 0,-5-14 5 16,0-14-1 0,-9-8 21-16,-7-5-4 0,0-2 9 15,-12 0 6-15,-17 9-7 16,-2 9-18-16,-3 7-8 15,-1 7-6-15,2 10-6 16,6 1-77-16,7 0-285 16,15 0-445-16</inkml:trace>
  <inkml:trace contextRef="#ctx0" brushRef="#br0" timeOffset="36500.01">18362 11712 513 0,'0'0'711'0,"0"0"-633"0,0 0 32 0,0 0-80 0,0 0 8 16,0 0 24-16,85 2 28 15,-14-16-65-15,-2-5-21 16,-8 6-4-16,-13 3-50 16,-12 5-147-16,-12 2-6 15,-15 3-15-15,-9 3-175 16</inkml:trace>
  <inkml:trace contextRef="#ctx0" brushRef="#br0" timeOffset="36634.61">18422 11869 843 0,'0'0'104'0,"0"0"0"0,0 0-54 16,0 0-24 0,0 0 5-16,154 2-31 0,-43-39-27 15,12-6-487-15</inkml:trace>
  <inkml:trace contextRef="#ctx0" brushRef="#br0" timeOffset="37153.87">19701 10993 519 0,'0'0'410'0,"0"0"-326"0,-33-129 69 0,23 104 2 0,7 8-2 0,0 7 35 0,3 8-83 16,0 2-51-16,0 0-23 15,0 4-23-15,0 25-3 16,12 10-1-16,-2 11-2 16,-1 5-2-16,-5 2 0 0,-1 4-7 15,0-9-35 1,1-6-93-16,7-16-140 0,9-12-35 16,9-13-143-1</inkml:trace>
  <inkml:trace contextRef="#ctx0" brushRef="#br0" timeOffset="37369.74">20009 10894 908 0,'0'0'74'15,"0"0"30"-15,0 0 7 16,0 0 2-16,0 0 69 16,0 0-69-16,-27-51-90 15,27 86-22-15,0 13 35 16,4 7-8-16,10-4-17 15,-1 1-10-15,-2 1-1 16,-6-3-4-16,-1 0-50 16,-4-4-135-16,0-6-93 0,0-7-116 15</inkml:trace>
  <inkml:trace contextRef="#ctx0" brushRef="#br0" timeOffset="37600.14">19398 11589 616 0,'0'0'367'0,"0"0"-290"16,0 0 45-16,0 0-32 15,0 0-59-15,0 0 18 16,60 19 31-16,67-13-12 0,23-4-53 16,8 0-5-16,2-2-7 15,-11 0 38-15,-10 0 53 16,-25 0-74-16,-26 0-20 15,-34 0-7-15,-29 0-163 16,-25 4-176-16,-25 2-139 16</inkml:trace>
  <inkml:trace contextRef="#ctx0" brushRef="#br0" timeOffset="37850.6">19870 11937 631 0,'0'0'399'0,"0"0"-327"16,0 0 149-16,0 0 5 15,0 0-117-15,0 0-43 16,-31-34-7-16,31 64-34 16,0 12 11-16,0 16-4 15,0 0-26-15,0 4-4 16,2-3-2-16,8-3-10 15,-6-6-62-15,7-10-138 16,5-11-177-16,3-20-34 16</inkml:trace>
  <inkml:trace contextRef="#ctx0" brushRef="#br0" timeOffset="38166.18">20098 12091 502 0,'0'0'538'0,"0"0"-488"16,0 0 88-16,0 0-80 15,0 0-4-15,0 0 87 16,-10-77-39-16,10 77-81 16,-2 15-21-16,2 24 3 15,0 15-3-15,0 6 4 16,0-2-3-16,16-8 0 16,2-7-2-16,0-14 1 15,0-8-5-15,1-10 4 16,0-9 1-16,1-2 3 15,6-2 8-15,-1-22 3 0,-3-5-6 16,-7-2 5-16,-7-1 19 16,-8-5 42-16,0-1-37 15,-8-1-20-15,-15 4-12 16,-2 6-5-16,-6 2-68 16,0 1-145-16,-7-2-237 15</inkml:trace>
  <inkml:trace contextRef="#ctx0" brushRef="#br0" timeOffset="38885.18">19563 10475 220 0,'0'0'712'0,"0"0"-654"0,0 0 13 0,0 0-47 16,0 0-5-16,0 0 41 15,-144-63 31-15,103 58-18 16,5 3-16-16,5 2-25 0,8-2 5 16,8 0-3-16,7 2 3 15,0 0 3-15,4 0-25 16,-5 0-8-16,-4 12-5 16,-7 10 2-16,0 8-3 15,-5 2 4-15,6 6 1 16,0 1 7-16,2 2 7 15,5 1 1-15,6 2-3 16,1 1-6-16,3 3 15 16,2 1-7-16,-2 1-2 15,2 0 4-15,0 0-11 16,-2 1 2-16,2 4-3 0,-2 1 7 16,2 7 0-16,0 0-12 15,0 3 2-15,0 9-1 16,0 4 3-16,0 9-3 15,0-1-3-15,0 4-2 16,0-7 2-16,0-6-2 16,0-6-1-16,0-4 0 15,0 0 3-15,0 1-2 16,0-1-1-16,0-3 1 16,0-4-1-16,4-4 2 15,7-6-2-15,1 0 0 16,3-3 0-16,5 0-1 15,2 0 1-15,7-6-1 16,12-6-7-16,5-6-25 0,14-8-62 16,11-9-110-16,10-13-187 15,1-13-223 1</inkml:trace>
  <inkml:trace contextRef="#ctx0" brushRef="#br0" timeOffset="39432.92">20507 10774 987 0,'0'0'17'0,"0"0"21"0,0 0-16 15,0 0-4-15,146-48 7 16,-100 48 3-16,-1 0-7 16,-3 0-3-16,-4 20 8 15,-11 4 2-15,-9 2-12 16,-5 6 12-16,-9 2 40 15,-2 4-35-15,0 2 27 16,-2 4-14-16,0 3-16 16,0 3-1-16,0 1-15 0,0 8 3 15,0 1 5-15,0 4-8 16,0 0 14-16,0 4-11 16,0 9-2-16,0 5-4 15,0 2 5-15,0 1 11 16,-2-1-18-16,2 2-1 15,-4 4 1-15,4 3 1 16,-2 1-2-16,2-4-4 16,0-8 2-16,0-10-4 0,-2-13 3 15,-3-13-5 1,-1-14 2-16,-8-8-1 0,-8-4 0 16,-9-1 1-16,-12 0-2 15,-5-9-38-15,-4-8-148 16,-17-2-283-16</inkml:trace>
  <inkml:trace contextRef="#ctx0" brushRef="#br0" timeOffset="40017.11">21254 10537 909 0,'0'0'113'0,"0"0"-47"0,0 0-6 0,0 0 0 0,0 0 65 15,0 0 5-15,-4-9-49 0,4 27-57 16,0 10 22 0,0 10-17-16,1 0-12 0,-1 0 5 15,0-6-12-15,0-8-4 16,0-11-4-16,0-4-2 15,0-5 4-15,0-4-3 16,0 0 1-16,0 0 1 16,-10-13-1-16,-4-12-2 15,5-7-4-15,9-9-2 16,0-6-5-16,23-2 2 16,12 5-4-16,3 6 10 15,-5 16 3-15,1 8 0 16,-1 14 1-16,4 0 0 0,4 8 0 15,-3 20 4 1,0 10 3-16,-11 6-3 0,-11 2-4 16,-12 1 4-16,-4 0-5 15,-25 1-3-15,-23 5-56 16,-14-3-337-16,-10-5-164 16</inkml:trace>
  <inkml:trace contextRef="#ctx0" brushRef="#br0" timeOffset="69966.78">16288 14102 1058 0,'0'0'73'0,"0"0"99"0,0 0 61 0,0 0-113 0,0 0-46 0,0 0-6 0,0 0-6 16,0 0-43-1,-52-59-4-15,39 103-9 0,-1 16 26 16,1 9-18-16,5-6-4 16,6-1-9-16,2-1-1 15,0-4-7-15,0-4-1 16,0-12-34-16,17-3-67 15,10-15-180-15,4-15-142 16,2-8-166-16</inkml:trace>
  <inkml:trace contextRef="#ctx0" brushRef="#br0" timeOffset="70166.89">16517 14181 1044 0,'0'0'35'0,"0"0"98"16,0 0 68-16,-11-103-68 0,11 99 7 15,-2 4-70-15,2 0-23 16,0 13-27-16,0 27-18 16,0 16 0-16,2 14 0 15,7 4 1-15,-7 2-3 16,-2 3-10-16,0 1-51 16,-13-6-219-16,-16-8-141 15,-7-11-313-15</inkml:trace>
  <inkml:trace contextRef="#ctx0" brushRef="#br0" timeOffset="70404.35">15804 14871 1071 0,'0'0'30'16,"0"0"65"-16,-138-6 43 15,109 12-15-15,17 6-32 16,12 4 1-16,10 12-18 15,48 0-27-15,38-2-23 16,39-8-15-16,35-13-7 16,11-5-2-16,-4 0-3 15,-11-11-12-15,-26 3-42 0,-22 0-48 16,-25 3-138 0,-37 5-87-16,-43 0-257 15</inkml:trace>
  <inkml:trace contextRef="#ctx0" brushRef="#br0" timeOffset="70705.88">16134 15477 834 0,'0'0'205'16,"0"0"6"-16,0 0 36 0,0 0-82 16,0 0-99-1,0 0-16-15,-23-27 10 0,10 67-32 16,0 10 7-16,2 12-26 16,11-5-7-16,0 0-2 15,0 4-5-15,0 1-39 16,4-5-132-16,5-17-316 15,-2-17-179-15</inkml:trace>
  <inkml:trace contextRef="#ctx0" brushRef="#br0" timeOffset="71003.23">16341 15561 694 0,'0'0'396'0,"0"0"-332"0,0 0 64 16,0 0-41-16,0 0-76 15,0 0-5-15,0 18 23 16,5 54 87-16,3 4-87 16,6-5-24-16,4-14-5 15,6-7 2-15,7-15-2 16,3-12 4-16,3-18-2 16,4-5-1-16,-1-14 3 15,-4-22 0-15,-10-13 3 16,-11-5 14-16,-15-5 28 15,0 2-9-15,-15 9-17 16,-22 8-4-16,-8 8-9 16,-11 15-10-16,-7 12-27 0,-5 0-160 15,-9 5-186-15,4-4-214 16</inkml:trace>
  <inkml:trace contextRef="#ctx0" brushRef="#br0" timeOffset="71683.07">16103 13916 85 0,'0'0'568'0,"0"0"-428"0,0 0-2 0,-127-46-47 15,90 36-28-15,3 2-16 16,0 2 8-16,0 1-3 15,2 5-10-15,4 0-7 16,-5 0-5-16,-1 0-5 0,-1 5-9 16,-3 13-3-16,3-2-1 15,4 4-1-15,2 2-3 16,4 0 0-16,4 5 21 16,4 4-12-16,-1 4 23 15,5 8-15-15,-3 8 3 16,3 9-4-16,-1 7 7 15,3 7-20-15,3 2 2 16,0 5 11-16,0 0 0 16,3-1 1-16,-1 0-10 15,1 2-9-15,3 5 2 16,-3-1 1-16,1-2-2 16,2 2 1-16,-3 7-3 15,1 0-3-15,0 6 4 16,-3-1 12-16,0-3-13 0,0-1 2 15,2-10 1-15,5 1 1 16,0-9-7-16,0-8 1 16,19-2-3-16,5-4 0 15,11-7 2-15,8-7-1 16,7-7-1-16,9-6-8 16,13-14-9-16,10-15-124 15,11-6-222-15,2-23-181 16</inkml:trace>
  <inkml:trace contextRef="#ctx0" brushRef="#br0" timeOffset="72183.9">17085 14074 566 0,'0'0'245'0,"0"0"-225"0,0 0-9 0,121-63 18 0,-61 59-16 0,-2 4 18 16,0 0 51-16,-13 14-18 15,-6 8-19-15,-12 6-28 16,-11 3 4-16,-12 12 2 16,-4 7 8-16,0 7 24 15,-11 6-21-15,-7 1 27 16,0 6-17-16,5 5-7 16,-3 7 13-16,5 12-25 15,3 8-2-15,-2 11-6 16,4 3-1-16,3 5 5 15,3 3-5-15,0 4-6 16,0 2-1-16,0-3 9 0,0-5 18 16,3-3-18-16,-3-13-3 15,0-16-1-15,-3-15-2 16,-21-22-6-16,-10-8 3 16,-8-10-9-16,-11-7 0 15,-8-11-31-15,-12-17-211 16,-7-17-248-16</inkml:trace>
  <inkml:trace contextRef="#ctx0" brushRef="#br0" timeOffset="72750.87">17912 13741 1007 0,'0'0'19'0,"0"0"16"0,0 0 16 0,0 0-38 16,0 0-2-16,60-112 24 16,-20 109-7-16,4 3-18 0,-1 0-7 15,-7 14 1-15,-11 10-1 16,-10 6-2-16,-13 2 0 16,-2 0 2-16,-11 4-1 15,-22 0 2-15,-12 0-1 16,-6-8 0-16,10-10 2 15,6-6 2-15,15-8 7 16,13-2 8-16,7-2-14 16,0 0-8-16,0 3-1 15,27-2-12-15,13 6 13 16,7 10 4-16,2 3-3 16,-9 9 2-16,-11 7-1 15,-11-7 8-15,-16 1 14 0,-2-5 45 16,-16-3 42-16,-30-7-10 15,-16-7-41-15,-6-3-40 16,1-5-20-16,11 0-1 16,17-18-48-16,12-19-199 15,14 6-207-15</inkml:trace>
  <inkml:trace contextRef="#ctx0" brushRef="#br0" timeOffset="73001.27">18043 15149 1243 0,'0'0'68'0,"0"0"-48"0,0 0-16 0,148-34-4 0,-100 21-14 16,-7 0-14-16,-12 1-109 15,-16 8-123-15,-13 4-356 16</inkml:trace>
  <inkml:trace contextRef="#ctx0" brushRef="#br0" timeOffset="73132.87">18017 15254 369 0,'0'0'643'0,"0"0"-513"15,0 0 50-15,0 0 7 16,0 0-122-16,0 0-65 16,95-22 0-16,13 3-7 15,-4-3-228-15,-13 3-134 16</inkml:trace>
  <inkml:trace contextRef="#ctx0" brushRef="#br0" timeOffset="73533.16">19874 14265 542 0,'0'0'482'16,"0"0"-332"-16,6-120 139 0,-6 108-99 15,2 7-69-15,-2 5-61 16,2 0-14-1,2 0-26-15,3 31-19 0,1 18 2 16,2 14-3-16,-6 5-3 16,-1-2-6-16,-3-7-52 15,0-7-118-15,0-21-134 16,0-12 36-16,0-19-132 16</inkml:trace>
  <inkml:trace contextRef="#ctx0" brushRef="#br0" timeOffset="73702.17">20065 14216 702 0,'0'0'187'16,"0"0"10"-16,0 0-1 0,0 0 11 16,0 0-94-1,0 0-63-15,33-89-3 0,-22 121-33 16,9 10 32-16,0 9-27 16,4-4-17-16,-1 0-2 15,-8-2-2-15,-3 0-24 16,-12-1-150-16,0-6-183 15,-16-4-55-15</inkml:trace>
  <inkml:trace contextRef="#ctx0" brushRef="#br0" timeOffset="73933.14">19563 14833 366 0,'0'0'637'0,"0"0"-599"16,-134 8 85-16,121-6 4 0,13-2-68 15,0 4 16-15,11-4 38 16,41 4-90-16,41 0-7 16,45-4-7-16,32 0-3 15,15 0-6-15,2-4-1 16,-14 0 1-16,-22 0 0 16,-28 4-9-16,-38 0-82 15,-47 4-247-15,-38 17-176 16</inkml:trace>
  <inkml:trace contextRef="#ctx0" brushRef="#br0" timeOffset="74167.88">19730 15306 745 0,'0'0'469'15,"0"0"-327"-15,0 0 91 16,0 0-174-16,0 0-45 15,0 0 9-15,0 10 42 16,0 30 10-16,0 10-34 16,5 6-33-16,1-2-8 15,1 4-2-15,-3-3-13 16,-1-3-92-16,-3-12-179 16,0-7-159-16,0-21-332 15</inkml:trace>
  <inkml:trace contextRef="#ctx0" brushRef="#br0" timeOffset="74469.42">19993 15406 186 0,'0'0'770'15,"0"0"-764"-15,0 0 34 16,0 0-8-16,0 0-8 16,0 0 20-16,43-98 45 15,-43 120-37-15,-10 22-11 16,-1 5-2-16,3 5-20 15,5-7-5-15,3 0-5 16,0-7-3-16,7-10-1 16,18-6-5-16,2-8 6 0,4-10-6 15,4-6 3-15,-1 0 2 16,-3-19-2-16,-4-12 4 16,-8-5 35-16,-15-4 59 15,-4-9-44-15,-2-1-29 16,-26 6 9-16,-1 5-31 15,-5 8-6-15,-6 12-119 16,-12 6-152-16,-5 5-306 16</inkml:trace>
  <inkml:trace contextRef="#ctx0" brushRef="#br0" timeOffset="75032.78">19603 13986 1030 0,'0'0'11'0,"0"0"37"0,0 0 38 0,0 0-48 0,-151-12 5 0,110 12 36 0,3 0 3 0,7 0-20 15,2 0-39-15,4 0-16 16,4 0 0-16,5 4 21 16,5 2-11-16,-1 7-5 15,4 6 14-15,-3 16-1 16,-3 9-4-16,3 12-6 15,-2 9-2-15,-1 6-8 16,1 7 19-16,-5 4-21 16,1 5 0-16,-8 12 0 15,3 4 0-15,-1 8 0 16,3-3 10-16,2-2-4 16,5-2 1-16,4 3 0 15,5 4 1-15,4-4-1 16,0 0-3-16,0 0 1 0,4-7-4 15,14-2-1-15,2-7-1 16,4-4 0-16,5-7 0 16,0-9-2-16,5-8 0 15,6-14-7-15,7-18-43 16,13-17-178-16,9-14-64 16,5-23-94-16</inkml:trace>
  <inkml:trace contextRef="#ctx0" brushRef="#br0" timeOffset="75585.22">20643 14034 1022 0,'0'0'19'0,"0"0"-15"0,121-45 16 0,-45 33-10 0,-5 6-1 0,-4 6 16 16,-5 0 38-16,-8 0 24 15,-10 13-57-15,-12 5-7 16,-11 4-13-16,-9 2 12 16,-5 6 4-16,-7 11 8 15,0 4 3-15,0 10-2 16,0 13 4-16,-12 6-17 16,1 6-15-16,3 9 7 15,-1 10 12-15,1 6-10 16,6 8 9-16,0-1-10 15,2 0 4-15,0 7-4 16,0-1-3-16,0 1-2 16,0-2 2-16,0-6-5 0,0-10 1 15,0-5-7-15,-8-17 6 16,-1-14-2-16,-5-9 0 16,-1-15 1-16,-8-3 7 15,-14-5-12-15,-19 3-1 16,-23-6-13-16,-21-12-105 15,-14-12-321-15,-3-6-437 16</inkml:trace>
  <inkml:trace contextRef="#ctx0" brushRef="#br0" timeOffset="76283.75">21644 13718 1038 0,'0'0'165'0,"0"0"-86"0,0 0 109 0,0 0-91 0,0 0-40 0,0 0 29 0,-35-32-41 16,35 48-27-1,0 16-10-15,0 10-2 0,0 2 11 16,0-6-8-16,0-10-1 15,0-10-7-15,0-10 0 16,0-4-1-16,0-4 0 16,0 0-1-16,0 0 1 15,0-4 3-15,0-22-3 16,-5-13-11-16,5-2 2 16,0-3-2-16,11 2-2 15,25 6-27-15,7 10-1 16,1 8 22-16,2 10 17 15,3 8 2-15,-1 0-1 16,-4 26 3-16,-7 13-2 16,-5 13 4-16,-10 7 6 0,-11 3-10 15,-11-2 2-15,0-1-2 16,-33-4-13-16,-18-2-158 16,-11-9-236-16,-10-7-258 15</inkml:trace>
  <inkml:trace contextRef="#ctx0" brushRef="#br0" timeOffset="77285.08">18694 13796 596 0,'0'0'342'0,"-142"-18"-302"0,82 10 86 0,8 4 8 0,10-2-53 16,17 4 7-16,8 2 5 15,17 0 0-15,0 0-7 16,42 0-31-16,46 0-19 15,53 0-31-15,55 0-2 16,45 0-2-16,24 0 2 16,14 0-1-16,-3-2-2 15,-14 2 2-15,-16 0-1 16,-32 0-1-16,-30 0 0 16,-41 0 1-16,-47 0 6 0,-40 0 0 15,-34 0-2-15,-19 0 7 16,-3 0 19-16,0 0 12 15,-12 0-16-15,-7 0-19 16,-2-7-8-16,7 4 0 16,6 1-18-16,5 2-2 15,3 0-65-15,0 0-62 16,0 0-149-16,0 0 48 16,0 0-112-16,0 2-314 15</inkml:trace>
  <inkml:trace contextRef="#ctx0" brushRef="#br0" timeOffset="77666.86">20989 13546 957 0,'0'0'46'0,"0"0"74"0,0 0 5 0,0 0-85 15,0 0 4-15,0 0 44 16,-7-7-51-16,16 26-9 16,16 5-16-16,8 5-5 15,3 0-3-15,-1-5-1 0,-3-4-2 16,-3-7 3-16,-9-5-4 15,-9-4 1-15,-5-4 2 16,-4 3-3-16,-2-3 3 16,0 0 3-16,0 2 7 15,-15 10-13-15,-18 6-2 16,-10 12-2-16,-5 10-76 16,-8 4-85-16,-2-2-114 15,-9-3-422-15</inkml:trace>
  <inkml:trace contextRef="#ctx0" brushRef="#br0" timeOffset="78333.27">18520 13523 161 0,'0'0'741'0,"0"0"-658"0,0 0 64 0,0 0-74 0,0 0-47 0,0 0 62 15,-76 99-21-15,27-57-15 16,1-7-15-16,-4-4-26 16,8-9-7-16,8-6-4 15,12-8 9-15,12-4-9 16,12-1-4-16,0-3-2 0,0 6-12 16,14 5-7-1,19 9 19-15,9 6 4 16,5 8-52-16,-6 4-137 0,-6 1-43 15,-15 1-290-15</inkml:trace>
  <inkml:trace contextRef="#ctx0" brushRef="#br0" timeOffset="81452.89">20692 17513 1222 0,'0'0'67'0,"0"0"162"0,-47-112-142 0,53 84-54 0,17 3-26 0,6 6 27 16,-2 15 16-16,-2 4-13 15,0 0-9-15,-3 8-18 16,0 28-2-16,-2 10 10 15,-7 12 2-15,-1-5-3 16,-8-9-17-16,-4-16 2 16,0-10-2-16,0-10 1 15,0-3-1-15,0-5 4 16,0 0-4-16,0 0 1 0,0-17 3 16,-16-33-4-16,3-13-15 15,7-3 4-15,6 8 8 16,4 16-4-16,23 4 6 15,4 14-3-15,0 12 4 16,0 9 0-16,5 3 0 16,4 25 1-16,5 23 8 15,-3 10 5-15,-5 4 2 16,-3 2-8-16,-5-5-5 16,-4-2 0-16,-3-7-3 15,-5-6-1-15,4-9-4 16,1 1-45-16,1-18-153 15,-6-10-245-15,-1-8-196 16</inkml:trace>
  <inkml:trace contextRef="#ctx0" brushRef="#br0" timeOffset="81669.06">21468 17558 1178 0,'0'0'88'0,"0"0"146"0,0 0-90 0,0 0-85 16,0 0-49-16,0 0-10 15,2-15 2-15,60 11 1 16,15-5-3-16,-2 1-45 16,-13-6-242-16,-24 5-68 0,-20 9-286 15</inkml:trace>
  <inkml:trace contextRef="#ctx0" brushRef="#br0" timeOffset="81803.38">21532 17773 639 0,'0'0'462'15,"0"0"-285"-15,0 0 66 16,0 0-122-16,0 0-110 16,0 0-11-16,72-29-46 15,27-11-139-15,0-8-156 16,-14 4-635-16</inkml:trace>
  <inkml:trace contextRef="#ctx0" brushRef="#br0" timeOffset="82250.55">22157 17442 1119 0,'0'0'113'0,"0"0"59"16,0 0-20-16,0 0-125 16,-58-117-27-16,95 91-1 15,10 4 1-15,2 12-10 16,-11 5 10-16,-9 5 1 0,-11 0-1 16,-11 19-4-1,-7 15 3-15,0 7 1 0,-23 1 4 16,-8-7 7-16,-3-1 1 15,10-12 8-15,7-7-8 16,12-6-12-16,5 0-2 16,13-1-24-16,25 10 17 15,13 0-23-15,3 3 27 16,-10 8-3-16,-8-8 5 16,-15-6 3-16,-11-3 7 15,-10-6 4-15,0-2 25 16,-17 8 59-16,-26-2-25 15,-10-2-64-15,-9-8-6 16,-1 0-42-16,3-8-83 16,2-28-107-16,2-8-46 0,9-6-299 15,13 1 84 1</inkml:trace>
  <inkml:trace contextRef="#ctx0" brushRef="#br0" timeOffset="82684.85">22638 17044 332 0,'0'0'688'0,"11"-126"-589"0,-11 60 70 0,-11-10-53 0,-31 4-66 0,-21 1-13 0,-17 3 9 0,-25 9 16 15,-22 15 43-15,-26 15-38 16,-46 29-19-16,-44 8 2 15,-49 55-29 1,-46 38-7-16,-13 40 15 0,4 37 21 16,35 27-5-16,58 21-26 15,72 6-19-15,68 23 0 16,76 7 0-16,47-14 0 16,100-26 0-16,86-55 0 15,82-52 0-15,87-52 0 16,58-45 0-16,47-28 0 15,13-65-23-15,-19-40 16 16,-47-52-4-16,-63-55 11 16,-87-28 7-16,-91-19 2 0,-104 10-5 15,-89 32-1-15,-120 21 5 16,-87 33-8-16,-78 31-6 16,-49 33-27-16,-40 42-73 15,-19 26-274-15,13 21-391 16</inkml:trace>
  <inkml:trace contextRef="#ctx0" brushRef="#br0" timeOffset="84033.82">1507 5199 1359 0,'-136'68'22'0,"9"5"43"0,20-9 72 0,36-22-64 0,37-21 13 15,34-18-40-15,51-9-27 16,61-47-12-16,57-30-3 15,54-25 1-15,40-21-3 16,25-3-2-16,10 1 1 16,-18 7-2-16,-27 16-13 15,-53 23-36-15,-57 26-89 16,-64 28-91-16,-65 23 13 16,-43 14 17-16,-89 47-192 15</inkml:trace>
  <inkml:trace contextRef="#ctx0" brushRef="#br0" timeOffset="84199.77">1482 5406 1016 0,'-252'141'111'0,"67"-35"41"16,70-42-92-16,87-45 6 15,63-24 17-15,102-66-25 16,80-45-36-16,77-36-12 16,56-23-5-16,38-8-5 15,13 8-1-15,-16 12-2 16,-39 17-119-16,-67 22-288 15</inkml:trace>
  <inkml:trace contextRef="#ctx0" brushRef="#br1" timeOffset="93469.9">8924 5048 1135 0,'0'0'15'0,"0"0"123"0,0 0-30 0,0 0-7 16,0 0 22-1,0 0-61-15,0 0-48 0,-25 31-8 16,46 39 23-16,-2 19 4 15,-5 9-16-15,-3 4-8 16,-5-6 0-16,-6-10-7 16,6-14 5-16,-6-16-7 15,2-19 2-15,-1-13-2 16,-1-16 0-16,0-6-3 16,0-2 1-16,0-16-1 15,-11-39-13-15,-13-26-17 16,0-25-15-16,8-11 28 15,16 1 7-15,0 10 3 16,18 18 7-16,17 23-1 0,5 19 3 16,7 20 0-1,4 15 1-15,3 11 0 0,2 5 3 16,-9 25 2-16,-14 6-4 16,-21 8 3-16,-12 10 6 15,-32 8-7-15,-24 0-3 16,-6-1-1-16,4-13-26 15,16-13-63-15,10-12-199 16,8-9-58-16,5-8-440 16</inkml:trace>
  <inkml:trace contextRef="#ctx0" brushRef="#br1" timeOffset="93684.08">9472 5620 780 0,'0'0'392'0,"0"0"-379"0,0 0 94 0,0 0 11 0,0 0-35 16,0 0 19-16,-22 21-48 16,22-21-54-16,0-6-12 15,0-25-82-15,11 1-273 16,-2 0-109-16</inkml:trace>
  <inkml:trace contextRef="#ctx0" brushRef="#br1" timeOffset="94032.65">10031 5126 891 0,'0'0'194'15,"0"0"-182"-15,0 0 88 16,0 0-10-16,0 0 1 16,0 0-46-16,-149-65 24 15,97 109-66-15,15 2-1 16,12-6-2-16,23-3-8 16,2-5-5-16,27 1 7 0,15 3 0 15,3 5 2-15,-3 3 2 16,-7 1 2-16,-10-6 0 15,-13-5 6-15,-12-7-2 16,0-2 14-16,-31 1 15 16,-17-1 10-16,-5-6-33 15,-5-9-4-15,3-10-6 16,10 0-15-16,12-32-198 16,19-18-197-16</inkml:trace>
  <inkml:trace contextRef="#ctx0" brushRef="#br1" timeOffset="94200.62">10239 5476 518 0,'0'0'912'0,"0"0"-898"15,0 0-28-15,0 0-155 16,0 0-46-16,0 0-285 15</inkml:trace>
  <inkml:trace contextRef="#ctx0" brushRef="#br1" timeOffset="94735.34">10457 5167 1148 0,'0'0'52'0,"0"0"204"0,0 0-142 16,0 0-105-16,0 0 17 16,0 0-8-16,7 46 24 15,8-3-31-15,-3-6-7 16,-8-4-3-16,-4-13-1 16,0-7 0-16,0-11-10 15,0-2-4-15,0 0 2 16,0-21 9-16,-9-23-38 15,0-10-13-15,6-10 38 16,3 1 8-16,7 9 4 16,15 12 8-16,3 14-2 0,2 16-2 15,6 12 6 1,9 6 3-16,6 34 19 0,-4 16-9 16,-9 8-9-16,-10 4-9 15,-11-8-1-15,-12-11-2 16,-2-17 2-16,0-14-7 15,0-14-7-15,-14-4 1 16,-7-9-9-16,-6-29-67 16,6-13 43-16,8-14 26 15,13 1 11-15,2 4-11 16,30 13 19-16,10 16 2 16,5 17 5-16,3 14 6 15,4 6 12-15,0 33 39 0,2 14 22 16,-8 7-49-16,-5 5-21 15,-15-3-13-15,-16-2-2 16,-12 1-3-16,-6-11-171 16,-33-9-149-16,-10-19-176 15</inkml:trace>
  <inkml:trace contextRef="#ctx0" brushRef="#br1" timeOffset="95149.64">10950 4405 1054 0,'0'0'0'0,"-183"-107"13"0,54 66 0 0,-28 5 5 0,-30 16 56 15,-27 20 50-15,-28 8-16 16,-38 58-25-16,-36 44 6 15,-33 47-2-15,-19 43-35 16,3 44 5-16,44 23-14 16,83 10-9-16,104-4-7 15,122-24-10-15,95-33-12 16,117-37-5-16,86-48-3 0,64-54 1 16,57-47 4-1,61-36-7-15,42-74 3 0,34-47-34 16,-7-39 13-1,-51-26 18-15,-85-21 7 0,-116-25-2 16,-123-19 4-16,-117-6-4 16,-90 15-17-16,-130 43-36 15,-104 69 16-15,-100 80-66 16,-73 56 43-16,-54 63-238 16,-11 40-429-16</inkml:trace>
  <inkml:trace contextRef="#ctx0" brushRef="#br1" timeOffset="96384.93">16575 2845 1099 0,'0'0'29'0,"-144"20"48"0,96-8 48 0,22-6-18 16,19-4-9-16,7 4 13 15,38 4-52-15,44 6-58 16,56 2 7-16,41-8-7 15,24-7-2-15,-3-3 3 16,-20 0-5-16,-32 0 1 0,-37 1-42 16,-33-1-112-1,-40 0-92-15,-38 0 9 0,-40 0-208 16</inkml:trace>
  <inkml:trace contextRef="#ctx0" brushRef="#br1" timeOffset="96535.75">16483 3098 1012 0,'0'0'25'16,"0"0"23"-16,0 0-21 16,0 0 36-16,0 0 10 15,187 40-27-15,-6-55-31 16,31-12-13-16,4 0-4 0,-13 0-4 16,-32 8-99-1,-32 3-335-15</inkml:trace>
  <inkml:trace contextRef="#ctx0" brushRef="#br1" timeOffset="97432.99">3530 9619 872 0,'0'0'21'0,"0"0"75"0,-12-118 38 0,10 102-11 0,2 7 54 0,0 9-25 15,0 0-55-15,0 0-63 16,0 6 0-16,0 33-18 16,12 19 21-16,1 16-6 15,-2-1-21-15,-6-2-6 16,-1-9-3-16,3-5-1 16,3-11-6-16,9-9-103 15,1-18-203-15,2-15-46 16,0-4-229-16</inkml:trace>
  <inkml:trace contextRef="#ctx0" brushRef="#br1" timeOffset="97767.2">3900 9524 859 0,'0'0'193'0,"0"0"-152"0,0 0 105 15,0 0 19-15,0 0-15 16,0 0-42-16,-45-37-74 15,32 74-21-15,2 10-7 16,1 7-1-16,10-3-5 16,0-3 0-16,7-7-2 15,15-5 2-15,5-5-1 16,5-12-3-16,3-11-1 16,3-8-2-16,5 0-2 0,1-23 6 15,-1-17 3-15,-8-9 3 16,-12-1 0-16,-19-2 2 15,-4-2 6-15,-23 1 4 16,-18 5-5-16,-9 7-1 16,-4 9-9-16,4 11-5 15,3 15-61-15,5 6-132 16,0 0-127-16,5 28-112 16</inkml:trace>
  <inkml:trace contextRef="#ctx0" brushRef="#br1" timeOffset="98083.3">3062 10315 1030 0,'0'0'124'0,"-211"70"-104"0,121-36 152 16,30-12-49-16,29-10-15 15,22-8 1-15,11-4-70 16,53 0-34-16,53-6 8 16,61-33 9-16,56-22-15 15,44-15 1-15,32-6-1 16,11-3-7-16,-7 5-2 16,-20 8 1-16,-42 12 0 0,-56 14-1 15,-64 14-14-15,-61 11-124 16,-59 9-71-16,-27 12 37 15,-74 0-232-15</inkml:trace>
  <inkml:trace contextRef="#ctx0" brushRef="#br1" timeOffset="98449.98">3466 10889 981 0,'0'0'101'0,"0"0"63"0,0 0 46 0,0 0-44 0,0 0-51 16,0 0-56-16,-63-67-36 15,63 67-7-15,0 18-9 16,0 24-3-16,2 10 8 16,9 11-3-16,5-5-9 0,-1-2 0 15,4 1-5-15,4-10-38 16,6-13-127-16,8-15-252 15,-4-19-71-15</inkml:trace>
  <inkml:trace contextRef="#ctx0" brushRef="#br1" timeOffset="99100.42">3906 10826 972 0,'0'0'166'16,"0"0"-159"-16,0 0 12 15,0 0 12-15,0-104 171 0,0 104 13 16,0 0-125 0,0 0-74-16,-8 22-6 0,-4 23 5 15,-1 9-7-15,7 2 1 16,6-9-7-16,0-9-2 16,12-3 0-16,15-11-2 15,5-8-4-15,5-8 3 16,6-8-4-16,-1 0-3 15,-2-6-3-15,-7-16-1 16,-8-5-13-16,-13-4 16 16,-12-4 8-16,-6-1 0 15,-31 4 0-15,-12 5 1 16,-9 10 2-16,-9 11 1 0,2 6 3 16,1 0-1-1,17 0-2-15,20 0-1 0,19 0 0 16,8-6-4-1,32-12-23-15,34-10 13 0,21-8 9 16,11-3-32-16,-5 4-63 16,-4 2 69-16,-11 6 29 15,-11 8 2-15,-18 10 2 16,-18 9 0-16,-10 0 1 16,-17 15 1-16,-4 28 17 15,0 11 31-15,0 6-32 16,-9 0-6-16,4-6-10 15,5-8-2-15,0-6-1 16,14-9-1-16,11-11-2 0,4-10-1 16,4-10 0-16,0 0 2 15,5-21 1-15,-5-19 14 16,-8-10-12-16,-14-7 5 16,-11-4 2-16,-18 1 6 15,-40 6 1-15,-20 19-16 16,-22 26-55-16,-23 9-177 15,-12 45-261-15</inkml:trace>
  <inkml:trace contextRef="#ctx0" brushRef="#br1" timeOffset="100766.14">3713 8953 941 0,'0'0'48'0,"0"0"67"0,0 0 44 0,0 0-50 0,0 0 0 15,0 0-69-15,0 0-32 16,42 13 40-16,18 71 14 15,2 20-56-15,-6 10-6 16,-2 6-3-16,-8 7-56 16,-1 7-111-16,-5 6-27 15,-9 5 18-15,-8-1-143 16,-4-11-183-16</inkml:trace>
  <inkml:trace contextRef="#ctx0" brushRef="#br1" timeOffset="100966.84">4336 10525 972 0,'0'0'56'0,"0"0"23"15,0 0 85-15,0 0-39 16,0 0-29-16,0 0-68 16,-22 99 72-16,49 3-49 15,6 11-41-15,5-2-10 16,3 0-5-16,-2 0-76 15,-5-5-197-15,-10-11-43 16</inkml:trace>
  <inkml:trace contextRef="#ctx0" brushRef="#br1" timeOffset="101667.46">7781 8637 489 0,'0'0'678'0,"0"0"-575"0,0 0 148 0,0 0-121 0,0 0-80 15,0 0-18 1,-47-49-20-16,63 105-2 0,7 21 21 15,0 7-14 1,-5-4-8-16,-5-6-9 0,-3-9 2 16,-3-15-2-16,-5-17 2 15,0-12-2-15,-2-13-5 16,0-4 4-16,0-4 0 16,0-12-3-16,-4-38-17 15,-13-22-29-15,13-19 24 16,4-9-5-16,12 3 23 15,21 14 0-15,7 20 1 0,2 28 7 16,-1 22 0-16,-1 13 0 16,-1 8 1-16,-8 28 0 15,-12 9 8-15,-19 6-5 16,0 6 19-16,-50 1-23 16,-22 1-22-16,-14-2-209 15,-17-9-233-15</inkml:trace>
  <inkml:trace contextRef="#ctx0" brushRef="#br1" timeOffset="102483.38">7580 10175 734 0,'0'0'157'0,"0"-103"7"0,-8 71-2 16,-1 8 15-16,-1 9 43 0,3 8-95 0,6 6-44 15,-2 1-35-15,1 0-24 16,2 0-10-16,-2 33-5 16,-2 21-2-16,2 15 1 15,-3-1-4-15,5-4-2 16,0-11-1-16,-3 2-10 15,1-5-40-15,0-8-86 16,2-11-222-16,0-18 64 16,4-13-71-16,21-4 2 15</inkml:trace>
  <inkml:trace contextRef="#ctx0" brushRef="#br1" timeOffset="102783.07">7744 10184 374 0,'0'0'333'0,"0"0"-243"16,35-112 41-1,-31 96-41-15,-2 4-8 0,-2 11 15 16,0 1 19-16,0 0-18 16,0 14-55-16,0 33-30 15,0 13 48-15,0 10-33 16,0 1-16-16,5-8-8 16,17-10-8-16,3-6 0 15,6-14 2-15,5-10 1 16,1-16 1-16,5-7 0 0,-1-7 2 15,1-34-2-15,-9-11 2 16,-12-16 2-16,-15-8 3 16,-6-3-2-16,-20 8 0 15,-18 16-2-15,-10 23-3 16,-6 25-52-16,-13 7-183 16,-13 13-224-16</inkml:trace>
  <inkml:trace contextRef="#ctx0" brushRef="#br1" timeOffset="105618.8">10588 8767 924 0,'0'0'78'0,"0"0"58"0,7-107 32 0,-5 97 28 16,-2 10-28-16,0 0-105 15,0 21-41-15,0 30-15 0,-2 22 16 16,-11 8-2 0,1-4-15-16,1-11-4 0,1-14 0 15,0-17-1-15,3-15-1 16,3-13 0-16,2-4 0 16,0-3 0-16,-5-3 0 15,0-30 0-15,-2-24-23 16,7-12 9-16,2-10 6 15,0 1 6-15,23 2 0 16,0 13-1-16,0 16 3 16,-5 16 1-16,-5 18 2 15,1 13-2-15,3 14 1 16,8 39 7-16,4 15 11 0,0 9-6 16,2 0-7-16,-2-4-3 15,2-4-4-15,1-12 1 16,-1-6-1-16,-6-11-5 15,-6-7-24-15,-5-12-122 16,-12-9-168-16,-2-10 3 16,-9-2-254-16</inkml:trace>
  <inkml:trace contextRef="#ctx0" brushRef="#br1" timeOffset="105750.2">10526 9003 339 0,'0'0'715'0,"0"0"-695"15,0 0 60 1,0 0-45-16,0 0-24 0,152-88-3 16,-34 47-8-1,11-8-65-15,-2-2-348 0</inkml:trace>
  <inkml:trace contextRef="#ctx0" brushRef="#br1" timeOffset="106415.72">10588 10030 952 0,'0'0'57'0,"0"0"100"0,0-123 15 0,0 98 25 0,0 11-85 0,0 8 26 0,-2 6-73 15,2 0-37-15,-2 0-14 16,2 28-9-16,0 16 0 16,0 21 9-16,0 6-10 15,0 3-4-15,0-1-2 16,0-6 2-16,2-6-22 16,0-9-64-16,5-10-244 15,-5-19-152-15</inkml:trace>
  <inkml:trace contextRef="#ctx0" brushRef="#br1" timeOffset="106616.96">10944 9907 1094 0,'0'0'60'16,"0"0"136"-16,0 0 28 15,0 0-93-15,0 0-80 16,0 0-36-16,0 27-12 15,0 49 4-15,8 10-2 16,-2 8-5-16,-4 0-13 16,-2-3-139-16,-4-4-261 15,-41-7-157-15</inkml:trace>
  <inkml:trace contextRef="#ctx0" brushRef="#br1" timeOffset="110083.38">7647 11501 353 0,'0'0'422'0,"0"-123"-401"0,0 68 64 0,3 7 51 16,-1 10-22-16,-2 10 24 16,0 12 29-16,0 8-37 15,0 5-6-15,0 3-70 16,0 0-21-16,0 0-17 15,0 19-10-15,0 27-1 16,-5 19 23-16,1 13-3 16,4 4 1-16,0 4-13 15,0 4 3-15,0 1-9 16,0-4 2-16,0-8-8 0,0-9-1 16,0-8 0-1,0-8 0-15,0-5-15 0,-3-7-54 16,-5-15-188-16,-13-14-228 15,-6-13-190-15</inkml:trace>
  <inkml:trace contextRef="#ctx0" brushRef="#br1" timeOffset="110365.58">7380 11849 482 0,'0'0'535'15,"0"0"-491"-15,0 0 97 16,0 0 39-16,0 0-45 15,0 0-59-15,-33-48-7 16,33 54-57-16,2 21-7 16,13 17 19-16,5 9-4 0,-2 3 5 15,-2 4-11-15,-1-1-9 16,3-6-5-16,-2-9 3 16,1-7-1-16,2-9-2 15,0-12 0-15,10-9 0 16,10-7 0-16,7 0-4 15,14-33 3-15,9-11-15 16,3-8-38-16,-3-1-91 16,-13 3-137-16,-20 5-104 15</inkml:trace>
  <inkml:trace contextRef="#ctx0" brushRef="#br1" timeOffset="113966.87">7075 13177 1055 0,'0'0'70'0,"0"0"69"0,0-109 21 0,0 99 11 0,0 8-39 0,0 2-53 16,0 0-32-16,-5 2-28 15,-6 37-12-15,-2 24 2 16,-3 17 9-16,5 5-8 16,4-5-8-16,1-4-2 15,-1-5 0-15,2-4-6 16,1-6-27-16,4-7-124 0,0-14-214 15,0-17-40 1,16-14-353-16</inkml:trace>
  <inkml:trace contextRef="#ctx0" brushRef="#br1" timeOffset="114317.2">7264 13435 1041 0,'0'0'25'15,"-2"-102"87"-15,-9 63 16 16,1 10 63-16,0 11-72 15,1 7-36-15,7 9-6 16,-1 2-65-16,1 9-12 16,-1 37-4-16,1 16 4 15,0 16 3-15,2-5-3 16,0-11-3-16,0-11 1 16,2-8 0-16,14-11-5 0,9-10-29 15,-1-8 2 1,3-14-2-16,6 0 13 0,3-21 6 15,2-20-5-15,-5-9 21 16,-8-11 1-16,-10-5 3 16,-13-5 3-16,-2 4 18 15,-2 7-3-15,-22 11 3 16,-5 20-10-16,-3 14-7 16,1 15-7-16,-2 0-16 15,2 37-147-15,4 17-137 16,3 10-38-16,8 0-493 15</inkml:trace>
  <inkml:trace contextRef="#ctx0" brushRef="#br1" timeOffset="114717.4">7688 13461 963 0,'0'0'22'16,"0"0"40"-16,10-130 30 15,-10 97 9-15,0 12 32 16,0 9 51-16,0 5-69 16,0 7-86-16,0 0-20 15,-8 33-3-15,-6 10-3 16,3 18 3-16,9 2-6 0,2-6 0 16,0-3 0-1,0-8 0-15,13-8-1 0,7-7-5 16,7-13-2-16,4-8-1 15,3-10-10-15,3 0-30 16,-1-25 38-16,2-12 6 16,-9-10 5-16,-9-9 1 15,-14-6 4-15,-6-1 1 16,0 0 18-16,-19 9 23 16,-6 14-24-16,0 11-3 15,1 14-4-15,-2 10-16 16,-3 5 0-16,-4 14-39 0,-2 31-180 15,2 5-111 1,6 2-252-16</inkml:trace>
  <inkml:trace contextRef="#ctx0" brushRef="#br1" timeOffset="115083.32">8137 13485 1020 0,'0'0'25'0,"4"-104"49"0,-4 64 34 0,0 10 22 15,0 10 24-15,0 12-58 16,0 2-12-16,0 6-73 16,0 0-11-16,-2 34-5 0,-4 19 5 15,1 8 8 1,5 1-8-16,0-10 0 0,5-9-1 15,15-6-1-15,7-6-1 16,2-9 3-16,2-8-8 16,0-10-18-16,-2-4 1 15,0 0 23-15,-3-26 2 16,-3-12 0-16,-7-9 1 16,-10-9 2-16,-6-6 4 15,-2-2 29-15,-22 6-29 16,-10 13-4-16,-11 26-3 15,-10 19-47-15,-15 23-211 0,-14 30-94 16</inkml:trace>
  <inkml:trace contextRef="#ctx0" brushRef="#br1" timeOffset="115983.07">10892 11044 880 0,'0'0'100'0,"0"0"18"0,0 0 80 0,0 0-92 0,0 0 38 0,0 0-24 0,-48-73-41 16,46 73-52-16,2 0-19 16,0 18-6-16,-5 30 2 15,-1 22 20-15,-2 8-1 16,-2 1-6-16,4-1-6 16,1-6-5-16,3 0-4 15,2-2-1-15,0-4-1 16,0-5-3-16,0-5-6 15,0-11-74-15,0-4-195 16,-6-17-99-16,-15-18-46 16,-6-6-162-16</inkml:trace>
  <inkml:trace contextRef="#ctx0" brushRef="#br1" timeOffset="116253.12">10595 11690 672 0,'0'0'205'15,"0"0"-42"-15,0 0-23 0,0 0-45 16,0 0 23-1,0 0 32-15,-25-86-73 0,25 88-59 16,4 35-17-16,17 13 17 16,-1 15 15-16,0 2-18 15,0-3-3-15,0-10-10 16,2-8 3-16,1-12-3 16,1-10-2-16,5-7 0 15,5-16 0-15,8-1 0 16,7-16 0-16,3-19 1 15,-2-14-2-15,-5-5-1 0,-5 0-28 16,-4 4-43-16,-5 10-107 16,-11 12-109-16,-13 15-249 15</inkml:trace>
  <inkml:trace contextRef="#ctx0" brushRef="#br1" timeOffset="116733.29">10646 13074 855 0,'0'0'138'0,"-11"-108"-2"0,6 68-19 0,-1 8 69 0,-1 14-33 16,5 6-23-16,0 9-61 15,0 3-40-15,2 4-20 16,-2 33-8-16,2 14 15 16,0 12 26-16,0 1-25 15,0 2-9-15,0 0-5 16,0-1-2-16,0-1-1 15,0-6-2-15,0-4-8 16,0-8-66-16,0-12-202 16,0-20-232-16</inkml:trace>
  <inkml:trace contextRef="#ctx0" brushRef="#br1" timeOffset="117267.03">10947 13168 821 0,'0'0'76'0,"0"0"5"15,0 0 28-15,0 0-52 16,0 0 15-16,0 0 12 16,-45-79-28-16,59 56-50 15,10 7-3-15,1 5-2 16,2 2 0-16,-1 5 0 0,-1 4 2 15,-5 0-1 1,0 14 2-16,-5 14 2 0,-7 8 5 16,-6-1-2-16,-2-2 9 15,0-1-9-15,-16-2 10 16,-9-2 11-16,-3 1 11 16,-1-5-30-16,2-2 8 15,7-7-5-15,7-6-5 16,3-4-7-16,10-5 7 15,0 0-5-15,0 0-4 16,0 0-1-16,23 0-7 16,8-1 8-16,9-9 0 0,0 4 2 15,-2 6-2 1,-5 0 0-16,-2 12 0 16,-4 18 1-16,-12 4 8 15,-7 0-6-15,-8-2 2 0,-2-7 15 16,-29 2 31-16,-15-1-13 15,0-9-19-15,-8-6-11 16,1-8-6-16,-3-3 1 16,3-4-3-16,4-21-10 15,11-13-100-15,15-6-326 16,11-4-442-16</inkml:trace>
  <inkml:trace contextRef="#ctx0" brushRef="#br1" timeOffset="117850.15">11399 13283 520 0,'0'0'513'0,"0"0"-484"0,0 0 51 0,0 0-56 0,-27-111 10 16,48 80 6-16,8 8-8 16,6 1-14-16,1 10-9 15,-3 6-5-15,-4 6 15 0,-6 0 2 16,-1 8-1-16,-5 18 0 15,-5 8-8-15,-12 4-5 16,0 3 28-16,0-1-8 16,-22-3-12-16,-5-5 4 15,0-2-8-15,-2-11-2 16,7-5 2-16,8-6 17 16,8-4-23-16,4-2-3 15,2-2 1-15,0 0-3 16,0 0 0-16,4 0-9 0,16 0 8 15,9 0 1-15,3 0 3 16,-1 4-2-16,2 16 3 16,-2 9 1-16,-6-4 0 15,-8 1 10-15,-10-4-1 16,-7-6-1-16,0 2 33 16,-18-2 18-16,-19-1-29 15,-13-3-22-15,-3-7-9 16,-3-5-2-16,5 0-2 15,6-4-6-15,10-15-64 16,14-8-198-16,17 1-184 16</inkml:trace>
  <inkml:trace contextRef="#ctx0" brushRef="#br1" timeOffset="118134.25">11932 13118 1038 0,'0'0'130'0,"0"0"11"15,0 0 101-15,0 0-106 0,0 0-46 0,0 0-33 0,0-84-27 16,0 118-19-16,0 20-4 15,5 18 20-15,1 5-19 0,1 3-4 16,-3-2-4-16,-3 2-6 16,-1 0-26-16,-10-1-131 15,-27-8-430-15</inkml:trace>
  <inkml:trace contextRef="#ctx0" brushRef="#br1" timeOffset="133283.34">7407 9781 812 0,'0'0'53'0,"0"0"42"0,0 0 17 0,0 0-18 0,0 0 37 16,0 0 35-16,0 0-60 16,0 0-28-16,-27-34-27 15,-31 102-21-15,-10 18 22 16,7 12-2-16,12 3-25 15,11-2 1-15,18-7-9 16,13-9-9-16,7-12-5 16,23-3 3-16,35-3-4 15,21-7-4-15,21-12-21 0,8-12-100 16,-4-14-164-16,-5-20-150 16,-15 0-370-16</inkml:trace>
  <inkml:trace contextRef="#ctx0" brushRef="#br1" timeOffset="133583.94">8349 9876 851 0,'0'0'242'16,"0"0"-231"-16,0 0 51 0,0 0 29 15,0 0 16 1,0 0 20-16,-36-64-88 0,45 103-33 16,16 28 31-16,6 15 40 15,-2 11-16-15,-4-2-33 16,-3-4 13-16,-9-7-21 16,-9-6-11-16,-4 0-1 15,-12-2-5-15,-24-3-3 16,-3-9-12-16,-3-16-215 15,0-22-212-15,-5-18-496 16</inkml:trace>
  <inkml:trace contextRef="#ctx0" brushRef="#br1" timeOffset="134083.6">8534 9689 1074 0,'0'0'9'15,"0"0"6"-15,0 0 10 0,2-108-4 16,29 78 44-1,8 8-12-15,-4 8-15 0,-6 14-25 16,-7 0-8 0,-6 10 7-16,-10 18-6 0,-6 6 8 15,0 8 4-15,-4 0 23 16,-21-1 4-16,-1-10-20 16,-1-6-3-16,7-12-9 15,8-7 1-15,6-1-11 16,6-5 0-16,0 0-3 15,0 0 2-15,27 0-1 16,11 0 2-16,2 4-3 16,0 7 0-16,-4 7 0 15,-7 4 0-15,-7 5 3 16,-9-5 0-16,-13 0 0 16,0 2-1-16,-38 4 35 0,-15-2-16 15,-7 0-19-15,-3-5-2 16,7-14-1-16,4-7-55 15,-2 0-227-15,7-24-274 16</inkml:trace>
  <inkml:trace contextRef="#ctx0" brushRef="#br1" timeOffset="134756.06">10428 9701 573 0,'0'0'457'0,"0"0"-430"0,0 0 64 0,0 0 12 0,-116 4-17 0,62 60 55 16,4 29-18-16,5 15-13 16,13 9-34-16,12-4-13 15,14-8-27-15,6-11-9 16,9-6-12-16,26-4-12 15,14-5 0-15,11-9-3 16,12-14-1-16,6-14-21 16,5-14-96-16,-2-20-184 15,-7-8-133-15,-5-22-492 16</inkml:trace>
  <inkml:trace contextRef="#ctx0" brushRef="#br1" timeOffset="135033.97">11161 9857 1064 0,'0'0'7'0,"0"0"41"16,0 0 23-16,0 0-1 15,0 0-33-15,0 0 71 16,60 47 2-16,-31 33-19 15,-9 14-42-15,-9 3-2 16,-11-3 14-16,0-8-35 0,-9-6-3 16,-18-6-13-16,-4-1-1 15,0-9-9-15,-2-9-2 16,-1-7-66-16,-4-17-197 16,-4-17-270-16</inkml:trace>
  <inkml:trace contextRef="#ctx0" brushRef="#br1" timeOffset="135566.9">11551 9713 1010 0,'0'0'94'0,"0"0"-87"16,0 0 20-16,0 0-16 16,0 0 45-16,14-122-4 15,28 105-30-15,2 6-14 16,-6 9-6-16,-9 2-1 15,-7 8 4-15,-6 18 3 0,-10 8 10 16,-6 5 10-16,0-2 19 16,-6 0 16-16,-19-5-14 15,-6-6-14-15,2-5-10 16,2-6-11-16,10-8-1 16,7-3-13-16,6-1 6 15,4-3-4-15,0 0 2 16,0 0 1-16,31-3-5 15,14-12-1-15,4 4-1 16,0 11 2-16,-7 0 0 16,-11 15 0-16,-6 17 0 15,-10 1 1-15,-7 0 2 0,-8-4-3 16,0-2 12-16,-36 1 48 16,-22 0-19-16,-14 0-41 15,-12-2-5-15,-19-9-46 16,-14-16-310-16,-9-1-591 15</inkml:trace>
  <inkml:trace contextRef="#ctx0" brushRef="#br1" timeOffset="143783.29">1386 5151 1138 0,'-140'47'7'0,"-3"4"19"0,5 6 80 16,13-2-53-16,14-6 75 0,22-5 68 15,27-14-132 1,28-11-34-16,34-6-28 0,23-11 3 16,65-2 11-16,59-48-15 15,63-49 10 1,58-31-11-16,48-22-11 15,27-4-11-15,3 1-44 0,-17 11 19 16,-34 13-29-16,-44 17-14 16,-49 26-1-16,-50 22-17 15,-56 30-81-15,-61 24-19 16,-43 10-12-16,-88 40 18 16,-58 26-251-16</inkml:trace>
  <inkml:trace contextRef="#ctx0" brushRef="#br1" timeOffset="143950.09">954 5488 924 0,'-281'148'243'0,"80"-42"-158"16,91-43 122-1,96-49-149-15,63-20-27 0,98-65 25 16,82-48-21-16,68-48 4 16,77-32-37-16,52-16 5 15,33 7-6-15,7 8-1 16,-17 14-7-16,-45 22-186 15,-67 15-220-15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36:31.374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13159 3071 434 0,'0'0'270'0,"0"0"-270"0,0 0-26 0,0 0-29 0,0 0-55 0,0 0 98 0,0 0-24 0,5 0-370 0,-5 0 347 16</inkml:trace>
  <inkml:trace contextRef="#ctx0" brushRef="#br0" timeOffset="750.75">12945 2821 568 0,'0'0'321'0,"-142"-27"-298"0,53 21 5 0,-11-1 30 0,-5 3 25 0,11 4 12 16,19 0 8-16,23 0-2 16,25 0-61-16,21 0-3 15,6 0-15-15,22 2-1 16,49 15 9-16,56 8 6 15,52-5-17-15,41-4-12 16,27-4-3-16,3-2-4 16,-14 0-2-16,-26-1 2 15,-39-2 0-15,-37 0-11 16,-42-3-68-16,-42-3-32 0,-42-1-43 16,-22 0 34-16,-67 0-133 15,-38-16-213-15,-33 0 66 16</inkml:trace>
  <inkml:trace contextRef="#ctx0" brushRef="#br0" timeOffset="951">12510 2863 753 0,'-162'10'118'15,"40"6"-30"-15,47-2 17 16,36-1-65-16,39-3-23 16,36 2 40-16,56-1 52 15,52-3-42-15,45-3-47 16,37-5-4-16,23 0-4 0,5 0-8 15,-7-3-2-15,-14-4-2 16,-25 3-14-16,-27-3-13 16,-25 4-130-16,-34 0-38 15,-30-3-112-15,-34-6-290 16</inkml:trace>
  <inkml:trace contextRef="#ctx0" brushRef="#br0" timeOffset="1817.12">18814 2948 400 0,'-131'-16'585'0,"-34"3"-581"0,-27 10 27 0,-10-1 38 0,5-1 4 0,19 1 40 16,40 0 5-16,57 3-59 15,50 1-3-15,34 0-32 16,69 0 3-16,46 0-7 16,53 0-19-16,34 0-1 15,34 0-12-15,19 0 9 16,0 0-28-16,-9-4-18 15,-29 1-40-15,-47 1-17 16,-53 2-58-16,-62 0-16 16,-58 0-2-16,-47 0-22 15,-68 0-345-15</inkml:trace>
  <inkml:trace contextRef="#ctx0" brushRef="#br0" timeOffset="1967.94">18943 2894 67 0,'-229'4'31'0,"-24"5"407"15,-15 1-248-15,23 6-69 0,46 0 27 16,76-8-45-16,86 1-35 15,57-8-36-15,103-1 17 16,74 0-33-16,73 0-8 16,63-14-8-16,30-6-3 15,-7 6 0-15,-30 7-18 16,-68-6-209-16,-80-7-517 16</inkml:trace>
  <inkml:trace contextRef="#ctx0" brushRef="#br0" timeOffset="43517.87">13868 3948 339 0,'0'0'214'0,"0"0"-146"0,0 0 37 0,0 0-5 16,0 0 1-16,0 0-31 15,0 0 1-15,0-78-18 16,0 78-9-16,0 0-17 15,0 0-6-15,0 0-4 16,0 0-5-16,0 0 1 16,0 3-6-16,0 24 2 15,0 7 15-15,0 3 11 16,0 5-21-16,0 2 5 0,0 3 4 16,0 8-2-16,5 3-1 15,4 3-9-15,-3 2 7 16,3 9-13-16,0 3 34 15,0 1-23-15,-1 2-3 16,2 4-3-16,-3 0-2 16,-1 1 0-16,-5-3-3 15,5-1 4-15,-2 4-1 16,-2 3-1-16,3 4-2 16,-3 6 19-16,1-2-19 15,-3 0-1-15,0 1-1 16,0 5 8-16,0 5-5 15,0 1-1-15,0 1-4 16,0-1 2-16,0-2 0 16,0 3 2-16,0-5-2 0,0 3 2 15,4-2-2-15,-2 8 1 16,0 7-3-16,0 2 4 16,-2 3-3-16,3 2-1 15,-3 2 0-15,0 4-1 16,0 3 3-16,0 0-3 15,0 0 0-15,0 0 1 16,0-5-1-16,2 6 1 16,0 3 0-16,0 5-1 15,0-1 0-15,0 4 1 16,-2 0-1-16,0 2 0 16,0 3 1-16,0-2-1 0,3 1 0 15,0-3 0 1,1 3 0-16,0 7 0 0,-2-5 0 15,1 5 0-15,-1 3 0 16,-2-6 2-16,2 2-2 16,0 1 0-16,2-5 0 15,2-3 0-15,-4 4 0 16,2 4 1-16,-2 8-1 16,-2 5 0-16,0 7-1 15,0 0-3-15,0-1 8 16,0 4-6-16,-2-6 5 15,0-7-3-15,0 1 0 16,2-1-1-16,0-1 1 0,0 5 1 16,0-5-1-16,-6 3-1 15,4-1 0-15,2 1 1 16,-2-2 0-16,-2 2 0 16,0 4 0-16,-3-1 0 15,1 1 0-15,0-3 2 16,4-6-1-16,0-3-1 15,2-3 0-15,0-3 0 16,0-3-1-16,0-5 1 16,0 5 0-16,0 1 1 15,10-1 0-15,0 0-1 16,1-5-1-16,3-9 1 0,-3-4 1 16,5-5-1-1,-1-9-1-15,1-8 1 0,-1-9 0 16,1-9 0-16,2-4 1 15,0-2-1-15,-1 6 1 16,1 0 0-16,-7 5-2 16,3-7 1-16,-5-9 0 15,-1-6 3-15,-4-13-2 16,2-10-1-16,-4-5-1 16,-2-12 1-16,0-9-1 15,0-12-9-15,0-9-102 16,-8-7-120-16,-6-34-47 15,-5-46-302-15</inkml:trace>
  <inkml:trace contextRef="#ctx0" brushRef="#br0" timeOffset="45301.02">15876 5511 479 0,'0'0'461'0,"0"0"-407"0,0 0 96 0,0 0-22 0,0 0-35 15,0 0 5-15,-10 48-62 16,-9 20 25-16,-6 14-10 15,-2 0-38-15,5-4-7 16,3-6 0-16,7-11-4 16,1-16 0-16,4-14-1 0,3-16-1 15,1-11 5-15,3-4 0 16,0 0-5-16,0-15-14 16,0-32-35-16,7-16 38 15,8-14 2-15,0 1-3 16,4 5 10-16,-3 8 4 15,0 10 0-15,3 13-1 16,-6 14 0-16,-5 13 2 16,-6 8 3-16,0 5 2 15,6 0-1-15,11 18 10 16,10 26 20-16,4 17-19 16,1 7-5-16,-3 2-4 0,0-1-1 15,-2-6-8-15,0-5-1 16,-5-10-2-16,-2-9-3 15,-1-9-94-15,-8-12-92 16,-4-8-28-16,-2-8-44 16,-7-2-141-16</inkml:trace>
  <inkml:trace contextRef="#ctx0" brushRef="#br0" timeOffset="45501.44">15684 5985 403 0,'0'0'459'0,"0"0"-427"0,0 0 21 0,0 0 43 0,0 0-40 0,0 0-24 0,-109 17-12 16,140-17-15 0,21 0 1-16,21 0-6 0,18-14-19 15,13-13-91-15,4 5-93 16,-10 5-211-16</inkml:trace>
  <inkml:trace contextRef="#ctx0" brushRef="#br0" timeOffset="45768.24">16724 5901 423 0,'0'0'672'0,"0"0"-664"16,0 0 37-16,0 0 47 15,0 0-60-15,0 0-10 16,-19 0-12-16,72 0 3 16,15 0-10-16,9-6-3 15,-6-4-9-15,-7-2-75 16,-6 0-55-16,-15 2-114 15,-17 4-237-15</inkml:trace>
  <inkml:trace contextRef="#ctx0" brushRef="#br0" timeOffset="45933.9">16847 6047 897 0,'0'0'36'0,"0"0"5"16,0 0 56-16,0 0-57 15,0 0-28-15,0 0-7 16,147 19-5-16,-27-53-94 16,7-9-251-16</inkml:trace>
  <inkml:trace contextRef="#ctx0" brushRef="#br0" timeOffset="46284.18">17827 5423 795 0,'0'0'24'16,"0"0"115"-16,-13-117-11 15,8 103-14-15,3 7 3 16,0 6 40-16,0 1-36 0,-1 5-88 16,-1 42-15-16,0 21 23 15,2 14-5-15,2 2-12 16,0-4-7-16,0-3-9 16,0-7 1-16,10-6-9 15,1-12-2-15,-1-12 2 16,-2-12-14-16,-1-7-89 15,5-16-192-15,1-5-10 16,-5-4-165-16</inkml:trace>
  <inkml:trace contextRef="#ctx0" brushRef="#br0" timeOffset="46502.83">17767 5509 723 0,'0'0'19'16,"0"0"-16"-16,89-129 4 15,-24 101-2-15,2 14 24 16,-1 12 31-16,-8 2-4 16,-15 10-25-16,-19 20-16 15,-22 5-7-15,-2 7 18 16,-40 2 20-16,-26-3-28 16,-19 2-18-16,-5-10-27 15,11-8-82-15,12-14-109 16,26-8-117-16</inkml:trace>
  <inkml:trace contextRef="#ctx0" brushRef="#br0" timeOffset="47034.57">19049 4776 563 0,'0'0'285'16,"0"0"-274"-16,0 0 20 16,-130-38 43-16,83 38-24 15,-2 0 7-15,7 0 16 0,4 0-43 16,5 6-11-16,6 4 17 15,7 2 1-15,6 2-11 16,3 9-13-16,7 1 0 16,-1 5-3-16,5 6 0 15,0 1-2-15,0 6-3 16,0 4 3-16,3 4 0 16,5 7 2-16,1 6-2 15,-2 12 1-15,0 9 1 16,-3 6-3-16,-2 4 0 15,0 2-2-15,-2 1 1 16,2-3 0-16,-2-2 1 16,0-2-5-16,4-5 2 15,-2-7-2-15,0-4 0 0,2-5 2 16,5-5-3-16,5-4 0 16,4-6-1-16,12-4-3 15,8-6-1-15,7-6-3 16,11-8-18-16,13-10-60 15,18-14-75-15,13-6-96 16,4-3-532-16</inkml:trace>
  <inkml:trace contextRef="#ctx0" brushRef="#br0" timeOffset="47351.98">19300 5420 800 0,'0'0'288'0,"0"0"-280"0,0 0 40 0,0 0 47 16,0 0-27-16,0 0-5 15,-37-10-38-15,37 40-14 16,0 20 36-16,2 13 2 16,2 2-25-16,0-1 4 0,5 1-17 15,1-5-11-15,0-4-18 16,3-8 11-16,-1-10-137 16,1-9-79-16,-4-12-165 15</inkml:trace>
  <inkml:trace contextRef="#ctx0" brushRef="#br0" timeOffset="47584.78">19781 5731 975 0,'0'0'0'0,"0"0"0"15,0 0 0-15,141-13 8 16,-77 13 5-16,7 0-4 16,1 0 2-16,-5 3-11 15,-9-3-4-15,-10 0-83 16,-21 0-217-16,-15-10-276 16</inkml:trace>
  <inkml:trace contextRef="#ctx0" brushRef="#br0" timeOffset="47800.85">20020 5548 961 0,'0'0'24'0,"0"0"55"0,0 0 26 16,0 0-44-16,0 0-35 16,0 0-13-16,20 97 41 15,3-33-21-15,-2 2-22 16,-3 1-5-16,0 0-6 15,-7-9-3-15,0-8-13 16,-2-10-79-16,-6-9-98 16,-3-15-306-16</inkml:trace>
  <inkml:trace contextRef="#ctx0" brushRef="#br0" timeOffset="48118.13">21056 5011 1079 0,'0'0'6'15,"0"0"5"-15,0 0 51 16,0 0 26-16,0 0-2 15,0 0-62-15,-16 10 1 16,25 42 85-16,0 11-71 16,-5 7-18-16,0-4-1 0,1-4 6 15,-1-8-26-15,2-12-11 16,-2-11 6-16,2-6-91 16,3-17-170-16,1-8-40 15,-8-2-315-15</inkml:trace>
  <inkml:trace contextRef="#ctx0" brushRef="#br0" timeOffset="48469.15">21033 5025 478 0,'0'0'132'0,"0"0"-131"16,0 0-1-16,146-77 3 0,-102 76 20 15,-9 1 21 1,-2 12 32-16,-6 20-3 0,-11 6-49 15,-11 4 3-15,-5 2 9 16,-13 2-1-16,-22-1-4 16,-5-3-12-16,-1-6-8 15,3-9 0-15,4-4 5 16,12-7-5-16,6-7 3 16,10-4-9-16,6-5 1 15,0 2-2-15,6 4-3 16,23 2 5-16,12 6 13 15,5 6 0-15,4 4-4 16,-2 5-4-16,1-2-2 0,-2-1-5 16,0-4-4-16,-1-5 0 15,-5-3 0-15,-5-5-2 16,-7-3-56-16,-14-3-164 16,-13-3-239-16</inkml:trace>
  <inkml:trace contextRef="#ctx0" brushRef="#br0" timeOffset="48751.83">20757 5849 852 0,'0'0'154'15,"0"0"-150"-15,0 0 8 0,0 0 16 16,0 0-3-16,0 0 28 15,123 48 30-15,4-42-31 16,20-2-37-16,11-2-9 16,0 0 2-16,-4-2-1 15,-14 0-2-15,-17 0-2 16,-21 0-4-16,-21 0 1 16,-28 0-4-16,-24 0-8 15,-24 0-47-15,-5 0-91 16,-56 0-169-16</inkml:trace>
  <inkml:trace contextRef="#ctx0" brushRef="#br0" timeOffset="49033.9">21031 6292 762 0,'0'0'390'16,"0"0"-377"-16,0 0 41 16,0 0 66-16,0 0 9 15,0 0-66-15,-21 14-34 16,21 28 10-16,0 14 21 16,0 1-39-16,0-5-19 0,0-6 5 15,0-10-7 1,6-6-4-16,3-6-34 0,6-7-143 15,3-11-133-15,5-6-218 16</inkml:trace>
  <inkml:trace contextRef="#ctx0" brushRef="#br0" timeOffset="49700.77">21310 6334 997 0,'0'0'5'15,"0"0"1"-15,0 0 52 16,0 0 66-16,0 0 0 16,0 0-67-16,-31-30-33 15,20 60-8-15,-1 8-4 0,1 3-11 16,9-1 10-16,2-2-7 16,0-4 1-16,15-6 13 15,12-8-18-15,2-8-9 16,2-8-51-16,3-4 23 15,-1 0 2-15,-6-16-1 16,-5-12 9-16,-11-6 13 16,-11-6 14-16,0-2 0 15,-15 4 4-15,-16 6-1 16,-7 5 3-16,-3 9 0 0,10 4 5 16,10 5-8-16,11 4 0 15,10 3-3-15,0 0-10 16,29 2-6-16,20 0 13 15,12 0-12-15,1 0-21 16,-2 0-16-16,-7 0 13 16,-8-2 34-16,-5-2 5 15,-9-2 0-15,-8 2 1 16,-10 2 1-16,-6-1 6 16,-7 3-3-16,0 0 20 15,0 0-7-15,0 13-9 16,-16 16-4-16,3 9-1 15,1 2-1-15,8 1 2 16,4 0-3-16,0-3-1 16,2-5 2-16,16-6-3 0,4-4 0 15,5-8 2-15,2-3-2 16,2-6-5-16,0-6 4 16,-2 0 1-16,-4 0 0 15,-5-10 2-15,-7-11 8 16,-9-2-3-16,-4-11 31 15,0-10-1-15,-29-9-2 16,-6 3-17-16,-5 2-16 16,3 6-2-16,5 6-58 15,10 0-78-15,6 4-189 16</inkml:trace>
  <inkml:trace contextRef="#ctx0" brushRef="#br0" timeOffset="50285.53">21906 4971 971 0,'0'0'54'0,"0"0"-37"0,0 0 17 0,0 0-13 0,0 0-3 0,143-46 13 16,-69 39-17-16,-2 7-6 16,-8 0-5-16,-9 0 7 15,-12 0 11-15,-12 9 12 16,-8 6-12-16,-10 6-9 15,-4 5 1-15,-4 2 3 16,-3 6 1-16,-2 6-1 16,0 10-6-16,0 11 6 15,0 7-3-15,0 6 2 16,0 4-4-16,0 3-9 0,0 2 3 16,0 4-2-16,0 1 3 15,4 2-5-15,2-2 3 16,-1 2-4-16,-1 0 1 15,4 1 1-15,-4 2 0 16,0-2-2-16,0-4 0 16,3-5 0-16,-1-6 0 15,4-10 0-15,-1-8 1 16,-5-4 0-16,-4-4 1 16,0-4 0-16,-16-3 2 15,-16-7-2-15,-11-2 0 16,-16-6-2-16,-9-4-6 15,-12-5-12-15,-3-16-97 16,1-3-76-16,2-14-195 16</inkml:trace>
  <inkml:trace contextRef="#ctx0" brushRef="#br0" timeOffset="50918.75">22584 4676 972 0,'0'0'61'0,"0"0"0"0,0 0 56 0,0 0-12 15,0 0 80-15,0 0-123 16,0-50-33-16,0 50 1 0,0 16-13 16,0 15-14-1,0 13 13-15,3 3-5 0,1-5-6 16,-2-6-3 0,1-10-2-16,-1-8 0 0,0-9 0 15,-2-7 0-15,0-2-1 16,0 0 0-16,0-5-23 15,0-27-5-15,0-14-13 16,0-9 23-16,0-4 11 16,0 7-4-16,11 6-10 15,13 11 14-15,5 14 7 16,5 9 1-16,3 7-1 0,4 5 1 16,0 10 1-1,0 24-1-15,-6 15 0 0,-6 5 2 16,-10 6-1-16,-11-5-1 15,-8-5-3-15,0-6-23 16,-25-11-247-16,-14-6-103 16</inkml:trace>
  <inkml:trace contextRef="#ctx0" brushRef="#br0" timeOffset="53468.18">13398 3057 627 0,'0'0'299'0,"0"0"-294"0,0 0 71 0,0 0 72 0,0 0-64 16,0 0-12-16,-36-80 20 16,36 80-38-16,0 0-18 15,0 26-28-15,0 23-3 16,0 13 13-16,0 4-8 15,0-2-6-15,0-6-2 16,0-6 0-16,11-4-2 16,1-11-2-16,-4-5-10 15,-3-8-122-15,-3-4-86 0,-2-4-98 16,-4-8-396 0</inkml:trace>
  <inkml:trace contextRef="#ctx0" brushRef="#br0" timeOffset="53750.54">13190 3402 828 0,'0'0'33'15,"0"0"14"-15,0 0 101 16,0 0-70-16,0 0-50 16,0 0-16-16,-17-10-4 15,30 32-6-15,12 12 11 16,4 11 5-16,-2 0-16 15,-5-8 1-15,-2-5-3 16,-4-10-1-16,1-10 1 16,3-8 0-16,5-4 0 15,4-2 1-15,9-26 0 0,3-10-2 16,5-5-4-16,-2 0-6 16,-3 3-1-16,-6 7-45 15,-4 10-69-15,-11 6-131 16,-15 13-481-16</inkml:trace>
  <inkml:trace contextRef="#ctx0" brushRef="#br0" timeOffset="54417.28">13273 4124 985 0,'0'0'25'0,"0"0"70"0,0 0 91 0,-46-114-14 0,40 108-45 15,6 3-26-15,0 3-58 16,0 0-13-16,0 0-13 15,0 41-13-15,0 18 1 16,0 17 18-16,12 6-13 16,1-5-4-16,3-2-3 15,-3-2-3-15,1-9 0 16,-3-12-4-16,-1-8-26 16,2-10-55-16,-3-16-157 0,-2-10 11 15,-3-8 51 1,-4-6-17-16,0-28 7 0,-9-14 80 15,-20-11 110-15,-6-9 53 16,6-2 50-16,6-4 24 16,17 4-40-16,6 4 11 15,20 5-69-15,24 14-3 16,10 9-19-16,4 16-4 16,0 11-2-16,-5 11 0 15,-10 4 1-15,-12 25 2 16,-18 9 3-16,-13 6-4 15,-17 3-3-15,-46 2-8 16,-20-5-170-16,-14-6-244 0</inkml:trace>
  <inkml:trace contextRef="#ctx0" brushRef="#br0" timeOffset="56917.66">18808 2935 800 0,'0'0'296'0,"0"0"-276"0,-65-102 108 0,54 86 116 0,4 8-83 16,5 4-78-16,2 4-28 16,0 0-24-16,0 0-13 15,0 30-10-15,0 20-4 16,9 17 4-16,2 2-1 0,-2-7-4 16,0-1-2-1,0-5-1-15,-4-8 0 0,-3-5-18 16,-2-7-60-16,0-12-135 15,0-11-123-15,0-10 50 16,-7-3-84-16</inkml:trace>
  <inkml:trace contextRef="#ctx0" brushRef="#br0" timeOffset="57152.12">18607 3252 363 0,'0'0'449'16,"0"0"-356"-16,0 0 31 15,0 0 21-15,0 0-24 16,0 0-58-16,-55-28-40 15,55 36-12-15,4 26-3 16,16 10 74-16,7 3-56 16,-1-9-19-16,3-6-2 0,-4-8-2 15,-2-8-1-15,-6-10-2 16,1-4 1-16,-1-2 2 16,7-4-3-16,4-21-18 15,3-17 7-15,3-3-82 16,-3-4 15-16,2 2-91 15,-2 8-38-15,-4 13-257 16</inkml:trace>
  <inkml:trace contextRef="#ctx0" brushRef="#br0" timeOffset="57985.28">18972 3910 910 0,'0'0'61'0,"0"0"15"0,0 0 107 16,0-122-8-16,-2 105-54 16,-1 10 12-16,0 7-36 15,1 0-10-15,-3 0-39 16,-4 18-23-16,-4 38-15 16,-6 19-6-16,0 13 3 15,3-8-4-15,7-4-3 16,1-8 1-16,2-14-1 15,4-18-5-15,0-17-4 16,2-17-12-16,0-2-9 16,0 0 1-16,0-40-12 0,8-25 9 15,7-20 31-15,7-7-5 16,3 4 6-16,-1 14 2 16,-2 14-2-16,-6 20 0 15,-7 21 13-15,-5 13-2 16,1 6-2-16,3 10 7 15,13 36-7-15,5 21 12 16,8 10-9-16,1 2-4 16,-1-8-4-16,1-9-2 15,-4-10-2-15,-6-10-4 16,-9-14-17-16,-5-10-73 16,-7-8-171-16,-4-10-39 0,0 0-2 15,-17-14-238-15</inkml:trace>
  <inkml:trace contextRef="#ctx0" brushRef="#br0" timeOffset="58134.94">18827 4168 106 0,'0'0'980'0,"0"0"-949"0,0 0 118 0,0 0-30 16,0 0-47-16,0 0-53 15,208-64-19-15,-34 6-104 16,19-25-194-16</inkml:trace>
  <inkml:trace contextRef="#ctx0" brushRef="#br0" timeOffset="59367.04">15785 8209 375 0,'0'0'452'0,"0"0"-424"0,0-140 47 0,4 102 56 0,0 10-16 16,-2 10 26-16,-2 8-17 15,0 7-5-15,0 3-52 16,0 0-39-16,0 4 5 16,-2 37-24-16,-18 16 7 15,-9 5 5-15,0-1-9 16,5-15-8-16,5-10 2 15,9-14-5-15,6-10-1 16,4-6 0-16,0 0-1 16,0 2-6-16,21 5 6 15,17-3-4-15,16-4 1 0,10-2-4 16,10-4-49 0,7 0-76-16,5 0-69 0,-8 0-67 15,-20-15-138-15</inkml:trace>
  <inkml:trace contextRef="#ctx0" brushRef="#br0" timeOffset="59668.05">15964 8161 207 0,'0'0'672'0,"0"0"-661"16,0 0 66-16,0 0 77 15,0 0-51-15,0 0-9 16,-35-32 8-16,35 32-31 15,0 0-36-15,0 3-17 0,0 33-7 16,0 18 42-16,0 12 46 16,0 3-69-16,0 8-13 15,0-5-4-15,0-4-6 16,0-10-6-16,0-14 0 16,0-7-1-16,0-3-8 15,0-6-109-15,4-10-157 16,8-8-81-16,-1-10-325 15</inkml:trace>
  <inkml:trace contextRef="#ctx0" brushRef="#br0" timeOffset="60034.71">16312 8279 834 0,'0'0'29'0,"0"0"123"16,0 0-16-16,0 0 20 15,0 0 14-15,0 0-77 16,0-66-57-16,0 66-1 16,0 0-35-16,0 20 5 15,0 16 12-15,0 13-9 16,0 1-3-16,0 0-4 16,7-5 3-16,9-2-4 15,3-5-5-15,4-8 4 16,6-8 0-16,2-12-15 15,2-6-28-15,1-4 22 0,-1-14-8 16,-2-20 18 0,-4-12 10-16,-9-10 4 0,-13-5 3 15,-5 0 0-15,0 6 10 16,-23 15-1-16,-2 8 12 16,1 12 47-16,-2 5-66 15,-1 7-5-15,2 1-2 16,3 7-4-16,-1 0-59 15,2 0-81-15,-4 13-111 16,-4 8-30-16,2 3-353 16</inkml:trace>
  <inkml:trace contextRef="#ctx0" brushRef="#br0" timeOffset="60417.91">16985 8274 644 0,'0'0'418'0,"0"0"-401"0,0 0 46 16,0 0 14-16,-20-113-30 16,7 107 3-16,-1 6-5 15,-1 0-22-15,-7 0-16 16,1 24-5-16,6 6-2 0,11 6-1 15,4 2-4 1,0 3 2-16,23-2 1 0,6-1-1 16,5-1-1-16,-3-7 4 15,-2-4 0-15,-4-4 1 16,-5-1 1-16,-5-2 0 16,-5-5 0-16,-8-4 2 15,-2 3 5-15,-7 2 8 16,-27 3 6-16,-10-1-23 15,2-6-3-15,1-11-38 16,10 0-114-16,6-26-50 16,10-24-252-16</inkml:trace>
  <inkml:trace contextRef="#ctx0" brushRef="#br0" timeOffset="60667.74">16936 8168 294 0,'0'0'647'16,"0"0"-602"-16,0 0 11 16,0 0 5-16,0 0-30 15,0 0-7-15,38-9 17 16,9 3 20-16,7-4-21 16,-4-4 25-16,-5 0-16 15,-11 0 18-15,-13 4-51 0,-7 4-16 16,-9 3-2-1,-5 3-83-15,0 0-91 0,-5 0-83 16,-28 4-313-16</inkml:trace>
  <inkml:trace contextRef="#ctx0" brushRef="#br0" timeOffset="61117.25">15561 9112 186 0,'0'0'780'0,"-142"-29"-750"16,66 14 73-16,0 0 7 15,8 5-12-15,14 0 26 16,20 6-28-16,18 0-36 16,16 4-9-16,25 0-50 15,54 0 2-15,47 13 10 16,55-1 2-16,26-5 8 0,25-1-11 15,4-3-4 1,-7 0 13-16,-6 2-21 0,-24-1-1 16,-35-4 1-1,-39 0 0-15,-47 0-10 0,-40 0-24 16,-31 0-51-16,-7 0-9 16,-40 0-156-16,-32-7-147 15,-22 4-174-15</inkml:trace>
  <inkml:trace contextRef="#ctx0" brushRef="#br0" timeOffset="61654.49">15897 9645 173 0,'0'0'894'16,"0"0"-879"-16,0 0 38 15,0 0 41-15,0 0-37 16,0 0 27-16,-83-74-20 16,116 50-38-16,7 3-17 15,4 7-8-15,-1 10 4 16,-6 4-5-16,-5 3 7 15,-10 21-7-15,-11 8 4 0,-11 8 3 16,0 4-7-16,-17-4 8 16,-15-2-7-16,1-7 6 15,-1-8-2-15,7-5 12 16,10-7 4-16,7-4-10 16,5-5-5-16,3-2-3 15,0 4-3-15,0 0-4 16,18 3-3-16,13 0 7 15,10 4 5-15,-1 0-3 16,-3 6 1-16,-10 0 2 16,-13-7 2-16,-11 3 29 15,-3-3-14-15,0 4 2 0,-28 3 31 16,-19 2-10-16,-9-1-24 16,1-11-16-16,6-7 0 15,7-1-5-15,9-39-19 16,19-19-76-16,14-12-275 15,16-2-91-15</inkml:trace>
  <inkml:trace contextRef="#ctx0" brushRef="#br0" timeOffset="62083.75">16415 9645 32 0,'0'0'997'0,"0"0"-976"0,0 0 71 0,0 0 4 0,0 0-50 0,0 0 23 15,-92-34 0-15,108 20-39 16,9 2-28-16,8 6-2 16,3 6 3-16,4 0 1 15,-5 9 14-15,-4 22-6 16,-8 5-5-16,-12 2-2 15,-9 2 22-15,-2 1-19 16,-11-3 5-16,-20-4 8 16,-11-2 4-16,-3-9 25 0,-1 0-27 15,3-7-4 1,11-6 5-16,13-6-3 0,9-4-2 16,10 2 18-16,0-2-30 15,0 0-5-15,0 0-2 16,10 0-6-16,16 0 6 15,19 0 3-15,11 0-3 16,0 0 0-16,-4-6-13 16,2 0-51-16,-2-2-126 15,1-4-109-15,-4 0-37 16,-5-1-538-16</inkml:trace>
  <inkml:trace contextRef="#ctx0" brushRef="#br0" timeOffset="62468.14">16974 9703 1050 0,'0'0'16'16,"0"0"14"-16,0 0 98 15,0 0-37-15,0 0 12 16,0 0-11-16,-56-35-61 16,56 35-22-16,-5 19-9 15,1 18 3-15,4 8 7 16,0 4-6-16,0-5 1 15,9 1-4-15,13-1-1 16,5-2-1-16,4-9 0 16,3-8-2-16,3-10-5 15,2-11-6-15,-3-4-3 16,-3 0 5-16,-4-16 12 16,-10-10 4-16,-3-3 11 15,-11-8-7-15,-5-6 15 0,0 2 70 16,-27 0-36-16,-7 5-23 15,-5 10-11-15,-1 8-4 16,-1 4-6-16,-1 8-11 16,9 0-1-16,4 6-1 15,15 0-24-15,12-2-205 16,2-2-147-16,0-2-388 16</inkml:trace>
  <inkml:trace contextRef="#ctx0" brushRef="#br0" timeOffset="62785.49">17970 9280 395 0,'0'0'850'0,"0"0"-834"0,0 0 30 0,0 0 62 0,0 0-32 0,0 0-26 0,24 13-7 15,42-6-13 1,9-6-17-16,-2-1-7 0,-6 0-3 16,-14 0-2-16,-10-2-1 15,-14-7-29-15,-9 1-128 16,-11 0-32-1,-9 0-4-15,-9 8-95 0,-33 0-72 16</inkml:trace>
  <inkml:trace contextRef="#ctx0" brushRef="#br0" timeOffset="62954.14">18035 9381 92 0,'0'0'638'0,"0"0"-482"16,0 0-90-16,0 0 27 15,0 0-36-15,0 0-15 16,71 76 1-16,12-76-4 15,0-13-24-15,-4 0-11 0,-15-1-4 16,-12 5-1-16,-16 4-18 16,-16 1-61-16,-18 1-96 15,-2 1-173-15</inkml:trace>
  <inkml:trace contextRef="#ctx0" brushRef="#br0" timeOffset="63717.66">19625 9056 673 0,'0'0'332'0,"0"0"-303"0,-44-115 54 0,40 99 43 0,-1 9 53 16,3 7-10-16,2 0-106 15,-3 0 8-15,3 0-36 16,-4 37-23-16,-1 26 0 15,-3 16 29-15,-1 8-22 0,4-9-9 16,5-8-7-16,0-8-2 16,0-12-1-16,0-7 0 15,3-13-7-15,10-9-62 16,5-6-150-16,6-15-148 16,3 0-71-16</inkml:trace>
  <inkml:trace contextRef="#ctx0" brushRef="#br0" timeOffset="64001.85">19995 9282 1090 0,'0'0'41'15,"0"0"13"-15,0 0 64 16,0 0-18-16,0 0-40 15,0 0-30-15,-42-2-8 16,86 2-8-16,22 7-1 16,13-6 15-16,6-1-21 15,-4 0-7-15,-13 0 0 16,-12 0-18-16,-18 0 0 16,-15-4-162-16,-15-4-14 15,-8-4-64-15,0-6-162 16</inkml:trace>
  <inkml:trace contextRef="#ctx0" brushRef="#br0" timeOffset="64201.58">20322 8997 924 0,'0'0'79'0,"0"0"49"0,0 0 33 16,0 0-45-16,0 0-49 15,0 0-16-15,-24 110 38 16,24-45-35-16,4-1-40 15,15-1-3-15,-4-4-7 16,1-3-4-16,-5-2-2 16,-2-7-16-16,-5-5-150 15,1-8-74-15,-5-6-24 16,0-10-283-16</inkml:trace>
  <inkml:trace contextRef="#ctx0" brushRef="#br0" timeOffset="64855.75">21422 8765 539 0,'0'0'563'0,"0"0"-520"0,0 0 90 0,-81-115 65 0,72 103-77 0,5 5-56 15,2 4 9-15,2 3-47 16,0 0-5-16,0 0-11 15,0 32-9-15,6 23 1 16,12 15 1-16,-5 0 2 0,-2 1-5 16,-2-2 2-16,0-7-1 15,-4-7-2-15,-1-13-2 16,-4-8-3-16,2-12-38 16,5-6-107-16,2-14-164 15,6-2-71-15</inkml:trace>
  <inkml:trace contextRef="#ctx0" brushRef="#br0" timeOffset="65234.55">21659 8826 664 0,'0'0'363'15,"0"0"-335"-15,0 0 16 0,-24-105 11 16,44 87-1-16,13 8-34 15,12 8-4-15,-1 2 6 16,-3 20-8-16,-10 20-10 16,-13 10 1-16,-14 8 3 15,-4 2-1-15,-7-4 3 16,-24-3-3-16,-8-10 9 16,-9-10 1-16,2-11 4 15,5-8-1-15,12-10 5 16,16-2 3-16,9-2 9 15,4 0-17-15,0 0-11 16,0 0 14-16,22 0-19 0,18-2-3 16,12-6-1-1,1 4 0-15,-2 4-2 0,-1-2 0 16,2 0-18-16,6-2-77 16,5-7-95-16,-12-1-108 15,-15-1-456-15</inkml:trace>
  <inkml:trace contextRef="#ctx0" brushRef="#br0" timeOffset="65600.8">22428 9028 847 0,'0'0'9'0,"0"0"31"0,0 0 10 15,0 0 2-15,0 0-15 0,0 0-2 0,-37-7-19 0,37 4-5 0,4-2-10 16,9 4 0-16,0 1-1 16,-1 0 2-16,-5 0 1 15,-3 12 5-15,-4 3 1 16,0 2 3-16,0-5 1 15,-14-2 14-15,-3-5 10 16,-5-2-1-16,6-3-20 0,2 0-9 16,8 0-3-16,4-12-4 15,2-9-29-15,2-7-62 16,22 4-76-16,3 4-299 16</inkml:trace>
  <inkml:trace contextRef="#ctx0" brushRef="#br0" timeOffset="65983.78">22825 8732 403 0,'0'0'457'0,"0"0"-436"15,0 0 29-15,0 0-10 16,0 0 17-16,0 0-35 16,-86-11 0-16,78 34-13 15,4 8-7-15,4-3-2 16,0 1-2-16,11 2 0 16,15-3-4-16,8-4-8 15,4 2 12-15,-2-1 2 16,-1-2 2-16,-6 4 5 15,-6-5 5-15,-6-4 17 0,-8-5 18 16,-4 0 4-16,-5 1 28 16,-5 0 1-16,-26 2-2 15,-16-2-43-15,-2-3-33 16,3-5-2-16,8-3-64 16,13-3-125-16,7-9-54 15,12-20-318-15</inkml:trace>
  <inkml:trace contextRef="#ctx0" brushRef="#br0" timeOffset="66201.98">22810 8771 558 0,'0'0'343'0,"0"0"-322"16,0 0 48-16,0 0 16 15,0 0-49-15,0 0-31 16,120-107 1-16,-62 97 5 15,-3 2 2-15,-8 5-3 16,-11-2-4-16,-12 4-6 16,-13 1-1-16,-4 0-21 15,-7 0-114-15,-11 0-414 16</inkml:trace>
  <inkml:trace contextRef="#ctx0" brushRef="#br0" timeOffset="66618.36">21162 9559 924 0,'0'0'81'16,"0"0"-6"-16,0 0 12 0,0 0-4 16,0 0-23-16,0 0-22 15,10 0-26-15,126 0 12 16,53 0-6-16,31 0-18 15,25-15 5-15,5 3-1 16,-9 1-1-16,-17-3-2 16,-29 6 0-16,-37-1-1 15,-40 4-2-15,-47 2-3 16,-35 0-23-16,-36 0-49 16,-18-1 13-16,-44 0-32 15,-35 1-205-15,-20 1-203 16</inkml:trace>
  <inkml:trace contextRef="#ctx0" brushRef="#br0" timeOffset="67017.86">21688 9886 434 0,'0'0'614'0,"0"0"-576"0,0 0 28 0,0 0 43 0,0 0 63 0,0 0-34 16,-24-68-22-16,24 68-77 16,0 0-19-16,0 19-12 15,0 26 3-15,0 15 30 16,0 5-22-16,0 4-16 16,0-7 0-16,-3-1-3 15,-1-6-7-15,4-10-25 16,0-7-70-16,0-12-196 15,12-18-44-15,15-8-263 16</inkml:trace>
  <inkml:trace contextRef="#ctx0" brushRef="#br0" timeOffset="67667.95">21974 9946 699 0,'0'0'338'16,"0"0"-333"-16,0 0 18 15,0 0 85-15,0 0 24 16,0 0-22-16,-29-45 0 16,25 45-86-16,-2 18-16 0,0 19-5 15,-3 11 7 1,5 2-2-16,4-5-4 16,0-4 1-16,0-5-3 15,11-9-2-15,7-8-3 0,1-4-1 16,4-9-11-16,0-6-10 15,1 0-4-15,2 0-25 16,-3-21 40-16,-5-5-5 16,-7-6 15-16,-9-8 4 15,-2-2-7-15,0 3 4 16,-25 3-6-16,-6 11-10 16,-2 2 19-16,3 6 3 15,9 7-1-15,14 2-1 16,7 3 9-16,0-1-10 15,31-3-35-15,23 1 5 0,14-1-2 16,2 8-47-16,-7-2 26 16,-15 3 42-16,-7 0 11 15,-15 0 0-15,-8 0 1 16,-13 0 2-16,-5 0 5 16,0 9 9-16,0 21 3 15,-12 11 25-15,-6 12-19 16,7 3-13-16,5-4-3 15,6-4-4-15,0-8-3 16,9-8-3-16,11-7 2 16,6-6-1-16,3-6-1 15,0-7 0-15,0-6 1 16,0 0 27-16,-2-10-18 0,0-16 11 16,-7-13 7-16,-5-6 30 15,-10-10 24-15,-5-3-45 16,0-2 5-16,-25 5-8 15,-11 12-34-15,-8 9-44 16,-22 3-120-16,-24 8-314 16</inkml:trace>
  <inkml:trace contextRef="#ctx0" brushRef="#br0" timeOffset="68551.28">19603 8424 462 0,'0'0'354'0,"0"0"-272"0,0 0-18 0,0 0 54 0,0 0-40 0,0 0-34 16,-93-67 22-16,48 64-5 16,-4 3-34-16,-4 0 20 15,-1 0-2-15,4 0 2 16,8 2-11-16,11 4-16 15,11-2-6-15,11-2 7 16,7-2-9-16,2 0-7 16,0 4 0-16,0 18-4 15,0 18 0-15,-6 14 30 0,-3 12-17 16,4 0-10 0,3 5 18-16,-1 3-5 0,1 2-10 15,2 2-3-15,0 2 3 16,0 0 3-16,0 4-1 15,0 7-2-15,0 6 2 16,0 6 3-16,0 6-2 16,-4-1-3-16,-3-4-1 15,3-5 2-15,4-11-2 16,0-7-1-16,0-12-1 16,0-5 0-16,2-8-2 15,9-1-1-15,1-4-1 16,5 2 1-16,6-5-1 15,10-6-2-15,13-5-5 0,24-12-27 16,24-11-101-16,33-14-129 16,24-10-120-16</inkml:trace>
  <inkml:trace contextRef="#ctx0" brushRef="#br0" timeOffset="69333.8">22949 8169 1100 0,'0'0'28'0,"0"0"-4"0,0 0-5 0,0 0 15 0,0 0 20 0,0 0-21 16,186-14-11-16,-98 10-14 15,-3 4-2-15,-4 0 2 0,-12 0 2 16,-9 18-1 0,-14 2 14-16,-12 10 19 0,-12 7-16 15,-11 8 6-15,-6 8 21 16,-5 9-29-16,0 8-10 15,0 6 14-15,0 6 9 16,0 6-16-16,0 9-5 16,0 6-1-16,0 11 3 15,0 2-7-15,0 0-1 16,0 0 1-16,0 2-4 16,0-4-4-16,0-1 4 15,7-6-3-15,12-7 0 16,4-3 1-16,-3-9-5 15,-5-8 2-15,-5-15-1 16,-8-10-1-16,-2-11 0 0,-18-7 0 16,-29-8-1-16,-20-5-15 15,-21-4-87-15,-22-8-232 16,-17-6-46-16</inkml:trace>
  <inkml:trace contextRef="#ctx0" brushRef="#br0" timeOffset="70917.95">23836 7830 775 0,'0'0'289'0,"0"0"-191"0,0 0 33 0,0 0 8 0,0 0 24 0,0 0-76 16,-34-26-60-16,34 26-16 15,0 0-4-15,0 12-5 16,0 19-2-16,0 7 10 16,7-1-7-16,0-6-1 15,0-8-2-15,0-5 0 16,-5-9 0-16,0-5 0 16,-2-3 2-16,0-1-2 15,0 0 0-15,0 0 0 16,0 0-1-16,0-14-8 15,0-13-12-15,-2-9-31 0,-2-4 41 16,4-2 0-16,0 3 9 16,0 7-25-16,15 7 25 15,-1 12-1-15,1 7 1 16,3 6 2-16,9 0-1 16,8 16 1-16,3 16 7 15,0 8 0-15,-5 2 0 16,-2 2-2-16,-6 1-5 15,-9-5-1-15,-10-2-10 16,-6-4-125-16,0 0-146 16,-35-7-180-16</inkml:trace>
  <inkml:trace contextRef="#ctx0" brushRef="#br0" timeOffset="75352.09">15425 8743 1045 0,'0'0'51'0,"-129"38"4"0,76-20 49 0,9-8-29 16,17-4 0-16,15-6 9 15,12 0 15-15,54-14-68 16,48-26-17-16,63-22-14 16,43-20-15-16,32-7-4 15,17-5 15-15,5 6 1 16,3 8 3-16,-6 7 0 15,-14 9-1-15,-35 10 2 16,-37 8 1-16,-55 16 2 16,-51 12-4-16,-38 8-2 0,-26 6-1 15,-3 4-32 1,-21 0-65-16,-26 0-153 0,-18 18 1 16,-8 4-213-16,-2 3-16 15</inkml:trace>
  <inkml:trace contextRef="#ctx0" brushRef="#br0" timeOffset="79301.2">16265 7592 649 0,'0'0'365'0,"0"0"-361"0,0 0 11 0,10-126 49 16,-24 99 5-16,-3 10-16 16,-4 4-13-16,1 9 24 15,-5 4-29-15,-8 0-2 16,-7 2-22-16,2 20 19 15,5 4 1-15,15 4-12 16,11 1-15-16,7 0 3 16,9 1-2-16,36-1-3 0,15-1 8 15,7-2-2-15,2 0-8 16,-7 2 0-16,-13 1 0 16,-11 2 1-16,-11-3-1 15,-18-3 0-15,-9-4-2 16,-9-2 2-16,-34-2 3 15,-14-4-2-15,-5-12 1 16,-2-3-1-16,9 0 0 16,10-18-1-16,14-7 0 15,14-4-4-15,17-3-5 16,0-8-21-16,24-4-8 16,21-4 9-16,-1-2 8 0,5 0 8 15,-9 4 2 1,-9 7-1-16,-10 11-7 0,-15 12 13 15,-6 8-9-15,0 2-86 16,-23 6-92-16,-14 0-230 16</inkml:trace>
  <inkml:trace contextRef="#ctx0" brushRef="#br0" timeOffset="79684.14">16682 7472 110 0,'0'0'773'0,"0"0"-724"0,0 0 75 0,0 0-26 0,9-103 37 16,-9 99 1-16,0 2-33 16,0 2-41-16,0 0-26 15,0 0 1-15,0 26-23 0,0 21-2 16,0 12 51-16,0 7-49 15,0-1-11-15,4 5-3 16,3 4-2-16,-7 0-140 16,0 3-294-16,-19-5-432 15</inkml:trace>
  <inkml:trace contextRef="#ctx0" brushRef="#br0" timeOffset="80583.92">15762 10251 574 0,'0'0'469'0,"-216"23"-457"0,108-16 33 0,29-1 72 0,32-6-9 16,27 0-18-16,20 0-20 16,27-12-29-16,57-25-20 15,57-13-6-15,50-18-15 16,52-6-6-16,23-4-27 16,14 2 19-16,-1 2 8 15,-29 5 4-15,-26 9 0 0,-41 10 2 16,-40 8 1-1,-46 12 2-15,-39 12-2 0,-28 10-1 16,-24 5-4-16,-6 3-45 16,-33 0-42-16,-44 23-101 15,-27 9-134-15,-16 4-391 16</inkml:trace>
  <inkml:trace contextRef="#ctx0" brushRef="#br0" timeOffset="81601.47">16546 10656 193 0,'0'0'627'0,"0"0"-547"0,0 0 17 0,0 0 12 0,0 0-7 0,0 0 15 16,-102-99 24-16,66 99-86 15,-4 6-6-15,-5 23-21 16,5 7-6-16,7 5 14 15,11 6-22-15,11 1-7 16,11 4-3-16,0 0-2 16,23-3-2-16,16-4-5 15,5-4 5-15,3-12-9 16,2-10-31-16,-2-9 27 0,-3-10-18 16,-6 0 2-1,-7-8 20-15,-10-14 0 0,-11-2 9 16,-10-5 2-16,0 4 6 15,-9 3 1-15,-22 8 2 16,-6 7-6-16,-10 7-1 16,5 0-3-16,6 2-1 15,3 18-6-15,8 2-22 16,3 5-187-16,3-4-49 16,8-3-213-16</inkml:trace>
  <inkml:trace contextRef="#ctx0" brushRef="#br0" timeOffset="82118.05">16776 10612 1097 0,'0'0'38'0,"0"0"32"0,0 0 37 0,0 0 11 16,0 0-29-16,0 0-40 16,0-25-19-16,0 38-25 15,2 23-1-15,9 10 9 0,5 2-10 16,-1 0-1-16,5-2 0 16,1-6-2-16,2-5-6 15,2-9 3-15,2-8-24 16,0-7-15-16,2-7-45 15,-2-4-29-15,2 0 43 16,-8-12 45-16,0-12 17 16,-8-8 11-16,-8-2 1 15,-4-2 6-15,-1 0 5 16,0 3 11-16,0 6 17 16,-8 3 28-16,-3 8 23 15,2 4-32-15,3 8-13 16,6-1-4-16,-3 5-17 15,3 0-12-15,0 9-8 0,0 25-2 16,0 16 12-16,0 8 17 16,0-2-25-16,0 0-4 15,3-1-1-15,1-5-2 16,-2 0-19-16,0 0 10 16,-2 0-69-16,0-5-162 15,0-2-41-15,-27-5-351 16</inkml:trace>
  <inkml:trace contextRef="#ctx0" brushRef="#br0" timeOffset="83117.27">16855 12433 450 0,'0'0'448'0,"19"-109"-327"0,-19 65 7 0,-15 10-10 0,-22 12-24 0,-11 12 9 15,-8 10-36-15,-2 0-21 16,2 27-10-16,12 12-10 15,13 5-1-15,14 4-13 16,17 4-6-16,5 2-3 16,36 2-3-16,19-3 1 15,13-5-1-15,0-4-3 16,-7-2-6-16,-20 1 6 0,-17-8-1 16,-21-1 2-1,-8-2 0-15,-29-1 2 0,-25-5 2 16,-12-8 1-16,2-11-3 15,9-7 7-15,11 0-2 16,13-24 1-16,14-9-3 16,13-10-2-16,4-7-1 15,35-6-7-15,26 0-26 16,12 6-72-16,4 2-155 16,-5 9-19-16,-19 10-256 15,-14 7 72-15</inkml:trace>
  <inkml:trace contextRef="#ctx0" brushRef="#br0" timeOffset="83318.89">17125 12324 1054 0,'0'0'63'16,"0"0"71"-16,0 0 50 16,0 0-72-16,0 0-19 15,0 0-27-15,9 13-47 16,9 39 33-16,0 12-11 15,-5-2-34-15,-2 1-5 16,-1-2-1-16,-8 1-1 16,-2-2-26-16,0-2-147 15,-4-5-135-15,-23-11-82 0</inkml:trace>
  <inkml:trace contextRef="#ctx0" brushRef="#br0" timeOffset="83634.95">16248 13269 922 0,'0'0'52'16,"-210"18"91"-16,128-7-21 15,23-4-29-15,26-3 17 0,20-2-32 16,13 2-4-16,44 0-52 15,54-2 7-15,54-2-12 16,35 0-11-16,29-6 2 16,8-8-8-16,-11-3 4 15,-13 5 31 1,-30 5-24-16,-36 3-5 0,-43 4-6 16,-45-3 0-16,-34 3-42 15,-24 0-97-15,-59 0-146 16,-35 13-270-16</inkml:trace>
  <inkml:trace contextRef="#ctx0" brushRef="#br0" timeOffset="84034.78">16573 13668 1106 0,'0'0'54'0,"0"0"78"16,0 0-66-16,0 0-23 15,0 0 2-15,0 0 58 16,-123 156-44-16,110-97-30 16,7-1-16-16,6 3-8 15,0-6-2-15,8-7-1 16,23-4-4-16,9-10-2 0,5-8 0 15,1-8-16-15,-2-10-5 16,-9-8-13-16,-8 0 13 16,-12-2 25-16,-6-17 1 15,-9-10 8-15,0-3 7 16,-5 0 4-16,-21 2-1 16,0 8 3-16,-9 10 6 15,2 7-7-15,-7 5-10 16,-2 5-11-16,1 21-5 15,4 6-33-15,6 2-205 16,10-5-141-16,13-6-275 16</inkml:trace>
  <inkml:trace contextRef="#ctx0" brushRef="#br0" timeOffset="84534.36">16942 13836 532 0,'0'0'637'16,"0"0"-608"-16,0 0 90 15,0 0 24-15,0 0-84 16,0 0-10-16,0-62 13 16,0 62-34-16,0 12-21 15,0 26-5-15,0 12 5 0,14 6 1 16,4-2-2-1,9-5-6-15,2-5 0 0,0-6 0 16,2-10-6-16,-4-7-19 16,0-13-28-16,-1-3-12 15,-2-5-9-15,-1-5-23 16,-5-18 42-16,-7-7 32 16,-7-11 23-16,-4 6 3 15,0-6 5-15,0 10 19 16,-11 4 22-16,0 11 41 15,4 6-20-15,3 6-3 16,4 4-5-16,0 0-43 16,0 0-9-16,0 30-4 15,0 15 11-15,0 14 63 16,0 7-60-16,6-3-5 0,-1-1-1 16,-2 1-10-16,3-6 0 15,-4-7-4-15,7-6-1 16,-3-11-42-16,-4-13-146 15,6-14-213-15,-2-6-260 16</inkml:trace>
  <inkml:trace contextRef="#ctx0" brushRef="#br0" timeOffset="84835.93">18351 13166 1233 0,'0'0'14'0,"0"0"25"0,0 0-7 0,0 0-9 15,0 0 45-15,0 0 34 16,156-8-54-16,-94 8-40 16,-6 0-8-16,-10-2-5 15,-7-4-30-15,-15-3-113 0,-19 4-94 16,-5 2-233 0</inkml:trace>
  <inkml:trace contextRef="#ctx0" brushRef="#br0" timeOffset="84983.83">18415 13319 868 0,'0'0'71'16,"0"0"-16"-16,0 0 41 15,0 0 3-15,0 0-29 16,129 47-34-16,-54-47-36 16,-2-11-43-16,-4-17-200 15,-16-6-406-15</inkml:trace>
  <inkml:trace contextRef="#ctx0" brushRef="#br0" timeOffset="97734.66">19737 11999 714 0,'0'0'377'0,"0"0"-357"0,0 0 27 0,-145-28 24 0,89 28-47 0,-10 0 71 16,5 14 24-1,1 0-34-15,7 2-45 0,4-2-11 16,7-2 4-16,13-1 0 16,10-7-6-16,11-2-7 15,6-1-8-15,2-1-3 16,0 10-3-16,0 10 2 15,0 14-3-15,4 15 26 16,11 7-19-16,-1 6-2 16,-6 8-3-16,-1 4 2 15,-2 11-2-15,-5 3 0 16,0 2-1-16,0 6 0 16,0 2-1-16,0 2 1 15,0 6 4-15,0 4-1 16,-5-1 2-16,1-3-3 0,4-5 2 15,0-10-5-15,9-3 0 16,17-6-2-16,15-2 1 16,7-3-4-1,6-10 3-15,6-9-3 0,7-9-2 16,9-13-28-16,13-10-49 16,13-16-54-16,5-10-186 15,-6-4-172-15</inkml:trace>
  <inkml:trace contextRef="#ctx0" brushRef="#br0" timeOffset="98202.14">19893 12658 442 0,'0'0'582'0,"0"0"-515"0,0 0 117 0,0 0 0 16,-56-103-22-16,56 103-52 16,0 0-39-16,0 0-37 15,0 29-16-15,0 24-1 16,0 11 18-16,0 4-15 15,0-4-20-15,0-1 2 16,0-3-2-16,4 0-2 0,12-6-35 16,5-2-75-1,10-3-211-15,2-16-115 0</inkml:trace>
  <inkml:trace contextRef="#ctx0" brushRef="#br0" timeOffset="98451.4">20327 12976 718 0,'0'0'559'16,"0"0"-516"-16,0 0 72 15,0 0-56-15,0 0-19 16,0 0-19-16,60-32 9 0,25 32 6 15,13 0-32-15,-4 0-2 16,-5 0-2-16,-18 0-8 16,-15 0-47-16,-11 0-196 15,-24 0-32-15,-19-3-215 16</inkml:trace>
  <inkml:trace contextRef="#ctx0" brushRef="#br0" timeOffset="98667.29">20668 12719 909 0,'0'0'84'0,"0"0"50"16,0 0 22-16,0 0-37 0,0 0-16 15,0 0-16-15,-38 0-54 16,38 40 20-16,9 16 1 16,7 8 0-16,1-2-28 15,3 5-13-15,-1-1-10 16,-4 1-3-16,3 3-7 15,-3-4-24-15,6-6-189 16,-4-14-174-16,-1-14-328 16</inkml:trace>
  <inkml:trace contextRef="#ctx0" brushRef="#br0" timeOffset="99001.57">21638 12218 1105 0,'0'0'30'15,"0"0"100"-15,0 0 34 16,0 0-49-16,0 0-6 15,0 0-19-15,-43-50-36 16,43 51-31-16,0 36-15 0,0 17 2 16,7 10 19-1,8 1-15-15,3-8-9 0,-2-2-4 16,2-5-1-16,-1-6-1 16,3-2-37-16,3-4-140 15,1-8-282 1,-4-16-157-16</inkml:trace>
  <inkml:trace contextRef="#ctx0" brushRef="#br0" timeOffset="99334.85">21923 12354 648 0,'0'0'377'15,"0"0"-340"-15,-7-118 59 16,29 96-56-16,16 8 13 0,6 10-11 15,4 4 26-15,-2 12-26 16,-15 24-16-16,-13 10-26 16,-18 4 10-16,0-1-9 15,-24-4 14-15,-12-7 7 16,-1-7 30-16,0-7-12 16,8-8-14-16,3-2 40 15,12-6-33-15,6-4-11 16,5-4-7-16,3 0-5 15,0 0-4-15,7 2-1 16,24 2-3-16,16-1 6 16,16-3-8-16,1 0-57 0,3 0-96 15,-3 0-74-15,-1-19-61 16,-10-6-321-16</inkml:trace>
  <inkml:trace contextRef="#ctx0" brushRef="#br0" timeOffset="99684.81">22660 12197 776 0,'0'0'174'0,"0"0"-85"16,0 0 19-16,0 0 6 16,0 0-71-16,0 0-25 15,-85 5-4-15,70 23 4 0,3 2-4 16,10 1-1-16,2 4 1 15,7-1-6-15,24-3-2 16,7-4-1-16,2-6-5 16,0-3 4-16,1-7-3 15,-8-1 1-15,-4 5 0 16,-7-4 2-16,-8 6 4 16,-10 3 16-16,-4-2 22 15,0 1 36-15,-16 2-16 16,-17-1-27-16,-7-4-23 15,-2-2-16-15,-1-10-10 16,7-4-148-16,7 0-90 0,5-18-87 16,9-16-444-1</inkml:trace>
  <inkml:trace contextRef="#ctx0" brushRef="#br0" timeOffset="99869.12">22675 12230 575 0,'0'0'481'16,"0"0"-428"-16,0 0 55 16,0 0 4-16,0 0-3 15,0 0-88-15,103-66-12 16,-36 54-9-16,-2 1-1 16,-5 3-136-16,-16-2-124 15,-15 5-375-15</inkml:trace>
  <inkml:trace contextRef="#ctx0" brushRef="#br0" timeOffset="100270.03">21738 13056 441 0,'0'0'530'0,"-119"0"-476"16,59 0 39-16,2 0 44 15,16 2-73-15,13 2-17 16,16-2 26-16,10-2 5 15,3 4-47-15,56-2 9 16,51-2 2-16,58 0-29 16,51 0 0-16,32-16-1 15,17-2 0-15,-7 2 2 16,-28 2 3-16,-37-1 7 16,-50 6-13-16,-54 1-10 15,-49 2-1-15,-40 2-47 16,-13 2-136-16,-58 2-123 15,-32 0-306-15</inkml:trace>
  <inkml:trace contextRef="#ctx0" brushRef="#br0" timeOffset="100618.45">22039 13307 1067 0,'0'0'50'15,"0"0"112"-15,0 0 10 16,0 0-58-16,0 0-13 15,0 0-38-15,-41-24-33 16,41 75-3-16,0 16 24 16,0 3-30-16,0-8-13 15,0-2-6-15,7-3-2 16,2-8-5-16,2-1-61 16,3-6-144-16,5-17-96 15,4-13-33-15,1-12-297 16</inkml:trace>
  <inkml:trace contextRef="#ctx0" brushRef="#br0" timeOffset="100952.73">22261 13458 963 0,'0'0'68'0,"0"0"37"16,0 0 30-16,0 0-25 16,0 0 15-16,0 0-51 15,-25-50-38-15,23 63-32 16,0 21 0-16,2 13-4 15,0 0 7-15,0-5-7 16,13-6-3-16,10-5-8 16,-1-7-14-16,7-10-16 0,-2-8-29 15,-2-6-14 1,1 0 48-16,-2-11 32 0,-5-12 4 16,-6-9 8-16,-11-4 23 15,-2 0 41-15,0-3-2 16,-11 5 1-16,-9 7-13 15,-2 4-3-15,2 9-14 16,3 6-33-16,5 4-8 16,1 4-41-16,1 0-157 15,4 26-130-15,6 2-95 16</inkml:trace>
  <inkml:trace contextRef="#ctx0" brushRef="#br0" timeOffset="101351.23">22776 13365 203 0,'0'0'832'16,"0"0"-750"-16,0 0 104 16,0 0-150-16,0 0-22 15,0 0-6-15,-31 1 2 16,25 38-2-16,2 7 19 15,0 6-14-15,4-6-8 16,0 1 0-16,0-6-5 16,18-5 0-16,5-7-4 0,3-9-7 15,5-10-10-15,2-10-16 16,2 0 12 0,-4-16 25-16,-2-16 2 15,-8-6 4-15,-7-6 16 0,-7-5 21 16,-7-1 22-16,0 5 10 15,-7 2 12-15,-17 6-2 16,-1 10-44-16,-2 1-20 16,2 6-14-16,-1 6-7 15,0 7-44-15,1 7-51 16,7 18-171-16,2 14-53 16,5 6-332-16</inkml:trace>
  <inkml:trace contextRef="#ctx0" brushRef="#br0" timeOffset="101719.73">23211 13312 580 0,'0'0'454'0,"0"0"-358"0,0 0 37 16,0 0-101-16,0 0-18 15,0 0-10-15,-23 10 2 16,23 39 24-16,0 9 0 16,11 0-23-16,1-2-2 0,0-8-5 15,8-6 4-15,1-7-4 16,3-12-5-16,5-9 5 16,0-7-3-16,4-7 6 15,3-7 20-15,-5-22-14 16,-2-7 4-16,-9-11 17 15,-11 1 41-15,-9-6-4 16,0 2 5-16,-27 8-30 16,-10 4-5-16,-8 10-16 15,-6 6-21-15,2 4-29 16,7 10-72-16,10 3-179 16,12 1-127-16</inkml:trace>
  <inkml:trace contextRef="#ctx0" brushRef="#br0" timeOffset="102284.12">23522 11911 981 0,'0'0'20'0,"0"0"70"0,0 0-29 0,0 0-35 0,116-62 23 0,-69 60 43 16,2 2-9-16,-5 0-40 16,-3 0-25-16,-10 17-11 15,-7 2 5-15,-6 6 6 16,-3 2 23-16,-1 10-19 15,-3 7-8-15,-1 9 2 16,-2 4-3-16,3 4-4 16,1 8 9-16,1 1-5 15,-2 7-3-15,0 3-5 16,-6 3 1-16,-3 4-5 16,-2-1 2-16,0-2-3 0,0-4 3 15,0-5-1 1,0-1-2-16,0 4 0 0,0 4 2 15,4 3-1-15,3 1-1 16,2 0 0-16,0 3 1 16,2-1 0-16,3-2 1 15,-4-2-2-15,1-6 1 16,-3-6 1-16,-8-10-2 16,0-10 2-16,-21-8 1 15,-28-3 2-15,-22-3-5 16,-19-2-1-16,-12-6-101 15,-14-12-213-15,-8-18-133 16</inkml:trace>
  <inkml:trace contextRef="#ctx0" brushRef="#br0" timeOffset="102868.16">24476 11654 401 0,'0'0'721'0,"0"0"-603"0,0 0 59 0,0 0-118 0,0 0 30 15,0 0-23-15,-2 2-38 16,17 50 27-16,3 7-25 15,-5-1-20-15,-5-8-5 16,-6-9 1-16,-2-10-1 0,0-12-5 16,0-9 0-1,0-5 0-15,0-1 0 0,0-4 1 16,-6 0 3 0,-7-30-4-16,1-17-16 0,2-10-7 15,10-7 14-15,0 3-1 16,4 9-9-16,21 11-10 15,6 9 17-15,10 15 9 16,3 9 3-16,8 8 0 16,-4 11 0-16,1 30 0 15,-4 15-1-15,-9 11 3 16,-8-2-4-16,-16 2-9 16,-12-1-15-16,-14 6-61 15,-41-2-226-15,-23-3-177 16</inkml:trace>
  <inkml:trace contextRef="#ctx0" brushRef="#br0" timeOffset="103501.3">21573 12832 625 0,'0'0'422'0,"-168"18"-381"0,126-16 53 0,24-2-13 15,18 0-62-15,0 0 18 16,56-34 42-16,40-18-74 15,35-13-5-15,32-11-39 16,18-6-36-16,8-4 50 0,3 1 25 16,-12 9 9-16,-20 8 25 15,-22 8 20-15,-33 14 11 16,-34 13-16-16,-33 15-33 16,-26 15-16-16,-12 3-3 15,-10 0-113-15,-40 3-79 16,-29 19-270-16</inkml:trace>
  <inkml:trace contextRef="#ctx0" brushRef="#br0" timeOffset="107535.05">21969 11426 839 0,'0'0'60'0,"0"0"75"0,0 0-36 0,0 0-34 16,0 0 4-16,0 0-1 15,-28 0-11-15,28 0 5 16,0 0-43-16,0 0 2 16,0 0 25-16,0 0-14 0,0 0-5 15,8 0-3-15,7 0-7 16,6 0 1-16,-1-3 13 16,-5-1-24-16,-6 3 4 15,1 1-7-15,0-2-3 16,4 0 0-16,-4 2-2 15,2-2 3-15,-2-1-2 16,-2 3 0-16,3-1-1 16,-2 1 0-16,-4-2 1 15,-4-1-3-15,2 3 0 16,-3 0-3-16,0 0-14 16,0 0 13-16,0 0-8 15,0 0 3-15,0 0-2 16,0 0 2-16,0 0-2 0,0 0-2 15,0 0-1-15,0 0 0 16,0 0-14-16,0 0-23 16,0 0 21-16,0 0 17 15,0 0 5-15,0 0 4 16,0 0-3-16,0 0-3 16,0 0-8-16,0 0-6 15,0 0-16-15,0 0-45 16,-3 0-49-16,-3 0-85 15,1 0-90-15,3 0-219 16</inkml:trace>
  <inkml:trace contextRef="#ctx0" brushRef="#br0" timeOffset="109718.66">22052 11428 429 0,'0'0'304'0,"0"0"-201"0,0 0 2 0,0 0-6 0,0 0-27 0,0 0-11 15,-67-32 24-15,67 32-38 16,0-2-15-16,0 2 13 16,0 0-9-16,15 0-5 15,16 0-6-15,16 0 3 16,7-4 15-16,2-3-39 0,-5 3 4 15,-6 3-6 1,-8-1-1-16,-14 2-1 0,-12 0-31 16,-7 0-24-16,-4 0-50 15,0 0-53-15,-2 0-3 16,-23 2-133-16,-8 6-240 16</inkml:trace>
  <inkml:trace contextRef="#ctx0" brushRef="#br0" timeOffset="110218.4">22000 11401 147 0,'0'0'501'0,"0"0"-351"0,0 0-7 15,0 0-50-15,0 0-9 16,0 0 2-16,-24-15-7 16,24 15-36-16,0 0-17 15,0 0-13-15,0 8 5 16,-2 20-15-16,0 12 98 15,-3 4-68-15,2 1-12 16,3 0-7-16,-2-8-8 16,2-8-3-16,0-7-3 15,0-10 0-15,0-4 2 16,0-4-3-16,0-4 1 16,0 0-2-16,0 0-2 15,0 0 0-15,0 0 0 16,0 0 0-16,0 0-6 15,0 0-9-15,0 0-24 0,2-10 24 16,19-7-7-16,4-4 4 16,6 4 17-16,1 2 3 15,5 3-3-15,-2 4 4 16,3 4-1-16,0 4 2 16,0 0 0-16,-5 4 1 15,-1 21 10-15,-3 9 4 16,-9 6 7-16,-7 1 28 15,-11 2-31-15,-2-3-7 16,-6-6-6-16,-39 0 5 16,-18-4-11-16,-19-1-13 0,-7-6-115 15,-2-3-25-15,10-12 1 16,8-5-77-16,11-3-230 16</inkml:trace>
  <inkml:trace contextRef="#ctx0" brushRef="#br0" timeOffset="111634.86">21791 13746 551 0,'0'0'493'0,"-189"24"-415"0,119-11 57 0,28-5-44 0,24-3-9 0,18-4-54 0,25-1 17 0,66 0 9 16,56 0-31-16,63-23-22 15,40-21-1-15,14-6-69 16,2-4 19-16,-15-1 35 16,-14 7 15-16,-19 2 30 15,-22 8-9-15,-31 4-13 16,-40 7-7-16,-43 10 0 16,-37 7-1-16,-34 6-30 15,-11 2-54-15,-29 2-53 16,-38 2-69-16,-27 17-263 15</inkml:trace>
  <inkml:trace contextRef="#ctx0" brushRef="#br0" timeOffset="112935.21">22450 14109 474 0,'0'0'497'0,"0"0"-449"0,0 0 83 0,0 0 11 15,0 0-47-15,0 0 17 16,-44-57-15-16,42 57-25 16,0 0-48-16,2 0-7 15,-5 0-14-15,-4 17 9 16,-6 21-4-16,-3 6 31 16,-3 4-22-16,4-8-6 15,3 0-3-15,3-3-1 16,3-4-4-16,6-5 0 15,2-9-1-15,0-6 0 16,0 0-2-16,10 1-2 0,17-4-2 16,15-3-5-16,8-2-2 15,3-4-4-15,-2-1-20 16,-8 0 2-16,-12 0-37 16,-7 0 14-16,-10-6 15 15,-6-1 17-15,-5-3 14 16,-3-3 7-16,0-2-8 15,0-6 0-15,0 3 2 16,-6-2 6-16,1 4 3 16,-4 4 2-16,4 6 1 15,3-1-1-15,0 2 10 16,2 1-1-16,-3 2-8 16,3 2 3-16,0 0 2 15,0 0 3-15,0 0 1 16,0 0 4-16,0 0 0 0,0 0 20 15,0 0 1-15,0 0-22 16,0 0 3-16,0 0-13 16,0 0-2-16,0 0-2 15,0 0-1-15,0 0 0 16,0 0 0-16,0 0 2 16,0 0-2-16,0 0 3 15,0 0-2-15,0 0 12 16,0 0-9-16,0 0-4 15,0 0 4-15,0 0 0 0,0 0-2 16,0 0-2 0,0 0 1-16,0 0-1 0,0 0 2 15,0 0 0-15,0 0 2 16,0 0-3-16,0 19 1 16,0 23 5-16,0 9 27 15,12 4-25-15,-3-1-7 16,-4-6 1-16,5-4-3 15,-6 0 0-15,-1-2-7 16,-3-4-72-16,2-1-193 16,-2-18-80-16,0-7-639 15</inkml:trace>
  <inkml:trace contextRef="#ctx0" brushRef="#br0" timeOffset="114036.12">22901 14243 522 0,'0'0'394'0,"0"0"-317"0,0 0 68 0,0 0-26 0,0 0-39 15,0 0 5-15,-105-24 23 16,92 48-55-16,4 12 2 16,-1 8-35-16,8 6-4 15,2-1-2-15,0 1-1 16,0-6-4-16,16-4-2 15,9-5-6-15,3-6 5 16,3-8-6-16,6-8 1 0,3-11 3 16,2-2 9-1,-4-4-8-15,0-19 4 0,-9-9-6 16,-12-5-1-16,-5-11 0 16,-10-9 1-16,-2 1-3 15,0 3 0-15,-23 9-7 16,-6 11 7-16,-8 7-8 15,-10 14-40-15,-14 8-63 16,-10 4-140-16,-4 0-166 16</inkml:trace>
  <inkml:trace contextRef="#ctx0" brushRef="#br0" timeOffset="114735.76">21590 11981 739 0,'0'0'96'0,"0"0"11"0,0 0-48 0,0 0-20 0,0 0 32 15,0 0 4-15,-73-15 28 16,138-18-74-16,28-13-27 15,21-7-2-15,11-5 2 16,10-6 4-16,6-5 18 0,-5-2 47 16,-18 11-1-1,-33 10-32-15,-35 18-22 0,-29 10-13 16,-21 10-3-16,-18 8-59 16,-31 4-109-16,-23 0-130 15,-7 0-331-15</inkml:trace>
  <inkml:trace contextRef="#ctx0" brushRef="#br0" timeOffset="114952.51">21956 10640 969 0,'0'0'89'16,"0"0"126"-16,0 0-27 0,0 0-136 15,0 0-25 1,0 0 0-16,54 34-5 0,-21 28-14 16,-3 6-8-16,-2 10-25 15,-11 7-69-15,-6 12-180 16,-8 3-21-16</inkml:trace>
  <inkml:trace contextRef="#ctx0" brushRef="#br0" timeOffset="115717.86">22010 14520 211 0,'0'0'888'0,"0"0"-794"0,0 0 48 0,0 0-59 16,0 0-26-16,0 0 7 16,35-43-41-16,81 13 2 15,15-3-11-15,5-2-7 16,-6 2-3-16,-15-4 0 0,-8 7 47 15,-15-4-20 1,-17 5-12-16,-17 6-10 0,-22 7-7 16,-16-2-2-16,-13 0-6 15,-7-1-64-15,0 6-77 16,-5 9-196-16,-35 4-211 16</inkml:trace>
  <inkml:trace contextRef="#ctx0" brushRef="#br0" timeOffset="116167.56">23616 14624 1140 0,'0'0'15'0,"0"0"44"15,0 0-10-15,-42-102-11 16,3 96-16-16,-7 6-14 16,-6 0 5-16,6 0 1 15,10 12-7-15,14 12-6 16,10 3-1-16,12 8 9 16,0 7 0-16,29 4 1 15,19 0-2-15,5 0 2 16,-2-6-10-16,-6-3 0 15,-16-9 0-15,-12-9-1 0,-10-4 1 16,-7-3-4-16,-11 1 4 16,-22 0 3-16,-11 1-3 15,-4-10 4-15,11-4-1 16,10 0 1-16,13-12 9 16,14-20 10-16,5-14-1 15,32-12-22-15,12-9-10 16,3 5 6-16,-1 2-2 15,-9 12 3-15,-10 8-22 16,-10 12-19-16,-15 10-112 0,-7 3-119 16</inkml:trace>
  <inkml:trace contextRef="#ctx0" brushRef="#br0" timeOffset="121735.16">6830 4463 846 0,'0'0'9'0,"0"0"97"0,0 0 55 0,0 0-66 16,-77-110 2-16,73 108 41 16,4 0-10-16,-3 2-18 15,3 0-63-15,0 0-16 16,0 0-7-16,0 0-2 15,0 14-17-15,3 18 3 16,15 12-1-16,3 6-6 16,-2-1 2-16,-1-5-3 15,-3-4-1-15,-1-2-7 0,-3-8-23 16,0-3-57-16,-4-2-145 16,-7-3-45-16,0-6-35 15,0-4-305-15</inkml:trace>
  <inkml:trace contextRef="#ctx0" brushRef="#br0" timeOffset="122068.19">6526 4961 203 0,'0'0'392'0,"0"0"-317"16,0 0 23-16,0 0 58 0,0 0-94 15,0 0 2-15,-75 64 1 16,75-64-16-16,0 0-16 16,0 0-15-16,26 0 1 15,28 0 24-15,22-18-3 16,18-18-2-16,14-4 0 16,4-2-6-16,8-2-5 15,-3 8-4-15,-13 3 6 16,-19 10-26-16,-32 8-3 15,-24 11-10-15,-20 2-16 16,-9 2-27-16,0 0-38 16,-31 0-22-16,-14 0-94 0,-7 0-122 15,6 6-262-15</inkml:trace>
  <inkml:trace contextRef="#ctx0" brushRef="#br0" timeOffset="123018.12">7057 5298 918 0,'0'0'35'0,"0"0"164"0,0 0-101 0,0 0-37 16,0 0 22-16,0 0 1 15,-98-46-38-15,98 29-23 16,0 2-20-16,4 1-3 16,14-3-6-16,7 7-2 0,4 7 2 15,4 3 4 1,-1 0-5-16,1 9-7 0,-8 17 2 16,-4 5 2-16,-7 5 10 15,-12 6 0-15,-2 2 4 16,-2 3-5-16,-27 1 2 15,-10-3-1-15,2-2 0 16,3-12 2-16,3-3 0 16,9-10 3-16,8-7-3 15,8-7 1-15,4-4 0 16,2 0-3-16,0 0-4 16,8 0-23-16,30-16 6 15,20-10 17-15,19-11-10 16,9-9-86-16,1-4-83 15,-2-8-96-15,-5 0-191 0</inkml:trace>
  <inkml:trace contextRef="#ctx0" brushRef="#br0" timeOffset="123434.03">7801 4640 952 0,'0'0'73'16,"0"0"-17"-16,0 0 131 0,0 0-95 0,0 0-32 0,0 0-33 0,-98 32 19 0,125-32-27 15,24-16 16-15,16-4-3 16,4-5-22-16,-7 2-10 15,-19 7-10-15,-16 8-113 0,-18 4-51 16,-11 4 4-16,0 0-197 16,-24 0-189-16</inkml:trace>
  <inkml:trace contextRef="#ctx0" brushRef="#br0" timeOffset="123568.84">7852 4794 224 0,'0'0'554'15,"0"0"-522"-15,0 0 99 16,0 0-82-16,0 0-11 16,133-41-20-16,-58-1-18 0,-4-2-15 15,-15 0-297-15</inkml:trace>
  <inkml:trace contextRef="#ctx0" brushRef="#br0" timeOffset="124852.43">8592 4295 459 0,'0'0'200'0,"0"0"-165"0,0 0 106 0,0 0-31 0,0 0-70 16,0 0-1-1,-121 104 20-15,95-104-13 0,1 0-9 16,5 0 2-16,2-14-8 16,4-10-2-16,11-1-3 15,3-2-6-15,0 3 9 16,2 2-21-16,18 1-8 16,4 6-1-16,1 5 1 15,2 4-1-15,2 6-2 16,0 0 2-16,-2 8 1 15,-4 14 2-15,0 4 0 16,-9-1 1-16,-5 2-2 16,-5-5-1-16,-2-2 0 0,-2-2 0 15,0-4 0-15,0-2 0 16,0-6-2-16,0-4 1 16,0-2-5-16,0 0-12 15,0 0-3-15,0 0 1 16,0 0-4-16,0 0-7 15,0 0 8-15,0 0 4 16,0 0 1-16,0 0-4 16,0 0-14-16,0 0-15 15,0 0-29-15,0 0-71 16,0-6-28-16,0-6-61 16,0-4-73-16</inkml:trace>
  <inkml:trace contextRef="#ctx0" brushRef="#br0" timeOffset="125071.14">8371 4323 389 0,'0'0'467'0,"0"0"-446"0,0 0 154 0,0 0-69 0,0 0-73 16,0 0-2-16,67-68-26 15,-9 38 3-15,-1 3-2 16,-4 8-6-16,-13 3-3 16,-14 6-18-16,-13 3-87 0,-13 6-140 15,0 1-130-15</inkml:trace>
  <inkml:trace contextRef="#ctx0" brushRef="#br0" timeOffset="125490.31">8411 4196 813 0,'0'0'48'0,"0"0"142"16,0 0-109-16,0 0-57 15,0 0 6-15,-15 111 34 16,15-63-31-16,2 0-9 16,9 1-11-16,0-3-6 15,1-9-5-15,-4-5-2 16,-3-9 0-16,-1-11-1 0,-1-5-6 15,-1-6-2-15,0-1-6 16,1 0-7-16,1 0 5 16,2-18-7-16,5-8 2 15,3-2 16-15,3 0 6 16,1 2 1-16,6 1 0 16,2 5-1-16,-2 4 2 15,2 6-1-15,1 10 1 16,5 0 21-16,-3 4 20 15,0 20 5-15,-7 5 5 16,-11 0-15-16,-7 4-18 0,-4 2-2 16,-11 0-3-1,-20 1-15-15,-9-7-7 0,2-4-55 16,-2-8-51-16,-2-15-27 16,4-2-125-16,4-7-285 15,15-24 272-15</inkml:trace>
  <inkml:trace contextRef="#ctx0" brushRef="#br0" timeOffset="125868.28">8915 4121 506 0,'0'0'421'0,"0"0"-367"0,0 0 140 0,0 0-106 0,0 0-51 16,0 0-28-16,-11 7-8 15,11 24-1-15,0 8 2 16,0 8-2-16,6-7 0 16,15-2-1-16,1-6-5 15,4-9 2-15,6-8-17 16,1-7-3-16,3-8 0 16,2 0 4-16,-5-3 15 15,-4-17 5-15,-6-5 1 16,-11 0 1-16,-8-8 7 15,-4-1 8-15,0-4 13 16,-14 0-5-16,-15 7 42 16,-5 9-33-16,-3 11 38 0,-8 7-56 15,-2 4-16-15,2 0-3 16,3 7-19-16,9 14-40 16,10 5-67-16,10-1-35 15,13-2-157-15,0-6-288 16</inkml:trace>
  <inkml:trace contextRef="#ctx0" brushRef="#br0" timeOffset="126137.56">9597 3691 1018 0,'0'0'125'0,"0"0"-106"15,0 0 200-15,0 0-84 0,0 0-57 16,0 0-16-16,-10 30-28 16,10 37 3-16,-4 21 23 15,0 0-34-15,-5-8-17 16,3 0-5-16,-2-6-4 16,0-3-2-16,3-6-31 15,0-10-99-15,0-12-273 16,-3-16-215-16</inkml:trace>
  <inkml:trace contextRef="#ctx0" brushRef="#br0" timeOffset="126267.89">9403 4074 409 0,'0'0'493'15,"0"0"-450"-15,0 0-86 16,0 0-35-16,0 0-431 15,0 0 198-15</inkml:trace>
  <inkml:trace contextRef="#ctx0" brushRef="#br0" timeOffset="126353.86">9784 4151 313 0,'0'0'473'0,"0"0"-443"0,0 0 59 16,0 0-89-1</inkml:trace>
  <inkml:trace contextRef="#ctx0" brushRef="#br0" timeOffset="126818.14">7727 5817 1187 0,'0'0'25'0,"0"0"64"16,0 0 206-16,0 0-195 15,0 0-70-15,0 0-21 0,-20 4 2 16,40 30-7-1,3 8 9-15,2 6-13 0,-10-1-6 16,-4-1-57-16,-6-5-131 16,-5-1-118-16,0-9-15 15,-12-11-423-15</inkml:trace>
  <inkml:trace contextRef="#ctx0" brushRef="#br0" timeOffset="127052.06">7438 6492 1142 0,'0'0'10'0,"0"0"31"0,0 0 69 16,0 0-70-16,0 0 14 16,0 0 74-16,167-6-57 15,-69-36-41-15,8-10-19 16,4-4-1-16,-14 8-10 15,-20 8-1-15,-22 12-46 16,-23 8-206-16,-20 10-80 16,-11 10-539-16</inkml:trace>
  <inkml:trace contextRef="#ctx0" brushRef="#br0" timeOffset="127451.31">7977 6435 1169 0,'0'0'31'0,"0"0"-19"16,0 0 89-16,0 0-63 15,0 126-14-15,21-84 19 16,7-6-11-16,3-3-22 16,5-8-10-16,2-6-18 15,1-10-55-15,-2-6-41 16,-6-3 5-16,-5-3 15 15,-6-17-5-15,-6-10-29 16,-12-6 50-16,-2-6 46 16,0 0 32-16,-7 6 37 15,-6 6 63-15,7 13 17 16,1 10-1-16,3 5 4 0,2 2-16 16,-3 0-21-16,3 0 13 15,0 23-9-15,3 14 12 16,17 7-51-16,0 2-20 15,2-6-15-15,-2-2-7 16,-2-6-6-16,-3-6-10 16,-3-8-41-16,-1-6-96 15,-3-9-137-15,4-3-37 16,-3-13-386-16</inkml:trace>
  <inkml:trace contextRef="#ctx0" brushRef="#br0" timeOffset="127668.59">8660 6042 1128 0,'0'0'20'0,"0"0"71"0,0 0 46 0,0 0-50 16,0 0-85-16,0 0 8 15,152-70-10-15,-100 51 0 16,-17 2-152-16,-16 10-123 0,-19 7-306 16</inkml:trace>
  <inkml:trace contextRef="#ctx0" brushRef="#br0" timeOffset="127801.46">8752 6260 455 0,'0'0'507'16,"0"0"-503"-16,0 0 64 15,0 0 47-15,0 0-99 16,0 0-16-16,166-126-32 16,-89 44-282-16</inkml:trace>
  <inkml:trace contextRef="#ctx0" brushRef="#br0" timeOffset="128301.74">9358 5556 448 0,'0'0'523'0,"0"0"-501"16,0 0 141-16,0 0-56 15,-120-84-39-15,116 44-5 16,4 0-41-16,2 7-22 15,20 3-1-15,7 12-3 16,-2 9 0-16,1 9-3 16,5 0 2-16,-4 30 5 0,4 20 0 15,-7 8 8 1,-7 5 14-16,-7 0-16 16,-12-9 3-16,0-3-2 0,-7-11 1 15,-17-10 1-15,-7-4-2 16,-1-9-2-16,7-9 0 15,2-3-2-15,5-5 4 16,9 0 7-16,5 0-2 16,4-16-12-16,0 0-2 15,4 2-2-15,16 5-2 16,2 6 2-16,1 3 4 16,6 0 0-16,2 8 4 15,4 14 10-15,1 4 4 16,-3-2-1-16,-6-4-10 15,-4-6-7-15,-3-6-2 16,-3-8-12-16,1 0-29 0,2-22-104 16,-4-20-82-16,-5-13-182 15</inkml:trace>
  <inkml:trace contextRef="#ctx0" brushRef="#br0" timeOffset="128650.84">9815 5235 929 0,'0'0'43'0,"0"0"130"0,0 0-64 0,0 0-88 0,0 0-17 0,0 0 4 0,-64 61 0 16,64-37-5-16,0-2-2 15,8 0-1-15,17-2 0 16,6-1 0-16,1-5 2 15,1-1-2-15,-5-3 1 16,-2 3 0-16,-5 0 1 16,-3 3 6-16,-7 0 31 15,-3 2-17-15,-8 0 26 16,0 7-14-16,-25 0 9 16,-11 1-34-16,-4-5-9 15,4-11-39-15,3-10-65 0,4-2-63 16,6-28-116-16,8-15-277 15,7-9 215-15</inkml:trace>
  <inkml:trace contextRef="#ctx0" brushRef="#br0" timeOffset="128819.89">9768 5222 972 0,'0'0'25'0,"0"0"76"16,0 0 33-16,0 0-92 15,0 0-3-15,0 0-32 16,72-50-7-16,-30 21-2 16,-9-1-123-16,-8 6-147 15,-14 6-473-15</inkml:trace>
  <inkml:trace contextRef="#ctx0" brushRef="#br0" timeOffset="129135.85">10279 4768 870 0,'0'0'43'15,"0"0"147"-15,0 0-79 16,0 0-42-16,0 0 21 15,0 0-14-15,-5 186 52 0,5-85-51 16,0 5 1-16,0 5-28 16,0-3-13-16,11-8-4 15,3-12-17-15,1-15-6 16,-4-17-9-16,-2-19-1 16,-4-20-3-16,-3-9-53 15,-2-8-99-15,0-6-137 16,0-40-52-16,-9-26-461 15</inkml:trace>
  <inkml:trace contextRef="#ctx0" brushRef="#br0" timeOffset="129385.11">10027 5145 715 0,'0'0'109'0,"0"0"-96"15,0 0 63-15,0 0-37 16,0 0-12-16,0 0 7 15,121 98-5-15,-106-98-6 16,-7 0 30-16,-2-20-6 16,-6-4 8-16,0-3-17 15,-4 4-2-15,-13 5 31 16,-5 6-55-16,2 8-12 16,0 2-7-16,-1 2-88 15,2 0-114-15,-1 9-250 0,1 8-78 16</inkml:trace>
  <inkml:trace contextRef="#ctx0" brushRef="#br0" timeOffset="129671.69">10515 5293 878 0,'0'0'53'0,"0"0"-45"16,0 0 45-16,0 0-37 0,0 0 0 15,0 0 1-15,34 91 21 16,-24-91-13-16,1 0-6 16,1 0 2-1,-3-11 8-15,-3-10 15 0,-4-3 27 16,-2 2-42-16,0 5-20 15,-13 4-8-15,-9 7-1 16,-5 2-127-16,-9 2-116 16,-1 2-534-16</inkml:trace>
  <inkml:trace contextRef="#ctx0" brushRef="#br0" timeOffset="131251">10181 3836 959 0,'0'0'12'0,"0"0"71"0,0 0-3 0,0 0-59 0,0 0 9 16,120-36 47-16,-67 48-17 15,5 36 43-15,-3 18 9 16,0 12-25-16,-7 5-46 16,-9 3-15-16,-10-2 1 15,-10 0-12-15,-7-8-11 16,-8-14-4-16,-4-7-3 16,0-13-92-16,0-7-88 15,-14-8-76-15,-7-15-77 16,-2-12-223-16</inkml:trace>
  <inkml:trace contextRef="#ctx0" brushRef="#br0" timeOffset="131440.24">10455 4493 601 0,'0'0'272'16,"0"0"-252"-16,0 0 88 16,0 0 4-16,11 103-55 15,9-61-5-15,4-8 6 16,3-6-11-16,-2-6 0 15,-1-10-9-15,3-8-13 16,9-4 7-16,10-8-32 16,14-28-1-16,5-16-87 15,-7-18-125-15,-13-6-277 16</inkml:trace>
  <inkml:trace contextRef="#ctx0" brushRef="#br0" timeOffset="132351.96">8986 6988 953 0,'0'0'131'0,"0"0"-100"0,0 0 205 0,0 0-57 0,0 0-58 15,0 0-28-15,0 0-41 16,-102-71-15-16,102 71-11 15,20 21-20-15,9 8 5 16,6 13-6-16,-6-1-3 16,-6 1-4-16,-5 1-6 0,-5-1-40 15,-4-8-85 1,-2-1-97-16,-7-3-68 0,0-7-85 16,-14-3-398-16</inkml:trace>
  <inkml:trace contextRef="#ctx0" brushRef="#br0" timeOffset="132584.84">8675 7560 892 0,'0'0'51'0,"0"0"41"15,0 0 57-15,0 0-69 16,0 0-47-16,0 0 5 16,113-58-20-16,5 3-9 15,16-3-1-15,4-2 0 16,-7-2 11-16,-11 8 13 0,-22 5 3 15,-26 13-25-15,-30 14-9 16,-21 13-1-16,-21 3 0 16,0-1-72-16,-25 3-125 15,-17 1-56-15,-3 3-207 16,1 1 28-16</inkml:trace>
  <inkml:trace contextRef="#ctx0" brushRef="#br0" timeOffset="133034">9666 7730 755 0,'0'0'141'15,"0"0"-98"-15,31-137 129 16,-31 86-72-16,0 6-49 16,-11 9-36-16,-20 11 8 15,-10 20 35-15,-9 5-17 16,-4 10-36-16,-2 21 2 16,6 7-2-16,21 2 3 15,15 0-6-15,14 0-2 16,20 4 0-16,36 0 24 0,15-2-22 15,6 2-2-15,-3-1 2 16,-11-4-2-16,-17 2 2 16,-15-10 2-16,-15-4 0 15,-16-7 3-15,0 0 24 16,-29-7 7-16,-13-4-22 16,-9-9 0-16,-1 0-4 15,6-34-1-15,9-16-11 16,17-19-28-16,20-15-36 15,12-15-63-15,37-5-104 16,11 8-269-16</inkml:trace>
  <inkml:trace contextRef="#ctx0" brushRef="#br0" timeOffset="133268.38">9996 7211 1071 0,'0'0'23'0,"0"0"17"0,0 0 89 0,0 0-37 0,0 0-47 16,0 0-32-16,144-89-6 0,-95 55-7 15,-7 7-10-15,-15 4-104 16,-11 9-92-16,-16 14-169 15</inkml:trace>
  <inkml:trace contextRef="#ctx0" brushRef="#br0" timeOffset="133401.75">10041 7386 903 0,'0'0'21'15,"0"0"81"-15,0 0 14 16,0 0-111-16,142-115-5 15,-75 51-81-15,-5-5-129 16,-14 1-255-16</inkml:trace>
  <inkml:trace contextRef="#ctx0" brushRef="#br0" timeOffset="133652.75">10517 6589 964 0,'0'0'53'0,"0"0"47"16,0 0 168-16,0 0-118 15,0 0-85-15,0 0-21 16,-18-3-4-16,45 46 35 16,6 7-11-16,1 0-43 15,-1-1-13-15,0-8-8 16,-8-4-5-16,0-7-57 0,-6-6-71 15,-9-8-170-15,-6-8-78 16</inkml:trace>
  <inkml:trace contextRef="#ctx0" brushRef="#br0" timeOffset="133968.23">10825 6595 1028 0,'0'0'9'15,"0"0"47"-15,-12-123 41 0,39 93-59 16,11 10-21 0,5 11 3-16,-4 9 47 0,-3 5-37 15,-11 34-17-15,-12 11 6 16,-11 2-13-16,-2 2 48 16,-5-6-12-16,-16-10 4 15,0-8-28-15,1-6 23 16,5-10-20-16,5-6-11 15,8-4 4-15,2-4-6 16,0 0-5-16,2 0-2 16,33-7 1-16,13-22-4 15,12-9-93-15,7-14-114 0,-7-6-72 16,-13 2-340 0</inkml:trace>
  <inkml:trace contextRef="#ctx0" brushRef="#br0" timeOffset="134217.84">11524 6386 894 0,'0'0'17'16,"0"0"76"-16,0 0 52 16,0 0-95-16,0 0-6 15,0 0 0-15,-2 0 20 16,2 3 7-16,0 0-5 15,-11 5-18-15,-3-1-21 16,1-1-10-16,7-6 6 16,6 0-23-16,0-4 0 15,0-19-113-15,8-4-88 0,3 0-86 16,1 6-233-16,-8 10 64 16</inkml:trace>
  <inkml:trace contextRef="#ctx0" brushRef="#br0" timeOffset="134551.29">11709 6022 898 0,'0'0'13'16,"0"0"77"-16,0 0 67 16,0 0-65-16,0 0-41 0,0 0-35 15,-40 1-16 1,33 14 0-16,7 1-1 0,0-1-12 15,9 2 4-15,22-1-6 16,9-4-9-16,3-4 21 16,3 0-2-16,-5 0 5 15,-8 2 3-15,-1 6-1 16,-9 2 10-16,-4 0 52 16,-7-4-13-16,-8-2 19 15,-4-2 33-15,-10 2-42 16,-30 0-41-16,-11-2-20 15,-7-4-53-15,3-6-140 16,-1-8-25-16,9-24-147 16,9-8-383-16</inkml:trace>
  <inkml:trace contextRef="#ctx0" brushRef="#br0" timeOffset="134607.13">11709 6022 561 0</inkml:trace>
  <inkml:trace contextRef="#ctx0" brushRef="#br0" timeOffset="134668.04">11709 6022 561 0,'5'-93'317'0,"12"75"-283"0,12-9 75 0,15-10-73 0,12-5-36 16,4 0-62-16,-6 1-311 16</inkml:trace>
  <inkml:trace contextRef="#ctx0" brushRef="#br0" timeOffset="134918.29">12219 5440 1076 0,'0'0'15'0,"0"0"145"16,0 0 28-16,0 0-106 16,0 0-46-16,0 0 14 15,-4 76 19-15,4-8 26 16,0 15-46-16,2 1-24 16,3 4 3-16,-3-2-13 15,2-5-10-15,-2-12-2 16,0-8-3-16,3-11-6 15,0-12-49-15,-3-12-135 16,-2-15-255-16,0-11-234 0</inkml:trace>
  <inkml:trace contextRef="#ctx0" brushRef="#br0" timeOffset="135052.04">12063 5785 1039 0,'0'0'0'0,"0"0"-10"16,0 0 3-16,0 0-434 16</inkml:trace>
  <inkml:trace contextRef="#ctx0" brushRef="#br0" timeOffset="135168.88">12494 5957 1123 0,'0'0'9'0,"0"0"-3"0,0 0-6 16,0 0-32-16,0 0-350 16</inkml:trace>
  <inkml:trace contextRef="#ctx0" brushRef="#br0" timeOffset="135418.71">11665 7066 679 0,'0'0'737'0,"0"0"-724"15,0 0 83-15,0 0 63 16,0 0-135-16,178-180-24 16,-24 72-8-16,4-1-36 15,-2 11 20-15,-19 12-35 16,-27 23-40-16,-35 30-81 15,-46 22-60-15,-29 11-33 16,-56 35-26-16</inkml:trace>
  <inkml:trace contextRef="#ctx0" brushRef="#br0" timeOffset="135536.04">12026 6896 134 0,'-135'115'191'0,"25"-16"173"16,29-34-56-16,50-29-102 15,31-29-94-15,71-16 2 0,63-58 23 16,49-45-137-16,48-34-11 15,21-31-192-15,-16-15 13 16,-36-5-485-16</inkml:trace>
  <inkml:trace contextRef="#ctx0" brushRef="#br0" timeOffset="137385.87">16830 15737 99 0,'0'0'908'0,"0"0"-837"0,-6-108-16 0,-17 72-3 0,-11 5 53 0,-7 9-49 15,-3 9 8-15,-1 10-27 16,3 3-9-16,2 0 41 16,11 20-31-16,7 10-16 15,13 2-18-15,9 5 0 16,13 3-3-16,34 4 2 16,20-5 2-16,8 1-3 15,-3-3 0-15,-15-1-2 16,-16-2 2-16,-21 2-2 0,-20-5-3 15,0 2 2 1,-36-3 1-16,-14 1 5 0,-6-13-3 16,4-14 1-16,10-4 10 15,7-4 19-15,6-30-19 16,10-11-4-16,19-13-9 16,5-5-3-16,42 0-123 15,22 11-77-15,6 10-60 16,-3 16-284-16</inkml:trace>
  <inkml:trace contextRef="#ctx0" brushRef="#br0" timeOffset="137603">17183 15534 1012 0,'0'0'97'0,"0"0"1"16,0 0 75-16,0 0 54 0,0 0-144 15,0 0-38-15,-27-11-25 16,36 54-11-16,9 12 24 16,5 5-21-16,-4-2-9 15,4 1-3-15,-3-1-1 16,-3-1-19-16,-3 2-161 16,-7-9-240-16,-7-14-178 15</inkml:trace>
  <inkml:trace contextRef="#ctx0" brushRef="#br0" timeOffset="137900.9">16231 16401 1204 0,'0'0'32'16,"-149"-27"32"-16,105 21 11 15,26 3 57-15,18 3-6 16,10-4-77-16,63-1-34 16,47-4 2-16,49-4-17 15,32 0 1-15,13-2-2 0,0-3-1 16,-10 6 2 0,-25-2 2-16,-41 4 1 15,-44 6-3-15,-48 4-4 0,-34 0-80 16,-12 0-148-16,-47 19-62 15,-29 2-353-15</inkml:trace>
  <inkml:trace contextRef="#ctx0" brushRef="#br0" timeOffset="138318.51">16983 16743 942 0,'0'0'76'15,"0"0"22"-15,0 0 14 16,0 0 9-16,0 0-56 16,-147 0-34-16,109 43 65 15,7 8-51-15,6 8-30 16,14 3-1-16,11 3-4 15,0-4-8-15,20-3 1 16,18-9-1-16,11-17-2 16,0-10-9-16,-6-13-13 0,-4-9-40 15,-7 0 19 1,-6-5 32-16,-7-17 10 0,-12-8 1 16,-7-2 3-1,0 0 14-15,-9 1 67 0,-14 9-36 16,-4 9-12-16,-2 8 7 15,-2 5-23-15,-2 0-16 16,-1 5-1-16,1 20-6 16,6 12-14-16,11 2-128 15,14-6-202-15,2-7-188 16</inkml:trace>
  <inkml:trace contextRef="#ctx0" brushRef="#br0" timeOffset="138803.75">17291 16802 624 0,'0'0'417'0,"0"0"-311"16,0 0 37-16,0 0 11 16,0 0-11-16,0 0-70 15,-39-66-45-15,39 66-18 16,0 4-2-16,0 28-8 15,0 12 8-15,18 10 30 16,5-4-37-16,1 3-1 16,7-9 0-16,0-5-7 15,6-7-2-15,0-14-24 16,-1-4-43-16,1-14-58 16,-3 0 10-16,-3-5 40 15,-6-22 25-15,-9-9 48 0,-10-8 11 16,-6 0 4-16,0 4 18 15,0 8 37-15,-9 0 34 16,-2 14-6-16,0 2 9 16,7 10-7-16,-1 6 1 15,5 0-64-15,0 0-17 16,0 0-7-16,0 28-1 16,2 20 4-16,10 10 25 15,2 5 4-15,0-10-18 16,-3 1-11-16,1-1 2 15,-4-7-7-15,3-7 0 16,-3-2-1-16,0-7-26 0,1-4-108 16,2-6-214-16,0-16-112 15</inkml:trace>
  <inkml:trace contextRef="#ctx0" brushRef="#br0" timeOffset="139134.66">18415 16142 947 0,'0'0'88'0,"0"0"-11"0,0 0-12 0,0 0 12 0,0 0-28 16,0 0 4-16,7 14 61 16,42-6-52-16,16-8-18 15,10 0-16-15,6-4-12 16,-5-6-7-16,-14-3-9 16,-20 7-2-16,-17 6-82 15,-23 0-196-15,-2 6-50 16,-41 21-292-16</inkml:trace>
  <inkml:trace contextRef="#ctx0" brushRef="#br0" timeOffset="139285.1">18434 16387 845 0,'0'0'107'0,"0"0"-43"16,0 0 9-16,0 0 36 15,158-26-64-15,-73 12-25 16,-1 0-20-16,-11 10-13 15,-14-1-116-15,-22 5-247 16</inkml:trace>
  <inkml:trace contextRef="#ctx0" brushRef="#br0" timeOffset="142351.68">20142 15735 860 0,'0'0'149'0,"0"0"-32"0,-38-129 3 0,7 97-20 0,-4 6 12 0,-8 12-17 16,-1 14-35-16,-8 0-27 16,2 10 8-16,4 25-14 15,13 4-14-15,13 11-8 16,15-2-1-16,5-3-4 16,0-2 0-16,29-10 0 15,9-5-2-15,7-14-28 16,4-6-6-16,-2-8-3 15,-9 0-2-15,-5-18 22 16,-8-9 12-16,-5-9 7 16,-3 1 1-16,-5-1-1 0,-8 0 3 15,-2 10 2-15,-2 12 3 16,0 2 37-16,0 10 4 16,0 2-15-16,0 0-5 15,0 0-13-15,0 0-9 16,3 23-5-16,3 21 3 15,4 10 18-15,0-1-12 16,-1-7-7-16,0-2-4 16,0-4 0-16,0-3-1 15,-3-1-2-15,1-2-27 0,0 3-107 16,-7 12-129 0,0-10-53-16,0-2-283 0</inkml:trace>
  <inkml:trace contextRef="#ctx0" brushRef="#br0" timeOffset="142617.93">19743 16324 421 0,'0'0'494'0,"0"0"-377"0,0 0-16 0,-120-13 2 16,113 13 10-16,3 0-12 15,2 0-23-15,2 0-38 16,4 0-26-16,43 0 9 15,35 0-5-15,30 0-5 16,13 0-5-16,2 0-8 0,-7 0-2 16,-8-13 2-1,-10-1 4-15,-15 6 2 0,-22-1-4 16,-26 4 1-16,-20 1 0 16,-19 0-3-16,0 4-32 15,-39 0-200-15,-21 0-226 16</inkml:trace>
  <inkml:trace contextRef="#ctx0" brushRef="#br0" timeOffset="143067.34">20234 16940 903 0,'0'0'50'0,"0"0"53"16,47-103-43-16,-43 70 30 16,-4 1-39-16,-2 0-14 15,-23 10 42-15,-4 3-56 16,-4 12-15-16,-5 7 0 16,-3 0-1-16,8 7 24 15,8 20-21-15,19 5-3 16,6 12-3-16,10 2 2 15,29 2-1-15,13-4-5 0,5-3-17 16,-3-2 10-16,-9-7 7 16,-12 0 0-16,-18-1 0 15,-10-4-1-15,-5-1 1 16,-18-3 24-16,-17-2-23 16,-2-10 7-16,2-7-6 15,8-4 19-15,5 0-3 16,6-18-10-16,10-18 8 15,6-19 11-15,2-11-27 16,31 0-20-16,12 4-46 16,10 8-26-16,1 0-135 15,-4 6-344-15</inkml:trace>
  <inkml:trace contextRef="#ctx0" brushRef="#br0" timeOffset="143852.37">19521 15362 861 0,'0'0'68'0,"0"0"41"0,0 0-26 0,0 0 13 0,0 0-56 0,0 0-23 16,-85-36 0-16,47 36 10 0,3 0 8 16,1 0 10-16,7 0 6 15,7 0-24-15,9 0-16 16,3 4-5-16,2 3 11 15,0 2-9-15,-1 9-1 16,-1 5 9-16,-2 13-6 16,1-1-3-16,3 7 28 15,0 2 15-15,3 5-32 16,1-5-6-16,-1 10 2 16,3 4 7-16,0-1-6 15,0 2 15-15,0 3-10 16,0-3-8-16,0 3-4 15,0 4 0-15,0 1-4 0,0 0-3 16,0 2 5-16,0 2-3 16,0 8 1-16,0 3 0 15,0-2-2-15,0 0 1 16,0-9 0-16,0-8 0 16,0 4-3-16,0-1 2 15,0-8-2-15,0 0 1 16,0-3 4-16,0-5-4 15,10-2-1-15,5-4 0 16,3-4 0-16,9-4 0 16,4-8 0-16,7-2-3 15,8-3 1-15,12-11-18 16,16-7-92-16,13 3-100 0,11-8-105 16,0-4-321-1</inkml:trace>
  <inkml:trace contextRef="#ctx0" brushRef="#br0" timeOffset="144735.21">20668 15330 338 0,'0'0'565'0,"0"0"-481"0,0 0 10 0,0 0-18 0,0 0-12 0,0 0 9 16,-11-20-37-16,42 20-19 16,11 0-1-16,1 0 3 15,1 0-9-15,-4 0-3 16,1 10 4-16,-6 0-2 16,-3 1-1-16,-6 4 3 15,-8-1-1-15,-4 2 1 16,-4 4-3-16,-1 3-1 15,1 6-2-15,-4-1 3 0,1 9 1 16,-1 1 14 0,-2 2-19-16,2 2-2 0,-4-4-1 15,-2 2 0-15,0-2 0 16,0 1 1-16,0 0-1 16,0-1 0-16,-4 2 1 15,-2 4-2-15,2 5 1 16,0-1-1-16,1 6 1 15,1 0 0-15,2 0-1 16,0-1-1-16,0 0 1 16,0 2 1-16,0-3 0 15,0 8 0-15,0 3-1 0,0-2 1 16,5 1 0 0,1-3 0-16,4-2 0 0,-2 6 0 15,5-5 5-15,3 1-4 16,-3-2 1-16,-1 5-1 15,-1-3-1-15,-5-5 1 16,-1 3 1-16,-5-8-2 16,0 1-1-16,-5-6-2 15,-19-4 1-15,-14 1 1 16,-8-1-21-16,-12 0-158 16,-11-13-57-16,-8-8-349 15</inkml:trace>
  <inkml:trace contextRef="#ctx0" brushRef="#br0" timeOffset="145487.26">21397 15159 977 0,'0'0'110'0,"0"0"-25"0,0 0 31 0,0 0-6 0,0 0 34 16,0 0-93-16,-9-34-26 15,22 50-15-15,8 12 34 16,-2 7-3-16,-5 1-25 15,-7-8-2-15,1-3-10 16,-6-6-4-16,-2-7 2 16,0-10-2-16,0 1-9 15,0-3-3-15,0 0 12 16,0 0 0-16,-10-19-6 16,-7-15-26-16,2-12 11 0,4-2 12 15,11-5-9 1,0 7-15-16,7 6-4 0,22 5 22 15,8 6 5-15,11 8-9 16,2 12 19-16,4 9 8 16,-8 10-4-16,-3 30 5 15,-7 8-6-15,-11 7 0 16,-13-3-3-16,-12-2-6 16,0 8-20-16,-26 0-102 15,-27-4-209-15,-10 1-384 16</inkml:trace>
  <inkml:trace contextRef="#ctx0" brushRef="#br0" timeOffset="156551.1">22290 17543 894 0,'0'0'172'0,"0"0"-66"0,0 0 21 0,-8-116 26 16,-21 82-48-16,-7 6-12 15,-9 6-53-15,2 4 13 16,3 10-39-16,3 8 5 15,5 0 7-15,3 12-20 16,2 14-6-16,10 6 0 16,8 0-2-16,9 4-5 15,0-5 4-15,11-4-3 16,12-1-23-16,-1-7-35 16,2-11 0-16,-1-4 35 15,2-4 10-15,-2 0 9 16,4-22 6-16,0-9 3 15,0 0 1-15,-5 0 0 0,-4 7 3 16,-7 8 2-16,-4 10 7 16,-5 2 21-16,-2 4 33 15,0 0-32-15,0 0 11 16,0 0-26-16,9 32 6 16,2 12 0-16,7 14 22 15,-4 5-42-15,-1-9 2 16,-5 0-7-16,6-6-3 15,-3 2-7-15,5 3-80 16,-3-8-201-16,-7-4-117 16,-6-15-368-16</inkml:trace>
  <inkml:trace contextRef="#ctx0" brushRef="#br0" timeOffset="156784.19">21713 18148 401 0,'0'0'742'0,"0"0"-614"0,0 0-45 0,0 0-7 0,0 0-27 0,0 0-2 0,51 3 19 16,45-3-24-16,20 0-24 16,11-8-16-16,0-12 2 15,-2 1 0-15,-16 4-1 16,-15 5-2-16,-23 6-1 15,-25 4-19-15,-28 14-206 16,-18 30-118-16,-44 18-352 0</inkml:trace>
  <inkml:trace contextRef="#ctx0" brushRef="#br0" timeOffset="157187.03">22447 18588 1009 0,'0'0'118'16,"0"0"42"-16,37-119-71 15,-37 96-42-15,0 6-17 16,-9 5-9-16,-19 1 23 0,-4 11-43 16,-8 0 6-16,-1 0-6 15,6 23 9-15,12 2-3 16,13 7-7-16,10 12 3 15,6 6-3-15,33 8 0 16,11 1-18-16,4-4 14 16,-8-8 5-16,-9-7-1 15,-16-7 1-15,-11-16 0 16,-10-1 17-16,0-6-18 16,-21 5 0-16,-12-8 11 15,0-2-1-15,4-5 9 16,7 0 0-16,13-23 1 15,6-13-1-15,3-12-19 0,20-18-21 16,23-8-87 0,5-7-115-16,-5 7-105 0</inkml:trace>
  <inkml:trace contextRef="#ctx0" brushRef="#br0" timeOffset="157785.24">21709 17223 755 0,'0'0'97'0,"0"0"-17"0,0 0 3 0,0 0-16 0,-132-22 18 15,106 22-7 1,3 0-22-16,4 11-23 0,2 8 4 16,1-1-5-16,2 0 9 15,5 8-14-15,-1 6-3 16,3 4-5-16,3 12 13 16,4 6-3-16,0 9 22 15,0 4-20-15,0 10-12 16,0 1-4-16,0 4 26 15,4-1 5-15,3 7-15 16,1 6-13-16,0 8-2 16,1 7 0-16,-3 1-8 0,6-1-2 15,-3-4 0 1,5 0 4-16,3-9-8 0,1-10 2 16,7-20-4-1,8-25 0-15,3-24 1 0,6-6-1 16,7-11-4-16,6 0 2 15,15 0-38-15,9 0-97 16,13 0-216-16,3 0-168 16</inkml:trace>
  <inkml:trace contextRef="#ctx0" brushRef="#br0" timeOffset="158284.26">22839 17156 1024 0,'0'0'19'0,"0"0"23"0,0 0-27 15,0 0-6-15,0 0 15 16,162-100 15-16,-106 100 1 16,-8 0-18-16,-7 0 4 15,-10 18-20-15,-9 6-1 0,-6 11 7 16,-10 9 14 0,-4 10 3-16,-2 0-6 0,0 12 15 15,0 2-12 1,0 6 39-16,0 5-35 0,0 5-4 15,3 4-9-15,14 6 2 16,1 5 5-16,0 13-2 16,-5 12-2-16,1 7-2 15,-1 7 21-15,-1-7-9 16,-1-9 19-16,-3-15-28 16,0-8 5-16,-8-28-4 15,0-30-15-15,0-18 4 16,-21-20-11-16,-12 8 0 15,-14-11-2-15,-13 0-35 0,-9 0-232 16,-14 0-276-16</inkml:trace>
  <inkml:trace contextRef="#ctx0" brushRef="#br0" timeOffset="158768.22">23451 16673 1052 0,'0'0'57'0,"0"0"3"0,-33-112-26 0,35 80-3 0,27 7 15 16,7 8-25-16,1 15-9 15,-5 2-8-15,-10 6-1 16,-11 30-2-16,-11 12-1 15,0 10 14-15,-9 1-1 0,-20-8 34 16,-2-10-24 0,6-17 22-16,5-6 9 0,9-10 5 15,9-8-29-15,2 0-11 16,0 0-11-16,0 0 4 16,2 0 6-16,31 0-12 15,23-4-6-15,15-6-53 16,14 6-154-16,-4 4-140 15,-15 0-351-15</inkml:trace>
  <inkml:trace contextRef="#ctx0" brushRef="#br0" timeOffset="158985.1">23665 17726 449 0,'0'0'650'15,"0"0"-529"-15,0 0-57 16,0 0-17-16,0 0 38 16,0 0 2-16,29 14-38 15,18-10-35-15,9-4-14 16,1 0-85-16,-4 0-102 16,-10-8-87-16,-20 8-343 15</inkml:trace>
  <inkml:trace contextRef="#ctx0" brushRef="#br0" timeOffset="159102.31">23712 17929 847 0,'0'0'119'0,"0"0"-11"15,0 0-43-15,0 0-11 16,0 0-31-16,0 0-23 16,176-6-28-16,-97-20-308 15</inkml:trace>
  <inkml:trace contextRef="#ctx0" brushRef="#br0" timeOffset="159535.16">24652 17365 455 0,'0'0'358'0,"0"0"-317"15,-2-116 55-15,-16 90-2 16,-5 4 5-16,1 8-17 15,0 6-1-15,0 6-19 16,-5 2-13-16,4 0-32 16,6 24-14-16,1 10 2 15,12 2-2-15,4-3-6 16,0-2-7-16,11-5-21 16,11-12-20-16,5-2 4 15,-2-12-12-15,1 0 27 16,-1 0 15-16,-6-18 17 15,6-3 5-15,-7-2-2 0,-5 9 20 16,-6 7 16-16,-5 2 45 16,-2 5 15-16,0 0 17 15,0 0-65-15,0 0-27 16,5 18-11-16,4 13 2 16,4 8 27-16,1 5-33 15,-1-8-9-15,1 5-4 16,-4-6-6-16,-3 2-96 15,-5-1-136-15,-2-6-10 16,0-2-294-16</inkml:trace>
  <inkml:trace contextRef="#ctx0" brushRef="#br0" timeOffset="159753.76">24335 17784 854 0,'0'0'154'0,"0"0"14"0,0 0-67 0,0 0-5 16,0 0 10-16,0 0-30 16,12-4-39-16,43-3-18 15,10-4 4-15,6 3-18 16,2-6 2-16,-1 0-5 16,-7 2-2-16,-12 2-16 15,-17 6-230-15,-27 4-186 16</inkml:trace>
  <inkml:trace contextRef="#ctx0" brushRef="#br0" timeOffset="160135.73">24759 18245 512 0,'0'0'454'0,"0"0"-303"15,0 0-41-15,18-102-75 16,-18 74 3-16,0 2-25 16,-12 8-13-16,-12 3-7 15,-10 13-30-15,-3 2 16 16,3 0 16-16,7 21 5 0,10 10 0 16,12 11-2-1,5 9 2-15,9 8 2 0,31 5 1 16,10-6 3-16,0 0-2 15,-7-15 1-15,-13-7 3 16,-11-16 28-16,-10-9 0 16,-9-4-13-16,0-4 10 15,-33 6 0-15,-14-6-17 16,-9-3-13-16,5 0-3 16,15-12 0-16,14-16-12 15,10-5-49-15,12-10-49 16,7-13-33-16,27-12-102 15,4-8-472-15</inkml:trace>
  <inkml:trace contextRef="#ctx0" brushRef="#br0" timeOffset="160685.81">24233 17074 692 0,'0'0'79'0,"0"0"43"0,0 0-47 0,0 0-26 0,0 0-49 0,-125-12 15 16,86 12 14-16,5 5 7 15,14-2 1-15,9 1-14 16,8-4-9-16,3 6-9 16,0 6 2-16,0 11 0 15,16 13 16-15,6 10-4 16,-2 6 2-16,0 5 21 15,-5 6 10-15,-5 5-22 16,-4 3 26-16,-3 5 20 0,-1 0-27 16,-2 4-7-16,2 9 5 15,0 7 7-15,-1 18-9 16,6 12-3-16,-1 13-7 16,3-12-3-16,1-3-22 15,7-23-5-15,3-12-3 16,6-13-1-16,1-18-1 15,4-18 0-15,0-10-8 16,5-13-51-16,6-11-129 16,7-6-83-16,5-17-69 15,-5-25-567-15</inkml:trace>
  <inkml:trace contextRef="#ctx0" brushRef="#br0" timeOffset="161237.21">24799 17070 381 0,'0'0'352'0,"0"0"-345"0,0 0-6 0,159-47 12 0,-113 47 41 0,-2 0 45 0,-5 0-40 15,-10 3-32-15,-12 11-4 16,-7 4-7-16,-8 8 8 15,-2 5 21-15,0 1-7 16,0 8-5-16,0 0 1 16,-2 8-7-16,-2 2-5 15,4 0 19-15,0 8-9 16,0 4 7-16,0 1-9 0,8 8 34 16,7 8-32-16,5 1-8 15,3 6 0-15,1 8-14 16,0 5 0-16,1 3 6 15,-2 1-5-15,-8-13-2 16,-1-10 0-16,-10-18 1 16,-4-11-4-16,0-14 22 15,-14-5-17-15,-26-5-11 16,-22 0 0-16,-17 0-83 16,-12-18-232-16,-5-9-227 15</inkml:trace>
  <inkml:trace contextRef="#ctx0" brushRef="#br0" timeOffset="161986.44">24971 16329 622 0,'0'0'451'0,"0"0"-344"0,0 0-23 0,0 0 36 16,0 0-43-16,0 0-47 15,10 9 31-15,9 27-17 16,-6-5-37-16,-2-5-1 16,-4-6 1-16,-5-9-6 15,-2-6-1-15,0-5 1 0,0 0-1 16,0 0 14-16,0 0-5 16,-2-16-9-16,-7-12-18 15,0-16 0-15,6 3 8 16,3 5-11-16,0 5-6 15,3 8-3-15,19 9 25 16,7 10-10-16,13 4 12 16,12 0 1-16,2 14 2 15,4 15-5-15,-6 4 5 16,-8 4 2-16,-8 3-2 16,-20 10-16-16,-18-2-253 15,-21-2-282-15</inkml:trace>
  <inkml:trace contextRef="#ctx0" brushRef="#br0" timeOffset="162469.87">23872 16565 915 0,'0'0'117'0,"0"0"6"0,0 0-54 0,0 0 16 15,0 0-41-15,0 0-1 16,141-11-23-16,-19-8-20 15,5 1 2-15,-4-10-2 0,-1 6 1 16,-11 0 42 0,-12 4-23-16,-24 6 3 0,-32 6-17 15,-24 6-6-15,-19-4-69 16,0 4-41-16,-26 0-104 16,-21 0-372-16</inkml:trace>
  <inkml:trace contextRef="#ctx0" brushRef="#br0" timeOffset="162852.1">24611 16347 213 0,'0'0'578'16,"0"0"-447"-16,0 0-52 16,0 0 0-16,0 0 4 15,0 0-30-15,120-9-15 16,-84 9-31-16,-7 0-6 15,-8 5-1-15,-10 0-1 16,-4 3-9-16,-7 1-7 0,0 0-10 16,0 4-10-1,-18 1 7-15,-11 3 20 0,-5 10-40 16,-5-4-50-16,-4 4-144 16,-8-5-237-16</inkml:trace>
  <inkml:trace contextRef="#ctx0" brushRef="#br0" timeOffset="163335.88">24066 16409 918 0,'0'0'60'0,"0"0"-44"0,0 0 24 0,0 0 23 0,0 0-18 16,-120 72-22-16,104-58-20 15,9-5 4-15,3-7-6 16,4-2 0-16,0 11 6 16,2 7 2-16,21 3 3 15,10 12-8-15,9 7-4 0,8 0-6 16,-2-10-243 0</inkml:trace>
  <inkml:trace contextRef="#ctx0" brushRef="#br0" timeOffset="167533.75">1799 5057 637 0,'0'0'437'0,"-226"127"-431"0,99-50 171 15,-2 4-11-15,7-7-21 0,17-12-54 16,29-24-18-16,36-20-9 15,29-18-18-15,22-4-15 16,65-48-10-16,55-32-14 16,57-32-5-16,50-13-1 15,31-9 0-15,16 4-1 16,6 10-3-16,-19 3-2 16,-21 15-5-16,-30 14-30 15,-41 15-12-15,-51 25-51 16,-53 25-79-16,-56 22-22 15,-40 10-2-15,-80 42-64 16,-56 23-406-16</inkml:trace>
  <inkml:trace contextRef="#ctx0" brushRef="#br0" timeOffset="167733.87">1529 5320 948 0,'-267'154'76'16,"40"-19"-21"-16,50-31 157 15,68-42-88-15,69-34-37 16,56-28-63-16,93-36 43 15,67-50-23-15,63-47 1 16,58-31-31-16,40-21-2 16,20-3 9-16,4 9-3 15,-30 13-6-15,-32 11-9 16,-47 23-3-16,-58 24-37 16,-56 22-154-16,-60 28-157 0,-69 22-97 15</inkml:trace>
  <inkml:trace contextRef="#ctx0" brushRef="#br1" timeOffset="173302.5">1295 9351 442 0,'0'0'466'0,"0"0"-438"0,-140-47 91 0,91 37-27 0,-3 4-28 15,1 5-2-15,6 1 11 0,10 0 15 16,12 0-19-16,15 0 16 16,8 0-39-16,0 0-46 15,38 3 22-15,51 14-11 16,49 6-1-16,51-10-5 16,59-12-1-16,45-1 0 15,51 0-4-15,41-14-2 16,34-6-8-16,45-3 10 15,39-4 3-15,31 1-2 16,39-2 3-16,22 4-3 16,5-4 9-16,13 0-8 15,-3-2 30-15,-17-10-7 16,-14-6-3-16,-20-9-4 0,-31-7-10 16,-32-2-6-16,-40 0 4 15,-55 3 3-15,-60 7-8 16,-77 10-1-16,-81 14 0 15,-84 14-3-15,-66 7-39 16,-33 9-61-16,-35 0-10 16,-26 0-190-16,-17 5-166 15</inkml:trace>
  <inkml:trace contextRef="#ctx0" brushRef="#br1" timeOffset="180317.46">3044 10074 715 0,'0'0'178'0,"0"0"-51"0,0 0 35 0,0 0-29 16,0 0-2-16,0 0-68 15,0 0-22-15,-9 97 105 16,9-14-87-16,0 4-17 16,0-4-17-16,0-4-9 15,0-7-8-15,0-10-2 16,3-17-6-16,1-20 1 16,0-12 0-16,-2-11-2 15,-2-2-1-15,0-9 2 16,0-41 3-16,0-21-1 15,-10-32-2-15,-9-5-2 0,6 1-19 16,4 11 9-16,7 22 9 16,2 20 2-16,0 22-5 15,14 10 5-15,17 8-5 16,9 6 6-16,11 8 0 16,3 0 2-16,-8 20 0 15,-12 12 1-15,-14 6 0 16,-20 10 0-16,0 8-3 15,-43 2-1-15,-14-2-1 16,-5-6-18-16,8-13-86 16,9-9-152-16,16-18-43 15,16-10-189-15</inkml:trace>
  <inkml:trace contextRef="#ctx0" brushRef="#br1" timeOffset="180500.92">3400 10425 1066 0,'0'0'114'0,"0"0"-74"0,0 0 177 0,0 0-152 16,0 0-43-16,0 0-22 16,-28 0 0-16,26-10-122 15,2-4-204-15,0-2-720 16</inkml:trace>
  <inkml:trace contextRef="#ctx0" brushRef="#br1" timeOffset="180852.14">3987 10146 1059 0,'0'0'13'15,"0"0"20"-15,0 0 44 16,0 0-27-16,0 0-20 16,0 0-24-16,-128 4-3 15,111 40 8-15,6 5-7 16,11-4-4-16,0-2-1 16,11 0-2-16,16-4 0 0,2-3-3 15,2-4 4 1,-4-4 2-16,-8-4 0 0,-7-6 0 15,-12-6 2-15,0 3 7 16,-8-1 6-16,-25 1 20 16,-13 0-3-16,-10-8-16 15,-2-7-15-15,6 0-1 16,10-5-49-16,16-23-137 16,17-9-337-16</inkml:trace>
  <inkml:trace contextRef="#ctx0" brushRef="#br1" timeOffset="181003.9">4254 10307 1229 0,'0'0'29'0,"0"0"-7"16,0 0 41-16,0 0-63 15,0 0-60-15,0 0-301 16</inkml:trace>
  <inkml:trace contextRef="#ctx0" brushRef="#br1" timeOffset="181551.55">4450 10321 1245 0,'0'0'10'0,"0"0"58"16,0 0 85-16,0 0-106 15,0 0-25-15,0 0 24 16,32 74-32-16,-17-50-10 16,-9-4-4-16,2-8 0 15,-6-6-15-15,-2-4-2 16,0-2 17-16,0 0 19 16,-16-20-19-16,-5-14-52 15,2-12 26-15,12-4 15 16,7 2 4-16,3 2 7 0,23 9 0 15,10 9 1 1,-1 15-1-16,7 13-1 0,3 0 1 16,0 34 3-16,-2 10 5 15,-13 2 0-15,-8 0-3 16,-10-6 2-16,-10-11-4 16,-2-8-3-16,0-9 2 15,0-8 5-15,-2-4 1 16,-10 0 0-16,-3-22-8 15,-1-20-11-15,10-10 4 16,6-7-9-16,0 5 0 16,20 10 13-16,4 18 1 0,0 13 2 15,1 13 0 1,0 5 1-16,2 27 4 16,0 8 17-16,-4 3 1 15,-4-6-10-15,-7-4-4 16,0-3-7-16,-10-4-2 0,-2-2-16 15,0-2-131-15,-16 0-78 16,-15-8-49-16,-4-12-319 16</inkml:trace>
  <inkml:trace contextRef="#ctx0" brushRef="#br1" timeOffset="181968.25">4956 9719 906 0,'0'0'12'0,"-71"-101"76"0,17 46 29 0,-15-1-37 0,-16-1-16 0,-19 7 53 16,-24 10-29-16,-28 17-4 16,-35 23-11-16,-38 6-9 15,-26 50-32-15,-26 32 0 16,-6 24 2-16,13 22 1 15,31 23 4-15,54 4-4 16,64 3-21-16,71-3-1 16,54-4-1-16,56-2-5 15,67-9-6-15,53-22-1 16,51-27-1-16,45-34-3 0,46-38 4 16,37-25 4-1,30-59-4-15,16-41-14 0,-21-33-4 16,-37-24 7-16,-61-24 11 15,-81-19 8-15,-83-12-8 16,-92-6-2-16,-59 6 2 16,-107 22-22-16,-67 37-16 15,-67 55-54-15,-54 62-76 16,-26 36 10-16,-18 52-249 16</inkml:trace>
  <inkml:trace contextRef="#ctx0" brushRef="#br1" timeOffset="183185.8">1382 12815 540 0,'0'0'371'0,"0"0"-292"0,-23-118 79 0,15 96-65 0,6 12 17 16,-1 6 83-16,1 4-94 16,2 0-29-16,0 4-33 15,0 39-16-15,0 13 5 16,2 16 32-16,8 1-33 16,3 0-8-16,-4-1 3 15,-1-6-13-15,-3-3-1 16,-1-6-6-16,-4 1 1 15,0-9-2-15,0-9-17 16,0-18-55-16,0-15-207 16,0-7-66-16,0-33 66 0,0-28-475 15</inkml:trace>
  <inkml:trace contextRef="#ctx0" brushRef="#br1" timeOffset="183634.99">1631 12950 948 0,'0'0'13'0,"0"0"5"16,0 0 58-16,0 0-17 16,0 0-23-16,0 0 16 15,0 0-7-15,-64-9-20 0,51-10-1 16,-1-7-11-16,10-5-11 16,4 2-2-16,0 2 0 15,16 5-8-15,7 10 8 16,9 10-5-16,1 2 1 15,8 20 4-15,-1 16 0 16,-5 14 0-16,-9 5 2 16,-12 0 4-16,-14-3-5 15,0-2 11-15,-14 0-5 16,-18-2 5-16,-8-4-10 16,-5-11 2-16,3-8-4 15,2-14 1-15,9-11 0 16,6 0-1-16,7-8-4 15,11-8-8-15,7 3 7 16,0 1 0-16,2-1 2 0,25 3 3 16,7 8 0-16,5 2 2 15,9 0 4-15,-2 11 14 16,3 7 14-16,-7 3-17 16,-6 3-4-16,-5 5-13 15,-8 1-4-15,-13 2-67 16,-10-4-219-16,0-18-495 15</inkml:trace>
  <inkml:trace contextRef="#ctx0" brushRef="#br1" timeOffset="183918.53">2103 13102 1045 0,'0'0'22'0,"0"0"66"0,0 0-24 0,0 0-23 0,0 0-10 16,0 0 6-16,43-13-19 15,-30 13-13-15,1 0-1 16,-5 0 2-16,-9 8 9 16,0 9 23-16,0-1 6 15,-4-2-6-15,-13-5-29 16,2-8-5-16,1-1-4 15,1 0-15-15,-3-14-139 0,3-8-90 16,7 0-248-16</inkml:trace>
  <inkml:trace contextRef="#ctx0" brushRef="#br1" timeOffset="184284.66">2473 12783 991 0,'0'0'50'0,"0"0"45"0,0 0 11 16,0 0-55 0,0 0 14-16,0 0 4 0,-15-17-32 15,-1 38-21-15,5 1-5 16,5 1 8-16,6-2-10 15,0-1-9-15,11 1 0 16,15-1 22-16,6-2-22 16,0-3 1-16,2 2 1 15,-5 1-1-15,-6-3 0 16,-10-2 5-16,-6-3-2 16,-7-6 5-16,0 0 5 15,0 8 15-15,-31 6-4 16,-16 4-25-16,-5-2-16 15,2-12-46-15,0-8-182 16,8-4-93-16,9-28-457 0</inkml:trace>
  <inkml:trace contextRef="#ctx0" brushRef="#br1" timeOffset="184435.1">2425 12846 648 0,'0'0'442'16,"0"0"-410"-16,0 0 10 15,0 0 9-15,0 0-39 16,0 0-9-16,151-27-3 16,-111 17-105-16,-4 0-340 15</inkml:trace>
  <inkml:trace contextRef="#ctx0" brushRef="#br1" timeOffset="184702.24">3040 12396 475 0,'0'0'399'0,"0"0"-315"0,0 0 70 16,0 0-42-16,0 0-6 15,0 0 69-15,-14-90-83 16,14 104-46-16,0 43-35 16,0 28 43-16,0 30 20 15,0 13-36-15,2 3-7 16,-2-3 5-16,0-3-17 15,0-7 2-15,0-10-17 0,0-12-4 16,0-16-1 0,0-24-3-16,0-20-22 0,0-19-127 15,-13-17-240-15,-12-17 56 16,-8-50-235-16</inkml:trace>
  <inkml:trace contextRef="#ctx0" brushRef="#br1" timeOffset="184951.54">2734 12856 707 0,'0'0'338'16,"0"0"-337"-16,0 0-1 15,0 0 19-15,0 0 7 16,0 0-3-16,78 84 11 0,-51-84 17 16,-5-21-15-1,-6-7-12-15,-7-2 17 0,-9 1 3 16,0 3-3-16,0 7-6 15,-14 10 4-15,-5 9 8 16,-6 0-46-16,-6 11-1 16,-3 19-66-16,1 12-111 15,6-1-59-15,9-3-287 16</inkml:trace>
  <inkml:trace contextRef="#ctx0" brushRef="#br1" timeOffset="185235.12">3218 13066 1072 0,'0'0'59'16,"0"0"-39"-16,0 0 20 16,0 0-17-16,0 0 0 15,0 0 5-15,9 25-8 16,2-20-13-16,3-5-5 15,-6 0 5-15,3 0 1 16,-4-5 32-16,-2-8 27 16,-5-7 6-16,0 6-35 15,0 0-3-15,-18 0 19 16,-5 6 14-16,-4 2-68 16,3 1-23-16,0 5-163 0,8 0-101 15,11 0-290-15</inkml:trace>
  <inkml:trace contextRef="#ctx0" brushRef="#br1" timeOffset="185535.1">3612 12769 1084 0,'0'0'36'0,"0"0"2"16,0 0 97-16,0 0-77 16,0 0-14-16,0 0 2 15,96 0 72-15,-18-4-63 16,0-9-24-16,-2-6-24 16,-7-5 2-16,-7-2-2 15,-13 2-4-15,-11 6-3 16,-15 5 0-16,-15 0-66 15,-8 3-220-15,-4-4-44 16,-27-5-198-16</inkml:trace>
  <inkml:trace contextRef="#ctx0" brushRef="#br1" timeOffset="185702.81">4004 12483 372 0,'0'0'667'15,"0"0"-645"-15,0 0 3 16,0 0 34-16,0 0 31 0,0 0-8 15,92 88 23-15,-59-56-31 16,-6 6-53-16,-9 6-11 16,-18 8-10-16,0 8-6 15,-35 7-65-15,-15-5-235 16,-6-12-342-16</inkml:trace>
  <inkml:trace contextRef="#ctx0" brushRef="#br1" timeOffset="186119.89">4985 11979 1103 0,'0'0'78'0,"0"0"70"16,0 0 25-16,0 0-51 15,0 0 6-15,0 0-75 16,-54-80-24-16,54 84-13 16,0 28-9-16,12 8 5 15,7 6-6-15,6 1-5 16,-7 0-1-16,-2 6 0 16,-3 3-21-16,-11 4-145 15,-2-3-155-15,0-8-75 16,-16-12-357-16</inkml:trace>
  <inkml:trace contextRef="#ctx0" brushRef="#br1" timeOffset="186353.99">4677 12645 1014 0,'0'0'16'0,"0"0"22"16,0 0 60-16,0 0-51 15,0 0 12-15,0 0-3 16,67 20 50-16,24-38-61 15,7-10-30-15,-2-4-8 16,-9-2-3-16,-6 2 20 16,-13-3 25-16,-7 6-5 15,-14 6-26-15,-16 10-16 16,-18 6-2-16,-13 7-29 0,-13 4-138 16,-41 31-164-16,-17 10-418 15</inkml:trace>
  <inkml:trace contextRef="#ctx0" brushRef="#br1" timeOffset="186734.92">5255 13116 924 0,'0'0'136'0,"0"0"-96"16,108-140 102-16,-90 96 33 0,-15 6-96 15,-3 3-18 1,-9 12 35-16,-20 6-69 0,-10 17-24 16,-7 0-3-16,-1 17 3 15,3 15-2-15,15-3-1 16,16 6 2-16,13 3-2 16,10 4-7-16,32 4 6 15,14-4 2-15,2-1 12 16,-4-2-13-16,-16-1 0 15,-16-3-3-15,-20-1 1 16,-2-5 4-16,-26-4 5 16,-14-14-2-16,-5-11-4 0,3-13 7 15,13-39 8-15,15-21-13 16,14-13-3 0,20-12-19-16,27-2-109 15,8 2-197-15,-7 9-493 16</inkml:trace>
  <inkml:trace contextRef="#ctx0" brushRef="#br1" timeOffset="189118.13">8274 10551 763 0,'0'0'42'0,"0"0"61"0,0-102 20 0,0 82-18 0,0 9 15 16,0 6 28-16,0 1-26 16,0 4-54-16,0 0-24 15,0 0 28-15,0 28-46 16,0 22-3-16,0 16 38 16,2 10-46-16,2-2-4 15,-2 3 6-15,-2-6-11 16,0-10-2-16,2-12-4 0,1-11 0 15,-1-16-4 1,-2-9 1-16,2-6-27 0,0-5-43 16,-2-2-43-16,0-9 78 15,0-31-3-15,0-22-45 16,0-20 57-16,-4-8 24 16,-1-8 5-16,5-1 0 15,0 7 1-15,0 16-1 16,21 19 0-16,-2 18 1 15,6 15-1-15,2 18 4 16,4 6-2-16,4 18 6 16,1 26 24-16,-9 12 4 0,-13 0-19 15,-14 0-2-15,0 1-5 16,-44-4-10-16,-11 4-3 16,-12 1-136-16,-2-10-151 15,3-14-243-15</inkml:trace>
  <inkml:trace contextRef="#ctx0" brushRef="#br1" timeOffset="191051.27">8365 11834 797 0,'0'0'116'0,"0"0"-1"0,6-103 30 0,-6 68-18 0,0 6-2 0,-6 1-12 0,-12 7-36 16,-7 11 2-16,-4 6-14 15,-7 4-56-15,-1 10-4 16,6 19 1-16,8 4 1 16,14 3-5-16,9 5 3 15,11 0-1-15,32 8-2 16,10-1-1-16,5-2-1 15,-4-2 0-15,-12 0 2 16,-11 0-1-16,-15-1-2 0,-12-2 0 16,-4 0-1-1,-15-1 2-15,-26-4 0 0,-1-9 0 16,-3-10 2-16,8-17 1 16,3 0 4-16,5-28-4 15,12-14-3-15,15-11-12 16,2-5 0-16,31-4-69 15,15 0 27-15,6 8-54 16,-6 14-100-16,-12 6-43 16,-16 17-342-16</inkml:trace>
  <inkml:trace contextRef="#ctx0" brushRef="#br1" timeOffset="192984.02">11197 10325 101 0,'0'0'115'0,"0"0"197"0,0 0-203 0,0 0 59 0,0 0-33 16,0 0-35-16,9-103-3 15,-9 98 6 1,0 3 23-16,0 2-4 0,0 0-40 16,-9 17 10-16,-16 32-52 15,-6 11 13-15,-2 8 0 16,10-6-36-16,8-4 1 16,5-5-8-16,6-6-8 15,2-13 0-15,2-9-1 16,0-12 1-16,0-5-2 15,0-4-4-15,0-4 2 16,0 0-2-16,0-23-2 16,11-27-2-16,7-15-3 0,5-13 3 15,-4 2 5-15,-1 4-6 16,0 7-3-16,-3 19 8 16,-6 20 4-16,-5 17 0 15,-4 6 1-15,6 3-1 16,2 22 3-16,13 31-3 15,7 15 16-15,6 4 2 16,2 0-12-16,-1-6 5 16,-4-1-11-16,0-9 1 15,-4-6-3-15,-9-12-1 16,-9-6-20-16,-9-8-120 16,0-3-230-16,-7-14 51 0,-21-7-295 15</inkml:trace>
  <inkml:trace contextRef="#ctx0" brushRef="#br1" timeOffset="193154.28">10871 10593 967 0,'0'0'60'0,"0"0"-25"0,0 0 41 0,0 0 30 15,121 14 0-15,-28-14-74 16,19-11-32-16,1-11-2 15,1 4-119-15,-12-5-91 16,-24 5-246-16</inkml:trace>
  <inkml:trace contextRef="#ctx0" brushRef="#br1" timeOffset="197519.95">11409 11747 883 0,'0'0'134'0,"0"0"-33"0,0 0 32 15,2-129-3-15,-12 101 9 16,-13 4-74-16,-4 8 33 16,-5 5-9-16,-6 11-64 0,-2 0-11 15,-4 5-10 1,-3 21 0-16,7 10-2 0,8 6-2 15,14 3 1-15,16-5-2 16,2-1 1-16,5-6-7 16,21-12-6-16,8-6-8 15,4-11-44-15,2-4-8 16,-2 0 34-16,-3-14-5 16,-6-6 20-16,-6 0 18 15,-6-4 6-15,-5 0 5 16,-1-1-1-16,-3 3 0 15,-2 7 13-15,-2 6 13 16,-2 5 3-16,-2 4 42 0,0 0-30 16,0 0-14-16,0 0-10 15,0 3-5-15,2 34-9 16,0 17 0-16,1 12 17 16,-1-1-15-16,-1-3-7 15,2-3-2-15,-3 5 0 16,0 4-8-16,0 10-112 15,-6-5-238-15,-23-4-187 16</inkml:trace>
  <inkml:trace contextRef="#ctx0" brushRef="#br1" timeOffset="199335.27">8368 13221 788 0,'0'0'134'0,"-32"-111"-18"0,20 75 9 0,4 8 6 0,3 10 4 16,1 8-9-16,4 6-6 15,0 2-34-15,0 2-54 16,0 0-9-16,0 22-13 16,0 34 6-16,0 28 27 15,11 19-22-15,-3 7-2 16,0-2-12-16,-4-7 2 15,0-10-3-15,-1-10-4 16,1-9-1-16,0-14-1 16,-2-10-6-16,-2-8-44 0,0-10-109 15,0-7-203-15,0-18 9 16,0-5-224-16</inkml:trace>
  <inkml:trace contextRef="#ctx0" brushRef="#br1" timeOffset="199604.94">8141 13784 912 0,'0'0'73'0,"0"0"31"16,0 0 16-16,0 0-11 15,0 0-61-15,0 0-21 16,-17 32 4-16,30 18 60 16,7 8-54-16,3-5-19 15,-1-3-4-15,-2-11-4 16,0-4-6-16,-2-9-1 0,-2-10-1 15,-1-8 0-15,1-8 1 16,6 0 1-16,4-8 0 16,9-20 0-16,-2-10-3 15,0-5-1-15,-4 6-7 16,-5 6-41-16,1 11-106 16,-6 4-68-16,-5 4-234 15</inkml:trace>
  <inkml:trace contextRef="#ctx0" brushRef="#br1" timeOffset="200252.26">11396 13020 577 0,'0'0'349'0,"0"0"-293"0,-32-106 90 0,27 88 7 0,1 5-17 16,4 8 9-16,0 3-27 16,0 2-47-16,0 0-47 15,0 11-10-15,0 36-1 16,0 22 24-16,0 19 12 15,0 11-25-15,2 2-6 16,5-1 2-16,1-6-14 16,2-10 2-16,-2-12 3 15,1-17-10-15,1-11 1 16,-6-12-1-16,-2-10-1 16,0-10-8-16,-2-6-33 15,0-4-67-15,0-2-182 16,-8 0-89-16,-13-25-273 0</inkml:trace>
  <inkml:trace contextRef="#ctx0" brushRef="#br1" timeOffset="200602.12">11226 13508 936 0,'0'0'70'16,"0"0"2"-16,0 0 20 15,0 0-31-15,0 0-26 16,0 0-2-16,9 69 104 15,8-19-41-15,1 0-67 16,-2 0-10-16,1-1-4 0,-1-9-2 16,2-6 12-16,0-10-18 15,-3-8-1-15,1-8-1 16,-1-8 1-16,8 0-1 16,4-7 3-16,6-20 20 15,2-13-27-15,1-4 2 16,-3 4 0-16,-4 8-1 15,-6 10 0-15,-7 9 0 16,-10 8-2-16,-3 5-12 16,-3 0 12-16,0 0-17 15,0 0-80-15,0 0 13 16,0 0-57-16,-7 1-81 16,-15 10-241-16</inkml:trace>
  <inkml:trace contextRef="#ctx0" brushRef="#br1" timeOffset="201923.81">8255 12083 589 0,'0'0'0'0,"0"0"-208"0</inkml:trace>
  <inkml:trace contextRef="#ctx0" brushRef="#br1" timeOffset="202120.46">8255 12083 68 0,'-15'49'0'15</inkml:trace>
  <inkml:trace contextRef="#ctx0" brushRef="#br1" timeOffset="206568.21">7302 15083 1053 0,'0'0'23'0,"0"0"35"0,0 0-4 0,0 0-51 16,87-128 3-16,-34 110 24 0,-5 14 13 15,-4 4-21 1,-11 16-20-16,-16 28 2 0,-14 10 2 16,-3 1 12-16,-15 2 21 15,-19-11 25-15,-1-8-28 16,-1-11 3-16,7-10 6 16,9-2-13-16,7-13-11 15,8-2 3-15,5 0-2 16,0 0-8-16,0 0-4 15,0 0 10-15,2 0-20 16,27-11 1-16,14 4-1 16,7 5 0-16,4 2 0 15,-8 14-1-15,-1 17 2 16,-7 0 1-16,-11-4 3 16,-13-4 3-16,-14-3 7 15,-4 4 7-15,-39-1 35 0,-15 2-31 16,-13-4-16-16,0-10-5 15,-6-11 1-15,8 0-3 16,5-7 0-16,10-16-3 16,21-8-72-16,24-19-135 15,9-5-309-15</inkml:trace>
  <inkml:trace contextRef="#ctx0" brushRef="#br1" timeOffset="207101.84">8168 15129 979 0,'0'0'43'0,"0"0"14"0,-115-24 33 0,82 8-33 16,4-4-10-16,4-2 11 15,11-9-12-15,10 4-25 16,4-3-18-16,0 6-3 16,22 4-2-16,10 6 0 15,3 10 1-15,3 4-2 16,-3 2 2-16,2 30 1 0,-4 14 4 16,-4 12 4-1,-10 4 1-15,-12 4-4 0,-7-7 0 16,-2-5 6-16,-32-6 3 15,-3-6-5-15,-5-8 1 16,-3-11-2-16,5-10 10 16,-2-13-3-16,3 0-14 15,4-18 5-15,8-16 5 16,12-2-2-16,11 4 0 16,4 2-6-16,0 7 1 15,0 8 1-15,12 10 3 16,9 5 4-16,10 0-2 15,9 3 8-15,7 21-1 16,2 4 4-16,-4 0-8 0,-3 2-9 16,-5 0-3-16,-8-2-2 15,-2-6-14-15,0 0-173 16,-2-12-130-16,-1-10-139 16</inkml:trace>
  <inkml:trace contextRef="#ctx0" brushRef="#br1" timeOffset="207419.36">8507 15058 382 0,'0'0'565'0,"0"0"-484"0,0 0 63 0,0 0 20 16,0 0-43-16,0 0 3 16,-73-69-1-16,73 69-86 0,-5 0-26 15,-1 27-11 1,3 18 9-16,3 13 27 0,0 0-29 15,5-3-2-15,17-3-4 16,5-6 1-16,-1-10-2 16,1-6-1-16,-1-12-3 15,0-14-5-15,-5-4-19 16,0 0 15-16,-3-27 7 16,-5-12 6-16,-9-11 0 15,-4-9 5-15,-2-7-4 16,-25 2-1-16,-6 12 0 15,-2 6-4-15,-1 20-21 16,-7 22-81-16,1 4-186 16,-4 26-119-16</inkml:trace>
  <inkml:trace contextRef="#ctx0" brushRef="#br1" timeOffset="208684.16">11444 14824 843 0,'0'0'67'0,"0"0"67"0,-51-112-1 0,40 90 31 16,-1 4-20-16,3 8 34 15,7 6-64-15,0 2-52 0,2 2-47 16,0 0-2-16,0 2-7 15,0 30-3-15,0 8 1 16,9 10-3-16,7 4 0 16,3-1 1-16,-1-5-2 15,5-4 0-15,-1-7-9 16,0-6-21-16,3-13-40 16,-7-4-45-16,4-10 18 15,-6-4-26-15,-3 0 75 16,-3-34 39-16,0-11 9 15,-6-4 1-15,-4 3 2 16,0 8 22-16,0 14 4 0,0 6 67 16,0 7-35-16,0 5 6 15,0 6 9-15,0 0-41 16,0 0-23-16,0 9-5 16,0 31-2-16,0 15 9 15,3 14 12-15,-1-5-16 16,2-8-8-16,-2-2 3 15,-2-9-4-15,2-3-1 16,0-1-1-16,2 1-27 16,2-1-160-16,3-9-187 15,1-11-111-15</inkml:trace>
  <inkml:trace contextRef="#ctx0" brushRef="#br1" timeOffset="209085.05">11822 15025 642 0,'0'0'289'0,"0"0"-253"0,0 0 109 0,-24-112-42 0,20 104 39 15,4 2-8-15,0 6-29 16,0 0-51-16,0 0-12 16,0 0-42-16,0 19-9 15,0 25 9-15,0 9 18 16,0 7-18-16,0-6 0 15,10-6-5-15,8-3-9 0,5-15 13 16,2-6-12 0,1-10-18-16,5-6-16 0,0-8-9 15,0 0 11-15,4-18 27 16,-7-19 15-16,-6-7 3 16,-8-8 3-16,-14-4 2 15,0 2 9-15,-14 6 15 16,-15 4 20-16,-2 15-21 15,0 8-9-15,3 13-5 16,2 4-12-16,5 4-2 16,-4 4-31-16,-2 25-91 15,4 17-114-15,4 4-17 16,3 3-228-16</inkml:trace>
  <inkml:trace contextRef="#ctx0" brushRef="#br1" timeOffset="209435.29">12411 14985 151 0,'0'0'715'16,"47"-120"-594"-16,-41 76 6 16,-6 13-45-16,0 12 33 15,-5 9-40-15,-12 6-22 16,-3 4-16-16,2 0-32 0,2 20-5 15,8 10-4 1,8 1 4-16,0 5 2 0,10 3-2 16,25-1-1-16,4 0 1 15,3-2 0-15,-1-6 0 16,-3 2 0-16,-7 0 0 16,-6-2 4-16,-12-3 14 15,-11-10 6-15,-2 2 27 16,-15-4 17-16,-26 1-32 15,-7-5-31-15,-6-7-5 16,7-4-21-16,9-4-116 16,9-28-119-16,14-21-25 15,8-11-253-15</inkml:trace>
  <inkml:trace contextRef="#ctx0" brushRef="#br1" timeOffset="209621">12462 14783 909 0,'0'0'76'15,"0"0"5"-15,0 0 31 16,0 0-5-16,0 0-16 16,148-71-7-16,-96 42-52 15,-7-2-19-15,-9 6-7 16,-13 4-6-16,-17 6-2 16,-6 13-68-16,0 2-158 15,-25 0-362-15</inkml:trace>
  <inkml:trace contextRef="#ctx0" brushRef="#br1" timeOffset="210267.95">6854 15756 1039 0,'0'0'49'0,"-138"10"30"0,115-10 48 0,23 0-72 15,47-21 29-15,53-25-56 16,54-24-25-16,43-15-3 15,21-9 0-15,18-6-44 16,9-14 30-16,6-11 14 16,2-5 2-16,-15 4 36 15,-22 11-19-15,-31 25 6 16,-45 19 41-16,-42 18-19 16,-46 20-19-16,-35 22-21 0,-17 11-7 15,-13 0-17 1,-41 40-124-16,-27 8-206 0,-27 18-310 15</inkml:trace>
  <inkml:trace contextRef="#ctx0" brushRef="#br1" timeOffset="211285.26">8166 16160 930 0,'0'0'99'0,"0"0"32"0,-25-106-41 0,-15 78 10 0,-13 10-45 16,-2 3 8-16,1 12 5 15,9 3-3-15,14 0-41 16,7 0 2-16,8 14-17 15,7 4 3-15,7 8-10 0,2-4 4 16,0 1-2 0,0-6 1-16,9-7-5 0,-5-6-4 15,-2-4 4-15,-2 0-1 16,3 0-1-16,-3 0-22 16,0 0-47-16,2 0-24 15,3 0-1-15,2-14-48 16,-3 6-36-16,2 8 28 15,-4 0-207-15,1 0-124 16,1 0 449-16</inkml:trace>
  <inkml:trace contextRef="#ctx0" brushRef="#br1" timeOffset="211935.13">8155 16037 123 0,'0'0'521'0,"0"0"-332"0,0 0-15 0,0 0-41 16,0 0-42-16,0 0 27 16,-85-91-14-16,41 91-37 0,-9 3 20 15,3 21-27-15,6 15-28 16,9 1-7-16,10 10 20 15,14 4-30-15,11 2 2 16,0 5-13-16,11-5 1 16,22-6-3-16,5-2-4 15,5-20 0 1,-1-10 0-16,0-14-1 0,-4-4-4 16,-4-9 7-16,-7-14 3 15,-10-7-1-15,-15-6-1 16,-2 4-1-16,-13 2-2 15,-27 11-9-15,-11 19-31 0,-10 0-71 16,-1 31-70-16,0 8-126 16,8 11-225-16</inkml:trace>
  <inkml:trace contextRef="#ctx0" brushRef="#br1" timeOffset="213334.34">8361 16058 829 0,'0'0'97'0,"0"0"4"0,0 0 30 0,0 0-22 0,0 0-8 15,0 0 11-15,-35-68-24 16,35 68-40-16,0 0-8 16,-2 0-8-16,2 0-15 15,-2 6-5-15,-2 32-5 0,-3 12 5 16,5 3 34-16,2 0-31 16,0-12-13-16,4-1 2 15,19-9-4-15,2-9 0 16,6-8-1-16,4-5-2 15,3-9-36-15,0 0-63 16,-5-13 25-16,-4-10-19 16,-9-12 10-16,-9-1 53 15,-9 0 8-15,-2 0 25 16,0 10 0-16,0 4 15 16,-4 4 18-16,-2 3 42 0,-1 12-3 15,3-2-3-15,2 5 25 16,2 0-57-16,0 0-22 15,0 19-9-15,0 25-4 16,0 8 27-16,6 6-25 16,3 7-4-16,-5 1 0 15,-4 13-123-15,0 7-128 16,-4-5-53-16,-25-5-222 16</inkml:trace>
  <inkml:trace contextRef="#ctx0" brushRef="#br1" timeOffset="213500.47">8267 16790 24 0,'0'0'83'0,"0"0"-83"0,0 0-51 0</inkml:trace>
  <inkml:trace contextRef="#ctx0" brushRef="#br1" timeOffset="214135.34">11364 15547 61 0,'0'0'772'0,"-156"33"-727"0,112-20 18 0,21-9 10 0,19-4-18 15,4 0-10-15,42-23 3 16,42-24-27-16,43-18-15 15,27-13-6-15,20-8-6 16,6-13-1-16,-2-7 7 16,-1-2 1-16,-13 4 4 15,-16 13 7-15,-26 17 13 16,-33 22 57-16,-35 21-29 16,-32 12-3-16,-22 15-44 15,-3 4-6-15,-43 12-104 16,-28 30-84-16,-26 21-196 15</inkml:trace>
  <inkml:trace contextRef="#ctx0" brushRef="#br1" timeOffset="214569.95">11820 16231 943 0,'0'0'66'15,"109"-125"-15"-15,-66 67 22 16,-20 0 9-16,-19 8-16 0,-4 9-22 16,-23 15 30-1,-19 8-48-15,-11 15-13 0,-6 3-9 16,-3 3-1-16,4 19 2 15,14 10 0-15,17 5 2 16,21 3-3-16,6 8 2 16,29-2-1-16,21 3-2 15,11-10-1-15,-1 1-2 16,-13-4 0-16,-14-7-1 16,-18-4 1-16,-15-6 1 15,0 2-1-15,-33-3 0 16,-7-6 0-16,-3-9 3 15,4-3 5-15,10-6 13 16,11-30 21-16,18-13-42 0,5-13-33 16,43-6-55-16,20-2-132 15,1 16-170-15</inkml:trace>
  <inkml:trace contextRef="#ctx0" brushRef="#br1" timeOffset="-214710.89">12190 15998 660 0,'0'0'360'15,"0"0"-289"-15,0 0 65 16,0 0 39-16,0 0-13 16,0 0-63-16,-20-49-54 0,20 86-27 15,0 14-7 1,0 18 23-16,2 4-34 0,0 6-4 15,-2 6-124-15,0-1-319 16,-11 1-509-16</inkml:trace>
  <inkml:trace contextRef="#ctx0" brushRef="#br1" timeOffset="-213424.89">7465 17038 1060 0,'0'0'150'0,"0"0"-120"0,0 0 23 0,0 0-26 16,0 0 5-16,0 0 0 15,154-34 30-15,-21 6-32 16,25-2-30-16,7-2-9 0,-5 5-44 16,-19 6 3-16,-29 11-103 15,-37 2-48-15,-40 3-260 16</inkml:trace>
  <inkml:trace contextRef="#ctx0" brushRef="#br1" timeOffset="-213162.73">7559 17106 1022 0,'0'0'39'0,"-183"31"-5"16,146-21 80-16,37-6-24 15,18-4-43-15,47 0-15 0,33 0 67 16,25-9-36 0,17-13-55-16,8-6-4 0,-2 3 0 15,-7-8 2-15,-15 3-1 16,-22 6 6-16,-25 4 4 15,-31 10-8-15,-23 10-3 16,-19-4-4-16,-4 4 1 16,0 0-1-16,-2 0-12 15,-23 8-105-15,-6 2-203 16,-3 2-334-16</inkml:trace>
  <inkml:trace contextRef="#ctx0" brushRef="#br1" timeOffset="-211611.44">11798 16964 1122 0,'0'0'72'0,"-118"0"77"0,71 0-3 0,14-4-57 0,13 2-36 0,15 2-9 16,5-4 10-16,21-4-27 15,43-9-22-15,32-10-5 16,24 4-7-16,9-8-33 16,-4 9-25-16,-18 12-18 15,-22 6-92-15,-30 4-76 16,-30 0-125-16,-25 10-207 15</inkml:trace>
  <inkml:trace contextRef="#ctx0" brushRef="#br1" timeOffset="-211459.99">11740 17000 845 0,'0'0'71'16,"-127"12"59"-16,112-12 18 16,15 0-31-16,62-4-61 15,40-23-40-15,46-8-16 16,28-5-2-16,18-6-169 15,-10-2-76-15,-23-1-350 16</inkml:trace>
  <inkml:trace contextRef="#ctx0" brushRef="#br1" timeOffset="-210377.88">7991 11446 881 0,'0'0'61'0,"0"0"53"0,0 0 34 0,0 0-22 0,0 0 13 0,-121-73 10 15,81 92-54-15,-9 35-36 16,-1 28-1-16,7 23-22 0,14 6 10 16,13 4-16-1,16-12-18-15,0-9-6 0,20-9-5 16,26-4-1-16,24-9-1 16,14-16-54-16,13-8-130 15,-2-24-233-15,-11-15-162 16</inkml:trace>
  <inkml:trace contextRef="#ctx0" brushRef="#br1" timeOffset="-210077.99">8648 11418 1091 0,'0'0'13'16,"0"0"46"-16,0 0 92 15,0 0-66-15,0 0 2 16,0 0-15-16,24 50-13 16,21 36 70-16,2 16-77 15,-3 11-27-15,-13-1-1 16,-15-6-10-16,-16-6-6 15,0-1-4-15,-38-7-4 16,-19 0-10-16,-15-9-144 0,-7-21-377 16</inkml:trace>
  <inkml:trace contextRef="#ctx0" brushRef="#br1" timeOffset="-209609.92">9120 11337 436 0,'0'0'643'0,"0"0"-625"16,0 0 63-16,0 0-1 16,0 0-45-16,-80-115-7 15,87 98 59-15,19 1-62 16,8 6-23-16,-3 7 4 16,-6 3 0-16,-4 0-1 15,-7 25 6-15,-7 9 2 16,-7 6-1-16,0 4 0 0,-21 1 0 15,-12-8 8 1,-6-2 2-16,5-9-2 0,5-8-8 16,10-9 0-16,13-5 1 15,6-4-6-15,0 0 3 16,4 0-2-16,39-9-3 16,28-17-5-16,25-13-4 15,16 2-85-15,3-3-229 16,-3-5-188-16</inkml:trace>
  <inkml:trace contextRef="#ctx0" brushRef="#br1" timeOffset="-208926.15">11050 11386 937 0,'0'0'66'0,"0"0"60"0,0 0 27 0,0 0-30 0,-139-43 10 15,97 43 6-15,-4 26-55 16,-2 19-30-16,1 15-15 16,10 13 1-16,10 13-6 15,14 6-8-15,11-1-10 16,2 2-2-16,10-7-10 15,28-6 4-15,14-9-8 16,16-15 0-16,13-12-31 0,8-18-63 16,5-15-188-16,-5-11-198 15,-9-13-573-15</inkml:trace>
  <inkml:trace contextRef="#ctx0" brushRef="#br1" timeOffset="-208661.5">11667 11353 1101 0,'0'0'37'0,"0"0"64"16,0 0 24-16,0 0-76 0,0 0 35 15,118-28-2-15,-60 76 32 16,-5 21-53-16,-8 11-30 15,-20 10-12-15,-19 2 2 16,-6-2-6-16,-14-3-5 16,-26-6-10-16,-8-6 0 15,-8 2-38-15,0-9-172 16,9-22-250-16,16-28-469 16</inkml:trace>
  <inkml:trace contextRef="#ctx0" brushRef="#br1" timeOffset="-208261.68">12304 11226 387 0,'0'0'744'0,"0"0"-729"16,0 0 39-16,0 0 37 15,-5-112-34-15,12 89 0 16,15 8-4-16,3 10-27 0,-5 5-17 16,1 0-1-1,-9 30-6-15,-3 12 45 0,-7 10-14 16,-2-2-14-16,-4-3 13 15,-19-10 0-15,4-10 14 16,1-11-13-16,9-10-10 16,7-5 2-16,2-1-5 15,0 0-5-15,20 0-1 16,51-28-13-16,43-14-2 16,33-10-41-16,4-8-214 15,1-5-324-15</inkml:trace>
  <inkml:trace contextRef="#ctx0" brushRef="#br1" timeOffset="-205744.81">2901 4594 17 0,'0'0'835'0,"-185"73"-824"0,43-4 112 0,-32 19-30 0,-38 19 6 0,-31 13 6 0,-8 10-1 15,3 6 22 1,24-7-35-16,40-16-32 0,46-31 7 16,54-34-45-16,41-26-11 15,43-18-8-15,46-4 0 16,65-47 5-16,67-39-2 15,49-40-3-15,56-26 0 16,36-21-4-16,15-4-19 16,5 3-20-16,-32 0-17 15,-26 13-45-15,-34 21-72 16,-47 27 77-16,-48 34 46 16,-56 32 6-16,-68 32-117 15,-32 15-41-15,-88 33 57 16,-54 36-208-16</inkml:trace>
  <inkml:trace contextRef="#ctx0" brushRef="#br1" timeOffset="-205561.3">1137 5725 1047 0,'-214'130'65'0,"62"-36"0"16,69-41 60-16,75-49-78 15,47-29-11-15,94-63-16 16,79-54 37-16,77-49-17 15,70-31-27-15,53-17 15 16,22 4-26-16,-17 17-2 0,-36 25-10 16,-60 29-216-1,-69 29-238-15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43:10.945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10506 9144 18 0,'0'0'0'0</inkml:trace>
  <inkml:trace contextRef="#ctx0" brushRef="#br0" timeOffset="417.15">10659 9086 450 0,'0'0'335'0,"0"0"-331"0,0 0 2 16,0 0-4-16,0 0-2 15,0 0 6-15,-73-15-6 16,73 15-3-16,9 0-135 16,16 0-10-16,1 0-54 15</inkml:trace>
  <inkml:trace contextRef="#ctx0" brushRef="#br0" timeOffset="981.23">10669 9110 638 0,'0'0'0'0,"0"0"-2"0,0 0-3 0,0 0-33 15,0 0-2-15,0 0 32 16,-41-10-11-16,45 10-145 16,13 0-153-16</inkml:trace>
  <inkml:trace contextRef="#ctx0" brushRef="#br0" timeOffset="33447.3">16816 2845 762 0,'0'0'24'0,"0"0"-19"15,0 0 10-15,0 0 13 16,0 0 38-16,0 0 4 16,-54 16-38-16,124-4 9 15,25-3-16-15,24-3 2 16,16-6-11-16,8 0-7 15,3 0 10-15,-4 0-1 16,4 0-8-16,-4-3-1 16,-5 1-2-16,-12-2-2 15,-19 4-2-15,-19 0-3 0,-22 0 0 16,-16 0 2-16,-18 0-2 16,-16 0-4-16,-10 0 2 15,-5 0-24-15,-11 0-42 16,-25 0-11-16,-22 0-197 15,-17 0-220-15</inkml:trace>
  <inkml:trace contextRef="#ctx0" brushRef="#br0" timeOffset="33834.53">16702 2773 820 0,'0'0'9'0,"0"0"-8"16,0 0 2-16,0 0-2 15,0 0 30-15,0 0 19 16,18 34-2-16,67-20-5 16,28 0-9-16,17-4-20 15,7-4 1-15,6-2 7 16,-1 0 0-16,-7 0-2 15,-4 0-6-15,-4 0-6 16,-9-2-1-16,-6-2-2 16,-14 0-5-16,-19 0 1 0,-19 0 4 15,-17 0-4-15,-18 0-1 16,-16 0 0-16,-8 0 0 16,-1 0 6-16,0 0-6 15,-17 0-13-15,-19 0-66 16,-18 0-41-16,-10-4 22 15,-13-2-30-15,-17-2-46 16,-11-1-32-16</inkml:trace>
  <inkml:trace contextRef="#ctx0" brushRef="#br0" timeOffset="34065.11">16878 2883 466 0,'0'0'165'0,"0"0"-117"16,-133 16-2-1,130-10 5-15,3 1 7 0,36 0 29 16,37 0-13-16,39-1-23 16,37-6-4-16,24 0-31 15,15 0-4-15,0-3 5 16,-11-3-3-16,-14 0-4 16,-16 1-10-16,-20 0-1 15,-24 1-3-15,-20 4-8 16,-24 0-55-16,-21 0-101 15,-27 0-146-15</inkml:trace>
  <inkml:trace contextRef="#ctx0" brushRef="#br0" timeOffset="38034.81">13433 4201 625 0,'0'0'77'0,"0"0"45"0,0 0-25 0,0 0-46 0,0 0 36 15,0 0-20-15,0 0-28 16,-27-38-16-16,27 39-1 16,0 24 0-16,0 13 24 15,0 14-4-15,6 11-10 16,0 16-3-16,1 7 16 15,-1 13 0-15,1 9-9 16,-2 12 9-16,-1 13-23 16,-4 22 18-16,2 15-23 15,-2 16-2-15,2 22-4 16,-2 9-1-16,3 8 2 16,-1 6 22-16,0 2-23 15,4 4-2-15,6 11-1 0,-1 6-5 16,2 5 0-16,3 5 2 15,-3 6-3-15,5 7 1 16,3 10 3-16,0 10-5 16,2 2 0-16,4-4 3 15,4 0-3-15,2-5 0 16,5 3 1-16,0 0-1 16,0-2 1-16,-5 0-2 15,1 3 3-15,-5 1-2 16,-5 6-1-16,-2 5 1 15,-2-5-1-15,0 4 2 16,2-4-2-16,1 3 0 0,-1 1 1 16,1-3-1-1,-1 4 0-15,-4-3 0 0,2-4-6 16,0-6 6-16,2-3 0 16,-1-11 0-16,-2 6 0 15,4-5-2-15,-5-1-2 16,1 2 4-16,2-5 1 15,-2-5-1-15,4 4-1 16,-3 1 1-16,3-1 1 16,0-60 2-16,2-72 1 15,0-76-1-15,-1-67-2 16,1 11-1-16,-3-11 1 16,-2 0-1-16,-3 0 0 15,-3 0 0-15</inkml:trace>
  <inkml:trace contextRef="#ctx0" brushRef="#br0" timeOffset="41765.97">15347 5361 24 0,'0'0'684'0,"0"0"-642"0,18-127 115 0,-13 102-67 0,-3 9 19 0,-2 7 10 15,0 6-21-15,0 1 29 16,0 2-64-16,0 37-24 15,-25 32-10-15,-6 28-3 16,0 3 10-16,7-8-11 16,6-6-14-16,7-11 12 15,1-13-19-15,4-14-2 16,4-18-2-16,0-14-13 16,2-8 11-16,0-4 1 15,0-4 0-15,0-12 0 16,0-37 1-16,0-20-4 0,12-23-3 15,9-7-3 1,4-3-9-16,-1 2 14 0,5 9-1 16,-2 24 3-16,-3 18 3 15,-4 19 0-15,-7 15 0 16,-1 15 1-16,1 0-1 16,5 44 0-16,2 33 8 15,0 26 17-15,-6 9-15 16,-1 1 2-16,-5-11-9 15,-1-8 9-15,5-10-12 16,-6-13-1-16,3-21 0 16,0-18-7-16,-4-17-35 15,-5-11-120-15,0-4-98 16,0-32 110-16,-2-26-171 0,-21-14-118 16</inkml:trace>
  <inkml:trace contextRef="#ctx0" brushRef="#br0" timeOffset="41948.28">15187 5550 450 0,'0'0'371'0,"0"0"-348"0,-113 42 40 0,88-25 27 0,13-3-19 16,12-1-9-16,0 1-46 16,29 3 0-16,19-5-6 15,16-9-10-15,17-3-6 16,12 0-89-16,7-22-139 15,5-6-208-15,2 6 47 0</inkml:trace>
  <inkml:trace contextRef="#ctx0" brushRef="#br0" timeOffset="42215.33">16425 5685 251 0,'0'0'914'16,"0"0"-910"-16,0 0 19 15,0 0 23-15,0 0-30 16,0 0-6-16,-39 30-1 16,94-30 7-16,14 0-15 15,3 0-1-15,-3 0-19 0,-7-2-21 16,-17 2-39-16,-14 0-51 15,-19 0-94-15,-12 0-129 16</inkml:trace>
  <inkml:trace contextRef="#ctx0" brushRef="#br0" timeOffset="42364.49">16462 5949 784 0,'0'0'66'0,"0"0"-3"16,0 0 37-16,0 0-56 0,0 0-32 15,0 0-2-15,77 68-10 16,-8-78-27-16,5-18-166 16,-1-6-320-16,-10 2 167 15</inkml:trace>
  <inkml:trace contextRef="#ctx0" brushRef="#br0" timeOffset="42818.23">17645 5069 1009 0,'0'0'33'0,"0"0"75"15,0 0 21-15,0 0 5 0,0 0-43 16,-11 129-29-16,9-31-7 16,2 2-4-16,0 1 20 15,0-7-54-15,2-4-12 16,2-4-3-16,-4-11-2 16,0-8 0-16,0-15-16 15,2-18-73-15,5-13-112 16,-3-17-112-16,-2-4-7 15,-2-41-146-15</inkml:trace>
  <inkml:trace contextRef="#ctx0" brushRef="#br0" timeOffset="43033.38">17653 5282 448 0,'0'0'352'0,"23"-109"-334"0,1 64 30 15,10 3 6-15,8 13 4 16,9 8 5-16,5 16-6 15,0 5-20-15,-7 14-12 16,-16 19-1-16,-17 4 14 16,-16 5 28-16,-10 4-36 15,-36 7-11-15,-18 1-14 16,-5-3-5-16,9-9-21 16,10-17-101-16,15-13-37 15,10-12-246-15</inkml:trace>
  <inkml:trace contextRef="#ctx0" brushRef="#br0" timeOffset="43497.58">19037 4520 66 0,'0'0'732'0,"0"0"-726"16,0 0 30-16,-136-94 44 16,97 81 4-16,4 7 0 15,0 6-43-15,4 0-1 16,-4 10-13-16,1 18 2 0,0 5-2 16,1 6 6-16,1 5-14 15,10 4-4-15,5-1-7 16,10 4 54-16,4 1-41 15,3-1 2-15,0 10 1 16,0 0-5-16,3 10 3 16,4 12 7-16,-3 16-1 15,-4 14 0-15,0 9 10 16,0 5-15-16,0 1-12 16,-6 0-4-16,1-6 1 15,2-5-1-15,3-11 1 16,0-10 0-16,0-8-4 15,8-10-1-15,13-9-2 0,4-12-1 16,6-12-7-16,5-13-9 16,7-11-93-16,3-21-100 15,6 0-64-15,0-29-165 16</inkml:trace>
  <inkml:trace contextRef="#ctx0" brushRef="#br0" timeOffset="43784.83">19078 5530 62 0,'0'0'866'0,"0"0"-835"0,0 0 100 0,0 0-25 0,0 0 20 15,0 0 9-15,-45-90-85 16,42 114-18-16,-1 28-15 15,-3 20 37-15,0 7-24 16,1-4-15-16,4-4-5 16,2-5-9-16,0-6-1 15,0-11-4-15,0-9-35 16,11-12-213-16,7-18-52 16,6-10-271-16</inkml:trace>
  <inkml:trace contextRef="#ctx0" brushRef="#br0" timeOffset="43998.12">19470 5686 974 0,'0'0'39'16,"0"0"-34"-16,0 0 3 15,0 0 17-15,0 0 43 16,126 45-17-16,-56-31-19 15,5-4-24-15,-6 0-8 16,-7-6-3-16,-4-4-10 16,-10 0-32-16,-15 0-146 15,-16 0-223-15</inkml:trace>
  <inkml:trace contextRef="#ctx0" brushRef="#br0" timeOffset="44181.25">19777 5541 902 0,'0'0'23'16,"0"0"119"-16,0 0-43 16,0 0-24-16,0 0-45 15,0 0 19-15,-25 156 9 16,25-88-34-16,0 6-16 16,5 0-8-16,-3-2-3 15,-2-3-69-15,0-9-115 0,0-13-109 16</inkml:trace>
  <inkml:trace contextRef="#ctx0" brushRef="#br0" timeOffset="44648.31">21198 4891 321 0,'0'0'721'0,"0"0"-658"0,0 0 79 0,0 0 29 16,0 0-55-16,0 0-62 0,-24 51-38 15,24 14 8 1,0 7 3-16,11-8-26 0,5 0-1 16,-3-1-9-16,-4-10 3 15,-5-3-52-15,-4-6-128 16,0-8-39-16,-7-15-77 16,-10-21-287-16</inkml:trace>
  <inkml:trace contextRef="#ctx0" brushRef="#br0" timeOffset="44998.24">21176 4954 818 0,'0'0'10'15,"0"0"6"-15,87-116 11 0,-40 88-2 16,4 10 16 0,5 12 12-16,-7 6-12 15,-6 28-16-15,-15 25-16 0,-21 7-6 16,-7 4 4-16,-20-4-4 15,-30-4-2-15,-5-8 1 16,-3-8-2-16,5-9 0 16,5-12 1-16,11-7 1 15,15-8 1-15,10-4 0 16,10 0 3-16,2 0 4 16,2-5 2-16,32-9-10 15,15 6 7-15,9 5 2 16,2 3 4-16,5 14-1 15,-3 17-1-15,-6 9-1 0,-5 4 0 16,-14-1-7-16,-2-4-5 16,-14-5-5-16,-7-4-44 15,-10-4-140-15,-4-10-253 16</inkml:trace>
  <inkml:trace contextRef="#ctx0" brushRef="#br0" timeOffset="45283.13">20790 5700 922 0,'0'0'18'0,"-151"34"66"0,109-23-9 16,17-3-5-1,25-2 2-15,9 0-45 0,53-2-18 16,39-4 18-16,39 0 2 15,23 0-14-15,22-8-8 16,2 2 12-16,-11 2-1 16,-11 4-12-16,-23 0-6 15,-24 0-9-15,-28 0-10 16,-34 0-44-16,-36 0-57 16,-26 0-93-16,-58 0-65 15</inkml:trace>
  <inkml:trace contextRef="#ctx0" brushRef="#br0" timeOffset="45582.34">21118 6082 526 0,'0'0'550'0,"0"0"-510"16,0 0 50-16,0 0 88 16,0 0-36-16,0 0-58 15,-53-62-49-15,53 94-28 0,0 13 25 16,0 11-20-16,4-5-5 16,8 1-7-16,-2-2-2 15,3 0-60-15,-3-2-119 16,-6-2-92-16,-4-11-44 15,0-11-473-15</inkml:trace>
  <inkml:trace contextRef="#ctx0" brushRef="#br0" timeOffset="46197.42">21337 6069 958 0,'0'0'22'0,"0"0"17"0,0 0 47 16,0 0-2-16,0 0-12 15,0 0-42-15,-13 23-15 16,9 25 11-16,2 8-15 16,2-5-2-16,0-10-7 15,2-5-2-15,17-6-2 16,3-7 1-16,1-9-4 15,5-11-12-15,-1-3-15 16,-5 0 13-16,-3-16 5 16,-11-12-5-16,-8-11-9 15,0-4 5-15,-18-5-17 16,-9 0-13-16,-2 8 7 16,3 8 39-16,-1 5 5 0,9 10 2 15,9 0 0-15,9 3-2 16,0 3-15-16,32-1-8 15,14 2 2-15,12 2 6 16,2 3 5-16,0 1-11 16,-6 4 14-16,-14 0 9 15,-11 0 0-15,-11 13 9 16,-11 13 11-16,-7 10 13 16,0 7 16-16,-9 10-7 15,-7-3-12-15,3-4-11 16,11-2-10-16,2-10-4 0,4-6-5 15,23-8 0 1,2-7 0-16,2-12 0 0,3-1 1 16,-5 0 2-16,-6-19 4 15,0-10-5-15,-15-8 6 16,-4-10 14-16,-4-5 7 16,-10 0-2-16,-21 3-16 15,-3 8-11-15,-3 8-11 16,-6 12-56-16,-3 3-95 15,-6 4-459-15</inkml:trace>
  <inkml:trace contextRef="#ctx0" brushRef="#br0" timeOffset="46731.16">21958 4803 1069 0,'0'0'11'0,"0"0"0"0,0 0 9 15,0 0 5-15,147-73 10 0,-82 73-2 16,1 0-8-1,-5 0-13-15,-10 10-7 0,-11 7-3 16,-11-4 1-16,-8 5-2 16,-6 0 1-16,-9 7-1 15,-6 7 1-15,0 8 2 16,0 8-1-16,0 4 8 16,0 4 18-16,0 2 1 15,0 10-12-15,0 8 1 16,0 7 6-16,0 5 2 15,0 4-6-15,0-2-5 16,8 9 16-16,-2 1-24 16,0 3-1-16,1 1-3 0,-3-2-2 15,2-4-1 1,-4-7 0-16,-1-8 0 0,-1-9 0 16,0-11 0-16,0-10 1 15,-3-9-1-15,-22-5 1 16,-6-4-1-16,-14-3 0 15,-13-5 0-15,-13-3-1 16,-12-6-39-16,-9-10-115 16,-4-8-39-16,-3-5-214 15</inkml:trace>
  <inkml:trace contextRef="#ctx0" brushRef="#br0" timeOffset="47247.97">22660 4359 704 0,'0'0'289'0,"0"0"-201"0,0 0 4 0,0 0-12 0,0 0-6 15,0 0-22-15,0-6-11 16,2 46-7-16,7 6 9 16,-3 0-19-16,0-9-21 0,-5-7 3 15,2-12 2-15,-3-6-8 16,0-6 1-16,0-6 0 15,0 0 0-15,0 0 1 16,0-12 4-16,-4-21-6 16,-8-11-10-16,10-3 3 15,2 0 5-15,0 1-4 16,24 6-9-16,10 6 13 16,1 10 0-16,6 11 2 15,-1 13 0-15,-2 3-1 16,-1 37 1-16,-6 14 5 15,-4 12-3-15,-4 5-1 0,-12-3-1 16,-11-2-6-16,0-4-42 16,-18-2-167-1,-29-6-57-15,-15-10-452 0</inkml:trace>
  <inkml:trace contextRef="#ctx0" brushRef="#br0" timeOffset="48648.09">15167 8218 211 0,'0'0'167'0,"0"0"51"0,61-121-67 0,-55 71 66 0,-6-6-85 15,0 3-35-15,-12 6-22 16,-19 5 46-16,-7 11-45 15,-8 16-13-15,-8 11-40 16,-1 4-1-16,1 11-14 16,10 17 10-16,8 6-6 15,16-2-9-15,11 0-3 16,9 0-1-16,2 1-14 16,27-8 14-16,7-2-34 0,2-11-27 15,2-8-17-15,0-4 20 16,-2 0-18-16,-7-14 51 15,-4-11 12-15,-7-4 14 16,-5-3 1-16,-4-2 4 16,-4 2 2-16,-2 5 7 15,-5 8 15-15,2 7 29 16,-2 5-8-16,0 7 19 16,0 0-26-16,0 0-19 15,0 22-10-15,2 26-5 16,7 16 38-16,-3 9-3 15,4 1-22-15,-1-6-8 16,-3-6-1-16,-2-6-7 16,2-10-6-16,-4-5 2 15,2-7-2-15,-2-10-19 0,5-7-132 16,1-10-195-16,2-7-83 16</inkml:trace>
  <inkml:trace contextRef="#ctx0" brushRef="#br0" timeOffset="49066.43">15475 8125 534 0,'0'0'348'0,"0"0"-339"0,0 0 75 0,0 0 34 0,-50-118-64 0,50 86-16 0,0 4-24 0,13 6-9 15,12 7 1-15,2 8-4 16,4 7 1-16,-2 0-1 16,-2 28 1-16,-7 16-1 15,-9 10 6-15,-9 8-3 16,-2 0 1-16,-4-2 11 16,-25-4-3-16,-4-7 1 15,-3-10 4-15,3-10 19 16,4-8 14-16,8-8 4 15,9-9-17-15,6 0-17 16,6-4-1-16,0 0-12 16,0 0-8-16,16-2 1 15,26-14 2-15,12 2-1 16,4 0 0-16,-4 8-1 0,-4 4-2 16,-2 2 0-16,-4 0-1 15,-7 0-11-15,-4 0-69 16,-12 0-124-16,-7 0-80 15,-7 0-408-15</inkml:trace>
  <inkml:trace contextRef="#ctx0" brushRef="#br0" timeOffset="49514.99">16244 7944 556 0,'0'0'389'0,"0"0"-376"0,0 0 93 0,0 0-13 0,-137-47-11 15,104 47-24-15,2 13-23 16,-1 21 1-16,3 8 25 16,5 10-28-16,11 3-22 15,7-1-5-15,6-2-6 16,0-6 1-16,21-3-1 15,12-7-1-15,6-10 0 16,5-8-8-16,1-8-2 0,-3-8-35 16,-2-2 15-1,-9 0 9-15,-4-17 2 0,-11-4 20 16,-10-5 4-16,-6-5 2 16,0 2 6-16,-14-1 5 15,-9 7 20-15,-6 6 18 16,-10 12-16-16,-5 5-14 15,-3 0-16-15,5 14-7 16,11 7-2-16,13-2-3 16,9 3-33-16,9-1-122 15,0 1-24-15,6-9-88 16,19-4-262-16</inkml:trace>
  <inkml:trace contextRef="#ctx0" brushRef="#br0" timeOffset="49765.37">16582 7794 786 0,'0'0'94'0,"0"0"90"0,0 0-54 0,0 0 27 0,0 0-18 0,0 0-95 16,0-83-27-16,0 132-6 15,0 19 11-15,0 14 19 16,0-4-32-16,0-3-3 16,0-6-3-16,0-6-3 0,0-9-4 15,0-7-39-15,0-5-195 16,0-8-63-16,-18-5-236 16</inkml:trace>
  <inkml:trace contextRef="#ctx0" brushRef="#br0" timeOffset="50116.62">14928 8853 778 0,'0'0'396'0,"-153"2"-394"15,86 2 0-15,7 0 46 16,17 1 51-16,22-4-32 16,15 1-40-16,6 3-8 15,45 4-16-15,51 1 11 16,49-2 1-16,42-4-13 16,25 1-2-16,12-4 0 15,2 7 6-15,-6 0-3 16,-10-5 1-16,-21 0-4 15,-17-3 0-15,-31 0-2 16,-33 0 0-16,-39-4-9 16,-32-2-68-16,-37-1-49 15,-29-4 65-15,-54-1-239 0</inkml:trace>
  <inkml:trace contextRef="#ctx0" brushRef="#br0" timeOffset="50581.17">15138 9731 942 0,'0'0'18'0,"0"0"25"15,22-116 110-15,-22 72-23 16,-9 5-23-16,-18 8-51 16,-6 9-11-16,-7 15-14 15,-3 7-6-15,-1 4-9 16,2 25-10-16,9 7-4 16,17 4-2-16,16 4 0 15,18-1 0-15,35-4 0 16,11 1-3-16,2-4 1 15,-9 0-2-15,-12-1 2 16,-16-6-2-16,-16 0 4 16,-13-1 1-16,0 2-1 0,-36-4 2 15,-5-4 1-15,-5-10 2 16,7-10 3-16,5-2 2 16,10-18 9-16,8-24-18 15,16-17-1-15,0-14-41 16,36-4-88-16,12 11-127 15,6 18-28-15,-9 20-129 16</inkml:trace>
  <inkml:trace contextRef="#ctx0" brushRef="#br0" timeOffset="50931.71">15486 9599 524 0,'0'0'376'0,"0"0"-356"0,0 0 114 16,0 0 0-16,0 0-28 15,0 0-3-15,-58-38-48 16,47 46-34-16,1 28-12 16,4 10-1-16,6 4-3 15,0 2-2-15,2-4-2 16,16-7-1-16,3-5 0 16,0-10-4-16,2-8-8 15,1-8-13-15,1-8-26 16,-3-2 21-16,0-2 6 15,-1-23 24-15,-6-8 3 16,-10-8 2-16,-5-5 7 16,0 1 19-16,-7 2 2 15,-20 7 2-15,-2 5 0 0,-5 14-14 16,1 9-20-16,0 8-1 16,-1 0-40-16,5 4-139 15,5 17-69-15,8 4-238 16</inkml:trace>
  <inkml:trace contextRef="#ctx0" brushRef="#br0" timeOffset="51300.23">15826 9595 848 0,'0'0'146'0,"0"0"-139"0,0 0 122 16,0 0 7-16,0 0-6 15,0 0-66-15,-16-32-45 16,8 64-12-16,1 10 2 16,3 8-6-16,4-4-3 15,0-1 0-15,11-5-1 16,9-7 1-16,5-8-11 16,4-7-5-16,0-6-20 15,2-9-1-15,-3-3 16 16,1 0-5-16,-6-9 22 15,-5-11 4-15,-7-4 2 16,-10-3 1-16,-1-5 14 16,0-2 17-16,-14-3 25 0,-11 6-25 15,-4 4 8-15,0 6-28 16,0 9-6-16,0 8-8 16,0 4-3-16,2 0-92 15,6 0-136-15,4 6-83 16,17 8-323-16</inkml:trace>
  <inkml:trace contextRef="#ctx0" brushRef="#br0" timeOffset="51664.52">16228 9574 957 0,'0'0'11'0,"0"0"18"16,0 0 112-16,0 0-7 15,0 0-48-15,0 0-65 16,-7 5-15-16,7 31 6 16,0 8 22-16,9-2-29 15,11-1-3-15,5-4-2 16,4-4 1-16,2-8-1 16,-2-8 1-16,4-9-1 15,-5-7 0-15,-1-1 1 16,-4-1 25-16,-5-19-20 15,-5-4-3-15,-4-2 4 16,-7-3 3-16,-2-3 11 16,0 2 9-16,-17 3-11 0,-8 0-3 15,-2 9-3 1,-2 7-4-16,-2 4-9 0,2 3-3 16,0 4-37-16,5 0-139 15,-3 0-144-15</inkml:trace>
  <inkml:trace contextRef="#ctx0" brushRef="#br0" timeOffset="52118.25">17557 8999 1048 0,'0'0'5'0,"0"0"13"0,0 0 168 0,0 0-59 0,0 0-91 16,0 0-22-16,-4 54 6 15,71-60-6-15,7-20-14 16,3-3-12-16,-10 3-93 15,-17 7-37-15,-26 7-26 16,-24 8-108-16,0 4-80 16,-31 1 28-16,-10 29 270 15</inkml:trace>
  <inkml:trace contextRef="#ctx0" brushRef="#br0" timeOffset="52216.47">17622 9192 818 0,'0'0'53'0,"0"0"-19"16,0 0 55-16,0 0-27 0,0 0-40 15,0 0-22-15,112 46-8 16,-23-88-185-16,7-5-252 16</inkml:trace>
  <inkml:trace contextRef="#ctx0" brushRef="#br0" timeOffset="52532.16">18673 8484 818 0,'0'0'280'0,"0"0"-211"16,0 0 119-16,0 0 3 15,0 0-67-15,0 0-81 16,-10-42-27-16,10 93 1 15,0 22 30-15,0 11-2 16,0-2-34-16,0-5-9 16,0-11-2-16,16-6-3 15,1-10-36-15,8-10-116 16,2-8-129-16,-3-7-70 0,0-11-281 16</inkml:trace>
  <inkml:trace contextRef="#ctx0" brushRef="#br0" timeOffset="52767.66">19169 8903 424 0,'0'0'558'0,"0"0"-549"15,0 0 109-15,0 0-41 16,0 0-39-16,0 0-19 15,96-10 5-15,-32 8-9 16,3 0-9-16,2 0-5 0,-3 0-2 16,-5-2-7-16,-8-2-55 15,-13-1-55-15,-17-6-97 16,-17-4-195-16</inkml:trace>
  <inkml:trace contextRef="#ctx0" brushRef="#br0" timeOffset="52997.9">19473 8637 926 0,'0'0'19'0,"0"0"30"16,0 0 91-16,0 0-59 16,0 0-54-16,0 0-4 15,-13 116 33-15,13-60-11 0,0 0 5 16,0 4-15-16,0 3-16 15,7-1-16-15,-5-2-3 16,-2-2-12-16,0-6-62 16,0-6-62-16,-6-2-69 15,-13-10-176-15</inkml:trace>
  <inkml:trace contextRef="#ctx0" brushRef="#br0" timeOffset="54031.46">20601 8300 436 0,'0'0'562'0,"0"0"-533"0,0 0 88 0,0 0 34 0,-75-105 34 16,73 99-65-16,2 6-48 16,0 0-49-16,0 27-3 15,0 20-2-15,8 14 33 16,3-2-39-16,1 0-9 15,-6 0-3-15,-1 0 0 16,-3-1-5-16,-2-5-36 16,0-16-102-16,0-10-116 15,0-13-14-15,-11-14-104 16,1-8 14-16,0-30 31 0,1-19 326 16</inkml:trace>
  <inkml:trace contextRef="#ctx0" brushRef="#br0" timeOffset="54365.04">20526 8394 116 0,'0'0'551'0,"0"0"-480"15,50-128 42-15,-16 88-22 16,9 7-21-16,5 8-32 16,8 8-17-16,-2 13-7 15,-6 4 13-15,-9 14 3 16,-12 24-14-16,-16 8-12 16,-11 6 0-16,-9 2-4 15,-28-1 1-15,-9-6 0 16,-5-4-1-16,4-13 0 15,2-7 1-15,10-10 1 16,9-7-1-16,12-2 2 16,7-4 0-16,7 0 3 0,0 0-1 15,0 0 0-15,7 0-3 16,20 0-2-16,8 17 21 16,5 10 7-16,3 9-15 15,-1 5-4-15,4 3-5 16,-1-4-2-16,-1-2-1 15,-3-8-1-15,-7-8-7 16,-8-6-62-16,-10-4-64 16,-16 0-115-16,0 1-227 15</inkml:trace>
  <inkml:trace contextRef="#ctx0" brushRef="#br0" timeOffset="54633.44">20221 9157 635 0,'0'0'115'0,"0"0"-102"0,0 0 84 0,118 42 9 0,-43-37-14 0,21-3-44 0,11-2-20 15,8 0 3-15,6 0-8 16,-5 0 3-16,-10 0 20 15,-7 0-15-15,-13 0-12 16,-9 0-11-16,-15 0-8 16,-20 0-1-16,-22 0-19 0,-20 0-83 15,-20 0-38-15,-51 6-292 16</inkml:trace>
  <inkml:trace contextRef="#ctx0" brushRef="#br0" timeOffset="54866.37">20425 9471 563 0,'0'0'658'0,"0"0"-649"16,0 0 61-16,0 0 94 0,0 0-59 16,0 0-58-1,-13 158 36-15,13-88-59 0,0-7-1 16,6-4-23-16,8-4-12 15,-5-5-1-15,-3-10-117 16,-3-5-157-16,-3-12-55 16,0-10-417-16</inkml:trace>
  <inkml:trace contextRef="#ctx0" brushRef="#br0" timeOffset="55414.31">20746 9569 1024 0,'0'0'27'0,"0"0"15"0,0 0 75 15,0 0 19-15,0 0-46 16,0 0-72-16,-49 19-16 16,44 25 4-16,5 9-1 15,0-7-4-15,0 1-1 16,21-10 0-16,3-6-1 15,3-12-16-15,-3-6-16 16,-1-9-7-16,-9-4-46 16,1 0 63-16,-9-10 6 15,-4-16 10-15,-2-7 7 16,0-6 2-16,-15 0 3 16,-5 1 1-16,2 4 8 15,3 10 20-15,12-2-24 16,3 4-10-16,16-2-3 0,19 4-27 15,2 8 19-15,-2 8-19 16,-2 4 5-16,-7 0 14 16,-1 22 4-16,-9 12 5 15,-7 8 2-15,-8 4 4 16,-1 0 0-16,0-2 8 16,3-2 0-16,9-3-5 15,5-7 0-15,7-4-1 16,6-10-1-16,3-8-4 15,0-10 3-15,-1 0 5 16,-1-4 2-16,-9-20 3 16,-6-13 54-16,-7-7-22 15,-9-10 5-15,0-5 9 0,-22-2-33 16,-14 1-19-16,-8 4-8 16,-8 9-66-16,-14 9-148 15,-21 13-197-15</inkml:trace>
  <inkml:trace contextRef="#ctx0" brushRef="#br0" timeOffset="56297.98">19006 7999 688 0,'0'0'65'15,"0"0"3"-15,0 0 50 0,0 0-17 0,0 0-27 0,0 0-38 16,-131-24 17-16,95 24 6 16,-4 0-6-16,-7 0 6 0,-7 0 30 15,-6 11-42 1,-5 2-14-16,3-1 3 0,8-4-2 15,12-2 1-15,11-2-22 16,13-2-4-16,5-1 5 16,4 2-5-16,3 3-8 15,-4 10 2-15,0 9-1 16,-7 11-2-16,2 5 5 16,4 5 1-16,2 2-1 15,5 6 4-15,2 2 0 16,2 9-1-16,0 6 7 15,0-2-5-15,0 6 15 16,0 0-20-16,2 4 3 16,2 6-1-16,2 9 0 0,0 4-2 15,0 2 1-15,3-2 0 16,-1-3-5-16,2-4 3 16,1-2 0-16,-5-1-2 15,-1 2-2-15,-3-3 3 16,-2-7 2-16,0 0-3 15,0-3 0-15,0-6-2 16,0-1 0-16,0-9 0 16,0-13 0-16,0-9 0 15,12-9 0-15,7-9-2 16,13-7-2-16,14-5-22 0,19-9-56 16,19 0-96-1,21-25-121-15,18-11 4 0,9-10-208 16</inkml:trace>
  <inkml:trace contextRef="#ctx0" brushRef="#br0" timeOffset="57048.17">21376 8081 826 0,'0'0'2'0,"0"0"-2"0,0 0 7 0,170-30 0 16,-105 17 15-16,-1 4 27 0,-4 1-3 16,-6 4 4-16,-12 2-5 15,-9 2 3-15,-9 0-4 16,-6 0 6-16,-6 10-10 16,-5 12 3-16,-1 7 16 15,-4 8 7-15,-2 3-15 16,0 6-16-16,0 0-5 15,0 6 18-15,0 7-3 0,0 3-26 16,0 10-3 0,0 6 4-16,0 4 0 15,-2 9 12-15,2 3-7 0,0 8-4 16,-2 4 12-16,2 5-19 16,-2-3-3-16,2-2 5 15,-2-6-6-15,2-7-1 16,0-11-5-16,0-4 2 15,0-10 1-15,0-6-3 16,0-6 0-16,-7-4-2 16,-11 1 1-16,-7-5-2 15,-8-2 0-15,-7-6-1 16,-11-5 0-16,-10-4-2 16,-12-6-47-16,-12-13-86 15,-4-12-213-15,-2 0-46 16</inkml:trace>
  <inkml:trace contextRef="#ctx0" brushRef="#br0" timeOffset="57765.04">22388 7997 890 0,'0'0'66'0,"0"0"-26"0,0 0 44 0,0 0-21 0,0 0 10 16,-4-109-28-16,33 88-19 15,2 3-14-15,0 7-4 16,-4 7-3-16,-2 4 2 16,-4 0 13-16,-2 16-7 15,-9 16-5-15,-3 7 1 16,-7 1 1-16,0 0-2 16,0-6 0-16,-17-2-1 15,-10-8 1-15,-5 0 3 16,1-8-1-16,4-4-3 15,7-4-3-15,7-4 1 0,9-4-3 16,2 0-1-16,2 0 3 16,0 0-1-16,13 0-2 15,20-10 5-15,8 0-5 16,5 7-1-16,-3 3 1 16,-3 0 5-16,-7 23 2 15,-6 11 2-15,-10 1 0 16,-7-2 11-16,-10-5 16 15,0-1 24-15,-14-6 5 16,-26-3-6-16,-16 0-10 16,-6-9-42-16,-7-9-8 15,-2 0-3-15,1-10-129 16,12-22-126-16,5-4-143 0</inkml:trace>
  <inkml:trace contextRef="#ctx0" brushRef="#br0" timeOffset="87131.47">15428 11897 236 0,'0'0'552'0,"0"0"-437"0,0 0-22 15,0 0 6-15,0 0-5 16,0 0 54-16,0 0 11 16,-40-10-44-16,11 16-110 15,-7-2 2-15,3-4-3 16,6 0 9-16,5-2-2 16,5-21 3-16,9 0-5 15,6-7 1-15,2-5-4 0,0 5 0 16,18 1-6-16,9 7-44 15,2 6 41-15,-1 10 2 16,1 6 1-16,4 9 0 16,-2 27 41-16,2 16-27 15,-10 13-2-15,-9 8-2 16,-12 2-10-16,-2-1 2 16,-11-6 1-16,-25-5 6 15,-4-7-6-15,-7-12-1 16,1-12-2-16,2-13 1 0,5-10 1 15,3-9 0 1,5 0 0-16,4-22-2 0,3-8 0 16,9-2-3-16,10 1 2 15,5 4 0-15,0 4 1 16,5 5-1-16,15 7 0 16,2 8 2-16,9 3-1 15,2 0 4-15,4 21 6 16,0 5-1-16,-1 2 1 15,-5 2-6-15,-2 2-4 16,-4 0-5-16,2 0-22 16,2 4-128-16,-4 2-121 15,2-10 14-15,-2-13-254 16</inkml:trace>
  <inkml:trace contextRef="#ctx0" brushRef="#br0" timeOffset="87364.49">15751 11951 687 0,'0'0'265'0,"0"0"-198"0,-5-129 45 0,-2 105-34 0,5 9 41 16,-2 8 14-16,4 6-3 16,0 1-79-16,0 9-35 15,0 28-5-15,0 14 29 16,0 10 9-16,2 3-46 15,5 3 3-15,-5 1-6 0,2 3-7 16,-4 4-42 0,0-1-139-16,0 1-101 0,-17-12-49 15</inkml:trace>
  <inkml:trace contextRef="#ctx0" brushRef="#br0" timeOffset="87931.16">14829 12902 990 0,'0'0'28'0,"-214"-37"23"0,89 33 64 0,0 4-3 0,7 0 17 0,20 0-36 16,31 0 1-16,33 0-44 15,34 8-35-15,16 9 2 16,64 0-3-16,56 3-2 15,43-3-4-15,39-13-2 16,27-4-6-16,5 0-1 16,-3-7-1-16,-18-7 4 15,-26 0-1-15,-30 2 6 16,-36 5-6-16,-44 0-1 16,-39 6-59-16,-43 1-78 15,-21 0-49-15,-55 8-22 0,-34 11-357 16</inkml:trace>
  <inkml:trace contextRef="#ctx0" brushRef="#br0" timeOffset="88448.27">15149 13489 912 0,'0'0'21'0,"0"0"15"0,0 0 64 15,-125-58-30-15,105 30-46 16,7-3 5-16,11 4 13 16,2 1-13-16,6 0 1 15,26 5-28-15,2 7-2 16,8 13 0-16,0 1 0 15,-2 26 2-15,-5 19 7 16,-6 10 1-16,-11 7 0 16,-13 4-2-16,-5-4-4 15,-11 1 4-15,-22-9-5 16,-8-8 1-16,3-14-1 16,3-11 4-16,1-13 1 15,3-8 6-15,2 0 6 0,2-7 2 16,7-17 21-16,7-2-26 15,9-2 2-15,4 6-9 16,0 4 14-16,10 8-3 16,19 6-10-16,9 4 5 15,5 0-6-15,3 4 19 16,1 18-9-16,-2 3-14 16,-6 6-6-16,0 1 0 15,-8 2-26-15,-4-4-77 16,-7 0-157-16,-4-10-24 15,-6-15-247-15</inkml:trace>
  <inkml:trace contextRef="#ctx0" brushRef="#br0" timeOffset="88783.22">15508 13487 931 0,'0'0'17'0,"0"0"60"0,0 0 34 0,0 0-25 16,0 0-3-16,0 0-20 15,0-60 13-15,0 88-48 16,-4 14-19-16,1 10 28 16,3 4-17-16,0-3-9 15,7-3-3-15,13-5-5 16,9-4-2-16,2-11-1 16,-2-13 0-16,2-8-2 0,-2-9-1 15,0 0 0 1,2-22 0-16,-4-16 3 0,-6-11 3 15,-13-2 0-15,-8-3 2 16,0 5 2-16,-16 8-2 16,-10 9 0-16,-5 9 2 15,-5 9-7-15,-2 8-13 16,-4 6-95-16,-5 6-167 16,-4 12-185-16</inkml:trace>
  <inkml:trace contextRef="#ctx0" brushRef="#br0" timeOffset="89265.07">14839 11321 493 0,'0'0'214'0,"0"0"-148"0,0 0 41 0,0 0-25 16,-124-64-25-16,82 76 8 16,-3 34 12-16,-2 31-5 15,-6 31 0-15,-1 31 20 16,-4 25-7-16,2 24-26 16,3 17 20-16,8 11 11 15,10 3-45-15,12-7-26 16,17-5 18-16,6-9-20 15,6-13-6-15,35-15-2 16,23-17-8-16,28-20 2 0,21-18-2 16,21-22-1-1,18-29-64-15,10-26-126 0,12-36-156 16,-11-16-97-16</inkml:trace>
  <inkml:trace contextRef="#ctx0" brushRef="#br0" timeOffset="89648.2">16063 11534 620 0,'0'0'227'16,"0"0"-206"-16,0 0 51 15,0 0 4-15,0 0-25 16,0 0 1-16,-17-81-6 16,65 140 4-16,15 39 32 15,5 45 13-15,1 35 6 16,-9 24-7-16,-10 17-20 15,-15 7-11-15,-12-1 0 0,-15 6-38 16,-8-7-15 0,-8-7-8-16,-29-15-2 0,-7-32 0 15,-5-27-3-15,0-32-61 16,0-27-139-16,3-36-156 16,-4-38-207-16</inkml:trace>
  <inkml:trace contextRef="#ctx0" brushRef="#br0" timeOffset="90231.47">16774 11472 1028 0,'0'0'19'0,"0"0"55"0,0 0-25 0,0 0-45 0,46-113 5 0,-7 100 18 0,3 6 2 16,-3 7-10-16,-7 7-14 15,-14 23-5-15,-14 12 2 16,-4 6 1-16,0 4 3 16,-25-4-1-16,-4-6 3 15,-4-6 1-15,4-8 0 16,4-11 0-16,12-8-4 15,7-4-1-15,6-5-2 16,0 0 2-16,0 0 0 16,19 0-3-16,18 4 1 15,9 3-1-15,-2 7 1 16,-3 6-2-16,-9 4 1 16,-8 1-1-16,-9-7 1 0,-11-2 4 15,-4-2 3-15,-15 2 55 16,-32 1-28-16,-12-2-14 15,-5-5-17-15,2-8-4 16,14-2-1-16,5 0-84 16,16 0-146-16,12-6-306 15</inkml:trace>
  <inkml:trace contextRef="#ctx0" brushRef="#br0" timeOffset="90498.11">17144 12745 1142 0,'0'0'32'0,"0"0"-2"0,0 0 39 0,0 0-23 15,0 0 6-15,120-10 37 16,-56 0-39-16,1 1-50 16,-11 4-19-16,-12 3-163 15,-15 1-60-15,-21 1-277 16</inkml:trace>
  <inkml:trace contextRef="#ctx0" brushRef="#br0" timeOffset="90631.9">17144 12996 975 0,'0'0'54'0,"0"0"-22"16,0 0 35-16,0 0-9 15,164-5-50-15,-66-16-8 16,1-12-224-16</inkml:trace>
  <inkml:trace contextRef="#ctx0" brushRef="#br0" timeOffset="91065.01">18665 12294 845 0,'0'0'219'0,"0"0"-72"15,0 0 54-15,0 0-84 16,0 0-61-16,0 0 60 16,-23-55-57-16,37 100-6 15,7 17-3-15,-4 10-35 16,-3 3-11-16,-6 1-2 16,-3 0-2-16,-5 4-1 15,0 1-39-15,0-4-63 16,-7-1-217-16,-1-21-18 15,5-25-296-15</inkml:trace>
  <inkml:trace contextRef="#ctx0" brushRef="#br0" timeOffset="91266.26">18991 12752 503 0,'0'0'538'16,"0"0"-511"-16,0 0 9 15,116-81-13-15,-50 65 14 16,12 2 10-16,2 1 21 16,-2 6-41-16,-4 0-27 15,-18 4-4-15,-14 3-102 16,-17 0-82-16,-25 0-258 16</inkml:trace>
  <inkml:trace contextRef="#ctx0" brushRef="#br0" timeOffset="91465.07">19315 12462 981 0,'0'0'100'0,"0"0"24"15,0 0-8-15,0 0-11 16,0 0-37-16,0 0 1 16,2 71 72-16,21-20-98 15,2 4-27-15,-3 3-10 16,-2 3-1-16,-6 0-5 15,-8 6-17-15,-2 0-146 16,-4-10-225-16,0-13-182 0</inkml:trace>
  <inkml:trace contextRef="#ctx0" brushRef="#br0" timeOffset="91764.68">20408 11929 1082 0,'0'0'33'0,"0"0"109"16,0 0-13-16,0 0-47 0,0 0-27 15,0 0-13-15,0 16 46 16,0 62 4-16,6 11-65 15,5-1-15-15,-1-5-11 16,-4-12 1-16,-2-9-4 16,-2-12-3-16,-2-12-78 15,0-5-194-15,0-13 2 16,0-20-144-16</inkml:trace>
  <inkml:trace contextRef="#ctx0" brushRef="#br0" timeOffset="92099.11">20423 12097 881 0,'0'0'65'16,"0"0"-45"0,114-112-8-16,-50 86-11 0,1 4-1 15,-3 14 1-15,-10 8 8 16,-10 8 26-16,-18 34-3 16,-19 12-9-16,-5 9-7 15,-32 5 4-15,-23 0 3 16,-14-6 6-16,-2-10-4 15,4-9-4-15,11-16 14 16,13-10-1-16,22-10-12 16,9-4-3-16,10-3-6 15,2 0 6-15,0 0-7 16,22 5-4-16,26 8 0 16,16 7 5-16,3 6-2 15,-1 6-5-15,-3 1-5 0,-7 0 3 16,-3-3-2-16,-6-4-2 15,-8-4 0-15,-7-2-13 16,-16-1-158 0,-16-4-101-16,0-5-642 0</inkml:trace>
  <inkml:trace contextRef="#ctx0" brushRef="#br0" timeOffset="92331.09">20088 13002 1067 0,'0'0'19'16,"0"0"-1"-16,-122 14 88 0,122-10-22 16,7 4-52-16,48 3 62 15,44-4 23-15,47-6-30 16,39-1-60-16,18 0-11 16,1-8-6-16,-17-5-2 15,-25 3-1-15,-33 4-1 16,-40 2-6-16,-37 4-75 15,-41 0-215-15,-18 0-65 16,-53 18-318-16</inkml:trace>
  <inkml:trace contextRef="#ctx0" brushRef="#br0" timeOffset="92584.04">20566 13378 1048 0,'0'0'99'0,"0"0"100"16,0 0-101-16,0 0-15 15,0 0-34-15,0 0-4 16,-19 81 34-16,17-19-5 16,0 0-62-16,2-4-12 15,0 0 0-15,0-1-15 16,0-3-111-16,0-6-165 15,9-16-50-15,3-18-393 16</inkml:trace>
  <inkml:trace contextRef="#ctx0" brushRef="#br0" timeOffset="93135.52">20804 13403 1015 0,'0'0'38'16,"0"0"93"-16,0 0-18 15,0 0-72-15,0 0-13 16,0 0 1-16,-5 55 22 16,5-2 11-16,0 0-50 15,0-8-7-15,10-7-4 16,9-8 0-16,1-5-1 16,1-9-10-16,-4-8-43 15,1-7 0-15,-5-1 27 0,-1-1 10 16,-5-26 11-1,-7-10 4-15,0-6-3 0,-9-1 2 16,-16 4 2-16,1 4 1 16,5 8 1-16,8 8 1 15,11 6-3-15,3 4-6 16,28-1-58-16,12 4 14 16,3 7 13-16,1 0 19 15,-5 13 12-15,-4 18 6 16,-7 5 1-16,-10 4 3 0,-9 2 8 15,-4 1 14 1,-6-2 4-16,0 1 3 0,5 0-6 16,1-7-7-1,6-7-4-15,-1-10-9 0,3-8 3 16,2-7 14-16,2-3 10 16,1-9 29-16,4-26-6 15,0-14-21-15,-7-11-7 16,-7-9 47-16,-9-5-56 15,-2 1 1-15,0 4-21 16,-20 13-8-16,-12 11 2 16,-12 12-55-16,-20 11-154 15,-19 4-95-15,-17 0-351 16</inkml:trace>
  <inkml:trace contextRef="#ctx0" brushRef="#br0" timeOffset="93781.38">18648 11656 706 0,'0'0'113'0,"0"0"-77"0,0 0 37 0,-125-12-30 0,91 12 8 16,2 0 26-16,11 0-6 15,-2 0-27-15,5 0-13 16,-1 12-8-16,-1 10-1 16,4 7 11-16,0 7 1 15,1 5-15-15,-3 8 44 0,2 1-28 16,5 4 10-16,2 8-11 15,5 8 4-15,4 7-10 16,0 7-5-16,0 6 10 16,0 4-14-16,0 4-11 15,0 6 8-15,0 7 12 16,0 8-15-16,0 5-2 16,0 12 2-16,-7 9-7 15,-6 3 8-15,-3-1-7 16,7-13-3-16,4-12-2 0,5-10-1 15,0-11 1 1,0-15 2-16,19-15-4 0,10-8 0 16,11-11 0-1,15-6 0-15,21-10-18 0,24-14-54 16,28-14-158-16,18-8-172 16,15-44-398-16</inkml:trace>
  <inkml:trace contextRef="#ctx0" brushRef="#br0" timeOffset="94365.04">21517 11726 693 0,'0'0'300'0,"0"0"-279"0,0 0 44 0,0 0-47 16,0 0-16 0,100-110 16-16,-53 106 35 0,2 4 2 15,0 0-23-15,-7 25-18 16,-4 2-2-16,-11 3 3 16,-5 9 14-16,-7 6 4 15,-3 10 27-15,-7 11-17 16,-3 6-5-16,-2 9-4 15,0 4-14-15,0 8-1 16,0 5-8-16,0 7 1 16,0 3 5-16,4 4-5 15,2 1-2-15,2 7-5 16,-4 4-5-16,-2 10 10 16,5 5 10-16,-3-1 7 15,5-6 5-15,0-9 6 0,-9-10-24 16,0-8-6-16,-22-9-4 15,-36-12-4-15,-13-9-3 16,-16-15-32-16,-5-11-76 16,1-16-151-16,-4-27-103 15</inkml:trace>
  <inkml:trace contextRef="#ctx0" brushRef="#br0" timeOffset="95017.16">22297 11396 1095 0,'0'0'28'0,"0"0"45"0,0 0-7 0,0 0-61 0,0 0-2 0,131-117 4 0,-77 113 9 16,-9 4-6-16,-10 0-7 16,-13 12-3-16,-15 16 4 15,-7 8-2-15,-9 9 7 16,-29-1-1-16,-4-4-1 15,-3-8-2-15,7-10 3 0,10-6 0 16,12-8 16 0,9-4-18-16,7-4-4 0,0 0 2 15,3 2 29-15,30 2-32 16,16 4 3-16,15 5-1 16,1-1-2-16,-5 13-1 15,-6-1 1-15,-15 7 0 16,-12-4 2-16,-13-2 34 15,-14 0 38-15,-7 1-5 16,-42 1-9-16,-20-1-17 16,-11-2-31-16,-1-4-11 15,6-6-2-15,4-4-5 16,6-1-73-16,7-9-206 0,13 0-71 16</inkml:trace>
  <inkml:trace contextRef="#ctx0" brushRef="#br0" timeOffset="95282.03">22023 11026 945 0,'0'0'119'0,"0"0"8"0,0 0-93 0,0 0 75 15,160 139 31-15,-61-48-44 16,5 17-33-16,-4 10-23 0,-11 4 0 16,-8-8-25-16,-12-10-2 15,-7-12-12-15,-6-11-1 16,-10-3 0-16,-11-4-110 16,-10-12-312-16,-15-18-538 15</inkml:trace>
  <inkml:trace contextRef="#ctx0" brushRef="#br0" timeOffset="96031.73">16845 11024 920 0,'0'0'39'0,"-116"-87"52"0,78 58 7 0,15 11-40 15,12 9 38-15,9 2 20 16,2 7-35-16,0 0-45 15,23 22-21-15,21 36-3 16,16 27 15-16,7 17 10 0,-3 8-21 16,3 3-5-1,-3 1-3-15,-10-3-2 0,-2-2-6 16,-8 2-2-16,-7 2-18 16,-12 8-227-16,-11-8-173 15</inkml:trace>
  <inkml:trace contextRef="#ctx0" brushRef="#br0" timeOffset="96882.15">15849 15302 1071 0,'0'0'24'0,"0"0"23"0,0 0-3 0,-14-116-27 16,41 93-8-16,2 7 8 15,4 10 15-15,-1 6-19 16,-6 14-7-16,-7 27 10 15,-9 11 2-15,-10 8 8 16,0 2 42-16,-10-2-25 0,-22-6 14 16,-4-8-7-16,0-11 8 15,1-7-25-15,4-10-4 16,8-11 2-16,10-4 0 16,7-1-9-16,4-2-12 15,2 0-2-15,0 0-6 16,0 0 5-16,6 0-7 15,25 0-11-15,19 0 9 16,14 0-11-16,7-5-121 16,2-2-53-16,-1 2-30 15,-1 0-36-15,-8-3-221 16</inkml:trace>
  <inkml:trace contextRef="#ctx0" brushRef="#br0" timeOffset="97114.98">16397 15205 884 0,'0'0'36'16,"0"0"103"-16,-43-109-18 15,37 90 6-15,2 11 18 16,1 4 11-16,3 4-66 16,0 0-69-16,0 8-15 15,0 28-2-15,0 14 35 16,5 4-25-16,8 3-10 15,1-1-3-15,-4 1-2 16,1-4-22-16,-8-3-85 16,-3 4-164-16,0-7-43 0,-7-10-316 15</inkml:trace>
  <inkml:trace contextRef="#ctx0" brushRef="#br0" timeOffset="97383.31">15537 15986 566 0,'0'0'394'15,"-136"0"-338"-15,82 0 96 16,19 0-3-16,19 0-34 0,14 4-64 16,4-1 5-1,52 3-5-15,34 3-18 0,45-5-13 16,20-4-11-16,12 0-3 15,5-4-4-15,-12-6 3 16,-14 2-4-16,-19 4-1 16,-34 4-6-16,-31 0-41 15,-29 0-201-15,-31 0-37 16,0 7-296-16</inkml:trace>
  <inkml:trace contextRef="#ctx0" brushRef="#br0" timeOffset="97784.17">15887 16431 204 0,'0'0'792'0,"0"0"-741"16,0 0 96-16,0 0-51 16,0 0-57-16,-34-114-12 15,66 87-15-15,7 8 22 16,1 10 2-16,3 9-30 15,-4 0 2-15,-7 22 10 16,-9 18-2-16,-13 10 1 16,-10 13-3-16,0-1-3 15,-21 0-1-15,-18-8-1 16,-3-6 15-16,-7-12 2 16,7-12 4-16,2-7-1 0,7-3-3 15,10-10 6-15,9 0-14 16,11-4 0-16,3 0-12 15,0 0 3-15,0 0 11 16,28 0-15-16,15 0-5 16,12 0 0-16,12 0-4 15,0 0-96-15,0 0-34 16,-5 0-119-16,-6-8-55 16,-8-6-332-16</inkml:trace>
  <inkml:trace contextRef="#ctx0" brushRef="#br0" timeOffset="98115.09">16425 16415 1059 0,'0'0'56'15,"0"0"60"-15,0 0 2 16,0 0-53-16,0 0-23 16,0 0 9-16,-44 44-20 15,40 14 67-15,4 4-80 16,0-8-4-16,25-6-11 15,8-7-2-15,2-9-1 16,7-6-1-16,-5-16-2 16,3-2-4-16,-9-8-3 15,-4 0-1-15,-6-26 11 16,-6-10 13-16,-11-13-5 16,-4-1 18-16,-9-8-13 15,-20 8 14-15,-4 8 18 0,-4 10 11 16,-3 8-34-16,-2 8-8 15,3 2-14-15,2 14-1 16,10 0-38-16,10 0-103 16,17 17-247-16,0-2-200 15</inkml:trace>
  <inkml:trace contextRef="#ctx0" brushRef="#br0" timeOffset="98600.29">17179 16036 643 0,'0'0'263'0,"0"0"-229"0,0 0 43 0,0 0-38 15,0 0 2-15,0 0 19 16,0-6 50-16,9 6 12 16,-7 0-26-16,0 0-54 15,-2 0-6-15,0 0 9 16,0 0-7-16,0 0-5 16,0 0-4-16,0 0 14 15,0 0-26-15,0 0-5 16,-2 0 7-16,2 0 1 0,0 0 5 15,0 0-18-15,0 0 0 16,0 0-2-16,0 0 0 16,24-4-4-16,24-4 1 15,18-2-1-15,16 0 1 16,-6 2 0-16,-7-2-2 16,-13 3 0-16,-20 6 1 15,-16-3 2-15,-16 4-3 16,-4 0 2-16,0 0-1 15,0 0-1-15,0 0-9 0,0 0-78 16,0 0-263 0,0 4-188-16</inkml:trace>
  <inkml:trace contextRef="#ctx0" brushRef="#br0" timeOffset="98882.26">17972 15779 359 0,'0'0'574'0,"0"0"-493"0,0 0 78 16,0 0 9-16,0 0-53 0,0 0 22 16,-11-102-47-1,11 102-18-15,0 0-48 0,0 4-15 16,4 31-2-16,8 15 41 15,-1 9-13-15,-3-5-22 16,2 3-13-16,-6-7 3 16,3-2-3-16,-1-2-5 15,-2 3-52-15,7-10-233 16,3-15-218-16</inkml:trace>
  <inkml:trace contextRef="#ctx0" brushRef="#br0" timeOffset="99137.11">18511 15877 1131 0,'0'0'42'15,"0"0"31"-15,0 0 27 16,0 0 0-16,0 0-53 15,0 0 7-15,47-8-1 16,9 8-34-16,9-10-19 16,-7 6-2-16,-13-3-40 15,-11 2-165-15,-13 5-36 16,-21 0-128-16,0 5-190 16</inkml:trace>
  <inkml:trace contextRef="#ctx0" brushRef="#br0" timeOffset="99265.49">18538 16018 737 0,'0'0'157'0,"0"0"-17"16,0 0-56-16,0 0-16 16,0 0-25-16,0 0-21 15,178-6-22-15,-90-13-122 16,-5-6-315-16</inkml:trace>
  <inkml:trace contextRef="#ctx0" brushRef="#br0" timeOffset="99632.09">19654 15159 873 0,'0'0'95'0,"0"0"72"16,0 0 24-16,0 0-10 0,0 0-58 16,0 0-32-1,0-76-18-15,10 106-52 0,13 16 26 16,6 7-23-16,-6 3-14 15,-5 0-10-15,-9 3 0 16,-9-2-2-16,0-3-44 16,0-10-124-16,-3-8-134 15,-8-22 0-15,2-14-183 16</inkml:trace>
  <inkml:trace contextRef="#ctx0" brushRef="#br0" timeOffset="99948.34">19728 15149 76 0,'0'0'764'0,"0"0"-712"16,0 0 17-16,113-112-41 0,-51 100 8 16,1 8 10-16,-12 4 17 15,-9 10 2-15,-15 25-20 16,-19 14-25-16,-8 5-6 16,-25 3 2-16,-31 1 4 15,-17-8 22-15,-3-1-15 16,5-18-8-16,17-9-4 15,21-10-3-15,17-6 4 16,13-6-5-16,3 0-5 16,0 4-6-16,29-4 2 15,25 4 16-15,17 7 2 16,10-4-10-16,-3 3-9 16,-5 2 0-16,-6-2-1 0,-7-1-2 15,-8-3-15-15,-12 1-75 16,-16 11-80-16,-24 1-77 15,0-2-306-15</inkml:trace>
  <inkml:trace contextRef="#ctx0" brushRef="#br0" timeOffset="100182.97">19409 15909 120 0,'0'0'819'0,"0"0"-792"16,-129 10 45-16,122-6 64 15,7 0-67-15,32 5-14 0,43 1 100 16,45-10-25 0,44 0-76-16,25 0-25 0,15-19-13 15,-3 1-15-15,-22-4 9 16,-33 4 1-16,-39 5-7 16,-44 9-4-16,-39 4-20 15,-24 0-108-15,-59 13-174 16,-35 18-38-16</inkml:trace>
  <inkml:trace contextRef="#ctx0" brushRef="#br0" timeOffset="100416.31">19685 16196 1005 0,'0'0'88'0,"0"0"24"0,0 0 96 16,0 0-102-16,0 0-52 15,0 0-3-15,-2 27 47 16,4 26-16-16,10 5-53 16,-1 5-25-16,0-5-4 15,-2-1-5-15,-2-4-32 16,1-7-126-16,6-9-157 16,3-22-30-16,6-15-243 15</inkml:trace>
  <inkml:trace contextRef="#ctx0" brushRef="#br0" timeOffset="100899.97">20013 16248 1002 0,'0'0'149'0,"0"0"-2"15,0 0-47-15,0 0-39 16,0 0-6-16,0 0-6 16,-2-8-24-16,0 41-16 15,2 11 23-15,0 0-23 16,8-4-6-16,17-4-2 15,4-6-1-15,0-12-1 16,-4-4-9-16,-4-9-2 16,-2-5-20-16,-9 0 12 15,-5-27 17-15,-5-9-15 16,0-4 0-16,-11 0 13 16,-16-4-14-16,2 7 13 15,8 5-4-15,9 10-4 16,8 4-4-16,15 0-100 0,29 7 46 15,12 5 40-15,4 6 15 16,-2 0 16-16,-4 6 1 16,-12 19 5-16,-9 11 3 15,-11 4 8-15,-9 4 34 16,-5 3-6-16,-2-3 2 16,1 0-12-16,7-12-28 15,5-6 6-15,2-8-1 16,5-14 2-16,6-4 24 15,3-14 31-15,-4-20-49 0,-8-10 13 16,-16-6 30-16,-7-4-18 16,-12-1-13-16,-30-2-20 15,-14 16-11-15,-13 11-7 16,-18 20-71-16,-13 10-185 16,-12 10-173-16</inkml:trace>
  <inkml:trace contextRef="#ctx0" brushRef="#br0" timeOffset="103398.39">17879 17227 1002 0,'0'0'104'0,"0"0"52"0,0 0 27 0,0 0-54 0,0 0-25 16,0 0-5-16,-33-85-37 16,33 85-29-16,0 0-19 15,0 0-6-15,0 0-3 0,0 19 0 16,6 15 2-16,7 8 17 15,1 2-14-15,-3-4-3 16,-3 0-5-16,-2-8-2 16,0 2-6-16,-6 2-5 15,0 0-69-15,0 8-117 16,-12-3-195-16,-11-5-70 16</inkml:trace>
  <inkml:trace contextRef="#ctx0" brushRef="#br0" timeOffset="103648.23">17341 17808 994 0,'0'0'91'15,"0"0"-1"-15,0 0 57 16,0 0-98-16,0 0 10 16,0 0-2-16,34 0 7 15,53 0 41-15,31 0-73 16,18 0-16-16,7-14-12 15,-3 0 11-15,-11-4-1 16,-18 6 6-16,-24 2-1 16,-24 1-12-16,-20 8-7 15,-22-3-1-15,-13 4-31 16,-8 0-169-16,-23 10-202 16,-31 12-500-16</inkml:trace>
  <inkml:trace contextRef="#ctx0" brushRef="#br0" timeOffset="104048.1">17696 18380 1095 0,'0'0'37'16,"0"0"137"-16,0 0-33 15,0 0-126-15,0 0-3 16,46-108-12-16,-19 98 17 15,-2 6-4-15,2 4-1 0,0 0 21 16,-4 28 18 0,0 12-12-16,-5 10-29 0,-11 3 1 15,-7 4-4-15,0-3-3 16,-25 3 7-16,-13-16-2 16,-7-2 1-16,1-15-2 15,4-6 3-15,3-10 13 16,10-2-18-16,9-6-1 15,11 0 1-15,7 0 0 16,0 0 0-16,0 0 11 16,4 0-10-16,25 0-6 15,16 0 6-15,15-6-6 16,10-7-1-16,1 0-6 16,6 3-42-16,-9-3-58 15,-8 4-144-15,-12-4-59 16,-12-1-269-16</inkml:trace>
  <inkml:trace contextRef="#ctx0" brushRef="#br0" timeOffset="104401.88">18347 18281 739 0,'0'0'239'16,"0"0"-112"-16,0 0 5 15,0 0-38-15,0 0-45 16,0 0-16-16,-27-39 4 15,22 77-20-15,3 12-3 16,2 12 1-16,0-4-3 0,0-8-10 16,20-6 4-16,7-4-5 15,2-7 0-15,4-12-1 16,0-4-1-16,1-16-4 16,2-1 5-16,-5-2 3 15,-4-24-2-15,-7-4 8 16,-9 2-4-16,-11-5 3 15,0-6 27-15,-14 1 42 16,-15 2-54-16,-6 4 0 16,-3 10 0-16,-3 12 21 15,4 2-43-15,1 8-1 16,7 0-47-16,7 0-101 16,9 14-125-16,11 0-54 15</inkml:trace>
  <inkml:trace contextRef="#ctx0" brushRef="#br0" timeOffset="104783.09">19251 17784 1031 0,'0'0'140'0,"0"0"19"0,0 0-40 0,0 0-67 0,0 0-10 0,0 0-7 0,96 0 37 16,-27 0-36-16,-2-4-36 16,-11-3-2-16,-17 2-3 15,-11-1-89-15,-15 6-122 16,-13 0-23-16,0 6-166 16,-25 14-275-16</inkml:trace>
  <inkml:trace contextRef="#ctx0" brushRef="#br0" timeOffset="104898.22">19347 17959 266 0,'0'0'490'0,"0"0"-317"0,0 0-68 16,0 0-30-16,0 0-9 15,0 0-38-15,107-18-3 16,-20-5-25-16,15-7-128 16,-2-2-355-16</inkml:trace>
  <inkml:trace contextRef="#ctx0" brushRef="#br0" timeOffset="105598.47">20455 17074 915 0,'0'0'127'0,"0"0"48"16,0 0 45-16,0 0-55 15,0 0-43-15,0 0-38 16,-8-44-44-16,8 52-19 16,5 24-10-16,13 13 7 15,1 1-12-15,-1-2-6 16,-1-4 3-16,-9-4-6 16,-5 0-8-16,-3-2-44 15,0-10-85-15,0-6-86 16,-5-10 11-16,-4-8 85 15,-2-14 58-15,-4-30 30 0,-1-14 18 16,3-15 24 0,5-2 9-16,8 8 22 0,0 9-2 15,0 19 9-15,25 8-9 16,6 13-5-16,10 8-5 16,3 6-12-16,0 4 16 15,-3 4 1-15,-7 18 25 16,-6 6-13-16,-17 8-14 15,-11 4-12-15,0 0 0 16,-25 0 1-16,-17 1 6 16,-5-7 1-16,1-6-6 15,8-10-3-15,16-10 9 16,11-3 2-16,6-3-11 16,5 4-4-16,0 9-4 15,31 1 4-15,18 2 4 0,9 0 3 16,5-4-12-16,1-6-13 15,-2-3-45-15,-3 4-20 16,-10-1-44-16,-11 2-46 16,-16-1-208-16</inkml:trace>
  <inkml:trace contextRef="#ctx0" brushRef="#br0" timeOffset="105848.11">20347 17630 865 0,'0'0'102'0,"-153"44"13"0,97-28-43 0,16-6 34 0,22-2 0 0,18-6-3 0,1-2-24 0,64 0-40 16,54 0 29-16,55-2-21 16,35-25-10-16,16 2-18 15,-15-1-5-15,-27 8 2 16,-35-1-5-16,-45 13-6 15,-40 3-5-15,-51 3-90 16,-27 22-212-16,-65 14-8 16,-29 12-402-16</inkml:trace>
  <inkml:trace contextRef="#ctx0" brushRef="#br0" timeOffset="106098.25">20501 18012 521 0,'0'0'464'0,"0"0"-328"15,0 0 86-15,0 0-88 16,0 0-74-16,0 0-22 16,0-21-3-16,2 65 47 15,5 19 2-15,7 12-55 16,-3 1-25-16,1-3-4 15,0-3-20-15,-1-6-182 16,-2-12-141-16,7-20-97 16</inkml:trace>
  <inkml:trace contextRef="#ctx0" brushRef="#br0" timeOffset="106684.36">20764 17981 1018 0,'0'0'99'15,"0"0"95"-15,0 0-114 16,0 0-50-16,0 0-10 16,0 0 8-16,-24 90 28 15,24-42-41-15,6-4-6 16,16-2-7-16,0-11 0 16,5-5-2-16,-2-8 2 15,0-9-5-15,-8-5-8 0,-3-4 2 16,-5 0 4-16,-3 0-7 15,-4-21 10-15,-2-15-2 16,0-8 4-16,0 0-3 16,-19 7-2-16,-8 5 5 15,2 7 2-15,6 10 3 16,9 3-3-16,10 2-2 16,0-8 0-16,18-4-19 15,24-4-31-15,14 4 36 16,4 4 8-16,3 4-5 0,-5 5 4 15,-12 4 3 1,-8 5 4-16,-16 0 4 0,-11 0 1 16,-8 0-3-16,-3 9 29 15,0 24-15-15,0 7 0 16,-7 12-4-16,-2 6 0 16,7 4 0-16,2 6-9 15,2-6-1-15,21-7 0 16,1-15-4-16,4-15 0 15,1-14 2-15,3-11 0 16,-3 0 6-16,2-28 3 16,-4-16 13-16,-5-19 17 15,-11-13 60-15,-11-7-63 16,0 0 5-16,-13 9-36 16,-24 19-5-16,-17 19-12 15,-23 22-49-15,-29 14-185 16,-27 5-234-16</inkml:trace>
  <inkml:trace contextRef="#ctx0" brushRef="#br0" timeOffset="107181.4">17929 18915 22 0,'0'0'816'0,"-231"57"-719"0,117-34 0 0,19-5 40 0,28-14-7 15,29 1-36-15,29-5 1 0,11-5-9 16,66-26-36-16,42-22-37 15,58-24-13-15,36-4-4 16,17-16 4-16,7-1 3 16,-17 4-1-16,-35 10 20 15,-40 21 11-15,-49 28 2 16,-45 17-27-16,-29 12-8 16,-13 6-3-16,-8 0-43 15,-32 1-23-15,-18 36-203 16,-2-3-65-16</inkml:trace>
  <inkml:trace contextRef="#ctx0" brushRef="#br0" timeOffset="107782.13">20374 18606 840 0,'-124'22'82'0,"7"6"9"0,22-9-16 0,32-11 17 0,32-4 9 16,31-4-20-16,42-9-5 15,72-27-30-15,67-26-37 16,54-18-9-16,35-14 0 15,10-12 1-15,-3 1 17 16,-28 11 40-16,-41 14-20 16,-52 26-38-16,-58 20-3 15,-49 19-13-15,-38 8-46 16,-11 7 20-16,-54 0-23 16,-23 14-4-16,-21 23-121 15,-5 10-223-15</inkml:trace>
  <inkml:trace contextRef="#ctx0" brushRef="#br0" timeOffset="108533.3">22513 18396 359 0,'0'0'451'0,"0"0"-419"0,0 0-5 0,0 0-19 0,0 0 1 16,0 0 14-16,2-98 28 16,-2 98 4-16,0-5-20 15,0 5-18-15,0 0 3 16,0 0 9-16,0 0 4 16,0-4 10-16,0 4-9 15,0-3-3-15,0 3-14 16,0 0 10-16,0 0-2 0,0 0 0 15,0 0-2-15,0 0-8 16,0 0-11-16,0 0-1 16,0 0 0-16,0 0 1 15,0 0 2-15,0 0 16 16,0 0 11-16,0 0 0 16,0 0 18-16,-2 0-24 15,0 0 23-15,-1 0-22 16,1-5-2-16,0 5-8 15,-3 0-13-15,4 0 0 16,1 0-3-16,0 0-2 16,0 19-2-16,0 7 2 0,15 8 0 15,10-11-2-15,6 4-2 16,9-6 0-16,-3 4 4 16,4-2 0-16,-6-4 4 15,-8-3-2-15,-12-7 0 16,-5-2 5-16,-10-3 0 15,0-4 4-15,0 6 20 16,-16 9-14-16,-17-3 2 16,-8 1-19-16,1-5-1 15,5-8-48-15,-5 0-153 0,2-12-112 16,5-16-36 0,12-12-418-16</inkml:trace>
  <inkml:trace contextRef="#ctx0" brushRef="#br0" timeOffset="108731.17">22531 18227 381 0,'0'0'405'0,"0"0"-255"0,0 0-33 0,0 0-18 0,0 0-39 16,0 0-30-16,89-123 49 15,-47 84-9-15,0 1-15 16,-3 6 14-16,-10 5-15 15,-10 10-4-15,-7 7-46 16,-10 6-4-16,-2 4-38 0,-14 0-160 16,-26 0-274-1</inkml:trace>
  <inkml:trace contextRef="#ctx0" brushRef="#br0" timeOffset="110334.38">1999 7449 42 0,'0'0'0'0</inkml:trace>
  <inkml:trace contextRef="#ctx0" brushRef="#br0" timeOffset="110964.92">2169 7235 387 0,'0'0'729'0,"-243"107"-722"16,99-32 22-16,-2 3 87 15,2-4 29-15,21-10-47 16,29-19-20-16,39-20 12 16,32-21-56-16,23-4-6 15,44-11-14-15,55-43 5 16,61-31-18-16,54-25 5 15,33-22 0-15,20-6-6 16,3-1-4-16,-9 10 0 16,-23 12 4-16,-29 11 5 15,-34 23-5-15,-44 19-13 16,-48 23-74-16,-52 27-51 16,-38 14-35-16,-71 21 44 15,-40 33-103-15,-34 22-32 0,-19 17 90 16,-24 15 70-16,-18 9 34 15,-17 10 70-15,-21 14 46 16,-5 7 125-16,3 2 54 16,22-3-76-16,46-25-29 15,63-40-28-15,64-38-32 16,58-37-28-16,87-18 11 16,69-50-2-16,62-35-7 15,42-33 24-15,35-16-47 16,14-10 0-16,-3-2 0 15,-24 12 2-15,-36 26-13 16,-43 19-85-16,-54 20-288 0</inkml:trace>
  <inkml:trace contextRef="#ctx0" brushRef="#br1" timeOffset="121982.18">4825 1849 896 0,'0'0'1'0,"0"0"5"0,-135-107 1 0,71 67 5 0,-18-2 23 16,-19 9 64-16,-28 12-80 15,-27 15 11-15,-38 6-17 16,-28 20-6-16,-21 24 0 16,-4 8 21-16,19 5 1 15,30-2 13-15,40-2 2 16,37 1-25-16,34 7-9 16,27 20-3-16,18 13 0 15,20 12 1-15,19 5 5 16,3 5 0-16,58-1-4 0,45-9 2 15,44-14-9 1,46-24 1-16,32-20-3 0,28-22-17 16,16-18-26-16,7-8-9 15,8-23-3-15,-13-26 22 16,-14-14 6-16,-31-17-4 16,-32-8 8-16,-38-6 23 15,-49-7 1-15,-44-10 5 16,-59-15-3-16,-37-7-3 15,-79 9-17-15,-55 9-70 16,-47 33-62-16,-49 34 97 16,-35 28 1-16,-45 20-249 15</inkml:trace>
  <inkml:trace contextRef="#ctx0" brushRef="#br1" timeOffset="128248.1">1955 3498 532 0,'0'0'256'0,"0"0"-210"0,-139-2 87 0,81 2-31 0,8 2-5 0,0 5-13 16,15 1 9-16,12-2-23 16,10-2 20-16,13 0-61 15,7 4-14-15,51-2 3 16,55 2-2-16,52-8-4 16,57 0 4-16,39-3-13 15,18-8 0-15,-2 3 0 16,-21 6 0-16,-18 2-3 15,-29 0-2-15,-28 0-5 16,-34 0-29-16,-43-2-76 16,-34 2-40-16,-39 0 17 0,-31 0 8 15,-41-8 2-15,-59-5-383 16</inkml:trace>
  <inkml:trace contextRef="#ctx0" brushRef="#br1" timeOffset="128515.39">1718 3559 1171 0,'-153'33'6'16,"52"1"1"-16,48-12 47 15,40-15-34-15,19-5-14 16,61-2 16-16,51 0 12 16,61-4 1-16,50-15-10 15,43-6-19-15,21 0-2 16,-4 2-5-16,-17 4 2 15,-23 8 1-15,-26 5-1 0,-32 2-1 16,-27 2-2-16,-33 2-16 16,-40 0-46-16,-31 0-65 15,-27 0-8-15,-33 8-109 16,-14 3-119-16</inkml:trace>
  <inkml:trace contextRef="#ctx0" brushRef="#br1" timeOffset="128698.28">2309 4328 436 0,'0'0'0'0,"0"0"-379"15</inkml:trace>
  <inkml:trace contextRef="#ctx0" brushRef="#br1" timeOffset="128728.98">2309 4328 118 0,'-29'23'0'0,"27"-11"-83"15</inkml:trace>
  <inkml:trace contextRef="#ctx0" brushRef="#br1" timeOffset="130414.5">6948 5955 235 0,'0'0'806'0,"0"0"-780"0,-14-127 114 0,10 110-9 0,2 7 27 0,2 7-37 16,0 3-11-1,0 0-73-15,0 7-21 0,0 37-7 16,0 24-2-16,0 17 8 16,0 3-6-16,0-6-7 15,0-7 3-15,0-12-1 16,0-14-2-16,0-16-1 15,0-12-1-15,0-12-4 16,0-4 4-16,0-5 0 16,0 0 0-16,-5-29 0 15,-6-27-4-15,0-27-23 16,4-22 17-16,7-3-8 16,2 1-30-16,25 17 33 15,7 19-20-15,1 22 32 16,3 17-2-16,0 14 5 0,0 14 0 15,-3 4-2-15,-4 14 1 16,-10 24-4-16,-17 10 5 16,-4 8 0-16,-43 4 0 15,-19-2 0-15,-5-4-11 16,3-11-88-16,15-10-76 16,13-3-16-16,14-20-49 15,11-3-306-15</inkml:trace>
  <inkml:trace contextRef="#ctx0" brushRef="#br1" timeOffset="131334.76">10738 5928 326 0,'0'0'644'0,"0"0"-625"0,-5-107 128 0,-2 93-27 16,3 8 38-16,2 6 12 16,2 0-64-16,-7 2-81 15,-6 37 0-15,-7 20-1 16,-3 13-8-16,1 2-12 0,2-11-1 15,5-12-1-15,6-8-1 16,2-15 0-16,3-13-1 16,4-12-7-16,0-3 1 15,0 0-18-15,0-6-12 16,0-34 24-16,19-20 10 16,6-18 2-16,3-4-3 15,0 1 4-15,-1 13-1 16,-6 19 2-16,-5 20 0 15,-7 17 0-15,-5 9 1 16,-2 3 0-16,6 0 8 16,10 31 3-16,10 13 42 0,1 17-41 15,-4 0-8 1,-5 2-7-16,-5-1 4 0,-1-4-4 16,-5-7-2-1,-3-4-1-15,-1-8-51 0,-5-10-88 16,2-7-40-16,-2-5-46 15,0-10 8-15,0-7-150 16,-4 0 17-16</inkml:trace>
  <inkml:trace contextRef="#ctx0" brushRef="#br1" timeOffset="131497.75">10570 6096 606 0,'0'0'228'0,"0"0"-153"0,0 0 19 0,0 0-66 0,0 0 3 16,125-42 3-16,-26 20-34 16,14-11-30-16,-10-3-343 15</inkml:trace>
  <inkml:trace contextRef="#ctx0" brushRef="#br1" timeOffset="137381.5">6558 7529 843 0,'0'0'136'0,"0"0"-131"0,0 0 122 0,0 0-70 16,0 0-17-16,-123 57 19 16,79-39-16-16,-1-9 12 15,5-9 19-15,9 0-31 16,2-3-6-16,4-21-25 16,8-6-1-16,7-4-5 15,10-5-1-15,0 5 4 16,5 0-9-16,21 5 0 15,1 10 2-15,0 9-1 16,2 8-1-16,2 2-3 0,3 14 3 16,3 22 4-1,-3 14-1-15,-5 11-3 0,-11 6 4 16,-12 4-1 0,-6-1-2-16,-2-4-1 0,-27-7 1 15,-4-11-1-15,-3-10-2 16,3-10 2-16,2-12 2 15,2-10-2-15,0-6 0 16,2 0 3-16,2-13-3 16,8-18 0-16,10-10-10 15,7-5-2-15,0 2-6 16,2 10 18-16,14 11 4 0,2 10-4 16,-1 9 0-1,8 4 5-15,4 2 14 0,4 26 2 16,1 12-12-16,-3 4 16 15,-2 3-23-15,-2-3-2 16,-3-4-22-16,-2-6 1 16,1-4-108-16,1-8-89 15,1-14-35-15,0-8-225 16,1-6-17-16</inkml:trace>
  <inkml:trace contextRef="#ctx0" brushRef="#br1" timeOffset="137731.24">6785 7588 168 0,'0'0'677'0,"0"0"-659"0,0 0 140 0,-67-103-58 0,52 93-19 15,3 7-2-15,6 0 0 16,3 3-13-16,-1 6-30 16,-2 30-28-16,-1 16-1 15,2 9-2-15,5-3-4 16,0-4 0-16,14-6-1 15,10-5 0-15,2-10-5 16,3-11-15-16,-2-7-18 16,0-9-4-16,-2-6-4 15,0-4 25-15,-4-27 12 16,-3-10 9-16,-7-12 4 16,-11-5 6-16,0-1 10 0,-17 8 10 15,-10 11 5 1,-2 12 9-16,-3 9-30 0,4 10-10 15,3 5-4-15,8 4-20 16,3 0-142-16,10 16-89 16,4 4-234-16,0 1-61 15</inkml:trace>
  <inkml:trace contextRef="#ctx0" brushRef="#br1" timeOffset="137966.07">6880 7295 882 0,'0'0'8'0,"0"0"77"0,0 0 61 15,0 0-76-15,0 0 7 16,150 10 88-16,-88 59-114 16,-4 18-9-16,-8 15 29 15,-21 11-56-15,-25 10-9 16,-11 5-6-16,-53 4-1 15,-14-6-118-15,-8-10-129 16,4-23-51-16,-2-27-282 16</inkml:trace>
  <inkml:trace contextRef="#ctx0" brushRef="#br1" timeOffset="138331.31">5947 7131 194 0,'0'0'765'15,"0"0"-745"-15,0 0 76 16,-142-31-15-16,86 63-21 16,-2 30 27-16,2 25-8 0,1 18 18 15,17 12-15 1,11 4-22-16,18-11-31 0,9-12-12 16,15-13-13-1,30-11-4-15,13-12-2 0,18-14-5 16,13-13-51-16,7-12-109 15,11-19-74-15,-3-4-58 16</inkml:trace>
  <inkml:trace contextRef="#ctx0" brushRef="#br1" timeOffset="138864.6">7070 6880 708 0,'0'0'47'16,"0"0"-42"-16,0 0 51 0,45-113-21 16,-8 93 3-1,2 11 8-15,-6 9-4 0,-4 0-1 16,-9 14-8-16,-9 18 2 16,-11 7-15-16,0 1-1 15,-9 0 0-15,-18-9 6 16,1-9-6-16,4-8-1 15,5-8-10-15,13-6 8 16,4 0-2-16,0 0 1 16,0 0 4-16,23-16-17 15,10-2-2-15,7 8-5 16,-5 10 3-16,2 0 2 0,-8 10 11 16,-8 9 5-1,-5 0-9-15,-13 0 16 0,-3-2 4 16,-32 7 27-16,-30 4-13 15,-16-2-39-15,-4-6-2 16,1-6-55-16,17-14-136 16,8 0-125-16,14-1-409 15</inkml:trace>
  <inkml:trace contextRef="#ctx0" brushRef="#br1" timeOffset="141065">10638 7730 174 0,'0'0'782'0,"0"0"-763"0,0 0 22 0,0 0 29 0,0 0-12 0,-128-4-27 15,88 4 26-15,2-10-3 16,7-2-12-16,7-6-17 16,5 0 1-16,9-1-11 15,7-4 7-15,3 1-15 16,0 0-3-16,13 3-4 16,8 6 2-16,3 5-2 15,1 8 1-15,0 0 0 16,3 10-1-16,1 28 3 15,-2 8 4-15,-5 8 2 16,-9 5-5-16,-11-4-2 0,-2 1-1 16,-2-3 3-16,-27-5-4 15,-6-6-3-15,-3-10 3 16,3-8 0 0,-1-12-1-16,5-8 4 0,2-4-2 15,2 0 1-15,7-14-2 16,9-11-4-16,11-3-9 15,0-1 4-15,0 4 8 16,11 7 1-16,7 7 1 16,4 4 1-16,4 6 0 15,3 1 6-15,6 5 29 16,2 20-3-16,-3 3-14 16,1 2-20-16,-4 0 0 15,-2 0-15-15,0 0-90 0,-4 0-86 16,-3-10-64-16,-2-12-317 15</inkml:trace>
  <inkml:trace contextRef="#ctx0" brushRef="#br1" timeOffset="141299.54">10842 7678 294 0,'0'0'613'0,"0"0"-601"0,0 0 168 0,0 0-20 15,0 0-8-15,0 0-7 16,-71-88-84-16,71 88-26 16,0 12-15-16,2 22-16 0,17 10 21 15,-2 4-16-15,-1-2-8 16,-1-2-1-16,-4 1-8 16,3 0-104-16,-6 4-122 15,-3-9-57-15,-1-13-277 16</inkml:trace>
  <inkml:trace contextRef="#ctx0" brushRef="#br1" timeOffset="141532.14">11036 7516 805 0,'0'0'15'16,"0"0"180"-16,0 0-83 0,0 0-85 15,0 0 105-15,114 102 5 16,-69-32-89-16,-10 3-25 16,-8 4-17-16,-21-1-2 15,-6 3-4-15,-28 3-44 16,-28-2-111-16,-17-13-142 16,-12-17-322-16</inkml:trace>
  <inkml:trace contextRef="#ctx0" brushRef="#br1" timeOffset="141831.07">10221 7263 1003 0,'0'0'14'16,"0"0"41"-16,-143 115 89 16,96-26-14-16,8 16-32 15,7 7 19-15,14-2-41 16,14-7-29-16,4-9-20 16,9-11-16-16,28-12-2 0,13-13-9 15,10-12-3 1,13-17-24-16,14-18-147 0,13-11-87 15,1-6-85-15,-3-32-505 16</inkml:trace>
  <inkml:trace contextRef="#ctx0" brushRef="#br1" timeOffset="142281.34">11185 7132 769 0,'0'0'338'0,"0"0"-330"16,0 0 15-16,0 0 37 15,18-102-48-15,29 83 4 16,2 12 6-16,0 7 3 15,-11 2 5-15,-11 26-14 16,-16 15-7-16,-11-2-2 16,0 4 2-16,-25-9 5 15,-6-10 6-15,0-7 5 16,6-6 35-16,12-9-36 16,9-2-12-16,4-2-3 0,0 0-5 15,6 0-4-15,23-8-3 16,13-6 1-16,8 8 4 15,-6 6-1-15,-1 0-1 16,-6 14-7-16,-5 8 7 16,-10-5 44-16,-11-2-26 15,-11 3-8-15,-23 8-2 16,-39 8-8-16,-29 9-3 16,-20-4-257-16,-7-9-135 15</inkml:trace>
  <inkml:trace contextRef="#ctx0" brushRef="#br1" timeOffset="145681.4">6658 9497 681 0,'0'0'158'0,"0"0"-147"0,0 0 102 0,-119 62-18 15,96-54-30-15,4-4-20 16,4-4 15-16,1 0-13 15,2-2 1-15,0-20 1 16,5-6-21-16,7-4-22 0,0 2-4 16,0 4-2-1,14 1 0-15,10 7 1 0,3 4 0 16,0 7-2-16,2 7 1 16,2 0 0-16,-4 29 0 15,-3 21 0-15,-8 15 10 16,-12 5 0-16,-4 0-6 15,0-2 5-15,-24-6-2 16,-12-6-4-16,-3-13 5 16,7-16-3-16,-4-6 0 15,7-11 1-15,-2-8 2 16,0-2-2-16,2 0 2 16,2-14 1-16,10-13 0 15,1-7 1-15,9-2-8 0,7 4-1 16,0 4 1-16,9 6 4 15,15 4-1-15,3 10 2 16,7 8 9-16,1 0-9 16,1 16 44-16,-1 12-20 15,-2 4-20-15,0 3-8 16,-5-5-3-16,1-2-16 16,-2-6-17-16,4-4-78 15,2-12-149-15,8-6-14 16,-6 0-227-16</inkml:trace>
  <inkml:trace contextRef="#ctx0" brushRef="#br1" timeOffset="146032.29">6940 9532 839 0,'0'0'34'15,"0"0"62"-15,0 0 39 0,0 0-40 0,0 0 6 0,0 0-22 16,-110-39-28-16,101 65-5 15,7 10-2-15,2 8-23 16,0 6-16-16,6 2 3 16,12-4-4-16,4-5-4 15,7-10 1-15,0-7 0 16,5-9-1-16,-1-9-2 16,0-8-2-16,-4 0-12 0,-4-8 8 15,-2-20 8 1,-8-12 1-16,-7-9 8 0,-8-11-3 15,0-5 1-15,-23 6 4 16,-14 11-3-16,-5 16-3 16,0 13 6-16,-3 14-7 15,5 5-4-15,3 0-4 16,10 18-22-16,6 12-100 16,14 3-96-16,7-2-148 15</inkml:trace>
  <inkml:trace contextRef="#ctx0" brushRef="#br1" timeOffset="146786.28">9934 9703 606 0,'0'0'364'0,"0"0"-345"0,0 0 139 0,0 0-68 0,0 0 15 0,-75-118-83 16,107 90-17-16,1 6 4 16,0 11 0-16,-2 11 1 15,1 0 0-15,-5 20-5 16,-7 21 1-16,-9 9 1 15,-9 6 6-15,-2-5 9 16,-7-1-6-16,-19-10 28 16,-10-7-22-16,-2-6 0 15,1-10-5-15,1-4-4 16,5-9-4-16,9-2-4 16,8-2 4-16,7 0-3 15,7 0 11-15,0 0-3 16,0 0-1-16,0 0-9 0,0 0-4 15,16 0 0-15,8 0 1 16,5 0 2-16,0 0-1 16,0 0-1-16,4 0 3 15,4 0-4-15,-2 0-1 16,5 0-1-16,0 0-54 16,1 0-155-16,1 0-88 15,-3-9-128-15</inkml:trace>
  <inkml:trace contextRef="#ctx0" brushRef="#br1" timeOffset="147031.4">10443 9645 327 0,'0'0'600'0,"0"0"-570"16,0 0 118-16,0 0-37 15,0 0 30-15,0 0-37 16,-87-96-1-16,87 96-12 15,0 0-60-15,0 25-16 16,2 16-5-16,14 13 23 16,1 2-27-16,-7 0-1 15,-1 0-5-15,-7 3-21 16,-2 1-55-16,0 10-114 16,-15 0-132-16,-18-4-418 15</inkml:trace>
  <inkml:trace contextRef="#ctx0" brushRef="#br1" timeOffset="150166.2">6622 10989 302 0,'0'0'518'0,"0"0"-494"0,0 0 74 0,-147 0 13 0,114 0-29 15,6 0-33-15,9-11-6 16,5-6 0-16,5-4-12 15,8-2-13-15,0-1-3 0,0 3-8 16,17 5-7-16,5 4 0 16,2 8 2-16,3 4-1 15,2 0 2-15,5 26 4 16,-3 16 0-16,-4 11 4 16,-9 3-1-16,-12-2 0 15,-6-3-3-15,-2-2 3 16,-29-8 13-16,-8-8-3 15,0-9-3-15,1-10 1 16,4-8-2-16,3-6 28 16,2 0-10-16,5-24-20 15,3-6-5-15,8-6-2 16,7-1-2-16,6 0-2 16,0 9-1-16,0 7-1 15,0 12 1-15,6 6 1 0,8 3 2 16,10 0-1-16,3 0 5 15,6 17 3-15,-2 5 0 16,1 1 7-16,-1 2-13 16,-4-4-6-16,-3 4 1 15,1-3-1-15,-3-2-11 16,-4 3-104-16,2-4-65 16,-2-3-72-16,2-12-89 15,-3-4-232-15</inkml:trace>
  <inkml:trace contextRef="#ctx0" brushRef="#br1" timeOffset="150482.09">6821 10997 758 0,'0'0'29'0,"0"0"87"0,0 0 46 0,0 0-50 0,0 0-60 16,0 0-34-16,-41 46 35 15,41 2-15-15,0-2-20 16,8-4-9-16,9-2-5 15,3-10-1-15,0-6-3 16,2-12 4-16,5-8-1 16,2-4 2-16,2-8 0 15,2-22 0-15,-5-7 1 16,-11-9-3-16,-12-7 5 16,-5 2 10-16,-14-1 0 0,-19 12 10 15,-7 11 5 1,-1 11-21-16,-1 11 4 0,9 6-12 15,10 1-4-15,10 0-6 16,13 11-76-16,0 15-153 16,11 1-103-16</inkml:trace>
  <inkml:trace contextRef="#ctx0" brushRef="#br1" timeOffset="151131.34">9614 11126 848 0,'0'0'24'0,"0"0"60"0,0 0 30 0,0 0-38 15,0 0-28-15,0 0-1 0,-95-102-28 16,117 62 1-16,9 9-11 15,3 4 13-15,-1 13-11 16,3 6-2-16,-3 8 8 16,-2 0 9-16,-2 28-3 15,-2 15 4-15,-9 8 3 16,-7 12 21-16,-11-1-7 16,0 1-24-16,-13-4-7 15,-16-9 5-15,-9-8-6 16,-5-6-2-16,-3-9-4 15,-1-11-1-15,5-4-2 16,9-10-2-16,8-2 1 0,7 0-1 16,9-11 2-16,7-10 1 15,2-5-4-15,0 4-3 16,13 1-5-16,11 10 8 16,1 1 1-16,0 10-1 15,-1 0 7-15,5 0-1 16,0 11-3-16,2 10-2 15,-2-2-1-15,0 0 0 16,-2-3 0-16,-3-2-28 16,1-3-102-16,2 1-95 15,-1-12-34-15,6 0-147 16</inkml:trace>
  <inkml:trace contextRef="#ctx0" brushRef="#br1" timeOffset="151332.14">10107 11028 794 0,'0'0'104'0,"0"0"-39"0,0 0 89 0,0 0-23 0,0 0 18 15,0 0-65-15,0-74-48 16,9 98-6-16,9 10 59 16,0 7-24-16,-1 3-51 15,-3 0-10-15,-8 0-4 16,-1 2-3-16,-5 2-76 15,0 1-159-15,-27-4-121 0,-17-2-434 16</inkml:trace>
  <inkml:trace contextRef="#ctx0" brushRef="#br1" timeOffset="152034.31">6574 12389 948 0,'0'0'39'0,"0"0"-22"0,0 0 99 0,0 0-45 0,-101-111-24 0,101 77-7 0,0 6-7 0,16 6-29 16,-1 8 9-16,3 12 6 15,3 2-13-15,0 25 9 16,2 28 9-16,-7 15-8 15,-5 4 27-15,-11-4-27 16,0-5-5-16,-9-7 0 16,-22-8-6-16,-8-10 4 15,1-10-5-15,1-10-2 16,3-11 0-16,1-7 1 16,2 0-1-16,6-14 0 15,5-13 6-15,9-5-2 16,11-1-1-16,0 8-4 0,2 5-1 15,19 8 1-15,2 8 1 16,9 4 1-16,6 0 15 16,2 4 0-16,2 15-5 15,-1 4-8-15,-4 1-5 16,1 2-1-16,-2 0-38 16,-1 0-201-16,-6-13-64 15,-4-10-329-15</inkml:trace>
  <inkml:trace contextRef="#ctx0" brushRef="#br1" timeOffset="152382.07">6892 12284 954 0,'0'0'15'16,"0"0"37"-16,0 0 98 16,0 0-38-16,0 0-59 15,0 0-34-15,-38 32-4 16,29 18 56-16,4 6-42 15,5-3-14-15,0-6-4 16,14-7-7-16,10-5-3 16,3-10 2-16,6-10 0 15,6-11 1-15,-1-4 1 16,1-6 2-16,-3-24 13 0,-6-13-4 16,-6-4-3-1,-16-10 30-15,-8 3 3 0,-4 4-27 16,-21 10-4-16,-8 15 1 15,2 8-3-15,2 13-5 16,0 4-8-16,5 0-4 16,8 8-22-16,7 24-139 15,9-1-150-15,0-4-312 16</inkml:trace>
  <inkml:trace contextRef="#ctx0" brushRef="#br1" timeOffset="153098.51">9924 12264 902 0,'0'0'13'0,"0"0"-12"0,0 0 23 0,-131 48 89 0,89-48-43 0,1 0-5 16,2 0-32-16,11-6 21 15,13-9-8-15,6 0-10 16,9-8 2-16,0 2-36 16,20-3 0-16,7 3-4 15,4 10-1-15,-2 4 3 16,2 7 7-16,-2 0-2 15,0 18 9-15,0 23 10 0,-7 7-8 16,-6 6 5-16,-7 5 2 16,-9-4 29-16,0-2-35 15,-18-6-3-15,-17-2 1 16,-6-7-6-16,-1-6-5 16,-3-10-3-16,5-8 2 15,5-10-2-15,8-4 0 16,6 0 1-16,9-10 1 15,5-20-3-15,7-8-9 16,0 1-7-16,9 6 11 16,13 9 1-16,5 7 4 15,0 7 3-15,1 8-1 16,1 0 11-16,-2 13 2 16,-5 13-8-16,-3 2-1 15,-4 2-6-15,1-2-1 0,1-2-2 16,6-4-22-16,-1-8-136 15,5-4-31-15,-1-6-12 16,3-4-50-16,-4-4-19 16,-1-24-107-16</inkml:trace>
  <inkml:trace contextRef="#ctx0" brushRef="#br1" timeOffset="153301.37">10083 12246 826 0,'0'0'101'0,"0"0"-12"0,0 0 85 0,0 0 11 0,0 0-89 16,0 0-46-16,-7 37-11 16,7 13 93-16,0 0-71 15,13-5-50-15,3-2-2 16,0-6-6-16,-6 2-3 16,1-3-2-16,-4 2-74 15,-7 5-184-15,0-8-177 16</inkml:trace>
  <inkml:trace contextRef="#ctx0" brushRef="#br1" timeOffset="155147.96">7070 3717 525 0,'-151'6'628'0,"26"5"-623"0,29-3 5 0,32-4 80 15,27-4-29 1,25 0-9-16,12 0 56 0,26 3-27 15,52-3-56-15,52 0-15 16,72 0 12-16,68-6 0 16,75-16-16-16,67-4-3 15,47 7-3-15,35 6 7 16,17 13 1-16,-14 0-8 16,-25 10 0-16,-49 20 3 15,-55 5-3-15,-56 3-4 16,-63-4 3-16,-50-8 0 15,-49-6 1-15,-42-12-4 16,-34-8-10-16,-34 0-39 16,-29 0-7-16,-11-4-52 0,-58-10 28 15,-48 2-128-15,-42-1-25 16,-39-1-108-16,-27-4-105 16</inkml:trace>
  <inkml:trace contextRef="#ctx0" brushRef="#br1" timeOffset="155548.47">7351 3519 681 0,'-174'-21'354'0,"25"11"-349"0,24 3-3 16,27 5 3-16,21 0 2 15,21 2 24-15,22 0 40 16,18 0-7-16,16 0-21 16,9 0-16-16,45 14-25 15,39 4 27-15,48-2 32 16,63-2 23-16,57-7-51 16,67-1-2-16,53 3-2 15,40-1-6-15,33 2-6 16,19-1 5-16,-1-5-20 15,-15 5 0-15,-35 1 0 16,-50-2 7-16,-52 5-6 0,-64-7 11 16,-55 1 0-16,-59-1-4 15,-45 0-6-15,-43-4-2 16,-27 2-2-16,-25-4-6 16,-6 0-49-16,-60 0-141 15,-50-6-317-15</inkml:trace>
  <inkml:trace contextRef="#ctx0" brushRef="#br1" timeOffset="158883.74">5673 9453 353 0,'0'0'543'0,"0"0"-481"0,0 0 40 0,-121-53-17 0,67 47-53 15,-11 6 46-15,-13 0 28 16,-5 20-6-16,-11 16-14 15,-12 17-31-15,-8 13 2 16,-13 12-28-16,-14 17 4 16,-17 19 2-16,-13 20-22 15,-9 19 1-15,-3 15 5 16,6 14 1-16,15 11-3 16,8 17-3-16,3 16-12 15,-1 20 10-15,-2 17-6 0,-1 14 0 16,12 5 7-16,20-4-1 15,22-3 0-15,27-4-4 16,24-2-8-16,26 0 5 16,24-1-4-16,15-8 0 15,48-7-1-15,28-10 2 16,25-7-2-16,18-13 2 16,15-9-2-16,14-19 3 15,9-21-2-15,17-17 4 16,9-23-2-16,7-13-2 0,7-22-1 15,-10-18-1-15,-7-15-1 16,-16-18-3-16,-20-16-6 16,-28-9-33-16,-28-15-64 15,-21-8-182-15,-26 0-91 16,-20-26-234-16</inkml:trace>
  <inkml:trace contextRef="#ctx0" brushRef="#br1" timeOffset="159248.01">4941 16048 957 0,'0'0'47'0,"0"0"64"0,0 0 15 0,0 0-66 0,0 0-32 0,0 0-3 16,52 4 65-16,11 31 17 16,1 14-57-16,-14 9-25 15,-17 10-5-15,-17 8-7 16,-16 15-9-16,-14 7 29 15,-32 0-32-15,-8-1 0 16,-2-17-2-16,2-20-22 0,8-12-68 16,6-12-96-16,6-14-74 15,8-14-314-15</inkml:trace>
  <inkml:trace contextRef="#ctx0" brushRef="#br1" timeOffset="160082.31">7019 15538 732 0,'0'0'235'0,"0"0"-90"0,0 0 23 0,0 0-14 0,0 0-19 0,0 0-2 0,-58-65-84 0,58 65 2 0,0 34-45 16,12 20 19-16,5 9 18 15,-1 4-28-15,-1-4-7 16,-1-11-3-16,-3-3 2 15,0-17-6-15,-2-10 0 16,-5-12-1-16,-1-6 1 16,-3-4-1-16,0 0 0 15,0 0 2-15,0-21 2 16,-7-29-4-16,-15-23-5 16,-1-5-2-16,3 4 7 15,6 12 0-15,8 18 3 16,0 13-4-16,4 18 2 0,2 9-1 15,-4 4 2-15,4 0-1 16,0 0-1-16,0 7-1 16,0 29 1-16,4 19 0 15,9 7 0-15,-3-8 3 16,2-4-2-16,-3-4 0 16,-3-4-1-16,1-8-2 15,0 3 1-15,-3-6-13 16,1 1-77-16,-3 7-189 15,-2-3-113-15,0-8-309 16</inkml:trace>
  <inkml:trace contextRef="#ctx0" brushRef="#br1" timeOffset="160482.4">6342 16506 995 0,'0'0'58'0,"0"0"41"0,-143-2 62 0,92 2-47 0,6 2 2 15,14 4-42-15,13 3 11 16,18-9-53-16,32 0-18 16,61 0-2-16,59-26-8 15,54-24 1-15,39-8-1 16,30-5 5-16,-3 10 14 16,-9 8 10-16,-18 5-17 15,-47 6-12-15,-46 11-4 16,-57 6 0-16,-45 11-1 15,-35 2-1-15,-15 4-2 16,-15 0-31-16,-46 4-44 16,-23 14-337-16,-26 0-163 15</inkml:trace>
  <inkml:trace contextRef="#ctx0" brushRef="#br1" timeOffset="165049.78">7293 16790 371 0,'0'0'469'0,"0"0"-338"0,0 0-5 16,0 0-19-16,0 0-12 0,0 0-50 16,-121-10 20-16,78 10 29 15,2 0-38-15,1 0-30 16,7-8 37-16,5-6-48 15,6 5-1-15,9-4-4 16,7 0 0-16,4-1-8 16,2-8-2-16,0 0-2 15,17 3 0-15,8 0 1 16,1 15 1-16,3 4 0 16,3 10 1-16,1 26-1 15,-4 17 0-15,-6 9 1 16,-9 2 0-16,-9 6 1 0,-5 2-2 15,-7-6 15 1,-24-2-14-16,-4-11-1 0,4-17 1 16,6-14 1-16,7-12-2 15,3-6 10-15,-4-4-7 16,2 0 6-16,-1-10 1 16,5-20-2-16,-1-2-8 15,8-3-1-15,6 3-3 16,0 10 4-16,0 0 5 15,12 4 0-15,11 4-4 16,8 10 0-16,5 4 8 16,2 0 0-16,2 12-4 15,-2 12-4-15,-1-2 0 0,0 0-2 16,-4-4-2 0,1 0-54-16,-1-9-84 0,4-5-153 15,3-4 14-15,-8-8-169 16</inkml:trace>
  <inkml:trace contextRef="#ctx0" brushRef="#br1" timeOffset="165384.21">7498 16731 838 0,'0'0'95'0,"0"0"52"0,0 0 2 0,0 0-7 0,0 0-45 15,0 0 16-15,-62-27-66 16,57 63-33-16,5 8 4 15,0 9 0-15,0-3-3 0,22-6-11 16,9-2-2-16,3-7-4 16,1-13-9-16,2-8 9 15,3-10-11-15,-3-4-18 16,3-10 1-16,-1-20 21 16,-10-10-2-16,-14-4 9 15,-13-1 2-15,-2 0 8 16,-19 4-1-16,-20 6 10 15,-5 8 8-15,-3 9 8 16,0 4-9-16,2 11-12 16,10 3-11-16,8 0-1 15,14 0-26-15,11 8-102 16,2 11-252-16,2 1-134 0</inkml:trace>
  <inkml:trace contextRef="#ctx0" brushRef="#br1" timeOffset="165698.72">8704 15712 567 0,'0'0'480'16,"0"0"-404"-16,-77-110 86 0,71 96-13 0,2 6-38 0,4 7-27 0,0 1-22 16,31 5-32-16,18 26 12 15,14 9 9-15,3 4-38 16,-3-2-10-16,-3-2-3 16,-4-6 3-16,-8-1-6 15,-3-12-15-15,-9-3-128 16,-9-6-126-16,-10-12-55 15,-5 0-164-15,-10-24-78 16</inkml:trace>
  <inkml:trace contextRef="#ctx0" brushRef="#br1" timeOffset="165882.57">9105 15571 201 0,'0'0'730'0,"0"0"-587"0,0 0 5 16,0 0-16-16,0 0 5 15,0 0-51-15,-106 22-39 16,79 40 94-16,2 1-113 15,4-2-12-15,3-5-13 16,1 1 0-16,1-7-3 16,-2 1 0-16,6-10-9 15,6 1-137-15,4-8-209 16,2-15-147-16</inkml:trace>
  <inkml:trace contextRef="#ctx0" brushRef="#br1" timeOffset="166117.81">9348 15462 1088 0,'0'0'84'0,"0"0"106"16,0 0-40-16,0 0-67 15,0 0-6-15,0 0-36 16,10 36 21-16,9 14-34 15,-2 0-25-15,-1-3-3 16,-1-1-4-16,-1-10-104 16,1-1-105-16,-1-8-91 15,3-18-158-15</inkml:trace>
  <inkml:trace contextRef="#ctx0" brushRef="#br1" timeOffset="166631.44">9670 15402 375 0,'0'0'622'15,"0"0"-508"-15,0 0-15 16,0 0 47-16,0 0 11 16,0 0-96-16,0 0-30 15,-29-2-9-15,29 56 47 16,0-1-59-16,14-8-7 16,12-9 0-16,5-6-1 15,-2-3-2-15,0-11 0 16,-4-9 0-16,-7 2 0 15,-7-9 0-15,-7 0-7 16,-4-9 7-16,0-22 0 0,0-13-2 16,-6-11-1-16,-17 1-3 15,2 6-14-15,0 3 17 16,13 10 0-16,8-1-22 16,0 0-21-16,23 10-21 15,20 4-12-15,8 12 29 16,3 10 26-16,-3 0 11 15,-4 32 5-15,-7 16 4 16,-9 8 4-16,-6 5 1 16,-8-4 1-16,4-7 5 15,0-6 9-15,12-7 1 16,2-19-2-16,6-10 3 0,4-8 13 16,-2-4-2-16,-3-28 17 15,-11-8 6 1,-9-9-7-16,-18-9 23 0,-2-9-35 15,-29 0 12-15,-24-7-25 16,-14 10-16-16,-8 11-4 16,-6 29-38-16,-12 24-111 15,-15 36-217-15,-12 36-321 16</inkml:trace>
  <inkml:trace contextRef="#ctx0" brushRef="#br1" timeOffset="167083.51">8226 16491 880 0,'0'0'79'0,"0"0"13"0,-162 110 20 0,58-15-7 0,-17 21 34 16,-9 8-17-16,-5 7 7 15,-10 7-48-15,-2-8-48 16,4-6-5-16,19-7 0 16,24-25-12-16,28-24-6 15,25-14-10-15,23-24-25 16,19-16-50-16,5-6-170 0,34-8-134 15,19-44-200-15</inkml:trace>
  <inkml:trace contextRef="#ctx0" brushRef="#br1" timeOffset="167448.87">10285 15054 941 0,'0'0'6'15,"0"0"-4"-15,0 0 5 16,0 0 59-16,0 0 23 15,0 0-36-15,-127 61-19 16,40 32 27-16,-17 23-10 16,-12 14 0-16,-12 0 8 15,2-5 7-15,14-18 4 16,23-18-12-16,27-22 16 16,24-23-53-16,20-17-21 15,11-8 0-15,7-11-15 0,0-4-179 16,23-4-203-1,4-31-448-15</inkml:trace>
  <inkml:trace contextRef="#ctx0" brushRef="#br1" timeOffset="167932.95">9147 14560 882 0,'0'0'112'0,"0"0"34"0,0 0 15 0,0 0-48 0,0 0-37 15,0 0-25-15,8-24-25 16,-8 41-15-16,0 4-3 16,6 1-1-16,13-8-3 15,14-2-2-15,15-1 5 16,10-8-6-16,2 1 4 0,0 2-5 15,-5 6 1 1,-6 2 3-16,-11 4 42 0,-13-6-15 16,-12-2 4-16,-13 0 2 15,0 11-1-15,-34 7-4 16,-16 12-10-16,-13 0-19 16,1-10-3-16,6-6-52 15,5-13-156-15,9-11-108 16,-4-1 48-16,9-42-207 15</inkml:trace>
  <inkml:trace contextRef="#ctx0" brushRef="#br1" timeOffset="168115.41">9164 14534 672 0,'0'0'148'16,"0"0"-46"-16,0 0 19 16,132-120-20-16,-88 79-16 15,1 0 26-15,-3 2-30 16,-8 7 8-16,-13 10-60 15,-7 4-22-15,-9 13-3 16,-5 3-4-16,0 2-11 16,-9 7-168-16,-20 21-144 15,-9 6-560-15</inkml:trace>
  <inkml:trace contextRef="#ctx0" brushRef="#br1" timeOffset="168985.46">5147 16946 1147 0,'0'0'33'0,"0"0"101"0,0 0 20 0,0 0-41 0,0 0-58 0,0 0-22 0,-62-15-2 16,62 57-20-16,0 8 14 16,9 6-10-16,2-6-15 15,0-6 1-15,-1-5-3 16,-4-6-7-16,-4-11-4 15,2-12-7-15,-1-6-30 16,-3-4-10-16,0 0 59 16,0-10 1-16,0-30 0 15,-19-18-48-15,0-17 34 16,5 7 8-16,12 2-22 16,2 12 18-16,2 14 6 15,23 12 0-15,2 12 3 16,4 10 1-16,-2 6 0 0,0 0-1 15,-4 22 1-15,-12 17 1 16,-11 4 0-16,-2 6 3 16,-11 1-2-16,-18-6 5 15,0-9-6-15,0-8 6 16,8-14-4-16,11-4 4 16,5-9 7-16,5 0-8 15,0 0 1-15,0 4-7 16,7 2 1-16,17 6 8 15,12-2-9-15,4-6-3 0,5 0-47 16,9-4-173-16,3 0 28 16,1-8-168-16,-5-14-207 15</inkml:trace>
  <inkml:trace contextRef="#ctx0" brushRef="#br1" timeOffset="169214.6">5675 16506 870 0,'0'0'52'0,"0"0"98"0,0 0 14 0,0 0 59 0,0 0-93 0,0 0-27 15,-22-65-27-15,22 133-53 16,0 28 48-16,0 12-43 16,0-9-16-16,0 7-11 15,-4-7 5-15,-1-10-6 16,3-12-2-16,2-19-49 15,0-10-155-15,0-20-250 16,0-24-199-16</inkml:trace>
  <inkml:trace contextRef="#ctx0" brushRef="#br1" timeOffset="169448.99">5314 16852 362 0,'0'0'711'0,"0"0"-691"0,0 0 69 15,0 0-17-15,0 0 16 16,0 0 3-16,143 58 32 16,-119-76-41-16,-6-4-53 15,-9 0-16-15,-9-6 9 16,-4 1-20-16,-23 2 2 16,-6 6-4-16,4 13-23 15,6 6-70-15,10 11-152 16,9 21-64-16,4 8-273 15</inkml:trace>
  <inkml:trace contextRef="#ctx0" brushRef="#br1" timeOffset="169598.66">5847 17133 1062 0,'0'0'41'0,"0"0"54"15,0 0 22-15,0 0-1 16,0 0-10-16,0 0-81 15,2 4-25-15,9-4-21 16,1 0-326-16,-2-8-289 16</inkml:trace>
  <inkml:trace contextRef="#ctx0" brushRef="#br1" timeOffset="169833.19">5907 16575 1132 0,'0'0'52'0,"0"0"48"16,0 0-28-16,0 0-10 15,0 0-39-15,0 0 19 16,116-71-42-16,-49 44-6 15,-7 12-145-15,-20 12-106 16,-22 3-184-16</inkml:trace>
  <inkml:trace contextRef="#ctx0" brushRef="#br1" timeOffset="169948.41">6041 16713 901 0,'0'0'117'0,"0"0"-32"15,0 0-13-15,0 0-10 16,0 0-25-16,155-80-33 15,-51 8-4-15,-4-16-276 16</inkml:trace>
  <inkml:trace contextRef="#ctx0" brushRef="#br1" timeOffset="171298.61">1467 7419 458 0,'-141'94'748'0,"-11"6"-743"0,5-3 94 16,24-27 77-16,44-30-74 15,44-26-70-15,37-14 25 16,79-62-18-16,71-42-14 16,78-48-18-16,78-40-2 15,59-19-3-15,34 2-2 16,5 12-9-16,-30 31 5 15,-42 25-2-15,-57 29-49 0,-63 28-48 16,-74 28 13 0,-71 30-63-16,-69 26-47 0,-41 12 117 15,-78 46-92-15,-62 28-141 16,-39 28 234-16,-44 17 46 16,-25 19 36-16,-23 29 58 15,-27 13 51-15,-11 17 129 16,5 1-68-16,31-17-21 15,55-31-17-15,82-49 5 16,82-51-12-16,95-50-76 16,70-32-26-16,105-71 7 15,91-54-7-15,79-51-17 16,70-33-1-16,39-13 1 16,21 2-2-16,-14 11-4 0,-37 29-71 15,-81 27-356-15,-106 35-632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49:18.462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15365 4923 372 0,'0'0'372'0,"0"0"-285"0,0 0 22 0,-6-126 2 16,1 103-5-16,1 10 16 15,1 5-1-15,1 3-10 16,0 4 16-16,0 1-82 16,2 0 1-16,-3 0-12 15,3 0-11-15,0 0-13 16,0 0-5-16,0 35-5 0,0 24 8 16,0 13 14-1,0 6 2-15,0 0-8 0,0-4-5 16,3 3 1-16,3-4-9 15,-1-2 0-15,0-12 3 16,1-8-6-16,-2-11-1 16,1-10-9-16,-1-13-31 15,0-4-72-15,-1-10-170 16,2-3-18-16,-5-30-12 16</inkml:trace>
  <inkml:trace contextRef="#ctx0" brushRef="#br0" timeOffset="231.65">15301 4953 459 0,'0'0'353'15,"0"0"-341"-15,-5-112 9 16,25 82 37-16,11 10 1 16,8 11 13-16,5 9-1 15,3 0-15-15,-7 28 13 16,-11 13-30-16,-16 6-19 15,-13 8-5-15,-7 5-4 16,-35-2-11-16,-14 0-19 16,-2-9-145-16,0-10-71 15,8-13-230-15</inkml:trace>
  <inkml:trace contextRef="#ctx0" brushRef="#br0" timeOffset="1765.57">7493 2602 920 0,'0'0'97'0,"-113"15"-63"0,43-4 119 0,-1 6-71 0,0-1-1 15,13-4 41-15,23-3-7 0,17-2-75 16,18-2-14-16,4 2-23 16,54 3 3-16,49-2 5 15,54-8-4-15,48 0 9 16,30-11-13-16,10-3 6 15,-11 1 14-15,-26 5-23 16,-27 6 0-16,-29 2 7 16,-24 0-6-16,-30 0 1 15,-25 0-2-15,-27 0 0 16,-21 0-31-16,-16 0 8 16,-11 0-122-16,-2 0-88 15,-19 0-75-15</inkml:trace>
  <inkml:trace contextRef="#ctx0" brushRef="#br0" timeOffset="3015.81">18004 5202 55 0,'0'0'913'0,"0"0"-854"0,0 0 50 0,0 0-6 0,0 0-32 15,0 0 16-15,0 0 0 16,-96-43-72-16,120 19-11 15,9 2-4-15,6 6 0 16,3 8-4-16,-3 8 3 16,-2 0 0-16,-4 3-3 15,-13 16-1-15,-9 6-2 16,-8 6 7-16,-3 5 12 16,-5 4-7-16,-24 1 1 15,-9-5 0-15,0-6 1 0,0-7-5 16,7-4 4-16,6-7-1 15,10-5 0-15,8-2-3 16,7-5 3-16,0 0-5 16,0 0-6-16,2 0-3 15,29 0-6-15,11 0 14 16,15 0 1-16,-6 0-1 16,-4 10 1-16,-9 14 1 15,-9 2 4-15,-9 1 0 16,-14-2 4-16,-6 1-1 15,-6 1 16-15,-30-4-4 0,-13 1 16 16,-11-4-12-16,-7-8-6 16,-2-9-10-16,4-3-8 15,10-9 0-15,12-17-17 16,21-7-97-16,22-12-153 16,0-1-135-16,24 1-421 15</inkml:trace>
  <inkml:trace contextRef="#ctx0" brushRef="#br0" timeOffset="3364.83">18549 5086 587 0,'0'0'425'0,"0"0"-382"0,0 0 78 0,0 0 4 16,0 0 44-16,0 0-66 16,-40-58-22-16,40 58-45 15,0 20-18-15,0 27 6 16,0 17 12-16,0 8-3 16,2 7-4-16,7-1-4 15,0 0-11-15,-2-3 0 16,-2-7-10-16,3-10-2 0,-1-8 4 15,-2-10-6 1,-1-12-7-16,-2-10-33 0,2-10-34 16,1-8-131-1,4 0-50-15,-2-33-7 0,-3-18-248 16</inkml:trace>
  <inkml:trace contextRef="#ctx0" brushRef="#br0" timeOffset="3565.96">18580 5216 428 0,'0'0'369'16,"0"0"-326"-16,0 0 36 16,-7-109-17-16,14 99-3 15,18 5-17-15,10 5 12 0,6 3-9 16,-3 21 3 0,-5 10-10-16,-13-1-11 0,-13 4-5 15,-7 0-16-15,-16 3-6 16,-35 2-11-16,-13-8-120 15,-19 0-83-15,-9-10-212 16</inkml:trace>
  <inkml:trace contextRef="#ctx0" brushRef="#br0" timeOffset="5049.83">15370 3842 433 0,'0'0'486'0,"0"0"-403"0,0 0 46 0,0 0 30 0,0 0 5 16,0 0-58-1,-13-14-57-15,-3 64-17 0,-4 16 8 16,-2 3-3-16,-1-12-21 15,6-4-15-15,-1-9 8 16,5-10-7-16,3-14-2 16,6-12-3-16,4-6-7 15,0-2-3-15,0 0-12 16,0-2-37-16,0-26 35 16,10-10 22-16,2-4 5 15,-2-1 0-15,3 7 0 16,-5 8 1-16,-1 10-1 15,-3 8 0-15,-2 6 2 0,-2 4-1 16,0 0 0-16,0 0 1 16,0 0 1-1,0 0-1-15,0 0-1 0,0 0-1 16,0 0-1-16,0 0-1 16,0 0 0-16,0 0 1 15,0 0 0-15,0 0-1 16,0 0 0-16,0 0-5 15,0 0-10-15,0 0-19 16,0 0-5-16,0 0-20 16,0 0 16-16,0 0-17 15,0 0 5-15,0 0 14 16,0 0 17-16,0 0-4 16,2 0-4-16,1 0 9 0,4-4 1 15,0-4-19-15,3 2-100 16,0 1-113-16,-1-4-14 15</inkml:trace>
  <inkml:trace contextRef="#ctx0" brushRef="#br0" timeOffset="5990.5">15341 3848 696 0,'0'0'156'0,"0"0"-73"16,0 0 35-16,0 0-14 0,0 0 17 0,0 0-10 16,-5-22-14-16,5 22-45 15,-2 0 42-15,2 0-57 16,-2 0-8-16,0 6-20 15,0 25-8-15,-3 4 22 16,3 7 1-16,2-4-15 16,0-3-1-16,0 3-2 15,0 2-2-15,0-4-4 16,0 0 7-16,0-7-5 0,0-4-1 16,0-7-1-16,0-7 1 15,2-6-1-15,-2-5-2 16,0 0-3-16,0 0 2 15,2 0-19-15,-2 0 10 16,0 0-7-16,0 0-1 16,0 0 9-16,0 0 0 15,0-6-12-15,0-10-14 16,-9-6 28-16,0-3 4 16,3-4-3-16,1-7 6 15,1-3-7-15,2-1 8 16,0-2 0-16,2 5 2 0,0 2 0 15,0 7 2-15,0 3-2 16,0 10 1-16,0 1 1 16,0 8 1-16,0 2 2 15,0 0 0-15,0 2-5 16,0 2 1-16,0-3 1 16,0 3 17-16,0 0-17 15,0 0 23-15,0 3-26 16,0 30-2-16,0 12 2 15,2 14 22-15,7-2-7 16,-1 0-6-16,4-6-2 16,-1 0 20-16,-3-5-22 15,1-6-3-15,1-9-1 16,-6-8-1-16,-2-8 0 16,0-10-2-16,-2-3-28 0,0-1-32 15,0-1-142-15,0 0 62 16,0-29 28-16,0-17-9 15,-13-10 57-15,-1-4 49 16,4 0 14-16,3 3 3 16,0 5 15-16,5 2 4 15,2 8 16-15,0 6 0 16,4 2-6-16,21 3-12 16,8 8-4-16,8 9-4 15,-2 14 8-15,6 1 8 16,-7 32 7-16,-7 9-5 15,-11 3-10-15,-18-1-17 0,-2-2 4 16,-27-5 0 0,-19-3-4-16,-10-7-67 0,0-10-41 15,3-9-19-15,8-8-180 16,8 0-194-16</inkml:trace>
  <inkml:trace contextRef="#ctx0" brushRef="#br0" timeOffset="6848.66">18500 4219 163 0,'0'0'888'0,"0"0"-834"0,0 0 120 0,7-112-19 0,-7 108-11 15,0 2-21-15,0 2-64 16,0 0-32-16,0 0-5 16,0 36-12-16,0 16 3 15,0 12-13-15,-7-2 2 16,-1-10-1-16,-4-10 2 16,5-8-6-16,-1-11-9 15,6-10-30-15,0-8-37 16,2-5 37-16,0 0-5 15,0-27 26-15,0-29 6 0,0-13 9 16,12-15-1-16,-1 18 7 16,1 15 1-16,-3 16 2 15,1 17 5-15,-2 8 3 16,1 8 14-16,6 2-5 16,9 7 27-16,8 27 1 15,-1 13-7-15,2 12-22 16,-6 3-8-16,-2 2-9 15,-3-5 2-15,-5-8-8 16,-5-2 1-16,-5-9-88 16,-7-8-83-16,0-8-137 0,0-14-50 15</inkml:trace>
  <inkml:trace contextRef="#ctx0" brushRef="#br0" timeOffset="7014.3">18226 4456 536 0,'0'0'488'0,"0"0"-452"0,0 0-3 0,0 0-11 0,0 0-12 16,182-27 7-16,-54-4-17 16,15-6-86-16,-8-1-296 15</inkml:trace>
  <inkml:trace contextRef="#ctx0" brushRef="#br0" timeOffset="7598.76">21339 4118 1051 0,'0'0'78'0,"0"0"51"0,0 0 74 0,0 0-60 0,0 0-45 0,0 0-44 0,0 36-33 15,0 19 11-15,11 7-16 16,-4-8-12-16,-1-6-4 15,-3-10-3-15,-1-6-8 16,-2-8-108-16,0-9-154 16,0-12-15-16,0-3-60 15</inkml:trace>
  <inkml:trace contextRef="#ctx0" brushRef="#br0" timeOffset="7752.14">21143 4168 779 0,'0'0'213'0,"0"0"-164"0,0 0 59 16,0 0-17-16,0 0-17 16,0 0-39-16,113-76-17 15,-41 52-18-15,1 7-7 16,-4 4-86-16,-11 13-120 16,-20 0-259-16</inkml:trace>
  <inkml:trace contextRef="#ctx0" brushRef="#br0" timeOffset="8314.54">21352 5186 1069 0,'0'0'70'15,"0"0"70"-15,0 0 34 16,0 0-38-16,0 0-73 15,0 0-16-15,-40 25-25 16,38 16-2-16,2 7-10 16,0-8-6-16,0 0-1 15,0-9-3-15,0-8-1 16,0-7-8-16,0-7-18 16,0-8-12-16,0-1-3 15,0 0-16-15,0 0-3 16,0 0 51-16,16-14 9 15,5-2 1-15,8 3 3 0,3 6-1 16,8 7 1-16,2 0 9 16,2 26 14-16,2 10-15 15,-9 6 8-15,-10 0 6 16,-12-1 1-16,-15-6-1 16,0 1 17-16,-21-4-27 15,-27-1-15-15,-10-5-4 16,0-10-78-16,3-16-132 15,6 0-53-15,13-34-281 16</inkml:trace>
  <inkml:trace contextRef="#ctx0" brushRef="#br0" timeOffset="8481.99">21390 5189 974 0,'0'0'79'0,"0"0"-7"0,0 0-39 0,0 0-11 0,0 0 3 0,178-50-4 0,-91 33-21 15,-9 2-89-15,-20-6-323 16</inkml:trace>
  <inkml:trace contextRef="#ctx0" brushRef="#br0" timeOffset="11081.87">16452 7578 476 0,'0'0'653'0,"0"0"-639"0,0 0 29 0,27-111-2 15,27 79 16-15,6 6-44 16,-2 12-5-16,-9 14 13 15,-15 6-9-15,-10 32 0 0,-13 15-1 16,-11 2-3-16,0 2 6 16,-36-9 16-16,-6-6 34 15,-4-8-14-15,5-8-12 16,7-8-2-16,10-6 8 16,11-6-27-16,6-3 3 15,7-3-13-15,0 0-7 16,3 0 0-16,30 0-7 15,15-5 7-15,12 3 1 16,3 2-1-16,-5 20 0 16,-9 17 3-16,-11 5-5 15,-18 0 4-15,-20-2 2 16,0-4 5-16,-35-3 9 0,-23 0 18 16,-14-11-10-1,-8-8-15-15,4-12-9 0,5-2 3 16,13-14-5-16,18-24-2 15,18-18-69-15,22-15-185 16,8 1-159-16,37 11-317 16</inkml:trace>
  <inkml:trace contextRef="#ctx0" brushRef="#br0" timeOffset="11531.66">17032 7569 508 0,'0'0'585'0,"0"0"-562"0,0 0 193 0,0 0 0 0,0 0-93 15,0 0-77 1,-11 3-33-16,11 51 6 0,0 20 31 16,13 10-21-16,3 2-17 15,-1 2 3-15,-1 1-9 16,-5-11-2-16,-3-10-2 15,-2-14-2-15,-1-18-1 16,-1-13-2-16,-2-13-3 16,3-8-9-16,-3-2-4 15,0-30 0-15,-3-34-20 0,-15-31-23 16,-2-17 36 0,7-5 14-16,5 10-13 0,8 10 21 15,0 17-1-15,12 16 5 16,24 14-2-16,6 11 2 15,7 17 0-15,3 17 2 16,-6 5-2-16,-5 21 1 16,-15 21 1-16,-19 9 4 15,-7 3-3-15,-24-2-1 16,-26-2 0-16,-10-6-2 16,-1-6-4-16,7-12-7 15,13-10-122-15,12-12-162 16,14-4-61-16</inkml:trace>
  <inkml:trace contextRef="#ctx0" brushRef="#br0" timeOffset="11800.27">17716 7910 803 0,'0'0'292'0,"0"0"-285"0,0 0 75 0,0 0-21 0,0 0-34 0,0 0 29 0,140 28-40 16,-73-28-16-16,-2-3-5 15,-16-15-108-15,-11 4-97 16,-20 2-239-16</inkml:trace>
  <inkml:trace contextRef="#ctx0" brushRef="#br0" timeOffset="11932.04">17752 8105 748 0,'0'0'141'16,"0"0"-51"-16,0 0 36 15,0 0-50-15,0 0-58 16,0 0-18-16,194-8-25 15,-72-36-176-15,-1 2-309 0</inkml:trace>
  <inkml:trace contextRef="#ctx0" brushRef="#br0" timeOffset="12414.58">18679 7624 524 0,'0'0'488'0,"0"0"-441"0,0 0 145 16,0 0 5-1,0 0-30-15,0 0-91 16,-50-63-54-16,50 74-6 0,0 33-3 16,16 18 33-16,2 17-16 15,2 5-20-15,-3-3-2 16,-1 2-4-16,0-9 0 15,-7-8-3-15,-5-12-1 16,1-14-6-16,-5-13-13 16,0-15-40-16,0-12-89 15,0 0-13-15,-18-29-34 16,-4-25 42-16,-5-19 103 16,5-17 18-16,6-1 23 15,7 0 9-15,9 9 3 16,0 8 23-16,9 10-4 15,17 13 7-15,6 14-2 0,4 11-3 16,6 12-11-16,2 9-2 16,3 5 7-16,-3 20 16 15,-10 23 6-15,-12 10 23 16,-19 6-33-16,-3-5-19 16,-30-2-6-16,-20-8-5 15,-12-8-13-15,-6-12-60 16,-1-9-121-16,2-15-274 15</inkml:trace>
  <inkml:trace contextRef="#ctx0" brushRef="#br0" timeOffset="13148.53">20044 6792 1010 0,'0'0'32'0,"0"0"0"0,-114-13 60 0,58 13 0 16,2 0-20-16,2 6-2 16,12 5-32-16,13-5 15 15,16-2 6-15,6 1-33 16,3 16-26-16,2 10 0 15,0 15 16-15,0 6-9 16,2 5-4-16,8 7 5 16,-6 4 13-16,-2 11-8 15,-2 3 1-15,0 6 0 16,0 2-1-16,0 7 12 16,0-1-14-16,2 2-4 15,5 4-4-15,-3 1 5 16,1 3-6-16,-5-2 5 0,0-10-4 15,2-5 0-15,1-13 0 16,3-6-3-16,12-10 2 16,8-9-2-16,15-11 0 15,10-11 0-15,7-11-6 16,6-9-21-16,13-9-80 16,0-5-136-16,4-22-98 15,-2-8-653-15</inkml:trace>
  <inkml:trace contextRef="#ctx0" brushRef="#br0" timeOffset="13432.12">20331 7463 358 0,'0'0'588'0,"0"0"-577"0,-13-108 117 0,13 94 29 16,0 5-1-16,-2 9-36 16,2 0-84-16,-2 0-12 15,0 37 7-15,0 27 9 16,-6 22 29-16,2 5-38 16,-1-9-19-16,3-8-6 15,4-10-6-15,0-9 0 16,2-9-15-16,23-14-111 15,6-16-252-15,7-14-213 0</inkml:trace>
  <inkml:trace contextRef="#ctx0" brushRef="#br0" timeOffset="13647.93">20784 7814 1176 0,'0'0'7'0,"0"0"18"0,0 0 48 16,0 0-17-1,0 0-3-15,183-14-8 0,-106 11-45 16,-5-1-13 0,-5-3-12-16,-11-1-126 0,-14-4-142 15,-22-1-311-15</inkml:trace>
  <inkml:trace contextRef="#ctx0" brushRef="#br0" timeOffset="13849.22">21004 7533 323 0,'0'0'736'0,"0"0"-715"16,0 0 85-16,0 0-9 15,0 0 14-15,-10 116 37 16,14-55-110-16,14 1-16 0,2-2-7 15,-2 2-15-15,-6 2-1 16,-5 2-42-16,-7-5-256 16,0-5-85-1</inkml:trace>
  <inkml:trace contextRef="#ctx0" brushRef="#br0" timeOffset="14349.63">22261 7030 398 0,'0'0'624'0,"0"0"-595"0,0 0 92 0,0 0 33 0,0 0 44 16,0 0-89-16,-2-80-54 16,2 97-37-16,0 34 3 15,0 13 21-15,9 8-19 16,-1-4-18-16,2-7-5 15,-6-3-1-15,-2-6-8 16,-2-4-94-16,0-14-191 16,0-16-48-16,0-16-286 15</inkml:trace>
  <inkml:trace contextRef="#ctx0" brushRef="#br0" timeOffset="14697.82">22201 7030 964 0,'0'0'10'0,"0"0"11"16,78-138 4-16,-20 106 19 16,9 15-2-16,-4 17 3 15,-13 13-11-15,-17 41-6 16,-19 14 19-16,-14 7-23 16,-14-4-11-16,-30-10-12 15,-7-13 3-15,-2-14-1 16,1-10 7-16,13-8-4 0,7-8 0 15,16-6 14-15,8-2-9 16,8 0-1-16,0 0 5 16,0 0-5-16,0 0-10 15,11 0-6-15,22 4 6 16,14 11 9-16,11 10-5 16,5 3 6-16,1 0-8 15,-2 0-1-15,-4-6-1 16,-5-1-3-16,-3-10-29 15,-11-4-126-15,-16-6-130 16,-22-1-607-16</inkml:trace>
  <inkml:trace contextRef="#ctx0" brushRef="#br0" timeOffset="14964.48">21700 7886 1145 0,'0'0'29'0,"0"0"-14"16,0 0 70-16,0 0 33 15,0 0-97-15,115-9 6 16,28-5-3-16,22 0-17 16,11 6 11-16,-6 3 20 0,-10 5 2 15,-20 0-19-15,-18 0 3 16,-23 2-20-1,-28 4-4-15,-29-1-7 0,-26-1-7 16,-16 1-53-16,-29 4-111 16,-38 5-90-16,-32 4-208 15</inkml:trace>
  <inkml:trace contextRef="#ctx0" brushRef="#br0" timeOffset="15198.94">22250 8003 948 0,'0'0'57'16,"0"0"55"-16,0 0 51 15,0 0 18-15,0 0-79 0,0 0-62 16,-16 8 1 0,16 36 27-16,2 8-12 0,10 0-37 15,1-2-19-15,0-3 1 16,1-3-1-16,-3-4-8 15,-5-2-51-15,0-6-160 16,-6-8-108-16,0-7-69 16</inkml:trace>
  <inkml:trace contextRef="#ctx0" brushRef="#br0" timeOffset="15849.94">22511 8103 768 0,'0'0'96'16,"0"0"29"-16,0 0 11 16,0 0-34-16,0 0 3 15,0 0-63-15,-5-36-17 16,5 36-2-16,-2 4-7 16,0 28-8-16,-1 10-1 15,3 6-6-15,0-2 2 16,0-6-3-16,3-3 0 15,12-7 0-15,3-8-6 16,3-7 3-16,-4-8 1 16,1-5-12-16,2-2 6 0,1-4-8 15,1-21 12-15,-3-9 1 16,-9-6 0-16,-10-6 2 16,0 0 1-16,-3 4 0 15,-21 5 0-15,-7 5 5 16,-1 9-5-16,3 3-5 15,9 9 5-15,11 5-3 16,9 1 1-16,0 1-15 16,25-2-20-16,17 2-10 15,12 0 16-15,0 4-14 16,-4 0 16-16,-7 0 26 16,-7 5 0-16,-7 12 6 15,-12 1-2-15,-5 8 1 16,-12 4-1-16,0 3 24 0,0 7-1 15,0-3-6-15,-8-1 0 16,8-2-9-16,0-6-4 16,8-2-2-16,11-5-2 15,6-7-1-15,-3-8 0 16,3-6 0-16,-3 0 2 16,0 0 1-16,-4-17 6 15,-7-7 0-15,-7-8 45 16,-4-6-13-16,-2-6 21 15,-22 1-27-15,-8 6 6 16,-1 5-31-16,-5 4-10 16,1 2-72-16,-6-3-119 15,4-2-108-15,11 3-671 0</inkml:trace>
  <inkml:trace contextRef="#ctx0" brushRef="#br0" timeOffset="16398.71">23148 6926 589 0,'0'0'360'0,"0"0"-353"0,0 0 23 0,0 0 27 0,0 0 13 16,113-97-18-16,-61 96-24 15,-1 1-1-15,-9 0 24 16,-6 10-23-16,-9 13-13 16,-3 10-10-16,-3 7 10 15,-6 4 8-15,-1 8 25 16,-3 2 4-16,-1 6-16 15,2-1 15-15,-1 1-32 0,2 1 3 16,-4 4-4 0,4 5 0-16,-1 6 9 0,-3 5-16 15,-1-3-5 1,-1 4-2-16,0-2-1 0,0 2-2 16,-1-1 0-16,3-3-1 15,-3-3 0-15,4-9 0 16,-4-7 0-16,1-2 0 15,-3-5 0-15,2-2 1 16,-6 0-1-16,0-7 5 16,0-8-5-16,-10-5 1 15,-15-7-1-15,-12-6-1 16,-14-3 0-16,-17-6-28 16,-21-8-94-16,-24 0-182 15,-14-32-225-15</inkml:trace>
  <inkml:trace contextRef="#ctx0" brushRef="#br0" timeOffset="17049.22">23838 6491 936 0,'0'0'42'0,"0"0"79"0,0 0 30 0,0 0 32 16,0 0-63-16,0 0-89 15,0-41-20-15,0 45-9 16,0 26 2-16,0 5 8 0,3 5-4 15,-3-7-3-15,0-3-5 16,0-11-3-16,0-7 2 16,0-4-3-16,0-6-5 15,0-2-2-15,0 0 6 16,0 0-3-16,0-8-5 16,0-12 1-16,16-2 3 15,7 0-12-15,12 6 19 16,-2 4 1-16,0 6 0 15,-1 6 1-15,-1 0 0 16,2 16 3-16,-4 18-3 16,-4 8 6-16,-8 6 14 0,-7 2 1 15,-10 3-5-15,0-7-1 16,-19-8-11-16,-16-5-4 16,-10-6 0-16,1-11-27 15,2-10-144-15,5-6-93 16,10-24-195-16</inkml:trace>
  <inkml:trace contextRef="#ctx0" brushRef="#br0" timeOffset="17231.82">23870 6450 174 0,'0'0'682'0,"0"0"-631"0,0 0 35 16,0 0-40-1,0 0 10-15,136-68-31 0,-73 56-24 16,-5 5-1-16,-6 0-5 16,-14 4-119-16,-13 3-381 15</inkml:trace>
  <inkml:trace contextRef="#ctx0" brushRef="#br0" timeOffset="19398.48">16878 10088 935 0,'0'0'69'0,"0"0"21"0,-4-106 45 0,-17 74-23 15,0 6 8-15,2 8-53 16,7 8-19-16,2 8-7 15,-5 2-21-15,-10 6-9 16,-2 24-10-16,3 6-1 16,11 4 0-16,13 0-1 0,4 1-1 15,38-2-2-15,12 3 0 16,6-2 2-16,-2 3 0 16,-11-1 2-16,-11-3 2 15,-19 0-1-15,-15-5 0 16,-2-4 0-16,-17-2 2 15,-28-4 2-15,-6-8 1 16,-5-12-2-16,7-4 1 16,9 0 21-16,13-26-22 15,16-20-4-15,11-20-19 16,11-21-7-16,39-7-64 16,12 6-126-16,5 16 18 0,-5 22-49 15,-16 16-127 1</inkml:trace>
  <inkml:trace contextRef="#ctx0" brushRef="#br0" timeOffset="19664">17188 9916 404 0,'0'0'298'0,"0"0"-160"16,0 0-15-16,0 0 19 15,0 0-15-15,0 0 10 16,0-95-12-16,0 95-43 15,0 0-39-15,0 8-26 16,0 32-7-16,0 23 42 16,4 9-13-16,-2 6-20 15,3-2-7-15,0-9-7 16,1-8-3-16,3-11-2 0,0-9-11 16,2-7-73-16,0-10-189 15,-1-10-84-15,-2-10-312 16</inkml:trace>
  <inkml:trace contextRef="#ctx0" brushRef="#br0" timeOffset="20149.02">17462 9916 932 0,'0'0'61'16,"0"0"42"-16,0 0 32 15,0 0-4-15,0 0-30 16,0 0-52-16,-42-60-27 16,42 84-11-16,0 28 7 15,0 23 93-15,0 12-84 16,4 0-10-16,3-3 22 16,-1-4-29-16,2-13-5 15,-2-14-2-15,-4-15-2 16,2-12-1-16,-4-13-1 15,0-12-3-15,3-1 3 16,-3 0 1-16,0-4-1 16,0-34-5-16,-15-18-35 0,-3-20 29 15,11-14 6 1,7-5-21-16,0-1-17 0,7 8 7 16,21 24 1-16,3 20 32 15,3 21-7-15,-3 16-2 16,0 7 7-16,-2 6 4 15,-6 30 2-15,-8 14 5 16,-11 3-3-16,-4 4 6 16,-6-4-1-16,-25-6 2 15,-9-4-3-15,0-13-4 16,1-9 1-16,6-10-3 16,8-11-6-16,10 0-51 15,15-18-193-15,0-25-31 16</inkml:trace>
  <inkml:trace contextRef="#ctx0" brushRef="#br0" timeOffset="20447.79">18008 10334 627 0,'0'0'480'0,"0"0"-419"0,0 0 29 16,0 0 14-16,0 0-47 0,0 0-27 0,-14 40-9 16,76-40 3-16,8 0 1 15,-1-3-25-15,-9-11-26 16,-11 0-72-16,-13 0-58 15,-14 0-3-15,-18 4-107 16,-4 6-160-16</inkml:trace>
  <inkml:trace contextRef="#ctx0" brushRef="#br0" timeOffset="20569.48">18124 10457 347 0,'0'0'385'0,"0"0"-252"15,0 0-21-15,0 0-29 0,0 0-60 16,0 0-10-16,9 52-3 15,64-60-10-15,12-24-174 16,-3-5-343-16</inkml:trace>
  <inkml:trace contextRef="#ctx0" brushRef="#br0" timeOffset="20881.84">19006 9962 1078 0,'0'0'21'0,"0"0"69"15,0 0 52-15,0 0-24 16,0 0-25-16,0 0-39 16,-27 32-34-16,27 36 79 15,0 16-57-15,0 1-14 16,0-3-15-16,0-4 1 15,0-7-8-15,0-9-5 16,0-11-1-16,0-8-1 16,0-10-18-16,0-10-76 15,0-13-175-15,0-10-37 16,0-15-87-16,0-28-70 16</inkml:trace>
  <inkml:trace contextRef="#ctx0" brushRef="#br0" timeOffset="21081.62">18948 10078 368 0,'0'0'348'0,"0"0"-288"16,43-124-49 0,-4 92 5-16,7 10 5 0,2 8 0 15,-3 14 14-15,-3 0 36 16,-13 26 3-16,-14 19 6 16,-15 5-25-16,0 0-28 15,-24-1-1-15,-21-9 0 16,-3-5-13-16,-6-5-13 15,5-10-14-15,5-17-92 16,3-3-172-16,15-8-550 16</inkml:trace>
  <inkml:trace contextRef="#ctx0" brushRef="#br0" timeOffset="21531.84">20189 9326 909 0,'0'0'1'16,"0"0"37"-16,0 0 1 16,-151-48 5-16,104 48 22 15,2 0-18-15,2 6-16 16,4 11-1-16,5 2 0 0,10 5-7 15,6 6 1-15,4 9-13 16,6 6 19-16,3 5 12 16,3 5 20-16,2 3 4 15,0 3-15-15,0 4 0 16,0 6-32-16,7 3-1 16,-3 4 39-16,0 14-35 15,1 2-4-15,-3 4-6 16,1 1-1-16,-3-1-4 15,2 4 0-15,0 1 2 16,-2-3-3-16,3-6-2 16,1-7-3-16,4-13 1 15,9-10-2-15,6-11-2 16,6-10 0-16,12-13-5 0,8-10-23 16,9-8-91-16,6-12-93 15,6 0-85-15,-6-28-206 16</inkml:trace>
  <inkml:trace contextRef="#ctx0" brushRef="#br0" timeOffset="21833.21">20396 9982 877 0,'0'0'117'0,"0"0"-78"0,0 0 65 0,0 0 25 16,0 0 11-16,0 0-61 15,-4-44-33-15,4 44-5 16,0 32-17-16,0 20 27 16,0 20 18-16,0 1-50 15,0-2-8-15,0-4 0 16,0-7-6-16,0-6-5 15,0-10 0-15,0-8-3 16,4-6-53-16,12-9-177 16,4-14-97-16,3-7-138 0</inkml:trace>
  <inkml:trace contextRef="#ctx0" brushRef="#br0" timeOffset="22066.83">20724 10334 984 0,'0'0'12'0,"0"0"-5"15,0 0 7-15,0 0 39 16,0 0 23-16,178-5-27 16,-109 5-16-16,0 0-22 15,-5-4-7-15,-3-2-4 16,-14-2-3-16,-9-4-43 0,-14-3-91 15,-15-2-218-15,-9-3-141 16</inkml:trace>
  <inkml:trace contextRef="#ctx0" brushRef="#br0" timeOffset="22264.99">21040 10049 900 0,'0'0'126'0,"0"0"-87"16,0 0 59-16,0 0-8 15,0 0-48-15,0 0 19 16,-11 154 22-16,11-82-51 16,4 2-14-16,3 2-7 0,-3-2-11 15,-1-2-1 1,-3-3-31-16,0-9-61 0,-5-11-93 16,-17-14-163-16</inkml:trace>
  <inkml:trace contextRef="#ctx0" brushRef="#br0" timeOffset="23065.84">21898 9719 760 0,'0'0'292'0,"0"0"-229"0,0 0 91 0,0 0 17 0,0 0-25 0,0 0-78 16,-42-60-30-16,42 96-25 15,0 20 11-15,0 14 25 16,13 3-44-16,-1-8-3 16,-2 0-2-16,-5-5-1 15,-3-10-5-15,-2-9-27 16,0-16-63-16,0-10-65 16,0-15 10-16,-2-3 73 15,-17-34-10-15,2-21 29 16,3-15 36-16,12-8 23 0,2 0 0 15,5 5 2 1,21 7 0-16,9 11-2 0,9 14 0 16,2 10-3-16,3 12 3 15,-3 10 1-15,-9 12 6 16,-8 0-2-16,-12 30 6 16,-15 14 12-16,-2 12 16 15,-26 3-19-15,-21-5-2 16,-6-8 6-16,4-15-9 15,4-6 9-15,12-7 11 16,10-8 2-16,10-6-16 16,7-2 2-16,6 1-4 0,0-1-18 15,0 13 18 1,27 7-18-16,15 8 14 0,16 1-8 16,8-6-7-16,3-3 1 15,3-6-2-15,-3-4-1 16,-9-5-3-16,-9-4-68 15,-15-3-120-15,-21 0-60 16,-15 0-544-16</inkml:trace>
  <inkml:trace contextRef="#ctx0" brushRef="#br0" timeOffset="23298.6">21671 10405 1068 0,'0'0'71'0,"0"0"-34"0,0 0 69 0,0 0-44 0,0 0 12 0,0 0 46 16,189 27 9-16,-39-27-67 15,18-1-41-15,9-17-1 16,-13 4-9-16,-16 2-3 16,-30 4-4-16,-33 3-4 15,-37 0-11-15,-32 5-104 16,-16 0-153-16,-47 0-47 15,-33 0-475-15</inkml:trace>
  <inkml:trace contextRef="#ctx0" brushRef="#br0" timeOffset="23532.21">21998 10626 529 0,'0'0'713'16,"0"0"-692"-16,0 0-7 15,0 0 104-15,0 0 56 16,-36 146-45-16,32-88-82 16,2-4-20-16,2 1-16 15,0-7-10-15,0-7-1 16,8-5-9-16,11-9-72 16,1-13-177-16,4-8-50 15,1-6-196-15</inkml:trace>
  <inkml:trace contextRef="#ctx0" brushRef="#br0" timeOffset="24098.91">22346 10736 1061 0,'0'0'38'0,"0"0"-2"16,0 0 86-16,0 0-4 15,0 0-8-15,0 0-49 16,-39 0-47-16,22 42 32 15,1 8-1-15,5 4-31 16,11-10-10-16,0-3-2 16,0-7 0-16,21-9-2 15,2-4-3-15,4-9 1 16,-2-4-8-16,-2-8-3 0,-8 0-28 16,1 0 25-16,-5-26 4 15,-7-11 5-15,-4-5 3 16,0-2-1-16,-13 0 5 15,-12 4-2-15,-2 6-2 16,10 8 4-16,8 9 0 16,9 9-1-16,3-5-79 15,34 1-1-15,12 4 33 16,7 5-54-16,-9 3 51 16,-9 17 35-16,-14 21 13 0,-11 10 3 15,-11 8 3-15,-2-2 2 16,0-5 8-1,-2-5 11-15,2-6 0 0,0-6-7 16,7-7-14-16,22-7-2 16,4-9-1-16,4-7 0 15,-2-2 0-15,-4-6 2 16,-4-17 4-16,-13-7 15 16,-6-7 39-16,-8-6 9 15,0-4-3-15,-25 0-3 16,-13 9-30-16,-2 5-11 15,-5 6 3-15,6 9-25 16,-1 2-56-16,2 2-93 16,5 0-107-16,4-4-262 15</inkml:trace>
  <inkml:trace contextRef="#ctx0" brushRef="#br0" timeOffset="24581.79">22825 9751 167 0,'0'0'873'0,"0"0"-861"0,0 0 0 0,0 0 39 0,129-76-3 0,-78 69 16 0,1 7-19 16,-8 0 12-16,-6 0-31 16,-9 11-11-16,-7 11-3 15,-4 3 10-15,-7 11 6 16,-4-1-6-16,-5 11 25 16,-2 7-17-16,0 5-8 15,0 6-11-15,0 5 4 16,0 0 2-16,0 6-7 15,0-1-2-15,0 3 26 16,7 6-25-16,0 3-3 16,1 7 0-16,6 1-5 0,-1 2 1 15,2-5-2 1,-3-8 0-16,-1-9 4 0,-3-9-4 16,-2-13 1-16,-6-12-1 15,0-6 0-15,-21-7 1 16,-21-6-1-16,-13-3-4 15,-10-6-53-15,-11-7-80 16,-11-5-179-16,-13-14-263 16</inkml:trace>
  <inkml:trace contextRef="#ctx0" brushRef="#br0" timeOffset="25314.66">23566 9332 443 0,'0'0'583'0,"0"0"-509"0,0 0 85 0,0 0 19 15,0 0-73-15,0 0-16 16,-15-16-64-16,15 44-16 0,9 9 43 15,3 8-2-15,-10 1-35 16,0-3-1-16,-2-5-6 16,0-12-2-16,0-8-4 15,0-10-1-15,0-4 2 16,0-4-3-16,0 0 2 16,0 0-2-16,-16-14 0 15,-4-14-2-15,0-10-3 16,8-6-2-16,12-4 0 15,0-2-24-15,17 1 24 16,12 11 2-16,4 10 2 16,2 7 2-16,3 13 0 0,-4 3 0 15,4 5 1 1,-3 2 1-16,-3 28 1 0,-5 14 1 16,-6 10-3-16,-9 4 6 15,-8 1-6-15,-4-6 0 16,0 0-7-16,-27-1-34 15,-4-6-244-15,-9-11-120 16</inkml:trace>
  <inkml:trace contextRef="#ctx0" brushRef="#br0" timeOffset="26449.95">23999 7749 1051 0,'0'0'87'0,"0"0"-67"0,0 0 139 0,0 0-28 15,0 0-2-15,0 0-67 16,-7 7-36-16,30-6-10 16,28 3 15-16,16-4 11 15,6 0-17-15,-2 0-19 16,-3-8-6-16,-2-5-9 15,3 1-37-15,-4-5-178 16,-12 2-182-16,-19 3-522 16</inkml:trace>
  <inkml:trace contextRef="#ctx0" brushRef="#br0" timeOffset="26731.64">24859 7429 1014 0,'0'0'107'16,"0"0"86"-16,0 0-42 15,0 0-25-15,0 0-48 16,0 0-52-16,-15-20-9 16,15 42-5-16,0 16 25 15,4 12-17-15,-2 6-5 16,-2-1-7-16,0-7-7 15,0-6 4-15,0-2-5 16,0-10-6-16,0-2-4 16,2-8-164-16,5-11-216 15,2-9-55-15</inkml:trace>
  <inkml:trace contextRef="#ctx0" brushRef="#br0" timeOffset="27197.62">24859 7131 818 0,'0'0'57'0,"0"0"95"16,0 0-90-16,0 0 15 16,0 0 30-16,-128-40-36 15,100 53-12-15,-10 19-3 16,-4 14 4-16,1 8 16 0,6 13-51 15,4 8 5-15,11 6-4 16,6 3-7-16,10 1-8 16,4-3 15-16,7-4-19 15,26-6-3-15,8-5-4 16,5-9 2-16,6-11-2 16,-2-8-13-16,2-13 12 15,4-14-1-15,2-12 2 16,2 0 0-16,0-16 3 15,-9-14-3-15,-6-12 15 16,-10-12-6-16,-8-14-5 16,-7-17-2-16,-9-11 10 15,-11-9-4-15,0-2-6 0,-4 10-1 16,-21 13 0-16,-8 22 1 16,-12 16 2-16,-10 14-4 15,-11 10-7-15,0 12-6 16,1 10-59-16,3 0-119 15,2 24-47-15,0 8-85 16,-5 8-251-16</inkml:trace>
  <inkml:trace contextRef="#ctx0" brushRef="#br0" timeOffset="27664.16">23892 10311 54 0,'0'0'1092'0,"0"0"-994"0,0 0 15 0,0 0 88 0,-114 20-86 0,110-14-32 15,4 4-38-15,0 4-31 16,9 1-2-16,29 2-5 16,17-9-7-16,28-8-8 0,19 0-25 15,12-20-146-15,-4-10-239 16,-17 4-233-16</inkml:trace>
  <inkml:trace contextRef="#ctx0" brushRef="#br0" timeOffset="28031.98">24547 10257 1130 0,'0'0'15'0,"0"0"38"16,0 0 29-16,0 0-2 15,-42-104 17-15,75 89-63 16,9 8-24-16,1 7 0 16,-7 0-3-16,-9 19 6 15,-12 21-2-15,-13 14 9 0,-2 9 18 16,-11-1-23-16,-27-2-5 16,-11-8 6-16,-5-9-2 15,4-11-1 1,5-13-2-16,7-4 1 0,11-12 0 15,10 0-4-15,9-2 4 16,8-1-2-16,0 0-10 16,10 0-3-16,34-5-5 15,18-12 8-15,15-1 0 16,-6 4-2-16,-5 2-7 0,-5 2-18 16,-3 1-48-1,-5-6-118-15,-8-1-98 16,-19-3-200-16</inkml:trace>
  <inkml:trace contextRef="#ctx0" brushRef="#br0" timeOffset="28449.52">24699 9789 868 0,'0'0'91'16,"0"0"-46"-16,-134-63 47 15,85 62 15-15,3 1 20 16,0 6-11-16,4 31-20 16,0 14-64-16,6 20 7 0,7 19-21 15,12 14-4-15,15 11-2 16,2 3-1-16,8-9-6 16,26-2-2-16,11-7-1 15,7-9-2-15,11-14 0 16,7-16-2-16,3-23 0 15,2-20 0-15,1-18 2 16,2-1 0-16,2-35 0 16,-1-21 3-16,-6-17 11 15,-11-17-6-15,-22-21 12 16,-19-22 4-16,-21-8 4 16,-7-1-15-16,-38 21-5 15,-20 22-2-15,-17 26-3 16,-14 20-3-16,-11 13-57 0,-11 16-128 15,-13 10-184-15,-3 13-337 16</inkml:trace>
  <inkml:trace contextRef="#ctx0" brushRef="#br0" timeOffset="31350.91">22992 6347 581 0,'0'0'101'0,"0"0"26"0,0 0-48 0,0 0 25 0,0 0 9 0,0 0 34 0,60-43-56 15,-122 107-28-15,-43 35 42 16,-47 45-4-16,-48 37-47 15,-43 38-19-15,-49 47 3 16,-47 36-2-16,-39 23 3 16,-34 16-17-16,-20-2 0 0,-10-4 12 15,12-8 2-15,24-24-12 16,39-24-17-16,53-33 4 16,54-39-4-16,59-35 2 15,63-43-9-15,47-42-2 16,41-30-1-16,28-30-2 15,13-14-11-15,9-13-34 16,2-9-55-16,47-58-127 16,25-44-127-16,15-36-216 15</inkml:trace>
  <inkml:trace contextRef="#ctx0" brushRef="#br0" timeOffset="32032.09">18463 4682 824 0,'0'0'190'0,"0"0"-149"0,0 0 25 0,0 0 19 16,0 0-23-16,0 0-5 0,-107-36 8 16,144 82 36-16,35 28 25 15,46 33-36-15,49 41-12 16,40 38-44-16,31 57 0 16,25 54-5-16,18 58-8 15,18 68 6-15,21 46-20 16,12 32 3-16,7 15-9 15,2-17 14-15,-11-30-3 0,-23-35-12 16,-28-44-6 0,-50-37 5-16,-44-38 1 15,-38-35-1-15,-31-34-5 16,-22-44 3-16,-30-39-19 0,-26-43-35 16,-29-42-101-16,-20-42-300 15,-64-36-427-15</inkml:trace>
  <inkml:trace contextRef="#ctx0" brushRef="#br0" timeOffset="37631.56">15165 3210 468 0,'0'0'389'0,"0"0"-316"0,0 0 44 16,0 0-67-16,0 0 22 0,0 0-10 15,-114-40-4-15,83 50 8 16,-2 17-17-16,-5 10 11 16,-1 10 14-16,0 7-31 15,3 5-18-15,1 8 15 16,4 4-24-16,1 10 9 16,10 2 0-16,5 7-9 15,2 4 3-15,3 2-10 16,2 13 0-16,-8 9-1 15,3 14-1-15,-5 12 3 16,2 13 5-16,3 1-1 16,2 11-7-16,6 13-7 15,5-3 7-15,0 9-4 16,0 1-2-16,11 1 8 16,10 6-9-16,4 5 3 0,5 6 0 15,1 11 1-15,5 7-4 16,4 9 1-16,0 12 1 15,7-4-1-15,-1 6 0 16,4 8 0-16,-2 2 1 16,2 4 0-16,-3 10 2 15,-1-2-4-15,-1 1 1 16,4 5 0-16,-2 5 4 16,-1 10-5-16,6 10 3 15,-4 7-3-15,2 6 3 16,3 4-3-16,5 7 0 15,3 0 0-15,1 1 0 0,5-4 1 16,2-2 0-16,1-1-2 16,9 4 2-16,1 4 0 15,-4-2-1-15,-7 8-3 16,-5 8 2-16,-10 0-2 16,-10 9 0-16,-7 3 3 15,-8-8 1-15,-10-6-1 16,-3-12 0-16,-7-25 0 15,-3-11 1-15,-2-10-1 16,1-12 1-16,4-11 0 16,6-57-1-16,4-70-8 15,0-70-15-15,2-53-27 16,-8 3-45-16,0-11-127 0,-13 0-108 16,-13 0-421-16</inkml:trace>
  <inkml:trace contextRef="#ctx0" brushRef="#br1" timeOffset="44464.52">5669 5023 738 0,'0'0'376'0,"0"0"-370"0,0 0 181 0,0 0-6 0,0 0-66 16,0 0-70-16,-45-34 4 16,45 34-17-16,0 40-11 15,0 22-1-15,-2 26 21 0,-2 15-25 16,-1 3 1-16,0-2-4 15,5-10-4-15,0-9-5 16,0-15 0-16,0-10-3 16,0-16 1-16,0-16-2 15,2-12 0-15,-2-12 0 16,0-4 0-16,0 0-3 16,0-24-6-16,0-34-2 15,-10-22-6-15,-3-24 4 16,10-13-12-16,3 1-2 15,0 10-1-15,14 13 9 16,10 26 8-16,3 14 4 0,1 12-2 16,6 14-9-1,-2 9 15-15,-1 13 1 0,0 5 0 16,-2 2-3 0,-5 27 5-16,-9 11-7 0,-12 8 12 15,-3 4-5-15,-18 6 1 16,-24-1 2-16,-9-5-2 15,2-2-1-15,-3-11-32 16,8-4-118-16,11-11-52 16,4-8-38-16,-6-5-226 15</inkml:trace>
  <inkml:trace contextRef="#ctx0" brushRef="#br1" timeOffset="45381.57">9164 5222 206 0,'0'0'773'0,"0"0"-717"0,0 0 191 0,0 0-33 15,0 0-24-15,0 0-119 16,-30-67-48-16,18 107 5 0,-5 22-9 16,-6 19-1-1,1 4-12-15,2-4 0 0,2-15-5 16,5-16 0-16,3-16-1 16,6-17 0-16,4-11-1 15,0-4-4-15,0-2-5 16,0 0-6-16,0-40 4 15,10-21 1-15,3-17-5 16,7-8 13-16,-1 4 3 16,2 6-1-16,-1 15-2 15,-3 21 1-15,-8 20 2 16,-4 14 1-16,2 6 0 16,6 2-1-16,9 39 0 15,7 18 14-15,3 17-11 0,-1 5 2 16,-4-2-2-16,-3-2 2 15,-2-11-4-15,-4-8-1 16,-5-13 0-16,-1-13-1 16,-8-10-30-16,0-10-167 15,1-6-111-15,-5-6 58 16,0-1-67-16,0-28-262 16</inkml:trace>
  <inkml:trace contextRef="#ctx0" brushRef="#br1" timeOffset="45551.83">8895 5610 491 0,'0'0'397'0,"0"0"-359"0,0 0 111 0,0 0 1 0,0 0-77 0,0 0-36 0,-85 32-26 16,145-33 5-16,25-26-16 15,22-3-5-15,7-7-167 16,-7 0-222-16</inkml:trace>
  <inkml:trace contextRef="#ctx0" brushRef="#br1" timeOffset="46148.97">12562 5409 498 0,'0'0'427'0,"-27"-113"-410"0,23 73 128 0,2 12 12 0,2 9-17 16,0 12-41-16,0 4-12 15,0 3-30-15,0 0-3 0,2 32-33 16,14 19 25-16,2 15-9 15,-8 3-17-15,-4 4-1 16,-2-4-12-16,-2-8-6 16,-2-8 0-16,0-13-1 15,0-8-5-15,0-6-31 16,0-6-146-16,0-8-49 16,0-4-15-16,-4-8-15 15,-6-8-191-15</inkml:trace>
  <inkml:trace contextRef="#ctx0" brushRef="#br1" timeOffset="46333.98">12429 5270 690 0,'0'0'102'0,"0"0"-31"0,0 0 94 16,0 0-94-16,0 0-30 15,0 0-9-15,0-39-2 16,44 24-23-16,23-8-7 15,16-3 0-15,6 0-2 16,-4 4-82-16,-14 2-201 16</inkml:trace>
  <inkml:trace contextRef="#ctx0" brushRef="#br1" timeOffset="47782.48">5261 6695 813 0,'0'0'11'0,"0"0"129"0,0 0 0 0,0-110-41 0,0 92-1 16,0 10 22-16,0 4 6 15,0 4-18-15,-2 0-23 16,0 0-50-16,-3 8-22 16,1 34-1-16,-6 20 5 15,0 16 0-15,3 6 7 16,5 3-16-16,2 3 2 15,0-4 3-15,0-10-5 16,0-11-2-16,0-19 0 16,0-10-5-16,0-15-1 0,0-6 0 15,0-9-4 1,0-4-6-16,0-2-48 0,0 0-120 16,9-18-83-16,6-18-58 15,3-12-140-15</inkml:trace>
  <inkml:trace contextRef="#ctx0" brushRef="#br1" timeOffset="48169.43">5627 6513 296 0,'0'0'62'16,"0"0"120"-16,26-127-84 0,-21 95 57 15,-1 5-18-15,-4 6-48 16,0 12-15-16,0 3 20 16,0 3 13-16,0 3-24 15,0 0-24-15,0 40-30 16,-16 26 24-16,-3 25 21 16,-6 10-21-16,3 8 3 15,6 6-10-15,0 3-17 16,1 4 3-16,-3-1-7 15,5-6-5-15,-5 0-3 16,5-9-2-16,-1-7-8 0,3-15 2 16,2-18-9-16,2-16 2 15,0-18-1-15,3-12-1 16,4-10-2 0,0-8-7-16,0-2-36 0,0-2-59 15,0-34-138-15,7-18-82 16,19-14 46-16,6-9-291 15</inkml:trace>
  <inkml:trace contextRef="#ctx0" brushRef="#br1" timeOffset="48383.55">5739 7211 389 0,'0'0'398'15,"0"0"-335"-15,0 0 51 0,0 0-48 16,0 0-32-16,0 0-14 16,21 27 10-16,19-27 2 15,18 0-12-15,8-3-14 16,11-7-6-16,-4 0-51 16,-17 8-353-16</inkml:trace>
  <inkml:trace contextRef="#ctx0" brushRef="#br1" timeOffset="64065.61">8756 6828 70 0,'0'0'845'0,"0"0"-798"0,0 0 97 0,0 0-25 0,0 0-3 0,0 0 52 16,0 0-84-16,0 0-18 16,-93 26-22-16,93-46-15 15,12-4-29-15,12-1-3 16,2 6 3-16,1 10 6 16,-2 8-6-16,-3 1-1 15,-2 0 1-15,-2 11 0 16,-7 14 0-16,-4 5 1 0,-7 2 17 15,0 4-16-15,-7 0 3 16,-22-1-5-16,-5-2 2 16,3-7 0-16,2-6-2 15,10-7 3-15,3-5 3 16,3-1-6-16,11-7-1 16,2 0 0-16,0 0-1 15,0 0-6-15,22 0 8 16,12 0 0-16,5 0 4 15,3 12-2-15,-3 12-2 16,-6 10 1-16,-9 3 1 0,-10-3 3 16,-14-7 4-1,0-2 0-15,-29-1 8 0,-23-4 1 16,-10-1-16 0,-3-8 1-16,7-11-3 0,10 0-2 15,11-14-18-15,12-16-57 16,13-10-108-16,12-7-134 15,0 0-13-15,18 0-273 16</inkml:trace>
  <inkml:trace contextRef="#ctx0" brushRef="#br1" timeOffset="64364.51">9144 6585 915 0,'0'0'39'0,"0"0"101"0,0 0-28 0,0 0 18 0,0 0 4 0,0 0-53 0,0-24-52 16,0 72 4-16,0 22 82 16,0 20-52-16,0 14-24 15,-2 3-8-15,-6-3-11 16,-2-6-8-16,6-9-6 15,-4-5-5-15,5-4 0 16,-1-5-1-16,-3-10-1 16,4-7-40-16,3-11-129 0,0-17-196 15,5-22-32-15,15-8-253 16</inkml:trace>
  <inkml:trace contextRef="#ctx0" brushRef="#br1" timeOffset="64548.17">9287 7313 581 0,'0'0'382'0,"0"0"-317"15,0 0 53-15,0 0-83 16,0 0-11-16,0 0 13 16,117-4 11-16,-34 4-33 15,2-2-15-15,-2-4-28 0,-12-7-204 16,-11 4-458-1</inkml:trace>
  <inkml:trace contextRef="#ctx0" brushRef="#br1" timeOffset="65281.78">12510 6793 952 0,'0'0'28'0,"0"0"62"0,0 0 94 0,0 0-86 0,0 0-29 0,0 0-13 16,-64 24-6 0,45 6-32-16,5-1-9 15,12-5-7-15,2-2 0 0,0 2 0 16,18-4-2-16,20 2 1 16,8-1 0-16,10-2 3 15,0 0 0-15,-7 0-4 16,-7 6 0-16,-11-3 1 15,-8 3 11-15,-10 0 21 16,-11-3 21-16,-2 2 0 16,-11 2 4-16,-27-3-33 15,-11 0-15-15,-11-7-10 16,4-10-6-16,3-6-60 16,10 0-96-16,14-29-123 15,12-16-23-15,5-17-259 0</inkml:trace>
  <inkml:trace contextRef="#ctx0" brushRef="#br1" timeOffset="65416.09">12456 6843 466 0,'0'0'515'15,"0"0"-509"-15,0 0 107 16,0 0-22-16,0 0-44 16,131-51-23-16,-69 38-24 15,3 12-24-15,-7 1-107 16,-6 0-298-16</inkml:trace>
  <inkml:trace contextRef="#ctx0" brushRef="#br1" timeOffset="65664.47">13011 6884 983 0,'0'0'31'0,"0"0"80"16,0 0 59-16,0 0-57 15,0 0-19-15,0 0-45 16,-35-12-32-16,45 36 33 16,9 14 10-16,4 8-23 15,2 0-27-15,-1 2-6 16,3-4 1-16,-5-8-5 16,2-5-9-16,-3-7-77 0,-2-6-194 15,-3-10 12 1,-5-8-165-16</inkml:trace>
  <inkml:trace contextRef="#ctx0" brushRef="#br1" timeOffset="65881.89">13242 6843 423 0,'0'0'370'16,"0"0"-269"-16,0 0 75 16,0 0-46-16,0 0-12 15,0 0-76-15,-31-9-4 16,22 79 74-16,-1 23-39 15,4 4-8-15,-1 3-7 16,1 1-3-16,-3-3-31 16,-2-6-12-16,0-5-7 15,-3-10-2-15,5-16-3 0,3-14-7 16,6-11-108-16,0-19-211 16,0-17-89-16</inkml:trace>
  <inkml:trace contextRef="#ctx0" brushRef="#br1" timeOffset="66215.81">13304 7049 67 0,'0'0'729'0,"0"0"-698"15,5-127 105-15,24 101-69 0,4 14-19 16,8 12-8-16,1 0 10 15,-3 25 9-15,-1 20 2 16,-9 10-36-16,-8 2-7 16,-13 1-2-16,-8-10 3 15,0-7 24-15,0-13-18 16,-8-14 22-16,0-8 7 16,-2-6-5-16,-2 0 36 15,2-17-51-15,-2-18-18 16,8-15 1-16,4-10-11 15,0-9-6-15,22 0-7 16,4 11-89-16,8 11-108 16,2 23-49-16,-9 20-27 0,-7 4-329 15</inkml:trace>
  <inkml:trace contextRef="#ctx0" brushRef="#br1" timeOffset="66548.89">13992 6948 449 0,'0'0'187'16,"0"0"-119"-16,0 0 91 16,27-129-15-16,-27 103-48 15,0 2-10-15,0 2-27 16,-4 4-16-16,-7 8-9 16,-7 4-21-16,-7 6 7 15,-3 6-13-15,-3 24-4 16,8 10 1-16,15 9-2 0,8 1 0 15,0 0-2-15,17-2 0 16,12-4 0-16,4-8 0 16,3-2 0-16,-5-6 0 15,-4-7 1-15,-9-7-1 16,-7-6 1-16,-9-2 3 16,-2 2 7-16,-17 7 12 15,-33 7-8-15,-18 7-15 16,-7 1-102-16,-2-6-186 15,-1-10-361-15</inkml:trace>
  <inkml:trace contextRef="#ctx0" brushRef="#br1" timeOffset="69748.7">5067 8876 68 0,'0'0'73'0,"0"0"-73"0,0 0 136 0,0 0-136 16,0 0-109-16</inkml:trace>
  <inkml:trace contextRef="#ctx0" brushRef="#br1" timeOffset="70265.48">5107 8668 995 0,'0'0'19'15,"0"0"50"-15,0 0 58 16,0 0-45-16,0 0-8 15,0 0-44-15,-31-90-29 16,56 70 2-16,3 9-3 0,0 11 1 16,-5 0-3-16,0 3 6 15,-7 21-2-15,-5 6 34 16,-9 7-16-16,-2 3-3 16,0 0 11-16,-26 2-18 15,-2-6 6-15,1-9-8 16,4-6 1-16,2-9-7 15,11-6 8-15,0-2-10 16,8-4 7-16,2 0 0 16,0 0-4-16,0 0-3 15,0 0-3-15,18 0-2 16,11 0 5-16,6 2-1 16,3 16 3-16,-2 6-1 0,-5 8 2 15,-6-2 0 1,-9-2 5-16,-15-6-1 0,-1 0 23 15,-15 0 6-15,-29 5 3 16,-12-5-25 0,0-4-11-16,2-14 7 0,12-4-10 15,7-8-5-15,6-24-20 16,12-11-43-16,17-8-110 16,3-4-152-16,31 5-148 15</inkml:trace>
  <inkml:trace contextRef="#ctx0" brushRef="#br1" timeOffset="70617.7">5600 8266 890 0,'0'0'30'0,"0"0"103"0,0 0-33 0,0 0 2 16,0 0 9-16,0 0 8 16,0-97-56-16,0 113-40 15,0 41-4-15,0 30 99 16,-9 35-55-16,-5 18-21 16,-1 6 0-16,-1 4-8 15,1-5-8-15,1-9-7 0,3-11 0 16,0-22-9-16,4-14-3 15,3-21-7-15,1-20 0 16,3-12-1-16,0-18-5 16,0-14-41-16,0-4-57 15,27-20-154-15,11-31-89 16,3-13 45-16,-4-7-309 16</inkml:trace>
  <inkml:trace contextRef="#ctx0" brushRef="#br1" timeOffset="70914.84">5824 8962 921 0,'0'0'68'0,"0"0"76"16,0 0-58-16,0 0-11 16,0 0-23-16,0 0-21 15,21 0-17-15,33 0 8 16,10 0 19-16,5 0-21 15,-9 0-8-15,-10 0-4 16,-13 0-2-16,-8 0-3 16,-14 0-2-16,-6 0-1 15,-6 0-2-15,-1 0-3 16,-2 0 1-16,0 0-28 16,0 0-29-16,0 0-47 15,0 0-26-15,-12 0-22 0,2 0-315 16</inkml:trace>
  <inkml:trace contextRef="#ctx0" brushRef="#br1" timeOffset="72914.22">8833 8875 109 0,'0'0'516'0,"0"0"-422"0,0 0 99 0,0 0-61 0,46-112-32 15,-46 78 7-15,0 1-28 0,-4 4-23 16,-16 8 18 0,-2 7-43-16,-1 10 8 0,-4 4 7 15,-2 0-38-15,-4 25 4 16,2 10-9-16,4 6 2 16,12-1-4-16,8-4 2 15,7-4-6-15,0-4 0 16,9-8 0-16,13-6-15 15,3-6-13-15,1-8-31 16,-1 0 11-16,-3 0 40 16,1-18-9-16,-8 0 19 15,1-4-2-15,-3-1 3 16,-2 0 0-16,-2 5 0 16,-4 7 5-16,-3 2 2 15,0 5 25-15,-2 4 22 0,0 0 15 16,0 0-32-16,0 0-4 15,0 2-24-15,4 28-8 16,5 14 17-16,-2 10 21 16,2 2-26-16,-3-2-4 15,-1-2-3-15,-1-4-4 16,1-7-2-16,2-9-9 16,2-7-25-16,1-8-148 15,11-5-102-15,1-12-46 16,3 0-368-16</inkml:trace>
  <inkml:trace contextRef="#ctx0" brushRef="#br1" timeOffset="73247.89">9261 8378 397 0,'0'0'375'0,"0"0"-299"0,0 0 48 0,0 0-20 0,0 0-19 0,0 0 21 16,-34-93-12-16,34 93-34 15,0 3-12-15,0 34-28 16,0 26 83-16,0 23-4 0,0 16-62 16,0 10-14-16,0 3 22 15,-2 1-12 1,0-3-12-16,-3-7-10 0,0-8-5 15,1-10-3-15,0-16-3 16,2-11 0-16,2-15 0 16,0-17-19-16,0-12-65 15,0-11-121-15,8-6-132 16,17 0 99-16,2-24-280 16</inkml:trace>
  <inkml:trace contextRef="#ctx0" brushRef="#br1" timeOffset="73465.66">9477 9151 997 0,'0'0'47'0,"0"0"74"16,0 0-28-16,0 0-30 15,0 0-30-15,0 0-17 16,68-5-9-16,-9 5 0 15,3-4-7-15,-5 2 0 16,0 2-16-16,3-2-146 16,-7-4-62-16,-8 2-297 15</inkml:trace>
  <inkml:trace contextRef="#ctx0" brushRef="#br1" timeOffset="74174.14">12552 8735 883 0,'0'0'68'0,"0"0"-12"0,0 0 128 0,0 0 0 0,0 0-43 15,0 0-27-15,-34-92-43 0,34 92-24 16,0 7-16 0,0 30-9-16,0 17 25 0,0 12-17 15,0 1-21-15,2-2-2 16,1 2-4-16,-1-5-2 16,-2-4-1-16,0-6-45 15,6-8-145-15,3-16-228 16,3-16-185-16</inkml:trace>
  <inkml:trace contextRef="#ctx0" brushRef="#br1" timeOffset="74532.77">12774 8871 982 0,'0'0'14'0,"0"0"71"0,0 0 61 16,0 0-24-16,0 0 2 15,0 0-88-15,-42-42-16 16,42 50-7-16,0 26-11 16,0 13 3-16,0 4-4 15,11-4 1-15,4-3 0 16,1-4-4-16,7-8 2 16,-4-10-5-16,1-8-4 15,1-8-3-15,0-6 2 16,0 0 6-16,-3-20 4 15,-5-15 1-15,-9-9 6 16,-4-2 11-16,-2 0 1 0,-23 6-1 16,1 12 12-16,-2 8-8 15,1 10 20-15,0 6-42 16,-5 4-45-16,11 0-100 16,6 22-135-16,11 7-14 15,2 7-345-15</inkml:trace>
  <inkml:trace contextRef="#ctx0" brushRef="#br1" timeOffset="74749.67">13063 8903 1016 0,'0'0'80'0,"0"0"125"0,0 0-33 15,0 0-87-15,0 0-50 16,0 0-17-16,58 10 2 15,-15 26 88-15,-1 3-103 16,-4-3-3-16,-7-3-2 16,-2 0-52-16,-4-7-94 15,-3-6-144-15,-4-7 24 16,-7-13-272-16</inkml:trace>
  <inkml:trace contextRef="#ctx0" brushRef="#br1" timeOffset="74983.66">13387 8826 507 0,'0'0'303'16,"0"0"-269"-16,0 0 105 16,0 0-33-16,0 0-15 15,0 0-6-15,-56-15-45 16,56 78 40-16,0 20 35 16,0 16-37-16,0 1 24 15,0 4-36-15,-9-6-32 16,0-7-14-16,-2-15-6 15,0-10-10-15,2-18-4 16,2-13-2-16,7-14-50 16,0-13-214-16,0-8-120 15,14-28-264-15</inkml:trace>
  <inkml:trace contextRef="#ctx0" brushRef="#br1" timeOffset="75283.52">13435 8971 704 0,'0'0'264'16,"0"0"-263"-16,0 0 28 16,77-106 21-16,-42 100-11 15,5 6 21-15,2 6 2 16,-1 30 0-16,-12 12-29 16,-9 2-19-16,-13 2-1 15,-7-7 7-15,0-17 31 16,0-10 11-16,0-10 0 15,0-7 4-15,-5-1-25 16,-4 0 15-16,-6-27-14 0,-2-18-25 16,7-10-17-1,8-7-4-15,2 1-5 0,2 7-63 16,18 14-52-16,2 18-118 16,-2 18 27-16,-7 4-115 15,-3 12-84-15</inkml:trace>
  <inkml:trace contextRef="#ctx0" brushRef="#br1" timeOffset="75548.62">13995 8829 226 0,'0'0'399'0,"0"0"-297"16,0 0 52-16,0 0-2 16,0 0-35-16,0 0-30 15,28-92 32-15,-28 92-28 0,0 0-50 16,-2 0-27-16,-2 14-9 15,4 11-5-15,0 12 29 16,10 1-27-16,23 4-2 16,7 2 1-16,-5 0 0 15,-6-4-1-15,-13-10 0 16,-13-6 0-16,-3 1 16 16,-37-3 24-16,-18-4-40 15,-17-1-14-15,-1-8-159 16,0-9-157-16,-3 0-411 15</inkml:trace>
  <inkml:trace contextRef="#ctx0" brushRef="#br1" timeOffset="76482.42">5326 10574 299 0,'0'0'652'0,"0"0"-570"16,0 0 51-16,-64-129-20 0,28 108-29 0,-4 4 15 15,-1 13 34-15,-1 4-77 16,-1 12 3-16,8 16-39 16,5 5-11-16,13 3-1 15,11-2-7-15,6-1 4 16,0 1-10-16,8-3 7 16,17-9-6-16,6-8-45 15,0-10 24-15,1-4-42 16,-2-4 33-16,-5-20 15 15,-5-4 19-15,-2-7 0 0,-11 1 0 16,-3 3 4-16,-2 0-3 16,-2 10 4-16,0 8 10 15,0 7 8-15,0 2 32 16,0 4-20-16,0 0 8 16,0 10-31-16,0 30 11 15,0 20 2-15,0 13 12 16,0-2-22-16,0 2-8 15,0-9-7-15,0-5-1 16,-4-9 1-16,4-9-15 16,0-4-74-16,0-9-132 15,25-18-169-15,6-10-184 16</inkml:trace>
  <inkml:trace contextRef="#ctx0" brushRef="#br1" timeOffset="76782.27">5562 10100 468 0,'0'0'285'0,"-29"-118"-208"0,23 85 95 0,0 14-80 0,2 11-6 0,4 8 46 0,0 8-82 15,0 44-22-15,0 32 119 16,0 25-47-16,0 10-28 15,0 8-16-15,0-1-19 16,-7 7-13-16,-4-3 1 0,-2 0-13 16,0-13-2-16,4-15-5 15,0-14-5-15,9-21 0 16,0-17-13-16,0-20-45 16,31-18-145-16,14-12-176 15,3-30-119-15</inkml:trace>
  <inkml:trace contextRef="#ctx0" brushRef="#br1" timeOffset="76965.48">5718 10928 478 0,'0'0'581'0,"0"0"-535"0,0 0 64 15,0 0-25-15,0 0-36 16,0 0-16-16,31 0-21 15,27 0 0-15,13 0-12 16,12 0-21-16,-6 0-225 16,-2 0-300-16</inkml:trace>
  <inkml:trace contextRef="#ctx0" brushRef="#br1" timeOffset="77699.2">8665 10640 1027 0,'0'0'46'0,"0"0"64"0,0 0 33 0,0 0-78 0,0 0-4 0,-62-107-37 16,67 86 7-16,19 4-24 15,7 7-2-15,0 8 0 16,3 2 5-16,-2 16 2 16,-9 20 9-16,-5 12 2 15,-13 2 0-15,-5-1 27 16,0-1-8-16,-18-8-19 15,-8-3-4-15,-8-7-1 16,3-7-8-16,-1-2 5 16,8-8-4-16,4-1-6 15,5-4 1-15,7-4 1 16,6-4-6-16,2 0 1 16,0 0-2-16,0 0-1 0,13 0-4 15,24 0 5 1,11 0-1-16,12-12-24 0,8-1-96 15,3 1-84-15,4-3-139 16,-3-2-117-16</inkml:trace>
  <inkml:trace contextRef="#ctx0" brushRef="#br1" timeOffset="77998.48">9098 10600 392 0,'0'0'594'0,"0"0"-551"15,0 0 72-15,0 0 21 0,0 0-29 16,0 0-18-16,-56-87-62 16,100 65-21-16,14-1-6 15,1 4 1-15,-10 9-3 16,-11 8 4-16,-9 2-4 16,-14 16 2-16,-9 26 0 15,-6 13 17-15,0 8 12 16,-11 2 32-16,-4-5-8 15,1-4-20-15,6-10-17 16,3-10-6-16,5-6-5 16,0-8-5-16,0-6-2 15,0-2-35-15,0-4-88 16,16-2-146-16,2-8-30 16,-3-8-274-16</inkml:trace>
  <inkml:trace contextRef="#ctx0" brushRef="#br1" timeOffset="78298.69">9508 10167 714 0,'0'0'33'16,"0"0"159"-16,0-123-75 16,0 111 14-16,0 8 31 15,0 4-20-15,0 0-83 16,0 36-32-16,-2 26 5 15,-3 24 94-15,5 15-91 16,-2-1 0-16,2 8 7 0,-5 4-6 16,1 5-16-16,-4-3-9 15,3-3 0-15,-2-10-3 16,5-8-5-16,2-13-3 16,0-14-2-16,0-17-3 15,2-17-39-15,13-12-66 16,6-17-197-16,6-3-62 15,2-40-216-15</inkml:trace>
  <inkml:trace contextRef="#ctx0" brushRef="#br1" timeOffset="78482.03">9768 10881 967 0,'0'0'130'16,"0"0"-80"-16,0 0 93 15,0 0-79-15,0 0-24 16,0 0-27-16,116 0 5 16,-47-3-18-16,3-5-3 15,1 0-213-15,-4-3-202 16</inkml:trace>
  <inkml:trace contextRef="#ctx0" brushRef="#br1" timeOffset="79131.89">12725 10565 256 0,'0'0'581'0,"0"0"-497"0,-53-114 38 0,39 92 26 0,0 6 34 0,9 8 24 16,-1 6-68-16,4 0-59 15,2 2-31-15,0 0-23 16,0 34-15-16,0 16 12 15,4 15 11-15,8-2-21 16,-1 0-5-16,-2-3-7 16,0-2-1-16,-4-8-16 15,3-5-27-15,-1-9-61 16,7-7-191-16,1-16-68 16,3-13-196-16</inkml:trace>
  <inkml:trace contextRef="#ctx0" brushRef="#br1" timeOffset="79397.89">12950 10556 864 0,'0'0'98'0,"0"0"-1"15,0 0 58-15,0 0 9 16,0 0-40-16,0 0-63 16,-18-37-44-16,16 61-7 15,2 11 9-15,0-1-11 16,20 0-7-16,16-2-2 15,8-1 2-15,1 0 0 0,-3-3-1 16,-9-3 2 0,-12-11-1-16,-10-1 0 0,-11-3 2 15,-7 4 1 1,-35 0 22-16,-14 2-26 0,-4-1-103 16,9-14-93-16,11-1-100 15,11-20-277-15</inkml:trace>
  <inkml:trace contextRef="#ctx0" brushRef="#br1" timeOffset="79532.23">12961 10512 996 0,'0'0'60'16,"0"0"-29"-16,0 0 107 16,0 0-60-16,0 0-78 15,160-25-6-15,-91 25-124 0,-13 0-245 16</inkml:trace>
  <inkml:trace contextRef="#ctx0" brushRef="#br1" timeOffset="79734.59">13358 10528 1100 0,'0'0'50'0,"0"0"129"15,0 0 61-15,0 0-140 16,0 0-63-16,0 0-23 15,6 29 5-15,21 11-11 16,0 5-8-16,0-5 0 0,-3-6-46 16,-4-1-102-1,-4-6-112-15,-7-9 49 0,-2-8-175 16</inkml:trace>
  <inkml:trace contextRef="#ctx0" brushRef="#br1" timeOffset="79954.7">13578 10509 970 0,'0'0'95'0,"0"0"53"16,0 0 18-16,0 0-2 15,0 0-101-15,0 0 1 16,-51 115 61-16,38-30-68 0,2 6-26 16,-5-1 0-1,1 2-6-15,-6-3-8 0,5-5-15 16,-1-6-2-16,3-10-4 15,8-7-51-15,6-15-168 16,0-24-284-16,6-22-640 16</inkml:trace>
  <inkml:trace contextRef="#ctx0" brushRef="#br1" timeOffset="80264.22">13768 10659 539 0,'0'0'512'0,"0"0"-475"16,0 0 56-16,4-112 0 16,23 107-25-16,4 5-32 15,2 20 17-15,-2 27-32 16,-4 16 2-16,-8 3 3 16,-13-5-9-16,-5-14 1 15,-1-12 3-15,0-16 12 16,0-11-1-16,0-4 5 15,0-4 6-15,0 0 10 16,-1-23 6-16,-5-27-37 16,-1-17-22-16,7-13-3 15,0 6-11-15,2 7-54 16,20 19-115-16,0 26-102 16,-2 16-5-16,-2 6-210 15</inkml:trace>
  <inkml:trace contextRef="#ctx0" brushRef="#br1" timeOffset="80515.5">14309 10463 513 0,'0'0'339'15,"0"0"-207"-15,0 0 45 16,0 0-12-16,0 0-3 16,0 0-22-16,-26-58-100 15,-3 84-31-15,6 6-7 16,10 6 7-16,13 3-8 15,7 0 11-15,26 4-11 16,7-4-1-16,0-1-1 0,-6-9 1 16,-9-9 1-16,-17-8-1 15,-8-10-4-15,0 0 4 16,-43 5-7-16,-19-3 0 16,-18 5-186-16,-9-9-184 15</inkml:trace>
  <inkml:trace contextRef="#ctx0" brushRef="#br1" timeOffset="81448.59">5054 12494 1052 0,'0'0'41'0,"0"0"71"0,0 0-6 0,0 0-36 0,0 0-13 16,-63-113 3-16,84 90-33 0,8 6-20 16,0 13 1-1,0 4-2-15,-6 4 8 0,-4 32-6 16,-6 15 10-16,-6 10 9 16,-7 3-11-16,0-2 3 15,-12-6 1-15,-15-11-10 16,-1-8 2-16,-1-11-1 15,0-8 4-15,2-9-7 16,5-4-2-16,11-5 1 16,4 0 5-16,7 0-3 0,0 0 7 15,0 0 2 1,0 0 5-16,0 0-23 16,16-5 1-16,15-8-2 15,11-1 1-15,5 1-3 0,5 6-8 16,5 1-103-16,13 2-173 15,-4 0-83-15,-3-6-501 16</inkml:trace>
  <inkml:trace contextRef="#ctx0" brushRef="#br1" timeOffset="81715.75">5379 12489 456 0,'0'0'510'0,"0"0"-490"15,0 0 90-15,0 0-45 0,0 0-29 16,11-117 7 0,25 107 8-16,-1 10-16 0,-4 0-11 15,-2 19-7-15,-8 22 25 16,-11 15 83-16,-2 5-60 16,-8-1-9-16,0-1 10 15,0-9-38-15,0-6-13 16,0-11-11-16,0-7-4 15,0-5-9-15,0-7-95 16,4-7-121-16,19-7-58 16,3-1-239-16</inkml:trace>
  <inkml:trace contextRef="#ctx0" brushRef="#br1" timeOffset="82032.73">5853 12100 119 0,'0'0'608'0,"0"0"-525"16,-17-131 89-16,17 99-97 15,-2 9 11-15,2 6 27 16,-3 7-14-16,1 6-1 16,-3 4-9-16,-2 0 8 15,2 39-44-15,-9 32-10 16,3 27 19-16,2 20-28 15,0 12-7-15,2 8 2 16,3-1-2-16,-1-10-5 0,3-10-9 16,2-19-5-16,0-14-4 15,0-14-4-15,0-16-2 16,9-11-8-16,5-14-40 16,3-4-76-16,8-17-280 15,0-8-58-15</inkml:trace>
  <inkml:trace contextRef="#ctx0" brushRef="#br1" timeOffset="82214.78">6057 12778 781 0,'0'0'413'0,"0"0"-400"16,0 0 42-16,0 0-36 0,0 0-6 15,137-37 5-15,-56 17-18 16,2 2-9-16,-15 0-197 16,-14 4-495-16</inkml:trace>
  <inkml:trace contextRef="#ctx0" brushRef="#br1" timeOffset="83064.92">9126 12633 722 0,'0'0'238'0,"0"0"-101"0,21-112 35 0,-21 84-11 0,-9 6-77 0,-18 8-2 16,-8 5 41-16,-5 9-50 16,-7 0-65-16,-1 23 5 15,11 4-6-15,10 2-4 16,18 1-1-16,9 0-2 16,3 2-2-16,41 0-2 0,9 0 1 15,9 0 3-15,-1-2-4 16,-14 4 2-16,-14-4 1 15,-12 2-2-15,-15 0 6 16,-6-3-1-16,0-1 7 16,-29-6 0-16,-6-6 7 15,-6-10-9-15,1-6 10 16,2-8-3-16,7-24-9 16,9-12-5-16,17-17-1 15,5-3-18-15,29 0-29 16,23 6-105-16,10 18-160 15,-1 14-33-15,-9 11-252 16</inkml:trace>
  <inkml:trace contextRef="#ctx0" brushRef="#br1" timeOffset="83298.64">9403 12597 518 0,'0'0'372'0,"0"0"-269"16,0 0 18-16,0 0 17 15,0 0 6-15,0 0 27 16,5-96-50-16,-5 96-87 16,0 6-10-16,0 31-10 15,0 14 41-15,2 7-22 0,0-3-26 16,2-7-5 0,3-2-2-16,-1-5-9 0,2-8-69 15,5-3-171-15,2-14-86 16,2-15-121-16</inkml:trace>
  <inkml:trace contextRef="#ctx0" brushRef="#br1" timeOffset="83614.58">9741 11958 935 0,'0'0'38'0,"0"0"70"15,-24-109-11-15,22 86 0 16,-1 12-7-16,1 7 23 0,2 4-39 16,0 8-39-16,0 42-15 15,0 30 64-15,0 27 22 16,0 15-65-16,0 10-7 16,0 8 1-16,-4 5-2 15,-5 1 0-15,-4-1-9 16,0-3-8-16,4-8-7 15,0-12-5-15,4-11-4 16,5-23-4-16,0-22-10 16,0-22-38-16,5-19-52 15,21-21-205-15,1-4-162 16</inkml:trace>
  <inkml:trace contextRef="#ctx0" brushRef="#br1" timeOffset="83798.87">9929 12773 621 0,'0'0'728'0,"0"0"-700"15,0 0 10-15,0 0 118 16,0 0-81-16,0 0-56 16,51-17-8-16,27 8-8 15,12-5-3-15,-1 0-42 16,-12 0-251-16,-21 2-54 15</inkml:trace>
  <inkml:trace contextRef="#ctx0" brushRef="#br1" timeOffset="84965.55">13011 12522 941 0,'0'0'37'0,"0"0"58"0,-114 43 35 0,80-39-14 0,7-4-4 15,5 0-27 1,3-8-42-16,1-20-2 0,9-7-14 16,7-2-12-16,2-3-15 15,0 8 0-15,17 7-1 16,5 8 0-16,3 10 0 15,6 6-2-15,0 1 3 16,3 11 0-16,-1 28 0 16,-6 12 1-16,-10 13 6 15,-7 7 0-15,-10 1 2 16,0-4 1-16,-23-8 6 16,-10-7-3-16,-3-12 13 0,-1-8-22 15,2-12 2-15,2-8 1 16,4-8-7-1,2-5 1-15,1-4 1 0,2-27-2 16,3-11-2-16,13-3-12 16,8 1 12-16,0 12-1 15,6 5 2-15,14 12 0 16,7 7 0-16,5 8 1 16,3 0 0-16,0 8 0 15,1 22 4-15,-7 8-2 16,0 1-2-16,-4-1-1 15,-4-6 1-15,0-2-21 16,-1-8-106-16,5-2-217 0,1-14 26 16,1-6-298-1</inkml:trace>
  <inkml:trace contextRef="#ctx0" brushRef="#br1" timeOffset="85316.2">13255 12490 811 0,'0'0'141'0,"0"0"-85"0,0 0 81 0,0 0 19 0,0 0 7 16,0 0-61-16,-40-54-57 0,40 54-10 15,-4 10-21 1,-1 25-11-16,2 11 47 16,3 5-41-16,0-4-8 15,8-3-2-15,12-8 0 0,7-2-1 16,2-8-3-16,2-10-15 15,2-10-40-15,-1-6 41 16,-1 0-5-16,-4-18 10 16,-8-12 14-16,-5-10 2 15,-14-8 4-15,0-6 6 16,-7 0 1-16,-17 5 14 16,-5 12 2-16,3 13 16 15,5 9-29-15,8 9-16 16,1 6-5-16,8 0-120 15,1 15-146-15,3 16-10 16,0 8-158-16</inkml:trace>
  <inkml:trace contextRef="#ctx0" brushRef="#br1" timeOffset="85566.17">13587 12515 859 0,'0'0'171'15,"0"0"-61"-15,0 0 79 16,0 0 32-16,0 0-96 16,0 0-75-16,2-61-26 15,19 75 14-15,8 16-3 16,6 11 0-16,-3-2-26 16,-4 4-7-16,-5-3-2 0,-6-2-7 15,-5-6-88 1,-1-4-93-16,3-8-135 0,-4-14 18 15,5-6-274-15</inkml:trace>
  <inkml:trace contextRef="#ctx0" brushRef="#br1" timeOffset="85783.65">13913 12468 304 0,'0'0'558'0,"0"0"-431"16,0 0 27-16,0 0 0 15,0 0 55-15,0 0-34 16,-29-70-101-16,20 90-47 15,-7 33-10-15,-1 17 49 16,-2 14-34-16,1 5-1 0,3 0-4 16,1-1 5-1,1-5-12-15,3-11-8 0,0-8-7 16,3-12-5-16,3-7-3 16,0-9-11-16,4-7-74 15,0 0-101-15,0-23-347 16,4-6-313-16</inkml:trace>
  <inkml:trace contextRef="#ctx0" brushRef="#br1" timeOffset="86137.05">14023 12543 1002 0,'0'0'23'0,"0"0"17"15,25-110 27-15,6 83 8 16,3 12-8-16,-1 14-9 16,1 1 3-16,-10 32-35 15,-1 21-1-15,-11 13 43 16,-8 0-41-16,-4-8-1 16,0-14 12-16,0-16 10 15,-4-13 44-15,-2-9-53 16,6-6-17-16,0 0 9 15,-2 0 0-15,-2-29 1 16,-1-15-18-16,1-14-13 16,4-4 0-16,0 4 0 15,0 8-2-15,13 5-5 16,5 14-16-16,5 8-65 0,3 12-198 16,1 11-91-16,-3 0-156 15</inkml:trace>
  <inkml:trace contextRef="#ctx0" brushRef="#br1" timeOffset="86464.8">14632 12370 882 0,'0'0'65'16,"0"0"6"-16,0 0 13 0,25-114 31 15,-25 104-1-15,0 5-8 16,0 4-16-16,-22 1-31 15,-8 1-18-15,-8 24-17 16,5 5-3-16,13 4-8 16,13 4-13-16,7 0 10 15,19 4-1-15,16-4-9 16,11-2-6-16,2-5-8 16,-6-3 9-16,-7-6 5 15,-12-6 11-15,-9-7 1 16,-12-4-7-16,-2 1 8 15,-12 4 9-15,-34 5-22 16,-19 2-5-16,-16 1-260 0,-6-9-177 16</inkml:trace>
  <inkml:trace contextRef="#ctx0" brushRef="#br1" timeOffset="88983.02">10018 3435 1202 0,'-132'10'8'0,"-1"8"2"0,10 0 141 0,26-4-1 0,34-4-39 0,36-4-23 0,27 0-48 16,22 4-21-16,67 1-7 16,63-4 3-16,64-7-6 15,49 0-5-15,32-14-4 16,11-2 0-16,-4 8 2 16,-12 8-2-16,-24 0-3 15,-28 0-8-15,-41 4 0 16,-46 6-13-16,-50-6-32 15,-54 0-75-15,-47-4 8 16,-24 0 7-16,-72 0-79 16,-49-8-152-16,-42-11 41 15,-33-2-100-15</inkml:trace>
  <inkml:trace contextRef="#ctx0" brushRef="#br1" timeOffset="89164.59">10196 3481 241 0,'-249'42'657'0,"28"6"-527"16,59-4 34-16,61-10-52 15,65 1-42-15,36-6-45 16,83 1 13-16,57 0 53 16,57-11-14-16,54-19-26 15,42 0-51-15,31-15 12 16,24-10-12-16,4-1 0 16,-13 2-6-16,-34 6-9 15,-49 5-80-15,-53 8-158 16,-67-2-107-16,-63 3-565 15</inkml:trace>
  <inkml:trace contextRef="#ctx0" brushRef="#br1" timeOffset="90384.5">10158 11703 1019 0,'0'0'8'0,"-106"-183"31"0,27 109 14 0,-23 11-23 0,-28 19 18 16,-26 30 37-16,-31 14 32 16,-27 61-4-16,-29 54-21 15,-33 51-15-15,-13 54-24 16,2 45-12-16,28 17 15 15,59 9-12-15,73-8-17 0,79-25-12 16,51-27-8 0,81-26-4-16,55-41-6 0,53-37 3 15,36-37 0-15,36-42 1 16,23-38-1-16,12-24-11 16,17-61-9-16,7-33-14 15,-11-30 7-15,-25-31 20 16,-35-27 7-16,-42-24 2 15,-59-23 6-15,-60-14-8 16,-61-7-2-16,-49 1-8 16,-81 12-1-16,-58 33 10 15,-60 43-14-15,-58 44 15 16,-50 48 0-16,-44 43 3 16,-31 40-3-16,-8 25 12 0,5 68-12 15,37 51 15-15,47 41 11 16,69 43 6-16,76 27-18 15,74 5-10-15,79 1 0 16,53-5-1-16,90-15-3 16,52-20 0-16,47-31-4 15,33-43-14-15,18-45-25 16,19-52-31-16,15-50-197 16,14-30-145-16,-3-58-507 15</inkml:trace>
  <inkml:trace contextRef="#ctx0" brushRef="#br1" timeOffset="91498.63">14538 11831 660 0,'0'0'484'0,"-118"-159"-463"0,15 87 21 0,-21 9-8 16,-25 10 9-16,-22 15 37 16,-19 22 79-16,-17 16-40 0,-11 46-53 15,-12 58-12-15,-11 50-7 16,16 49 8-16,22 40-27 16,47 16 3-16,58 10 0 15,65-7-10-15,56-16-11 16,91-29-7-16,71-32-3 15,44-37-3-15,38-48-3 16,31-42-10-16,21-49 0 16,16-30-23-16,6-58-47 15,-12-36-41-15,-28-39 24 16,-36-33 38-16,-55-36 51 16,-56-23 14-16,-61-9 6 15,-60 0 4-15,-38 15-2 16,-85 21 27-16,-64 33 30 15,-56 34-41-15,-53 41-8 0,-33 37 3 16,-32 37 10-16,-29 37-26 16,-5 27 12-16,-15 67 24 15,17 52 19-15,29 57-2 16,44 51-21-16,62 39-10 16,67 26-2-16,73 13 0 15,83-15-8-15,53-35-11 16,101-48-2-16,64-57 2 15,58-51-3-15,51-56 11 16,42-58-12-16,37-38-3 0,8-66-41 16,-15-43-1-16,-52-30-8 15,-66-45-36-15,-97-49-260 16,-90-49-567-16</inkml:trace>
  <inkml:trace contextRef="#ctx0" brushRef="#br1" timeOffset="92766.22">1756 6209 1075 0,'-171'82'73'0,"-7"5"-50"0,10 0 187 0,14-7-20 0,27-12-90 0,40-22 14 16,41-21-36-16,40-24-45 15,27-5-2-15,69-46-17 16,59-33-9-16,52-30-3 15,50-30-2-15,28-15-11 16,18-1 5-16,-2 7-9 16,-27 8-8-16,-33 21-14 15,-52 23-70-15,-62 30-107 16,-63 36-57-16,-58 34 57 0,-73 28 7 16,-73 56-343-16</inkml:trace>
  <inkml:trace contextRef="#ctx0" brushRef="#br1" timeOffset="92898.68">1774 6236 401 0,'-314'199'585'0,"9"-15"-385"16,60-28 100-16,79-55-89 16,104-66-106-16,93-43-57 15,127-89-23-15,97-56-25 16,99-52-7-16,69-34-33 16,41-15 7-16,-1 10-81 15,-46 25-337-15</inkml:trace>
  <inkml:trace contextRef="#ctx0" brushRef="#br2" timeOffset="107615.9">3630 14072 1114 0,'0'0'8'0,"-123"-25"18"0,88 22 51 0,12 2-36 0,11 1-4 16,9 0 17-16,3 0 68 15,21 0-76-15,56 0-44 16,52 18 18-16,60 8-9 15,59-2-11-15,55 0 1 16,54 0 1-16,55-6-1 0,50 4 4 16,50-5-5-16,38-2-3 15,38-3 3-15,20-3 1 16,29-2 6-16,22-5-5 16,8-2 9-16,4 0-4 15,-10 0 21-15,-24-16 5 16,-28-10-17-16,-37-6 2 15,-50-2-2-15,-52 0-13 16,-66-1-2-16,-71 6-2 16,-78 1-8-16,-91 5 1 15,-79 9-97-15,-72 1-96 16,-26-2 99-16,-56-3-273 0</inkml:trace>
  <inkml:trace contextRef="#ctx0" brushRef="#br2" timeOffset="112364.49">5949 15186 657 0,'0'0'418'0,"0"0"-321"0,0 0 87 0,0 0-48 0,0 0-21 16,0 0-54-16,0 0 8 15,-33-27-30-15,33 36-33 16,0 28-2-16,0 20 17 16,0 14 17-16,0 4-10 15,0 0-9-15,0-6-10 16,-2-6 2-16,2-10-9 15,0-9 0-15,0-13-1 16,0-8-1-16,4 0-4 16,10-10-33-16,3-4-115 0,8-9-218 15,2 0 3-15,0-26-366 16</inkml:trace>
  <inkml:trace contextRef="#ctx0" brushRef="#br2" timeOffset="112698.77">6315 14868 829 0,'0'0'82'16,"0"0"47"-16,0 0-58 15,0 0 20-15,0 0-1 0,0 0 0 16,-5-13-19-16,5 59-31 15,0 21 6-15,0 26 86 16,-4 11-63-16,-7 11-32 16,2 1 7-16,-2 9-8 15,2-3-10-15,2-9-9 16,0-4-3-16,5-16-6 16,0-14-4-16,2-10 0 15,0-15-3-15,0-14-1 16,2-10-3-16,12-16-31 15,10-10-98-15,11-4-110 16,10-25-91-16,5-25-168 0</inkml:trace>
  <inkml:trace contextRef="#ctx0" brushRef="#br2" timeOffset="112915.73">6618 15754 579 0,'0'0'490'0,"0"0"-422"16,0 0 85-16,0 0-65 16,0 0-5-16,0 0 1 15,-65 7 0-15,70-2-41 16,30 0-24-16,21-5-16 16,17 0 7-16,10 0-8 15,-2-15-2-15,-4 8-90 16,8-1-233-16,0 2-25 0</inkml:trace>
  <inkml:trace contextRef="#ctx0" brushRef="#br2" timeOffset="113582.66">9176 15429 717 0,'0'0'281'0,"0"0"-185"0,0 0 43 0,0 0-76 0,-54-105-28 16,89 79-13-16,8 8-10 15,6 4 9-15,-6 11-10 0,-8 3-7 16,-6 0 6-16,-10 21-1 15,-9 5 6-15,-8 5 16 16,-2 11 5-16,-4-7-6 16,-16 1-10-16,-5-6 15 15,3-6-5-15,2-5-17 16,4-8-2-16,5-5-4 16,7-3-2-16,2-3-4 15,2 0 0-15,0 0-1 16,6 1-1-16,22-1 1 15,15 4 1-15,9 5 0 16,-3 1-1-16,-3 7 3 0,-10 6-2 16,-9-1 0-16,-13 4 0 15,-12-4 2-15,-2 1 5 16,-25 0 8-16,-17-1 9 16,-12-5 2-16,-6 0-15 15,11-7-1-15,9-10-6 16,5 0 31-16,3-8-36 15,-1-18-32-15,6 2-87 16,21-7-68-16,6 4-129 16,27 1-187-16</inkml:trace>
  <inkml:trace contextRef="#ctx0" brushRef="#br2" timeOffset="113915.83">9791 14985 767 0,'0'0'124'0,"-21"-117"20"0,17 73-13 0,2 13-33 0,2 12 11 16,0 11 46-16,0 8-52 15,0 0-29-15,0 50-59 16,0 33 42-16,0 27 21 15,0 18-37-15,0 5-4 0,0-1 1 16,0 0-13 0,-2-5 0-16,-1-11-7 0,1-6-10 15,2-7-8 1,0-14 0-16,0-16 0 0,0-15 0 16,11-18-11-16,5-14-35 15,7-9-68-15,12-17-163 16,3-5-155-16,4-49-235 15</inkml:trace>
  <inkml:trace contextRef="#ctx0" brushRef="#br2" timeOffset="114133.56">10041 15712 772 0,'0'0'354'0,"0"0"-316"0,0 0 82 16,0 0-34-16,0 0-30 15,0 0-13-15,6-3 22 16,61-1-38-16,13-6-22 16,-2 0-5-16,-9 2-7 15,-9 4-40-15,-13 4-58 16,-7 0-44-16,-16 0-69 16,-21 0-342-16</inkml:trace>
  <inkml:trace contextRef="#ctx0" brushRef="#br2" timeOffset="114981.9">5498 14437 1040 0,'0'0'38'0,"0"0"125"0,0 0-8 0,-85-122 6 0,78 104-42 16,5 10-32-16,0 4-24 15,-1 4-27-15,3 0-18 16,0 2-5-16,0 32-7 16,0 18 10-16,3 11 8 15,3 7-3-15,-1-2-11 16,-1-3-3-16,-2-10 0 16,0-13-6-16,0-12 0 15,-2-12-1-15,3-9 1 0,-3-8-1 16,2-1-1-16,-2 0-2 15,0-23-5-15,0-32-14 16,-13-11-11-16,2-20 9 16,4-6 0-16,7 3-8 15,0 5 1-15,13 16-1 16,16 18 19-16,5 14 10 16,6 13 3-16,-3 15 0 15,2 8 0-15,-4 0-4 16,-8 19 4-16,-5 9 2 15,-13 4 2-15,-9 2 0 16,0 3-4-16,-36 4 0 0,-15 1-6 16,-9-2-39-1,0-5-226-15,8-11 13 0,4-11-45 16</inkml:trace>
  <inkml:trace contextRef="#ctx0" brushRef="#br2" timeOffset="115731.74">8933 14453 1059 0,'0'0'67'0,"0"0"114"0,0 0 58 0,0 0-139 0,0 0-55 16,0 0 23-16,-18 77 10 15,18-21-47-15,0-3-17 16,0-9-9-16,-5-11 0 16,-4-9 0-16,5-12-4 15,2-7 1-15,2-5 0 16,0 0 0-16,-2-3-1 0,0-33-1 15,2-22-15-15,0-16 7 16,0 0 2 0,6 8 2-16,12 16 3 0,-6 18 1 15,-2 15 1-15,-3 9-1 16,-2 8 0-16,8 16 5 16,7 28-1-16,9 12 7 15,4 5-3-15,3-3-7 16,-1-8-1-16,1-6 0 15,-7-4 0-15,-4-8-2 16,-11-1-17-16,-6-12-56 0,-8 2-120 16,0-8-100-1,-4-8 36-15,-21-5-104 0,-9-11-188 16</inkml:trace>
  <inkml:trace contextRef="#ctx0" brushRef="#br2" timeOffset="115882.06">8855 14690 194 0,'0'0'637'0,"0"0"-531"16,0 0 2-16,0 0 0 16,0 0-55-16,0 0 28 15,102 0-40-15,-19 0-41 16,19-16-51-16,5-8-175 16,-2-10-467-16</inkml:trace>
  <inkml:trace contextRef="#ctx0" brushRef="#br2" timeOffset="116435.68">12859 14534 1038 0,'0'0'20'0,"0"0"61"0,-62-119 57 0,52 100-18 15,6 9 41-15,-2 6 20 0,6 4-112 16,0 0-46-16,0 17-14 15,14 25 6-15,9 13 33 16,-3 7-23-16,-2-4-6 16,-4 0-11-16,-4-2-4 15,-5-7 0-15,-5-4-3 16,0-8-1-16,0-11-13 16,0-4-37-16,-3-15-84 15,-7-7-142-15,-3-3 49 16,-8-39-13-16,-8-17-155 15,-4-9-152-15</inkml:trace>
  <inkml:trace contextRef="#ctx0" brushRef="#br2" timeOffset="116599.36">12552 14512 512 0,'0'0'170'15,"0"0"26"-15,0 0-39 16,0 0-42-16,0 0-22 16,0 0-25-16,-34-53-22 15,82 53 0-15,15 0-2 16,6-1-30-16,1 1-6 15,-2-3-1-15,-3 1-7 16,-5 2-4-16,-4 0-36 16,-7 0-109-16,-13 11-147 15,-14 1-467-15</inkml:trace>
  <inkml:trace contextRef="#ctx0" brushRef="#br2" timeOffset="117682.37">12217 15605 1003 0,'0'0'99'0,"0"0"32"0,0 0 58 0,0 0-43 15,0 0-60-15,0 0-63 16,-47 22 1-16,47 24 44 16,0 4-54-16,0-7-8 15,4-5-5-15,2-9-1 16,-4-10 0-16,0-6 0 16,-2-9-2-16,0-4-9 15,2 0 2-15,2 0-7 16,5-21-7-16,7-6-9 15,1 4 27-15,6 0 5 0,2 9 0 16,4 7 4-16,2 7-4 16,2 0 2-16,5 12 4 15,-5 11 8-15,-6 3 0 16,-4-2 17-16,-15-2-14 16,-8-4-7-16,0 2 3 15,-17 4-11-15,-22 7-2 16,-5-5-44-16,4-2-205 15,2-20-136-15,7-4-251 16</inkml:trace>
  <inkml:trace contextRef="#ctx0" brushRef="#br2" timeOffset="117831.63">12186 15633 1118 0,'0'0'115'0,"0"0"-2"16,0 0 4-16,0 0-45 15,0 0-56-15,154-32-16 16,-67 28-195-16,-10 4-392 16</inkml:trace>
  <inkml:trace contextRef="#ctx0" brushRef="#br2" timeOffset="118065.73">12687 15611 1184 0,'0'0'98'16,"0"0"81"-16,0 0-50 15,0 0-116-15,0 0 6 16,0 0 60-16,27 76-19 16,6-28-46-16,3-4-14 15,-7 2-5-15,-7-10-63 16,-4-1-91-16,-2-16-146 15,-8-7 12-15,-1-12-260 16</inkml:trace>
  <inkml:trace contextRef="#ctx0" brushRef="#br2" timeOffset="118266.05">12912 15583 880 0,'0'0'134'0,"0"0"13"0,0 0 13 15,0 0 19 1,0 0-89-16,0 0-14 0,-57 54-1 15,47 18 18-15,4 4-56 16,6 4-15-16,0-3-10 16,0 3-8-16,-3-6-2 15,1 3-2-15,2-10-9 16,0-5-105-16,0-17-292 16,0-27-114-16</inkml:trace>
  <inkml:trace contextRef="#ctx0" brushRef="#br2" timeOffset="118582.05">13030 15781 981 0,'0'0'40'16,"0"0"12"-16,-4-104 6 15,20 78-4-15,5 13 25 16,8 13-15-16,7 0 39 15,5 21-35-15,-4 19-18 16,-3 10-14-16,-7-1-16 16,-10-5 27-16,-5-9-26 15,-6-13 1-15,-6-12-2 16,0-6 8-16,0-4-4 16,0 0 6-16,-2-4 11 15,-16-26-7-15,0-10-20 0,7-6-14 16,8-6-3-16,3 10-17 15,12 4-33-15,22 15-116 16,5 18-241-16,-1 5-9 16</inkml:trace>
  <inkml:trace contextRef="#ctx0" brushRef="#br2" timeOffset="118831.58">13765 15521 1064 0,'0'0'106'16,"0"0"42"-16,0 0-45 0,0 0 11 16,0 0-46-16,0 0-48 15,-100 2-4-15,100 36 3 16,15 3-7-16,22 8-7 16,3-5-3-16,0-2 0 15,-9-4-1-15,-13-15 0 16,-11-6 5-16,-7-7 8 15,-25 7 22-15,-33 0-4 16,-22 5-32-16,-9-7-137 16,-5-13-310-16</inkml:trace>
  <inkml:trace contextRef="#ctx0" brushRef="#br2" timeOffset="119582.06">6119 17106 611 0,'0'0'368'0,"0"0"-231"0,0 0 41 0,-31-102-65 0,29 92 80 0,0 10-58 16,-1 0-70-16,3 18-27 15,0 28-16-15,0 25 3 16,-3 5 14-16,3 4-13 16,0-4-15-16,0-10-5 15,0-4-3-15,0-12-3 16,0-9-2-16,14-9-3 15,-1-10-27-15,10-10-101 16,10-12-194-16,5-9-62 16,0-30-340-16</inkml:trace>
  <inkml:trace contextRef="#ctx0" brushRef="#br2" timeOffset="119915.65">6462 16561 826 0,'0'0'138'0,"0"0"-19"16,0 0-31-16,0 0 14 15,0 0-20-15,0 0-16 16,-2-5-5-16,2 82 72 16,0 21-21-16,0 13-54 15,0 11-13-15,0 2-3 16,0 0-4-16,0 3-14 15,0-12-8-15,0-7 7 16,-4-2-8-16,-3-12-14 16,4-9 7-16,-1-14-7 0,4-12 1 15,0-13-2 1,0-15-3-16,0-10-26 0,18-11-51 16,11-10-143-16,11-2-123 15,-3-36 66-15,-6-16-365 16</inkml:trace>
  <inkml:trace contextRef="#ctx0" brushRef="#br2" timeOffset="120133.96">6693 17630 692 0,'0'0'229'15,"0"0"-154"-15,0 0 5 16,0 0-8-16,0 0-26 0,0 0-11 15,14 0 18-15,22 0 23 16,13 0-12-16,4 0-40 16,-2 0-9-16,-3-1-7 15,-9-8-8-15,-7 1-13 16,-1 2-121-16,-14 2-98 16,-12 0-378-16</inkml:trace>
  <inkml:trace contextRef="#ctx0" brushRef="#br2" timeOffset="122731.73">9423 17281 552 0,'0'0'440'0,"0"0"-287"0,0-104-5 0,-15 78-77 0,-12 8 41 0,-9 9-23 15,-4 9-30-15,-2 0-1 16,2 18-25-16,9 8-26 15,8 1 3-15,21 1-6 16,2-2-3-16,38 6 8 16,26-7-4-16,15 8-2 15,2-3-3-15,-4 2 0 16,-13-2-3-16,-22 2 3 16,-17-9 0-16,-25 4 2 15,0-4-2-15,-38-5 15 16,-11-2-5-16,-7-14 14 15,1-2-9-15,6-10-3 0,9-22-2 16,15-12-10 0,23-11-38-16,4-1-17 0,52-4-188 15,19 4-83-15,5 14-266 16</inkml:trace>
  <inkml:trace contextRef="#ctx0" brushRef="#br2" timeOffset="123000.9">9856 16958 1088 0,'0'0'65'0,"0"0"87"0,0 0 35 16,-65-116-19-16,62 108-73 16,1 8-18-16,2 0-38 15,0 45-25-15,0 30 1 16,7 19 22-16,-5 13 8 15,-2-8-19-15,0-5 6 16,0-11-25-16,-9-10-7 16,-2-7 0-16,2-12 0 15,7-10 0-15,2-8-22 16,2 0-113-16,27-14-280 16,6-16-220-16</inkml:trace>
  <inkml:trace contextRef="#ctx0" brushRef="#br2" timeOffset="123515.62">10185 17040 264 0,'0'0'224'0,"0"0"-123"16,0 0 34-16,0-109 20 0,0 84-36 15,0-2-29 1,0 0-3-16,-8 9 19 0,-2-4-38 16,3 12 29-16,3 1 9 15,0 6-1-15,4 3-37 16,-3 0-31-16,3 0-17 15,-1 0-7-15,1 0-5 16,0 0-4-16,0 0-3 16,0 0 0-16,0 0 0 15,0 3-1-15,-6 26 1 16,4 15 13-16,-2 14 6 16,-1 16-4-16,3 16 10 15,2 23-2-15,0 7-5 16,0 4 1-16,0 3 0 15,5-7-8-15,1 0-5 0,-1-3-6 16,-1-15 5-16,3-14-4 16,0-24-2-16,3-20-3 15,6-17-34-15,7-18-92 16,13-9-203-16,3-27-45 16,1-44-287-16</inkml:trace>
  <inkml:trace contextRef="#ctx0" brushRef="#br2" timeOffset="123681.96">10410 17584 1118 0,'0'0'128'0,"0"0"17"0,0 0-34 16,0 0-40-16,0 0-47 15,0 0 9-15,127 3-17 16,-18-3-16-16,18 0-110 15,7-7-212-15,4-7-250 16</inkml:trace>
  <inkml:trace contextRef="#ctx0" brushRef="#br2" timeOffset="124231.98">12901 17223 1180 0,'0'0'60'0,"0"0"26"0,-125-94 5 0,119 62-35 0,6 2-28 15,7 7-6-15,30 9-7 16,4 14-7-16,-1 0-4 16,-7 22 0-16,-6 18 36 15,-14 10 5-15,-9 5 13 16,-4-3-13-16,0-6-14 15,-24-6 3-15,-3-6-24 0,5-2-5 16,4-6-5-16,11-8-32 16,7 4-164-16,0-3-206 15,16-6-245-15</inkml:trace>
  <inkml:trace contextRef="#ctx0" brushRef="#br2" timeOffset="124648.65">12961 17911 1123 0,'0'0'61'16,"0"0"-3"-16,0 0 48 16,0 0-37-16,0 0-27 15,0 0-5-15,-25-19-8 16,25 19-26-16,0 0 0 15,0 0 4-15,0 0 8 16,0 5-2-16,0 3 36 16,0-7-28-16,0-1 3 15,0 0-1-15,-2 0-1 16,-8 0-5-16,-4-9-15 16,3-9 5-16,7-5 3 15,4 5-10-15,0 7-10 16,0 4 3-16,6 4 4 0,12-2 2 15,-1 5-4-15,-3 0 4 16,-3 12 1-16,-10-2 6 16,3-2-5-16,-4-3 7 15,0-4 5-15,0 3-10 16,-7 0-3-16,-7 1-45 16,3-5-182-16,3 0-114 15,-1 0-427-15</inkml:trace>
  <inkml:trace contextRef="#ctx0" brushRef="#br2" timeOffset="125951.9">8659 15643 918 0,'0'0'147'0,"0"0"-113"0,0 0 48 0,-138 2 12 0,95 26 14 0,-3 8 28 16,4 11-25-16,1 16-43 16,3 10-3-16,7 11-21 15,4 6 11-15,9 4-17 16,14 0-11-16,4 0 2 16,0-5-15-16,20-9-7 15,13-10-7-15,12-9 0 16,8-10 0-16,7-10-27 0,5-9-52 15,-1-18-124-15,-6-10-240 16,-12-4-36-16</inkml:trace>
  <inkml:trace contextRef="#ctx0" brushRef="#br2" timeOffset="126149.97">8619 16504 1007 0,'0'0'87'16,"0"0"-21"-16,0 0-30 0,0 0 70 16,-5 119-7-1,10-61-39-15,-3 1 11 0,-2 9-48 16,-12 3-21-16,-30 8-2 16,-16 7-102-16,-13 3-147 15,-12-13-117-15</inkml:trace>
  <inkml:trace contextRef="#ctx0" brushRef="#br2" timeOffset="133053.51">9786 17183 312 0,'0'0'579'0,"0"0"-451"0,0 0-16 0,0 0-9 0,0 0 9 15,0 0 43-15,0 0-1 16,-45-68-74-16,43 68-45 15,2 0-21-15,0 22-5 16,0 18 4-16,0 10 34 16,5 0-23-16,10-2-16 0,1-8-4 15,2 0 1 1,-4-3-3-16,-4-12 0 0,-1-6 2 16,-7-16-2-16,0 1-2 15,-2-4 1-15,0 0 0 16,0 0 4-16,0-20 3 15,0-20-2-15,-19-18-3 16,-8-13-2-16,0-2-1 16,3 7-1-16,3 12 1 15,8 22 0-15,5 15 1 16,8 13-1-16,-3 2 1 16,3 2-1-16,0 2 0 15,0 37 0-15,22 15 1 16,3 7 8-16,2 8 0 15,-5-15-9-15,-2-2 2 0,0-6 1 16,-4-12-3-16,-5-8 0 16,-6-15 0-16,-2-11 0 15,0 0 0-15,-3 0 3 16,0 0 1-16,0-31 4 16,-13-23-4-16,-12-17-3 15,-2-6 0-15,2 3-1 16,8 14 0-16,3 21 0 15,6 20 1-15,3 14 0 16,3 5 2-16,2 10-3 16,0 26-2-16,0 21 2 15,11 7 5-15,9-6-4 0,3-9 0 16,-2-10-1-16,0-3-1 16,-8-10 1-16,1-8 0 15,-10-12-7-15,-1-2 6 16,-3-4 1-16,0-5 2 15,0-30 1-15,-16-19-3 16,-9-18-1-16,3 2 0 16,1 8 0-16,11 21 1 15,1 23 0-15,5 16 1 16,4 2-1-16,0 15 0 16,0 20-2-16,0 14 2 15,2 1 0-15,17 0 0 16,4-6-6-16,4 8-71 0,2-6-225 15,-16-6-239 1</inkml:trace>
  <inkml:trace contextRef="#ctx0" brushRef="#br2" timeOffset="140349.12">7382 16338 1162 0,'0'0'57'0,"0"0"23"0,0 0 32 0,0 0-6 16,-64-102-73-16,85 70-21 16,18 2-10-16,9 8-2 15,-2 6 3-15,-2 9 0 16,-7 2 14-16,-6 5-10 15,-6 0 1-15,-7 18 22 16,-7 8-15-16,-6 6-3 16,-5-2-2-16,0 2 8 15,-9 0-8-15,-14 3-1 16,-4-8-1-16,-2 0 1 16,8-5-7-16,0-9 8 15,9-4-10-15,4-5 2 16,8-4-2-16,0 0 0 0,0 0-14 15,20 0 6-15,26 0 7 16,11 0 1-16,5 0 0 16,-4 6-1-16,-9 8 1 15,-9 8 0-15,-11 4 0 16,-10 0 3-16,-17 3 4 16,-2 2 9-16,-25 3 7 15,-19 2 2-15,-12-10 9 16,-2-2-17-16,4-7-9 15,-2-8 3-15,1-9-10 16,2 0-1-16,1-9-24 0,6-17-70 16,15-19-150-1,12-5-114-15,6-12-253 0</inkml:trace>
  <inkml:trace contextRef="#ctx0" brushRef="#br2" timeOffset="140983.01">7616 15691 975 0,'0'0'113'0,"0"0"-36"0,0 0 68 0,0 0 8 0,0 0-29 0,0 0-12 16,-70-73-37-16,70 73-46 15,0 0-14-15,0 0-15 16,0 15 8-16,0 20-6 15,0 6 6-15,9-1-1 16,5-8-2-16,4-2-5 16,2-4 0-16,5-4 0 0,2-8-6 15,2 0-14 1,2-9-13-16,-2-5-10 0,-2 0-13 16,-8-5 11-16,-4-13 4 15,-7-12 28-15,-6-3-1 16,-2 2 14-16,0-1 2 15,0 5 11-15,-11 10 17 16,4 3 15-16,0 8-6 16,5 4 2-16,0 2 2 15,0 0-17-15,2 0-13 16,0 0-3-16,0 18-10 16,2 14 3-16,12 7-3 15,1 1 1-15,1 2-1 16,-5-3-20-16,2-3-53 0,-4 9-122 15,-4-5-61-15,-5 0-77 16,0-1-473-16</inkml:trace>
  <inkml:trace contextRef="#ctx0" brushRef="#br2" timeOffset="144215.91">13842 16539 717 0,'0'0'318'0,"-63"-110"-202"0,41 69 31 16,4 9 11-16,5 9-20 15,6 14 17-15,2 2-55 16,5 7-49-16,0 0-26 0,0 39-21 16,9 23 16-16,11 24 30 15,2 8-24 1,3-9-13-16,-1 4-4 0,4-9-9 16,-5-3 0-16,2-8 0 15,-7-5 0-15,-5-6 0 16,-4-5-7-16,-4-9-67 15,-5-7-36-15,0-10-215 16,0-15-43-16,-9-12 41 16,-18-8-399-16</inkml:trace>
  <inkml:trace contextRef="#ctx0" brushRef="#br2" timeOffset="144464.37">13665 17098 859 0,'0'0'191'0,"0"0"-68"0,0 0 20 16,0 0-7-16,0 0-25 15,0 0-65-15,-22-18-25 16,47 44 7-16,10 10 25 16,7-1-32-16,1-3-16 15,-3-6-1-15,-3-5-3 16,-5-10-1-16,-10-1 6 16,-6-10-4-16,-11 0 2 15,-1 0 3-15,7-18 2 16,3-18 4-16,3-8-13 15,3-2-10-15,1 10-48 16,5 9-116-16,3 9-170 16,-3 6-265-16</inkml:trace>
  <inkml:trace contextRef="#ctx0" brushRef="#br2" timeOffset="144715.7">14552 16451 953 0,'0'0'275'0,"0"0"-131"16,0 0 32-16,0 0-31 16,0 0-78-16,0 0-26 15,-22-68-12-15,8 114-12 16,-3 16-6-16,-6 12-7 0,-6-6-4 15,0 3-23-15,4-7-131 16,4-2-234-16,0-13-108 16</inkml:trace>
  <inkml:trace contextRef="#ctx0" brushRef="#br2" timeOffset="144915.9">14262 16583 1045 0,'0'0'184'0,"0"0"-45"16,0 0 109-16,0 0-131 16,0 0-63-16,0 0-25 15,21-22-15-15,41 46 31 16,11 6-30-16,-1 1-15 16,-4 4 0-16,-11 2-42 15,-7-6-96-15,-5 4-246 16,-13-17-5-16</inkml:trace>
  <inkml:trace contextRef="#ctx0" brushRef="#br2" timeOffset="145365.6">14842 16371 1082 0,'0'0'50'0,"0"0"48"0,-44-100 46 16,36 81 5-16,4 15 24 15,4 4-85-15,0 0-61 16,0 6-27-16,2 28 3 16,16 16-3-16,5 3 4 15,-2 1-4-15,4-12-1 16,2-2-6-16,4-6-6 16,2-12-15-16,3-4-54 15,-3-14-77-15,4-4 32 16,-4 0 24-16,-4-20 42 15,-7-9 37-15,-11-6 17 16,-4-1 7-16,-7-4 7 0,0 4 24 16,0 1 44-1,-2 8 4-15,-8 4 47 0,4 11-28 16,1 6 31-16,5 6-69 16,0 0-32-16,0 0-12 15,0 6-11-15,0 34 6 16,0 13 2-16,0 15 8 15,5-10-13-15,4 0-8 16,2-1 0-16,2-4 0 16,1 2-1-16,-1 3-25 15,3-4-72-15,-2-2-263 16,-9-12-121-16</inkml:trace>
  <inkml:trace contextRef="#ctx0" brushRef="#br2" timeOffset="145914.79">14160 18220 1172 0,'0'0'128'0,"0"0"-36"0,-85-131 14 0,85 87-51 0,0-2-47 16,16 2 32-16,20 14-30 16,8 6-10-16,-1 15 0 15,-3 9 0-15,-9 22 2 16,-7 32 6-16,-8 17 18 16,-14 9-2-16,-2-4-3 15,-7-4 4-15,-26-9 4 16,-7-6-8-16,-3-6 12 0,8-15 5 15,6-10-6-15,11-14-14 16,11-5-5-16,5-7-8 16,2 0-4-16,0 0-2 15,18 0-3-15,24 0-5 16,20 0-2-16,25-15-36 16,13-10-114-16,6-12-193 15,-13-3 40-15,-15 4-253 16</inkml:trace>
  <inkml:trace contextRef="#ctx0" brushRef="#br2" timeOffset="146231.9">14723 18049 953 0,'0'0'82'0,"0"0"32"16,0 0 19-16,0 0-57 15,0 0-42-15,0 0-4 16,-44 26-21-16,44 32 18 15,0 4-2-15,0 3-7 16,11-13-9-16,16-4-9 16,4-12 3-16,0-12-1 15,0-8-2-15,3-12-9 16,-3-4 1-16,-2 0 8 16,-5-21 3-16,-10-11 10 0,-7-7 0 15,-7-1 13 1,0-5 13-16,-21 2 1 15,-12 4 3-15,-7 9 10 0,0 12 3 16,2 10-46-16,4 8-10 16,6 8-47-16,12 28-112 15,16 8-173-15,0-3-238 16</inkml:trace>
  <inkml:trace contextRef="#ctx0" brushRef="#br2" timeOffset="146482.84">15045 17937 1122 0,'0'0'74'0,"0"0"89"16,0 0-31-16,0 0 11 15,0 0-77-15,0 0-42 16,37 4-8-16,10 46 29 15,2 4-41-15,-5 2-4 16,-1-6-9-16,-6-9-67 16,-3-10-184-16,-3-9-14 15,-10-18-61-15,-8-4-215 16</inkml:trace>
  <inkml:trace contextRef="#ctx0" brushRef="#br2" timeOffset="146699.5">15330 17883 968 0,'0'0'145'0,"0"0"-15"0,0 0 27 16,0 0 15-16,0 0-68 16,0 0-45-16,-34 0-6 15,34 62-30-15,3 20 45 16,10 14-22-16,-2-6-26 16,4-1 2-16,1-8-9 15,0-4-10-15,0-7-2 16,-1-5-1-16,1-13-16 15,-1-4-45-15,1-16-187 16,-3-14-200-16,-1-18-238 0</inkml:trace>
  <inkml:trace contextRef="#ctx0" brushRef="#br2" timeOffset="147015.6">15610 17999 378 0,'0'0'827'0,"0"0"-713"16,-22-125 28-16,22 103 6 16,6 8-109-16,17 14 14 15,8 0-23-15,2 23 3 16,6 22-13-16,-6 17-5 16,-9-3-3-16,-8-7-4 15,-9-12 1-15,-5-17-3 16,-2-17 6-16,0-3 4 0,0-3-2 15,0 0 4-15,0 0 6 16,0-9 2-16,-11-32-7 16,-9-21-11-16,2-9-8 15,9 4-4 1,7 8-25-16,2 23-24 0,0 6-63 16,22 21-280-16,5 4-38 15,-2 5-261-15</inkml:trace>
  <inkml:trace contextRef="#ctx0" brushRef="#br2" timeOffset="147298.96">16103 17731 574 0,'0'0'393'15,"0"0"-245"-15,0 0-36 16,0 0 27-16,-16-111-16 16,5 103-12-16,-2 8-8 15,-4 0-50-15,3 0-35 16,0 12-13-16,7 14-4 15,7 5 20-15,9 11-12 16,27 3-3-16,9-1 0 16,-1-4-3-16,-6-5-1 15,-14-11-1-15,-10-8 0 16,-14-6 1-16,0 0 5 16,-25 16 17-16,-28 13-15 15,-14-2-9-15,-6-7-74 0,17-20-152 16,9-10-165-16,13-22-262 15</inkml:trace>
  <inkml:trace contextRef="#ctx0" brushRef="#br2" timeOffset="147715.69">16201 17522 911 0,'0'0'101'16,"53"-107"20"-16,-32 48-28 15,-19 2-5-15,-2-1-7 16,-25 8-2-16,-29 6 17 0,-16-1-49 16,-24 10-1-16,-31 2 9 15,-36 11-30-15,-43 18 11 16,-50 4 9-16,-52 40-14 16,-46 36-11-16,-41 45 28 15,-14 39-10-15,24 33 13 16,60 43-16-16,92 15-35 15,102 3 0-15,95-9 0 16,70-40 0-16,103-68 0 16,89-55 0-16,80-51 0 15,77-20 0-15,61-11 0 16,35 0 0-16,13 0 0 16,-17-33 0-16,-49-65 0 0,-70-70 0 15,-86-83 0 1,-107-36 0-16,-109 3 0 0,-100 36 0 15,-145 62-4-15,-108 74-32 16,-82 62-52-16,-46 46-97 16,-16 18-385-16</inkml:trace>
  <inkml:trace contextRef="#ctx0" brushRef="#br2" timeOffset="149315.75">1702 6240 1134 0,'-122'70'15'0,"-5"17"18"0,9 2 151 0,9-2-48 15,18-19-42-15,33-24 27 16,29-22-55-16,29-20-44 15,10-2 1-15,64-34-22 16,45-44 13-16,61-42-7 16,45-33-3-16,37-25-4 15,22-2-4-15,-7 5-12 16,-19 12 14-16,-32 21-11 16,-35 26-29-16,-41 25-11 15,-44 34 5-15,-44 30-82 0,-51 21-70 16,-24 8 80-16,-70 46 29 15,-48 33-215-15,-45 25-280 16</inkml:trace>
  <inkml:trace contextRef="#ctx0" brushRef="#br2" timeOffset="149482.01">1286 6635 49 0,'-205'149'1080'16,"61"-49"-1045"-16,72-48 96 15,72-48-56-15,54-27-73 16,77-58 7-16,63-53 8 15,64-43 8-15,54-28 30 16,35-18-12-16,15 5-5 0,-19 7-34 16,-29 21-4-16,-47 28-143 15,-66 30-252-15</inkml:trace>
  <inkml:trace contextRef="#ctx0" brushRef="#br2" timeOffset="151698.31">10210 4714 1210 0,'0'0'17'0,"0"0"52"0,0 0 226 15,0 0-163-15,0 0-40 16,0 0-45-16,0 0-13 16,-61-50-4-16,61 50-20 15,0 0-7-15,24 22 2 0,11 14 0 16,0 8-5-1,-1-1 0-15,-5-4 3 0,-5-6 0 16,-4-13-3-16,-10-11 0 16,-2-5-7-16,-6-4 3 15,5-5 0-15,11-37 1 16,6-24-3-16,7-25 0 16,5-13 2-16,4-6-3 15,6-2-20-15,8 13 2 16,0 18 2-16,-3 28-43 15,-11 20-108-15,-13 19-157 16,-23 14-10-16,-4 0-519 16</inkml:trace>
  <inkml:trace contextRef="#ctx0" brushRef="#br2" timeOffset="152048.59">10142 4670 1001 0,'0'0'90'0,"0"0"-42"16,0 0 145-16,0 0 22 15,0 0-153-15,0 0-16 16,-8-24-24-16,12 58-10 0,16 14 28 15,3 6-22-15,-2-5-12 16,2-12-4-16,0-10-2 16,-1-12 0-16,2-12 0 15,7-3-2-15,10-28 1 16,5-33-1-16,8-25-3 16,6-24-11-16,0-19 0 15,0-9-9-15,-2 8-53 16,-11 22-179-16,-13 31-20 15,-15 44-281-15</inkml:trace>
  <inkml:trace contextRef="#ctx0" brushRef="#br2" timeOffset="152399.81">10063 4636 1138 0,'0'0'57'15,"0"0"-18"-15,0 0 58 0,0 0-66 16,0 0-11-16,22 123 153 15,4-68-150-15,8-6-7 16,2-15-15-16,2-10 2 16,3-20 0-16,11-6-1 15,13-50 2-15,13-27-4 16,6-23-14-16,1-12-23 16,-2-17-55-16,-8-13-60 15,-15-15-48-15,-13-5-437 16</inkml:trace>
  <inkml:trace contextRef="#ctx0" brushRef="#br2" timeOffset="153532.14">17221 15638 1342 0,'0'0'251'0,"0"0"-146"0,0 0-33 16,0 0 6-16,0 0-22 0,0 0-48 16,0 0 1-16,-15 5-8 15,23 31 7-15,6 1 13 16,-5-12-14-16,-2-10-5 16,-3-12 0-16,-2-3-1 15,14 0 5-15,24-18-6 16,31-38 4-16,28-42-1 15,23-31-2-15,20-25 0 0,12-9-1 16,4 3 0-16,-6 26 0 16,-26 20-2-16,-30 37-5 15,-33 35-23-15,-29 17-26 16,-23 16-9-16,-11 9-60 16,-5 4-68-16,-32 30-115 15,-17 4 53-15,-8 10-449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53:09.59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9960 3592 427 0,'0'0'348'0,"-182"-4"-304"0,83 4 107 0,1 0-38 0,-1 1-44 15,9 11-4 1,9 0 36-16,10 1-29 0,21-1-6 15,17-7 8-15,20 0-45 16,13 2-22-16,29 4-6 16,50-1 29-16,50-7-10 15,48-3-5-15,47-3-14 16,32-22 14-16,14 1-12 16,2 2-1-16,-12 6-2 15,-22 4 0-15,-17 2-12 16,-36 4-38-16,-33 0-6 15,-38 2 0-15,-44 2-7 16,-32 2-14-16,-36 0 26 16,-10 0-16-16,-61 0-8 15,-41 0-94-15,-41 0-107 0,-32 0 5 16,-21 6-41-16,-8-2 220 16,4-2 78-16</inkml:trace>
  <inkml:trace contextRef="#ctx0" brushRef="#br0" timeOffset="216.46">10013 3592 11 0,'-151'17'620'15,"11"1"-465"-15,15 3-59 16,22-3 18-16,28-2-26 16,27-5-36-16,27-5 1 15,21 1-1-15,21 0-14 16,58-3 18-16,52-4 59 16,52 0-50-16,47-26-8 15,26-10-20-15,13 0-2 0,-4 2-16 16,-18 10-11-16,-17 4-8 15,-32 8-29-15,-40 6 8 16,-39 4-101-16,-57 2-90 16,-52 0-69-16,-39 8-288 15</inkml:trace>
  <inkml:trace contextRef="#ctx0" brushRef="#br0" timeOffset="1400.23">13875 5831 674 0,'0'0'35'0,"0"0"96"0,0-102-17 16,0 84-25-16,0 5 3 0,0 7 2 16,0 6 17-1,0 0-42-15,0 0 11 0,0 0 14 16,-2 8-27-16,2 26-38 15,0 13-26-15,0 17 29 16,0 7-5-16,0-6-12 16,0 0-7-16,0-9-4 15,0-8-3-15,0-6-1 16,0-10-5-16,0-8-12 16,9-6-72-16,3-10-136 15,2-8-36-15,-1 0-81 16,1-20-374-16</inkml:trace>
  <inkml:trace contextRef="#ctx0" brushRef="#br0" timeOffset="1751.14">14222 5478 426 0,'0'0'437'16,"0"0"-419"-16,0 0 80 15,0-108-15-15,0 92-17 16,0 8 10-16,0 4 1 16,0 2-32-16,0 2-18 15,0 0-6-15,0 16 29 0,0 39 44 16,0 32-27 0,0 25-30-16,0 23-6 0,-6 6 31 15,4 8-21-15,0 4-5 16,2-5-16-16,0-7-3 15,-6-13 1-15,0-16-9 16,-5-7-3-16,2-14-3 16,0-14-3-16,2-18-3 15,7-20-5-15,0-18-50 16,0-20-151-16,5-1-174 16,13-49 38-16,-1-28-514 15</inkml:trace>
  <inkml:trace contextRef="#ctx0" brushRef="#br0" timeOffset="1967.48">14463 6378 1032 0,'0'0'48'0,"0"0"37"15,0 0-33-15,0 0-31 16,0 0 4-16,0 0 22 15,84 47 25-15,-18-43-72 16,5-4-80-16,11 0-120 16,4-2 15-16,15-12-258 15,2-2-27-15</inkml:trace>
  <inkml:trace contextRef="#ctx0" brushRef="#br0" timeOffset="2666.05">17513 6047 1075 0,'0'0'12'0,"0"0"13"0,0 0 16 0,0 0-38 0,0 0 3 0,69-106 4 15,-22 99 9-15,-7 7 5 16,-11 0-8-16,-8 23-5 16,-8 15 16-16,-13 13 47 15,0 5-32-15,-14 2-16 16,-20-7-8-16,-3-2-9 16,1-12 9-16,3-14 9 15,8-7-5-15,2-8 17 16,6-4-18-16,6-4-11 15,4 0-4-15,5 0 2 0,2 0-2 16,0 0 22 0,0 0-28-16,0 0 5 0,6 0 8 15,17-10-13-15,12-4-1 16,15 0-1-16,0 2-2 16,4 6-17-16,2 5 12 15,2-4-59-15,5 1-111 16,-5-2-52-16,-8-4-218 15</inkml:trace>
  <inkml:trace contextRef="#ctx0" brushRef="#br0" timeOffset="3036.98">18289 5476 245 0,'0'0'654'0,"0"0"-629"16,-19-103 73-16,19 82-23 16,0 5 4-16,0 8 42 15,0 3-29-15,0 5-43 16,0 0-13-16,0 15-3 16,0 33 16-16,0 27 62 15,0 30-51-15,-2 20-32 16,-2 15-5-16,-3 13 9 15,-1 5-5-15,-2 0 2 16,2-5-15-16,-3-11 8 0,-1-9-7 16,1-14-9-16,5-12 0 15,1-12-4-15,3-22-2 16,2-20-1-16,0-19-2 16,0-18-28-16,0-10-44 15,0-6-90-15,5-28-62 16,10-37-39-16,3-33-89 15</inkml:trace>
  <inkml:trace contextRef="#ctx0" brushRef="#br0" timeOffset="3252.04">18461 6318 74 0,'0'0'883'0,"0"0"-853"0,0 0 50 15,0 0-13-15,0 0-32 16,0 0 31-16,91 12 19 16,-3-12-63-16,11-10-22 15,-8-4-2-15,-13 5-80 16,-16 0-28-16,-17 5-76 16,-23 4-277-16</inkml:trace>
  <inkml:trace contextRef="#ctx0" brushRef="#br0" timeOffset="4435.51">13846 4041 856 0,'0'0'56'0,"0"0"29"0,0 0 116 0,0 0-25 0,0 0-24 0,0 0-52 16,0 0-15-1,0-40-13-15,0 65-23 0,-7 27-23 16,-2 23-20-1,-2 13 9-15,-3-1-4 0,3-6-5 16,5-8-2-16,2-12-3 16,2-14-1-16,2-20 0 15,-3-12-2-15,3-13-3 16,0-2-14-16,0 0-4 16,0-8 1-16,0-34 13 15,0-22-2-15,0-21-4 16,9-9 12-16,4 4 2 15,5 10 1-15,2 16 2 16,0 20-2-16,-6 18 0 16,-3 13 1-16,-7 7-1 15,-4 6 0-15,4 0 0 16,8 0 2-16,5 10 11 0,2 4-7 16,-4 1 1-1,-6-4-7-15,-7-5 2 0,1-2 0 16,-3-4 0-16,0 0-2 15,0 0 1-15,0 0 1 16,0 0 2-16,0 0-3 16,0 0 2-16,0 0 0 15,0 0-1-15,0 0-1 16,0 0 1-16,0 0-2 16,0 0-2-16,0 0 1 0,0 0-7 15,0 0-7 1,0 0-50-16,0 0-83 15,2 0-75-15,-2 0-16 0,0 0-45 16,0 0-245-16</inkml:trace>
  <inkml:trace contextRef="#ctx0" brushRef="#br0" timeOffset="5916.13">13890 4114 540 0,'0'0'210'0,"0"0"-98"0,0 0 51 16,0 0-61-16,0 0 3 16,0 0 43-16,-19-94-24 15,16 94-50-15,0 0 8 16,-1 22 4-16,0 31-47 16,0 19-10-16,-3 18 3 15,5 4-9-15,0 0-3 16,2-1-3-16,0-8-2 15,2-4-10-15,7-13-1 16,1-13-4-16,0-19 0 16,-4-14-5-16,1-15-1 15,-5-7-6-15,0 0-8 16,-2-14 9-16,0-40-10 0,-4-23 10 16,-11-26 1-1,-3-13 1-15,9-5-3 0,4 6 4 16,5 14-16-16,0 19 5 15,26 21 14-15,13 22 0 16,4 6-11-16,9 20 12 16,-1 13 3-16,1 0 0 15,-14 23 1-15,-14 14 0 16,-22 4-9-16,-4 8-9 16,-44 2 18-16,-22 6 0 15,-11-5-42-15,-4-10-117 16,12-12-47-16,11-14-17 0,17-8-170 15</inkml:trace>
  <inkml:trace contextRef="#ctx0" brushRef="#br0" timeOffset="6783.06">18260 4389 511 0,'0'0'490'0,"0"0"-461"0,0 0 105 0,0 0-1 16,0 0 47-16,0 0-3 16,-40-100-101-1,40 132-15-15,-2 20-17 0,-6 18-18 16,-1 3-14-16,-1-5-5 15,-2-8-6-15,1-14 0 16,5-12-1-16,-1-16-2 16,7-9-27-16,0-9-9 15,0 0 10-15,0-21 3 16,0-29-17-16,0-19 4 16,7-7 24-16,6 2 14 15,5 14 2-15,-5 14 2 16,-1 19-3-16,-8 12 14 0,2 13 26 15,5 2-14-15,14 17-14 16,6 24 40-16,9 16-8 16,1 5-19-16,-9 2-11 15,2-6-11-15,-9-4-4 16,-3-8-2-16,-8-8-11 16,-8-8-51-16,-6-14-137 15,0-7-175-15,0-9 84 16,-27-6-66-16</inkml:trace>
  <inkml:trace contextRef="#ctx0" brushRef="#br0" timeOffset="6932.96">18025 4630 889 0,'0'0'40'0,"0"0"24"0,0 0 32 16,0 0-58-16,0 0 12 15,0 0 31-15,132 23-54 16,-14-32-27-16,22-26-174 15,12-7-282-15</inkml:trace>
  <inkml:trace contextRef="#ctx0" brushRef="#br0" timeOffset="7669.54">21408 4496 787 0,'0'0'146'0,"0"0"35"0,0 0-48 0,0 0 43 0,6-105-35 15,-6 103 11-15,0 2-83 16,3 0-27-16,4 22-3 16,1 15 7-16,5 11 11 15,1 4-38-15,-5-4-17 0,-5 0-2 16,-2-4-2 0,-2-6 0-16,0-5-44 0,0-6-39 15,0-9-140-15,-12-13-118 16,-7-5 46-16,-10-15-87 15,-6-22-222-15</inkml:trace>
  <inkml:trace contextRef="#ctx0" brushRef="#br0" timeOffset="7833.14">21203 4511 198 0,'0'0'611'16,"0"0"-482"-16,0 0-21 16,0 0-55-16,0 0-15 15,0 0 8-15,92-79-13 16,-26 60-14-16,12 5-19 15,-2 4-2-15,-7 10-35 0,-13 0-112 16,-16 2-242-16</inkml:trace>
  <inkml:trace contextRef="#ctx0" brushRef="#br0" timeOffset="8549.98">21370 6088 1081 0,'0'0'26'0,"0"0"92"0,0 0 40 0,0 0-32 0,0 0-49 15,0 0-13-15,-15 65-3 16,23-18-28-16,3 0-28 16,-2-12-2-16,-2-7-5 15,-5-10 2-15,-2-10-3 16,0-3-12-16,0-4-26 16,0-1 34-16,0 0 7 0,3 0-6 15,-1-10 5-15,2-8-22 16,12-5 6-16,10 2 16 15,7 4-10-15,6 8 8 16,-6 9 6-16,3 3-2 16,-1 28-1-16,1 7 8 15,-7 9 12-15,-10-1-3 16,-9-8 11-16,-10-8-9 16,0-6-1-16,-13-8-18 15,-18-2-17-15,-10-9-87 0,-3-5-151 16,-8 0-20-1,4-31-194-15</inkml:trace>
  <inkml:trace contextRef="#ctx0" brushRef="#br0" timeOffset="8699.21">21390 6117 964 0,'0'0'41'0,"0"0"23"15,0 0-4-15,0 0-15 16,0 0 26-16,169-51-57 15,-100 46-14-15,1 5-65 16,-17 0-85-16,-10 12-232 16</inkml:trace>
  <inkml:trace contextRef="#ctx0" brushRef="#br0" timeOffset="8916.25">21941 6203 839 0,'0'0'80'16,"0"0"25"-16,0 0 6 15,0 0 6-15,0 0 55 16,0 0-76-16,0-27-35 16,0 27-22-16,0 10-22 15,17 15 6-15,10 11 50 16,2-5-60-16,-2 1-13 16,0-4-2-16,-6-2-43 15,2-4-64-15,-3-4-111 16,-3-5-50-16,-3-13-93 0,-5 0-370 15</inkml:trace>
  <inkml:trace contextRef="#ctx0" brushRef="#br0" timeOffset="9149.81">22183 6186 755 0,'0'0'87'0,"0"0"-8"16,0 0 35-16,0 0-12 15,0 0 23-15,0 0 26 16,-24-90-34-16,19 98-32 15,0 42-22-15,1 22 4 16,0 22-21-16,2 11-9 16,2-1-9-16,0-2-6 0,0-2-7 15,0-9-6-15,0-10-7 16,0-17-2-16,0-13-9 16,0-16-50-16,2-18-148 15,2-17-208-15,3-6-83 16</inkml:trace>
  <inkml:trace contextRef="#ctx0" brushRef="#br0" timeOffset="9437.19">22301 6344 905 0,'0'0'7'15,"0"0"49"-15,0 0 3 16,0 0 32-16,0 0-18 15,118-64-13-15,-78 95-22 0,-7 14-16 16,-10 8-6-16,-13-3 0 16,-8-8 18-16,-2-9 14 15,0-16 52-15,0-7 5 16,-6-6-28-16,2-4-47 16,-2 0-10-16,-1-29 5 15,1-15-25-15,4-12-7 16,2-6-19-16,8 2-42 15,17 6-133-15,2 18-99 16,-10 18-43-16,-8 16-456 16</inkml:trace>
  <inkml:trace contextRef="#ctx0" brushRef="#br0" timeOffset="9716.9">22901 6266 808 0,'0'0'114'15,"0"0"8"-15,0 0-16 16,0 0-21-16,0 0 36 16,0 0-15-16,-33-88-2 15,14 88-104-15,6 26 4 16,11 6-4-16,2 8 0 16,17 2-5-16,19-1-10 15,5-3-26-15,-6-6 31 16,-6-8 10-16,-14-9 5 0,-8-4 5 15,-7-6 36 1,-9 2-11-16,-37 3-20 0,-20 0-15 16,-17 2-197-16,-5-6-41 15,1-4-241-15</inkml:trace>
  <inkml:trace contextRef="#ctx0" brushRef="#br0" timeOffset="11983.13">13723 8071 481 0,'0'0'447'0,"0"0"-404"0,0 0 75 0,-2-106 49 0,-5 98-58 16,3 5 72-16,0 3-42 16,3 0-42-16,-1 0-54 15,2 21-11-15,0 19-15 16,0 14 9-16,0 12-1 15,0-4-11-15,0-6-11 16,0-6-3-16,0-3 0 16,2-9-9-16,10-4-17 0,3-10-104 15,3-8-211-15,-3-15 30 16,4-1-186-16</inkml:trace>
  <inkml:trace contextRef="#ctx0" brushRef="#br0" timeOffset="12317.06">13971 7718 401 0,'0'0'558'15,"0"0"-540"-15,0 0 65 16,0-128-5-16,0 104 0 16,0 10 12-16,0 8 13 15,0 6-30-15,-2 0-44 0,2 7-2 16,0 40 27-16,0 25-15 15,0 32 16-15,0 23-5 16,0 5-13-16,2 8-7 16,2 3-4-16,3-4-7 15,-1-2 7-15,4-9-16 16,-4-12 2-16,-2-11-8 16,-1-10-2-16,-3-15-2 15,0-16-1-15,0-18-10 16,0-17-27-16,0-14-121 15,0-15-145-15,8-6-11 16,8-44-95-16</inkml:trace>
  <inkml:trace contextRef="#ctx0" brushRef="#br0" timeOffset="12516.38">14222 8562 1088 0,'0'0'34'15,"0"0"20"-15,0 0 26 16,0 0-19-16,0 0 19 16,0 0 12-16,61 0-51 15,12 0 19-15,20 0-48 16,1 0-12-16,-11-8 0 16,-15 3-47-16,-10 0-90 0,-8 5-53 15,-4 0-167 1</inkml:trace>
  <inkml:trace contextRef="#ctx0" brushRef="#br0" timeOffset="13283.39">17856 8357 808 0,'0'0'54'0,"0"0"82"0,19-141-31 0,-19 100-20 0,-25 9 41 0,-2 11 0 15,0 8 41 1,0 11-103-16,3 2-56 16,2 0-7-16,8 22-1 0,10 6-2 15,4 8-2-15,20 0-4 16,26 7-10-16,12-2 13 16,7 6-9-16,-3 0-7 15,-10 3 11-15,-17-1-1 16,-18-4 11-16,-17 3 3 15,-4-6-3-15,-42-5 0 16,-16-4 9-16,-5-13 4 16,5-16-3-16,12-4-2 15,21-24-6-15,14-24-2 16,15-19-27-16,7-13-30 16,41-2-35-16,24 8-30 15,8 11-94-15,-6 15-88 16,-10 15-236-16</inkml:trace>
  <inkml:trace contextRef="#ctx0" brushRef="#br0" timeOffset="13566.45">18342 7794 750 0,'0'0'114'15,"0"0"-31"-15,-16-124 48 16,5 100-13-16,3 8 35 15,0 8 2-15,4 5-14 16,2 3-62-16,2 0-33 0,0 49-15 16,0 37-15-1,0 34 18-15,0 30 0 0,0 1-11 16,0 3 1-16,0-3-6 16,2-11-8-16,7-9-10 15,2-14-3-15,0-14-5 16,-2-12-41-16,5-21-58 15,-3-24-165-15,7-32-148 16,6-14-178-16</inkml:trace>
  <inkml:trace contextRef="#ctx0" brushRef="#br0" timeOffset="13752.02">18627 8532 733 0,'0'0'396'0,"0"0"-371"15,0 0 49-15,0 0-12 16,0 0-20-16,0 0 13 16,11 12 21-16,67-5 5 15,20-7-81-15,16 0-88 16,-5-17-125-16,1-3-205 16</inkml:trace>
  <inkml:trace contextRef="#ctx0" brushRef="#br0" timeOffset="14233.02">22288 8155 781 0,'0'0'394'16,"0"0"-324"-16,0 0 60 16,0 0-31-16,-31-130-62 15,42 98-4-15,18 7-3 16,2 14-15-16,-4 11-1 16,0 0-5-16,-10 31 7 15,-5 16 63-15,-6 4-19 16,-6 4-23-16,0-5-14 15,-20-3-2-15,-4-6-11 16,-1-7-6-16,7-5-4 16,5-11-9-16,7-4-97 15,2 2-176-15,0 0-69 0,-2 8-224 16</inkml:trace>
  <inkml:trace contextRef="#ctx0" brushRef="#br0" timeOffset="14549.69">22357 8887 573 0,'0'0'515'0,"0"0"-486"15,0 0 61-15,0 0-14 16,0 0 123-16,0 0-110 0,-40-63-72 16,60 60-10-1,2 3-4-15,-6 0-3 0,-7 4 2 16,-9 3 4-1,0 2 17-15,0-3 27 0,0-6-12 16,-9 0-15-16,-7 0-18 16,1 0 0-16,3-2-4 15,10-6-1-15,2 3-11 16,0 4-1-16,0-1 3 16,18 2 2-16,5 0 5 15,-4 0-9-15,-5 0-1 16,-10 0-39-16,-4 0-126 15,0 0-160-15,-33 0-303 16</inkml:trace>
  <inkml:trace contextRef="#ctx0" brushRef="#br0" timeOffset="15433.2">17011 6454 266 0,'0'0'641'0,"0"0"-603"0,0 0 89 0,0 0 5 15,-127-68-2-15,77 71-1 16,-6 33-26-16,-2 24-18 0,2 22-30 16,2 18 11-16,10 17-25 15,15 5 2-15,16 8-16 16,13-7-9-16,0-5-2 16,20-9-8-16,23-3-8 15,15-10-6-15,10-14-12 16,10-16-37-16,-1-20-58 15,0-18-121-15,-11-18-116 16,-10-10-224-16</inkml:trace>
  <inkml:trace contextRef="#ctx0" brushRef="#br0" timeOffset="15649.09">17212 7466 205 0,'0'0'747'0,"0"0"-726"15,0 0 101-15,0 0-39 16,0 0-39-16,0 0 33 16,-13 116 59-16,26-44-67 15,-6 2-43-15,-7-3-19 16,-15-2-7-16,-35 4-16 16,-23-3-137-16,-28-2-118 15,-18-6-265-15</inkml:trace>
  <inkml:trace contextRef="#ctx0" brushRef="#br0" timeOffset="19369.9">15820 6994 984 0,'0'0'38'0,"0"0"-15"0,0 0 54 16,0 0-30-16,0 0 9 15,0 0-3-15,0 0-3 16,-100 50 2-16,77-47-23 16,5-3 4-16,7 0 17 15,-3-11-27-15,10-11 7 16,2-6-11-16,2-2 14 15,0 2-27-15,16 3-5 16,4 4-1-16,0 2 0 0,5 6-3 16,-1 5 3-1,-2 8 1-15,0 0-1 0,-3 24-11 16,0 19-2-16,-3 15 13 16,-5 9 4-16,-9 2 1 15,-2-4-3-15,0-4-1 16,-17-9 3-16,-6-5-2 15,-4-10-2-15,-2-9 1 16,3-8 2-16,-1-9 1 16,3-10-1-16,4-1 1 15,1-3 5-15,9-24-1 16,1-1 17-16,7-3-25 16,2 6 3-16,0 5-3 15,0 4 1-15,0 6 2 16,8 6-1-16,11 4-1 0,9 0 2 15,3 13 8-15,5 12 15 16,-4 7-11-16,-7 4-8 16,0-2-7-16,-4-2-4 15,-3-4-9-15,-5-4-33 16,2-10-77-16,1-10-173 16,-1-4-48-16</inkml:trace>
  <inkml:trace contextRef="#ctx0" brushRef="#br0" timeOffset="19883.3">16005 6463 628 0,'0'0'444'0,"0"0"-432"0,0 0 58 0,0 0-35 0,33-133-15 0,14 101 37 16,6 10-17-16,-8 14-10 15,-11 8-14-15,-17 8-16 0,-13 26 6 16,-4 6 15-16,0 8 11 15,-21-2-10-15,-13-4-3 16,1-5 0-16,4-9 0 16,6-12-3-16,10-5-9 15,8-8-1-15,5-3 1 16,0 0-6-16,0 0 28 16,7 0-26-16,15-3 25 15,9-6-24-15,3 3-3 16,1 4-1-16,2 2 0 15,-4 0 5-15,-6 14 7 16,-10 3 0-16,-10 4-2 0,-7 1-7 16,-22 4 26-1,-36 4-20-15,-25 4-9 0,-8-6-6 16,4-6-77-16,11-13-139 16,19-9-61-16,6 0-215 15</inkml:trace>
  <inkml:trace contextRef="#ctx0" brushRef="#br0" timeOffset="23033.24">23144 7579 897 0,'0'0'70'0,"-41"-130"33"0,26 84 10 0,-1 15 36 16,2 10 56-16,8 12-79 16,4 5-36-16,2 4-41 15,0 0-16-15,0 13-9 16,0 39 2-16,11 30 0 15,12 29 20-15,0 9-21 0,-2-2-7 16,-1-5-12 0,-3-9 2-16,0-8 0 0,0-12-8 15,-3-9-2-15,-4-12-4 16,7-10-32-16,-2-12-44 16,1-7-73-16,1-19-228 15,-7-11 87-15,-10-4-80 16,0-28-79-16</inkml:trace>
  <inkml:trace contextRef="#ctx0" brushRef="#br0" timeOffset="23251.49">23076 8297 810 0,'0'0'121'15,"0"0"13"-15,0 0-33 0,0 0 60 16,0 0-2 0,0 0-74-16,-71-37-24 0,71 73-36 15,5 11 15-15,17 6-12 16,1-3-13-16,4-3-10 15,-2-8-4-15,0-7-1 16,4-9 1-16,0-16-2 16,4-7 1-16,8-6-14 15,8-32-8-15,2-15-21 16,0-10-38-16,-4-3-130 16,-14 4-85-16,-6 3-247 15</inkml:trace>
  <inkml:trace contextRef="#ctx0" brushRef="#br0" timeOffset="23517.3">23585 7506 1197 0,'0'0'61'16,"0"0"49"-16,0 0 22 15,0 0-59-15,0 0 0 16,0 0-17-16,18 36-19 16,28 14 24-16,8 4-53 15,2-4-7-15,-6-6-1 16,-7-10-40-16,-3-5-47 0,-6-10-84 16,-5-11-68-16,-11-8-73 15,-10 0-259-15</inkml:trace>
  <inkml:trace contextRef="#ctx0" brushRef="#br0" timeOffset="23716.62">23901 7513 981 0,'0'0'43'0,"0"0"46"16,0 0 55-16,0 0 23 16,0 0-87-16,-134 20 18 15,110 22-49-15,1 5-11 16,6 1 0-16,3-5-24 15,8-2-14-15,-1-7-25 0,5-4-35 16,-3-4-142-16,-2-6-84 16,1-12-137-16</inkml:trace>
  <inkml:trace contextRef="#ctx0" brushRef="#br0" timeOffset="24117.12">24242 7431 410 0,'0'0'672'16,"0"0"-661"-16,0 0 22 16,0 0-1-16,0 0 25 15,0 0 62-15,87-93-85 0,-73 118-15 16,-6 13-5-16,-8 8-2 15,0 4 5-15,-14-4 20 16,-13-7 2-16,4-10 3 16,5-8-22-16,7-11-4 15,6-6 21-15,5-4-37 16,0 0-3-16,7 0 3 16,26 0-30-16,11 0 30 15,10 17 0-15,-4 10 2 16,-9 5-2-16,-7 0 6 15,-16-2 3-15,-11-6 12 16,-7-2 10-16,-23 2 48 16,-33 0-40-16,-17-5-39 0,-12-9-48 15,-9-10-114-15,-12 0-207 16,-11-21-372-16</inkml:trace>
  <inkml:trace contextRef="#ctx0" brushRef="#br0" timeOffset="24616.35">22076 9471 1094 0,'0'0'29'0,"0"0"67"0,0 0 59 0,0 0 41 0,0 0-51 0,0 0-68 15,-13-57-10-15,13 81-6 16,0 31-28-16,0 13 16 15,0 10-22-15,0-5-23 16,0-10 1-16,0-2-5 16,0-3-4-16,7-8-15 15,-1-1-63-15,5-12-65 16,1-11-240-16,5-18-21 16,3-8-392-16</inkml:trace>
  <inkml:trace contextRef="#ctx0" brushRef="#br0" timeOffset="24901">22482 9618 1041 0,'0'0'103'0,"0"0"-13"15,0 0 47-15,0 0 49 16,0 0-43-16,0 0-83 16,-3-53-52-16,3 53-8 15,-2 16-1-15,2 16 1 16,0 4 0-16,9 0 0 15,24-6-5-15,12 2-9 16,2 2 13-16,2 4 1 0,-9-1 3 16,-13-6-2-16,-11-5 19 15,-12-5-11 1,-4-4 1-16,-22 0-7 0,-28-3-3 16,-10-8-22-16,-2-6-177 15,8-14-145-15,10-30-36 16</inkml:trace>
  <inkml:trace contextRef="#ctx0" brushRef="#br0" timeOffset="25366.26">22455 9551 1041 0,'0'0'23'16,"0"0"-14"-16,0 0 53 0,145 0-4 16,-72-7 22-16,5-6-39 15,0-6-33-15,-6-6-8 16,-8-9-1-16,-8-6-6 15,-16-10 2-15,-11-9 5 16,-16-9 0-16,-13-11 3 16,0-9 6-16,-21 0 10 15,-27 2 74-15,-16 8 39 16,-25 10 18-16,-20 13-82 16,-19 19-38-16,-14 19-5 15,-12 17 3-15,-8 35 0 16,-1 46-7-16,0 43 11 15,6 42-3-15,17 33 12 16,25 26-14-16,39 5-24 16,47 3-3-16,31-14 0 0,83-11 0 15,53-26 0-15,45-29 0 16,40-33 0-16,22-37 0 16,18-43-6-16,4-40-5 15,3-29 11-15,-14-65 2 16,-29-44-1-16,-40-47 4 15,-64-43 4-15,-68-33-9 16,-55-19 0-16,-65 10-4 16,-72 36-4-16,-59 61-15 15,-45 65-24-15,-40 60-32 0,-31 39-242 16,-10 9-402-16</inkml:trace>
  <inkml:trace contextRef="#ctx0" brushRef="#br0" timeOffset="27316.47">1721 5306 1112 0,'-163'90'15'0,"-4"8"55"0,17-6 132 0,31-24-72 0,40-27 35 15,44-27-81-15,35-14-24 16,50-42-34-16,73-52-1 16,67-45-24-16,66-34-2 15,41-15-2-15,15 6-9 16,-9 13-9-16,-41 20-1 16,-46 28-3-16,-53 28-49 0,-56 29 22 15,-49 32-18-15,-47 28-22 16,-24 8-9-16,-72 52-42 15,-50 30-16-15,-50 35 15 16,-52 29 20-16,-31 25-63 16,-35 16 187-16,-15 23 14 15,4 0 203-15,26-24-65 16,77-41-9-16,89-67 33 16,108-72-8-16,94-50-107 15,122-94 22-15,108-65-60 16,78-41-23-16,49-23-2 0,9 4-8 15,-32 27-6 1,-67 32-182-16,-94 33-245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09T13:56:39.578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12491 5257 828 0,'0'0'33'0,"0"0"73"0,0 0 11 0,0 0-50 0,0 0 18 15,0 0 16-15,0 0-40 16,-4-22-27-16,2 29-10 0,-6 29-12 15,0 18 6-15,-5 17 30 16,-1 8-31-16,3 12 10 16,-3 15-8-16,3 16 6 15,3 12-4-15,-2 9-3 16,6 9 22-16,2 10-22 16,-3 17-8-16,-3 28 7 15,-4 18-1-15,-1 23 4 16,0 18-8-16,-1 14-4 15,-1 22-2-15,1 17 4 16,-1 18-7-16,1 18 3 16,1 3-2-16,-1 10 0 15,4-5-3-15,3 0 1 0,7 3-2 16,0-1-5-16,0 4 4 16,0-2 0-16,13 4-4 15,10 2 3-15,-3 4 0 16,-1-4-1-16,8-7-1 15,0-3 4-15,2-9 0 16,4-6-4-16,1 0 4 16,3-9-1-16,9-4 0 15,2 1 1-15,8-11-5 16,4-4 3-16,7-4-4 16,9-16 1-16,1-10-2 15,8-7-9-15,-4-11 13 0,-4-19 0 16,-2-63 0-16,-7-73-11 15,-3-66-17-15,-5-41 0 16,-6-11-14-16,-10 0-31 16,-9 0-30-16,-10 0-103 15,-12 0-23-15,-13 0-263 16</inkml:trace>
  <inkml:trace contextRef="#ctx0" brushRef="#br0" timeOffset="1150.83">13770 6224 982 0,'0'0'60'0,"0"0"92"0,0 0-4 0,0 0 18 16,0 0-98-16,0 0-19 0,-9 94 14 15,-4-35-22-15,1-5-28 16,4-8-9-16,-1-10 0 16,4-10-4-16,1-10 1 15,0-8-1-15,4-6-2 16,0-2 1-16,0 0-5 15,0 0-18-15,-3-26 1 16,3-16-16-16,0-11 16 16,0-2 22-16,2 4 0 15,12 7-2-15,1 11 3 16,1 12 0-16,-5 9 2 16,-4 4 6-16,1 8 0 15,4 0 1-15,5 16 7 16,6 20 53-16,2 12-21 0,-3 9-22 15,-3 2-4-15,0 2-14 16,-4-3 0-16,1-6-6 16,-1-6-2-16,1-10-1 15,-3-8-3-15,-2-10-23 16,-2-6-146-16,-4-10-153 16,-5-2 28-16,0 0-123 15</inkml:trace>
  <inkml:trace contextRef="#ctx0" brushRef="#br0" timeOffset="1333.45">13641 6448 576 0,'0'0'289'0,"0"0"-216"0,0 0 77 0,0 0-68 0,0 0-10 0,0 0-10 15,-90-1-26-15,102 1-22 16,26 0-6-16,20 0-8 15,17 0-15-15,17-8-196 16,-1-10-164-16</inkml:trace>
  <inkml:trace contextRef="#ctx0" brushRef="#br0" timeOffset="1600.11">14752 6563 704 0,'0'0'413'0,"0"0"-400"16,0 0 76-16,0 0-28 16,0 0-31-16,0 0 9 15,-20 12-18-15,74-12-10 16,18 0-5-16,3-4-6 15,-4-12-15-15,-11 2-105 16,-17 4-44-16,-21 8-97 16,-22 2-138-16</inkml:trace>
  <inkml:trace contextRef="#ctx0" brushRef="#br0" timeOffset="1734.1">14743 6703 776 0,'0'0'63'16,"0"0"-5"-16,0 0 18 15,0 0-36-15,0 0 11 16,0 0-37-16,208 39-14 16,-87-65-126-16,-6-4-352 15</inkml:trace>
  <inkml:trace contextRef="#ctx0" brushRef="#br0" timeOffset="2016.74">15519 6259 1034 0,'0'0'27'16,"0"0"108"-16,0 0 16 16,0 0 52-16,0 0-81 15,0 0-39-15,-38-61-45 16,38 63-22-16,2 32-9 15,14 16 15-15,2 10 18 16,2 6-20-16,0-1-7 16,-2-4-9-16,-1-2-4 15,-1-7-4-15,-5-6-17 0,-1-8-89 16,-2-8-208 0,-8-12-114-16,0-15-423 0</inkml:trace>
  <inkml:trace contextRef="#ctx0" brushRef="#br0" timeOffset="2234.12">15486 6342 921 0,'0'0'8'0,"0"0"22"16,62-120 36-16,-6 94-6 0,4 14 8 16,2 12-2-1,-9 0 6-15,-8 25-25 0,-18 10-16 16,-21 5-8-16,-6 3 4 15,-20 0 2-15,-24-4-20 16,-5-7-9-16,-2-10-41 16,6-13-87-16,7-9-66 15,7 0-235-15</inkml:trace>
  <inkml:trace contextRef="#ctx0" brushRef="#br0" timeOffset="2701.17">16390 5817 321 0,'0'0'700'16,"0"0"-665"-16,0 0 66 15,-60-104-52-15,26 88 1 16,1 8 3-16,-2 4-14 15,-1 4-11-15,1 0-20 16,1 0-7-16,9 0-1 16,5 13 0-16,9 6 2 15,5 6 3-15,-2 12 13 16,6 9 4-16,2 7 14 16,0 3-5-16,0-1 5 15,8 3-15-15,2 6-2 16,3 5 12-16,1 4 15 0,-1 2-18 15,2 4-8-15,-5 3-9 16,-1 4-6-16,-5 0 3 16,1-2-5-16,0-1 10 15,-3-2-10-15,6-10-1 16,1-7-2-16,5-8-3 16,3-9 1-16,4-9 1 15,8-5-2-15,6-4-1 16,12-9-35-16,8-4-112 15,13-13-17-15,11-3-64 16,4-3-187-16</inkml:trace>
  <inkml:trace contextRef="#ctx0" brushRef="#br0" timeOffset="2984.01">16733 6206 351 0,'0'0'540'0,"0"0"-486"0,0 0 106 0,0 0-46 0,0 0-21 0,0 0 19 16,-11-28-59-1,11 66-12-15,2 14 49 0,7 8-50 16,-2 1-3-16,2-2-27 15,0-2-9-15,0-3-1 16,4-6-17-16,0-2-30 16,3-8-239-16,-1-10-46 15,8-16-292-15</inkml:trace>
  <inkml:trace contextRef="#ctx0" brushRef="#br0" timeOffset="3217.21">17175 6531 465 0,'0'0'488'0,"0"0"-439"16,0 0 48-16,0 0-39 0,0 0 13 16,133-33-13-16,-59 26-23 15,-1 2-23-15,-6 3-6 16,-7-1-6-16,-6 3-2 15,-12-4-47-15,-9 2-126 16,-17-8-136-16,-14-5-218 16</inkml:trace>
  <inkml:trace contextRef="#ctx0" brushRef="#br0" timeOffset="3418.09">17499 6286 840 0,'0'0'65'0,"0"0"64"15,0 0-3-15,0 0-43 16,0 0-30-16,0 0-24 16,-10 73 47-16,18-14-18 15,8 7-43-15,1 1-12 16,2-1-3-16,-4 1-2 16,1-8-84-16,-10 0-150 15,-6-9-272-15</inkml:trace>
  <inkml:trace contextRef="#ctx0" brushRef="#br0" timeOffset="3835.26">18376 5859 248 0,'0'0'913'16,"0"0"-797"-16,0 0 58 16,0 0-116-16,0 0 2 15,0 0-20-15,-3 50 23 16,3 2 16-16,0 4-63 16,3-6-12-16,5-3-4 15,-1-7-1-15,2-8-34 16,-2-12-91-16,-3-9-76 15,-4-11-25-15,0 0-35 16,0-8-79-16,-6-29-150 16</inkml:trace>
  <inkml:trace contextRef="#ctx0" brushRef="#br0" timeOffset="4168.6">18371 5859 143 0,'0'0'439'0,"0"0"-382"0,63-108 18 15,-28 91-14-15,5 5 1 16,5 12 8-1,1 0-15-15,-1 7-12 0,-3 23-6 16,-10 9 3-16,-14 8-7 16,-14-1-17-16,-4-2 3 15,-18-6-3-15,-20-8-13 16,-5-5 6-16,-3-11-5 16,2-4 1-16,3-8-4 15,8-2 1-15,10 0-1 16,12 0 1-16,9 0-1 0,2 0 7 15,0 0-8-15,21 0-3 16,14 0 3-16,8 0 6 16,8 2 0-16,-7 21 10 15,1 7 4-15,-1 1 4 16,-1 2-14-16,-1-3-5 16,-2-3-5-16,-7-3-2 15,-4-6-83-15,-13-2-141 16,-16-1-259-16</inkml:trace>
  <inkml:trace contextRef="#ctx0" brushRef="#br0" timeOffset="4450.96">18164 6513 1030 0,'0'0'28'0,"0"0"44"16,0 0-9-16,0 0-15 0,0 0-9 0,154 28 10 0,-48-28-23 16,14 0-10-16,7 0-3 15,1-5 5-15,-8 4-12 16,-15 1-5-16,-14 0-1 16,-18 0-27-16,-21 0-65 15,-25 4-109-15,-27 4-314 0</inkml:trace>
  <inkml:trace contextRef="#ctx0" brushRef="#br0" timeOffset="4668.54">18473 6723 467 0,'0'0'672'0,"0"0"-642"16,0 0 80-16,0 0 21 15,0 0-25-15,0 0 5 16,-18 73-32-16,18-10-27 16,0 1-32-16,14 1-11 0,1 0-5 15,-1-9-4 1,-3-8 0-16,0-8-36 0,-6-8-209 16,-5-6-119-16,0-12-330 15</inkml:trace>
  <inkml:trace contextRef="#ctx0" brushRef="#br0" timeOffset="5267.48">18734 6892 391 0,'0'0'565'0,"0"0"-459"0,0 0 41 15,0 0-33-15,0 0 16 16,0 0-60-16,0-49-32 15,0 66-20-15,-5 19-9 16,-1 8 10-16,4 4-15 16,2-6 2-16,0-6 0 15,11-3-6-15,7-10 0 16,2-4-2-16,2-11-4 16,2-7-7-16,-1-1-10 15,0 0-10-15,-4-23 8 16,-3-12 9-16,-12-1 1 15,-4-2 0-15,0 4 8 16,-14 3 6-16,-11 1-2 16,-7 10 2-16,8 1 1 15,5 7 1-15,14 3-1 0,5 0-3 16,17-5-96-16,23 2 26 16,12 0 46-16,0 7 1 15,-2 5 7-15,-13 0 15 16,-3 0 4-16,-10 14 0 15,-8 4 1-15,-5 6 6 16,-9 7 8-16,-2 9 9 16,0 4 3-16,0 4-2 15,-4-1-1-15,2-7-20 16,2-4-2-16,0-11 2 16,13-3-3-16,10-9 1 15,1-8-2-15,5-5 0 0,2 0 2 16,-3-15 1-16,-5-16 29 15,-7-3-16-15,-14-7 28 16,-2-6 29-16,-6 1-16 16,-25 2-26-16,-12 7 11 15,-6 10-26-15,0 0-16 16,3 5-40-16,5 3-79 16,16 1-192-16,12 0-200 15</inkml:trace>
  <inkml:trace contextRef="#ctx0" brushRef="#br0" timeOffset="5801.79">19315 5757 558 0,'0'0'414'0,"0"0"-405"0,0 0 7 0,0 0 21 0,123-60 15 16,-76 60 12-16,-1 0-9 16,1 0-17-16,-6 12-12 0,-10 8-12 15,-9 6-5 1,-7 8 10-16,-5 5 22 0,-6 5 46 15,-4 1-41-15,0 1-10 16,0 1-1-16,0 0-6 16,-8 6-2-16,0 3-9 15,2 6-9-15,6 4 7 16,0 4-3-16,0 7-4 16,0 1-8-16,0 2 19 15,6 0-13-15,4 4-6 16,-4 5 4-16,3 3-5 15,0 0 1-15,0-6 3 16,0-8-2-16,4-4-1 16,-4-12 0-16,-2-3 0 15,-7-9 1-15,0-7 0 16,-7-6 6-16,-28-6 9 16,-19-1-3-16,-20-5-14 0,-8-8-10 15,-11-9-54-15,-8-8-115 16,-4-17-226-16,3-24-444 15</inkml:trace>
  <inkml:trace contextRef="#ctx0" brushRef="#br0" timeOffset="6367.41">19841 5604 1114 0,'0'0'3'0,"0"0"67"0,0 0 18 0,0 0 75 0,0 0-59 0,0 0-52 0,-4-22-31 15,4 38-15 1,12 14-2-16,3 9 5 0,-5-8 0 16,-2 0-5-16,-4-12-4 15,-4-6 3-15,0-7-1 16,0-4-1-16,0-2 3 15,0 0-3-15,0-18-1 16,-16-16-29-16,3-6 5 16,11-6 16-16,2-3-7 15,2-3-14-15,23 4 16 16,8 8 10-16,7 8 3 16,0 16-1-16,3 10 1 15,-1 6 0-15,-5 15 0 16,0 24 2-16,-6 13 9 0,-5 7-1 15,-6-2 0-15,-11 0-10 16,-7-6 2-16,-2-4-2 16,0-9-26-16,-21-6-300 15,-8-10-122-15</inkml:trace>
  <inkml:trace contextRef="#ctx0" brushRef="#br0" timeOffset="21338.12">9922 3792 340 0,'0'0'699'0,"0"0"-690"0,-144-6 25 0,96 6 45 0,4 2-49 0,4 3 64 0,8-2 41 0,15-1-82 0,13-2 4 0,4 0-32 0,0 0-16 15,2 0-5-15,40 0 1 0,36 0 4 16,40 0-2 0,35-21-2-16,24 0-4 0,10-3 0 15,0 4 1-15,-4-3-2 16,-16 7-2-16,-20 0-18 15,-29 2-72-15,-29 6-85 16,-24 7-21-16,-32 1-37 16,-29-5-180-16</inkml:trace>
  <inkml:trace contextRef="#ctx0" brushRef="#br0" timeOffset="23000.95">13728 3773 971 0,'0'0'42'0,"-197"0"-34"0,122 0 97 0,15 0-56 0,22 0 19 16,18 0 79-16,17 0-69 15,3 0-34-15,52 13-11 16,50 8 5-16,56-2 25 16,54-3-33-16,37-8-7 0,17-4 0 15,-10 1 4 1,-15-4-7-16,-30 2-19 0,-26 0 2 15,-29 1-1-15,-29 2-2 16,-33-4-3-16,-36 2-18 16,-40-4-37-16,-23 0-111 15,-75 0-133-15,-51 0-471 16</inkml:trace>
  <inkml:trace contextRef="#ctx0" brushRef="#br0" timeOffset="26800.99">15845 4696 347 0,'0'0'705'0,"-199"-12"-699"0,121 10 21 0,29 0 34 0,22 0-5 16,25 0 60-16,2 2-8 16,58 0-71-16,40-3-22 15,58 0-6-15,53-3-1 16,43-5-4-16,29-2 4 15,5 7-8-15,-18 4 0 16,-25 2 2-16,-33 0 1 16,-27 0 0-16,-34 0-1 15,-31 0-2-15,-40 0-2 16,-38 0-22-16,-35 0-74 16,-21-9 14-16,-69 2-87 15,-38-3-75-15,-41 2-127 0,-27 2-29 16</inkml:trace>
  <inkml:trace contextRef="#ctx0" brushRef="#br0" timeOffset="26967.62">15835 4610 884 0,'-142'18'88'0,"39"2"-2"16,43-4-24-16,45 0-31 16,19 2-10-16,69 1 19 15,55 4 42-15,57-6-14 16,57-14-33-16,46-3-8 15,26 0-15-15,2-13-10 16,-17-6-2-16,-29 2-2 16,-29-2-63-16,-52-13-201 0</inkml:trace>
  <inkml:trace contextRef="#ctx0" brushRef="#br0" timeOffset="33000.54">13169 8400 1075 0,'0'0'26'0,"0"0"45"0,0 0 53 0,0 0-81 0,0 0 36 16,31-108-61-16,17 90-4 15,4 7-7-15,-10 11-4 16,-11 0-2-16,-11 20-1 15,-11 10 3-15,-7 8 0 16,-2 5 14-16,-11 5-3 16,-22 0 7-16,-7-6 8 15,-1-6-2-15,6-10-6 16,4-7-6-16,4-6 0 16,10-4-8-16,7-3 0 0,8-6-1 15,2 0 0 1,0 0-1-16,0 0 5 0,0 0-2 15,22 0-6-15,10-4-1 16,3-1-2-16,1 5 0 16,-3 11 1-16,-4 21 0 15,-4 6 0-15,-9 4 1 16,-8-4-1-16,-8-5 4 16,0-2 4-16,-13-7 4 15,-13-4 27-15,-10 0-18 16,-7-10 14-16,-1-6-18 15,-3-4-8-15,-4 0-6 0,4-14-2 16,11-10 1-16,10-5-4 16,15-10-53-16,11-3-101 15,15-2-202 1,26 4-35-16</inkml:trace>
  <inkml:trace contextRef="#ctx0" brushRef="#br0" timeOffset="33586.15">13643 8584 353 0,'0'0'662'15,"0"0"-636"-15,0 0 90 0,0 0-56 0,0 0 4 0,0 0-13 16,8-112-43-16,29 86-7 16,3 10 1-16,-5 10-2 15,-1 6 4-15,-8 0 2 16,-5 6-2-16,-10 18-2 15,-11 10 2-15,0 4 12 16,0 6 4-16,-25-1 31 0,-6-7-34 16,0-4-4-1,-3-6-3-15,5-7-2 0,4-4-3 16,10-7 0-16,9-4-4 16,4-2 0-16,2-2-1 15,0 0-2-15,0 0 0 16,19 0 2-16,11 0 3 15,9 3 0-15,-2 6-3 16,-5 6 0-16,0 8 1 16,-7 4-1-16,-10 6 0 15,-7-3 0-15,-8-1 4 16,0-4 21-16,-17 0 10 16,-16-4 31-16,-12-3-11 15,-1-7-41-15,-6-10-1 16,2-1-7-16,6-12-6 0,9-12 0 15,12-10-52-15,21-3-108 16,2-5-209-16,21 4-193 16</inkml:trace>
  <inkml:trace contextRef="#ctx0" brushRef="#br0" timeOffset="34201.1">14206 8587 961 0,'0'0'159'0,"0"0"-82"0,0 0 79 0,0 0-103 0,0 0 28 0,0 0-15 16,-117 23-16-16,105 16-40 15,6 6 0-15,6-1-7 16,0 3 4-16,0-6-3 15,13 1-3-15,7-9-2 16,1-5-6-16,-4-10-22 16,-3-6 15-16,-6-8-18 15,-3-4 0-15,1 0-3 16,-1-22 33-16,2-18 2 16,-3-10 0-16,-4 0 0 15,0 0 1-15,0 2 5 0,4 3-5 16,5 9-1-16,7 8-7 15,9 10 4-15,6 10-25 16,0 8 13-16,5 0-12 16,-7 28 5-16,-4 13 9 15,-6 10 8-15,-3 8 0 16,-5-1 3-16,0 0-2 16,0-2 4-16,4-6-1 15,6-7 1-15,1-8-1 16,0-8 1-16,0-9 0 15,3-10-2-15,0-8 2 16,2 0 0-16,-3-18 0 0,-4-21 2 16,-7-9 3-1,-8-8 0-15,-5-7 4 0,0 4 16 16,-22 0 1-16,-10 12 34 16,-5 4-12-16,-6 10-18 15,-6 8-8-15,0 8-22 16,-1 12-6-16,6 5-69 15,11 5-165-15,3 20-244 16</inkml:trace>
  <inkml:trace contextRef="#ctx0" brushRef="#br0" timeOffset="34651.05">15352 8919 820 0,'0'0'226'0,"0"0"-197"0,0 0 21 0,0 0-24 16,0 0-15-16,0 0 14 15,53 2 36-15,1-2-11 16,6 0-37-16,0 0-10 16,-6-6-3-16,-10 3-1 15,-15-2-45-15,-11 5-45 16,-18 0-59-16,0 0-79 16,-24 14-95-16</inkml:trace>
  <inkml:trace contextRef="#ctx0" brushRef="#br0" timeOffset="34768.47">15330 9101 321 0,'0'0'316'16,"0"0"-191"-16,0 0-89 16,0 0-8-16,0 0 25 15,0 0 28-15,75 67-35 16,12-67-35-16,11-5-11 16,5-16-80-16,-14-5-246 15</inkml:trace>
  <inkml:trace contextRef="#ctx0" brushRef="#br0" timeOffset="35233.94">16315 8570 742 0,'0'0'355'16,"0"0"-289"-16,0 0 43 15,0 0-49-15,0 0-9 16,0 0 12-16,-9 88 95 16,9-8-19-16,2 8-101 15,11-1-19-15,3-5-7 16,-3-9-8-16,1-11-2 15,3-14-2-15,-4-13-5 16,1-8-49-16,-3-10-190 16,-1-14-127-16,-6-3-142 0</inkml:trace>
  <inkml:trace contextRef="#ctx0" brushRef="#br0" timeOffset="35436.44">16375 8643 274 0,'0'0'610'15,"0"0"-600"-15,48-103-4 16,-3 87 14-16,7 14 24 16,1 2 48-16,-6 25-6 15,-10 12-31-15,-20 11-35 16,-17 2-8-16,-23-1 2 16,-33-5 1-16,-10-10-12 15,-1-6-3-15,9-12-4 16,8-6-41-16,19-10-120 0,14 0-208 15</inkml:trace>
  <inkml:trace contextRef="#ctx0" brushRef="#br0" timeOffset="35934.51">17747 8011 339 0,'0'0'654'0,"0"0"-649"16,0 0 52-16,-140-104-16 16,97 90-3-16,3 6 36 15,5 5-11-15,3 3-15 16,2 0-29-16,7 3 1 15,-2 16 3-15,8 5 3 16,-1 9 17-16,5 5-12 16,-1 6-6-16,3 4-2 15,4 4 22-15,2 4-23 16,5 7-2-16,0 8 1 16,0 9-6-16,0 8 20 15,5 5-15-15,0 1-6 16,-5 6 1-16,0 5 2 0,0 5 8 15,0 3-14-15,-7-3-3 16,1-4-1-16,0-6-2 16,6-7-2-16,0-9-2 15,0-6 0-15,8-8 1 16,9-12-2-16,8-8 0 16,4-9-1-16,4-11 0 15,11-7-16-15,12-6-97 16,16-11-156-16,14-6-15 15,11-6-288-15</inkml:trace>
  <inkml:trace contextRef="#ctx0" brushRef="#br0" timeOffset="36284.68">17972 8641 854 0,'0'0'117'0,"0"0"-14"0,0 0 29 0,0 0-18 0,0 0 11 15,0 0-39-15,-18-48-46 0,16 48-1 16,0 33-26-16,-2 13 33 15,1 13 19-15,3 1-48 16,0 0-2-16,0 4-10 16,0-3 0-16,7 2-1 15,-1-6-4-15,1-9 0 16,-2-6-37-16,6-8-133 16,6-4-92-16,8-18-45 15,4-10-460-15</inkml:trace>
  <inkml:trace contextRef="#ctx0" brushRef="#br0" timeOffset="36550.22">18422 8931 1138 0,'0'0'28'0,"0"0"10"15,0 0 19-15,0 0-19 16,0 0-8-16,143-24 22 16,-56 22-24-16,0 2-25 15,-7 0-1-15,-14 0-2 16,-12 0 0-16,-12 0-6 16,-17 0-50-16,-14 0-45 15,-11 4-29-15,0-4-59 16,-7 0-181-16,-17 0-139 0</inkml:trace>
  <inkml:trace contextRef="#ctx0" brushRef="#br0" timeOffset="36751.11">18726 8699 840 0,'0'0'130'0,"0"0"-4"15,0 0-22-15,0 0-23 16,0 0-43-16,0 0-28 15,-3 77 48-15,3-10-13 0,0 3-31 16,2 0-7-16,10 3-7 16,1-7-2-16,-2 0-42 15,-7-4-75-15,-4-5-63 16,0-8-216-16</inkml:trace>
  <inkml:trace contextRef="#ctx0" brushRef="#br0" timeOffset="38668.18">19344 8400 980 0,'0'0'35'0,"0"0"87"0,0 0-32 0,0 0-51 0,0 0-3 15,34-117-5-15,4 103-10 16,-2 11-9-16,-7 3-6 16,-5 3 2-16,-8 28-2 15,-12 11-2-15,-4 6-2 16,0 2 3-16,-20-4 14 16,-8-6 33-16,-5-8-31 15,2-6 17-15,3-9-7 16,1-4-2-16,9-5-2 15,5-4-4-15,3-2 22 16,8-2-29-16,2 0-8 16,0 0 4-16,0 0-3 15,0 0-5-15,10 0-4 0,19 0-12 16,10 0 10-16,6-6-19 16,9-2-60-16,-1 2-34 15,3 2-113-15,4 1-7 16,-10 2-163-16</inkml:trace>
  <inkml:trace contextRef="#ctx0" brushRef="#br0" timeOffset="39036.24">19864 8378 798 0,'0'0'59'0,"0"0"19"15,0 0 34-15,0 0-2 16,0 0-20-16,0 0-5 0,-40-50-47 15,38 50-34-15,-5 12-4 16,-2 22 0-16,2 10 15 16,3 8-7-16,4-2-7 15,0-2 0-15,0-2-1 16,4-7 2-16,14-7-2 16,4-10-4-16,5-7-4 15,3-8-20-15,4-7-12 16,0 0 25-16,-1-16 4 15,-6-12 11-15,-5-7 11 16,-9-9 0-16,-9-6 13 16,-4-5 8-16,-8 5 14 0,-19 6-17 15,-4 11 15 1,-4 9-2-16,1 6-35 0,-1 5-7 16,3 7-39-16,1 6-112 15,4 3-81-15,-2 23-280 16</inkml:trace>
  <inkml:trace contextRef="#ctx0" brushRef="#br0" timeOffset="39334.94">19220 9062 712 0,'0'0'463'0,"0"0"-399"0,0 0 97 0,0 0-63 0,0 0-22 0,0 0-19 16,29 0-23-16,39-2 8 15,28-2-19-15,20-2-14 16,5-1-6-16,-5 3 0 16,-12 3-3-16,-15 1-2 15,-19 0 0-15,-18 0-3 16,-18 0-6-16,-13 0-42 15,-15 0-66-15,-6 12-133 16,-9 6-22-16,-28 6-304 0</inkml:trace>
  <inkml:trace contextRef="#ctx0" brushRef="#br0" timeOffset="39584.11">19463 9282 1091 0,'0'0'45'16,"0"0"67"-16,0 0 71 16,0 0-61-16,0 0-42 15,0 0-12-15,-25-10-49 16,25 44-14-16,0 11 23 16,0 10 4-16,0-4-22 15,4-3-9-15,6-2-1 0,-6-2-1 16,-2-2-34-16,-2 0-142 15,0-8-173-15,0-12 0 16</inkml:trace>
  <inkml:trace contextRef="#ctx0" brushRef="#br0" timeOffset="40237.43">19630 9404 124 0,'0'0'802'0,"0"0"-770"15,0 0 93-15,0 0-4 0,0 0 10 16,0 0-44 0,-3-64-65-16,3 68-16 0,0 26-5 15,0 9 5-15,0 2-5 16,3-1 1-16,12-5 1 16,8-3-3-16,4-6-1 15,2-8-13-15,2-10-52 16,-5-8 14-16,-4 0 14 15,-3-8 10-15,-9-21 21 16,-5-6 7-16,-5-5 3 16,0-4 3-16,-13 5-2 15,-14 8 14-15,-9 4 25 16,-4 7-34-16,4 6 19 16,6 4-23-16,16 4-3 15,10 3 3-15,4 2-5 0,0-1-4 16,24-1-24-16,23 2-4 15,11-3 20-15,0 2-34 16,-10 2 8-16,-7-1 22 16,-8 1 12-16,-8 0 2 15,-10 0 3-15,-6 0-1 16,-9 0 0-16,0 0 0 16,0 8 0-16,0 21 3 15,-2 5 9-15,-7 5-7 16,7 1 0-16,2-1-3 15,0 0 1-15,0-3-3 16,11-6 2-16,7-4-2 0,0-7 0 16,6-2-1-16,1-9 0 15,-3-6 1-15,-2-2 3 16,0 0 3-16,0-10 7 16,-5-13 1-16,-1-8 28 15,-7-5 10-15,-7-6-31 16,0-7 30-16,-11 6-24 15,-14 3-16-15,-2 9 0 16,-2 9-6-16,0 6-5 16,3 7-4-16,3 3-85 15,14 1-103-15,9-7-227 16</inkml:trace>
  <inkml:trace contextRef="#ctx0" brushRef="#br0" timeOffset="40734.08">20300 8161 372 0,'0'0'587'16,"0"0"-557"-16,0 0 25 0,0 0 0 0,0 0-17 0,0 0 11 0,137-100-19 0,-95 100-7 15,-7 0-4-15,-8 0 1 16,-7 20 1-16,-9 10 5 16,-7 10 2-16,-1 10 12 15,-3 6 15-15,4 9-32 16,6 1-8-16,5 3-1 15,3 8 4-15,-1-3-7 16,-1 6-1-16,-5 6-4 16,-5 1 2-16,-6 7 5 15,0 2-2-15,0-1-4 16,0-7-3-16,0-6 6 0,0-8-5 16,0-7-2-1,0-7 20-15,0-6-11 0,0-10 6 16,0-6-1-16,-2-9-12 15,-17 1 1-15,-14-5-2 16,-13-2-4-16,-9-4-9 16,-11-6-121-16,-6-9-145 15,-11-4-109-15</inkml:trace>
  <inkml:trace contextRef="#ctx0" brushRef="#br0" timeOffset="41401.35">21234 8107 882 0,'0'0'43'0,"0"0"5"0,0 0 17 0,0 0 6 0,0 0-8 0,-147-75-24 16,109 72 35-16,7 3-53 16,7 0-16-16,10 0 14 15,7 0 7-15,3 0-19 16,-3 6-5-16,-2 20 23 15,-2 14 12-15,0 8-5 16,2 6 12-16,2 6-4 16,3 9 18-16,4 6-34 0,0 11 6 15,0-1-11-15,0 4-5 16,0 1-6-16,0 2 3 16,2 4-1-16,0 2 9 15,0 1 6-15,-2-3-18 16,0-8-4-16,0-1 1 15,2-10-1-15,1-6-3 16,2-7 3-16,-1-10-2 16,3-12-1-16,3-7 1 15,7-10-1-15,7-6-17 16,10-9-22-16,8-5-118 0,9-5-99 16,5 0-17-1,1 0-362-15</inkml:trace>
  <inkml:trace contextRef="#ctx0" brushRef="#br0" timeOffset="42050.75">21227 8658 980 0,'0'0'95'0,"0"0"36"0,0 0 15 0,-46-108 15 15,41 101-1-15,5 2-62 16,-2 4-60-16,2 1-23 0,0 0-7 16,0 25-5-16,0 21-2 15,0 13 15-15,0 3-8 16,9-4-7-16,-3-2 0 16,1-4 1-16,0-4-4 15,0-3-21-15,3-4-133 16,7-8-167-16,4-16-147 15</inkml:trace>
  <inkml:trace contextRef="#ctx0" brushRef="#br0" timeOffset="42335.47">21459 8799 946 0,'0'0'110'16,"0"0"-62"-16,0 0 28 16,0 0-31-16,0 0 3 15,0 0-24-15,17-12-12 16,33 12 12-16,12 0-8 16,1 0-7-16,-1 0-9 15,-8 0 0-15,-10-5-4 16,-13 4-83-16,-11 1-71 15,-13-5-103-15,-7 0-132 16,0-3-43-16</inkml:trace>
  <inkml:trace contextRef="#ctx0" brushRef="#br0" timeOffset="42539.01">21731 8620 285 0,'0'0'557'15,"0"0"-497"-15,0 0 79 16,0 0-11-16,0 0-11 15,0 0-36-15,-56-27-32 16,54 35-21-16,-2 32-2 16,4 7 97-16,0 14-68 15,0-5-28-15,0 4-7 16,4 0-10-16,9-2-8 16,1-2-2-16,-1-5-1 15,-4-8-57-15,0-7-214 0,2-15-82 16</inkml:trace>
  <inkml:trace contextRef="#ctx0" brushRef="#br0" timeOffset="42834.28">22203 8238 585 0,'0'0'488'16,"0"0"-412"0,0 0 89-16,0 0-48 0,0 0-18 15,0 0-40-15,9-27-40 16,-2 69 34-16,2 15 15 16,-3 1-52-16,-1-2-14 15,1-2-4-15,2-4-6 16,-4-6-89-16,2-10-112 15,3-12-74-15,5-12-150 16,7-10-246-16</inkml:trace>
  <inkml:trace contextRef="#ctx0" brushRef="#br0" timeOffset="43155.02">22482 8260 840 0,'0'0'19'0,"0"0"102"16,0 0-10-16,0 0 1 15,0 0-34-15,0 0-73 16,-21-15 1-16,15 63-4 16,1 9 4-16,5 3-5 15,0-4 0-15,0-4 0 16,21-4-1-16,0-13 0 16,4-5-1-16,2-15-3 15,4-8-17-15,0-7 7 16,1-3 14-16,-1-23 8 15,-7-10 6-15,-5-3 32 16,-13-9 40-16,-6 1 2 0,0-1-33 16,-6 4-16-1,-15 1 20-15,-1 7-47 0,-5 4-12 16,3 5-17-16,2 6-107 16,-7 15-99-16,-7 6-68 15,-11 10-321-15</inkml:trace>
  <inkml:trace contextRef="#ctx0" brushRef="#br0" timeOffset="43405.12">21929 8915 974 0,'0'0'52'15,"0"0"-10"-15,0 0 19 16,0 0 41-16,152 9 48 0,-36-9-20 15,15-3-57-15,2-9-14 16,-7 0-21-16,-13 4 52 16,-15 0-77-16,-20 1-5 15,-18-2-8-15,-22 3-20 16,-22 0-72-16,-16 2-191 16,-29 4-131-16</inkml:trace>
  <inkml:trace contextRef="#ctx0" brushRef="#br0" timeOffset="43620.35">22224 9060 715 0,'0'0'455'16,"0"0"-419"-16,0 0-15 15,0 0 10-15,0 0 107 16,-27 120 37-16,22-70-100 15,5-2-42-15,0 0-21 16,0-4-12-16,0-4 0 16,7-4-58-16,-1 0-234 15,-5-11-14-15,5-11-323 16</inkml:trace>
  <inkml:trace contextRef="#ctx0" brushRef="#br0" timeOffset="44217.62">22379 9207 294 0,'0'0'796'0,"0"0"-788"16,0 0 15-16,0 0 32 15,0 0 66-15,0 0-43 16,0-38-49-16,0 59-21 16,0 17-5-16,0 6 4 15,0 0 0-15,11-9-5 16,10 1-2-16,6-10-1 15,2-8-5-15,0-6-3 16,2-12-33-16,-5 0 2 0,-4-3 2 16,-4-23 25-1,-11-6 4-15,-7-6 8 0,0-5 1 16,-23 4 1-16,-8 1 6 16,-2 6-2-16,2 3 9 15,6 10 3-15,12 5-8 16,9 8 1-16,4 0-10 15,7 1-21-15,32 2-24 16,10 0 36-16,-2 3-22 16,-4 0 10-16,-12 0 15 15,-10 11 3-15,-5 3 2 16,-7-2 1-16,-9 4 0 16,0 2 0-16,0 5 4 15,-13 6 0-15,-1 5-2 16,8 8 4-16,6 2-5 0,0 2 4 15,0 1-3-15,15-8-2 16,5-9 0-16,5-7 2 16,0-11-1-16,4-12 0 15,0 0 4-15,4-21 3 16,-2-15 6-16,-8-10 24 16,-8-11 18-16,-13-4 0 15,-2-3 8-15,-6 3-46 16,-23 11 11-16,-5 9 7 15,-3 6-36-15,1 10-1 0,1 8-99 16,12 9-107 0,5 4-69-16</inkml:trace>
  <inkml:trace contextRef="#ctx0" brushRef="#br0" timeOffset="44701.43">22950 8118 945 0,'0'0'27'0,"0"0"4"0,0 0 9 0,0 0 2 0,124-37 17 0,-85 37-14 0,0 5-24 16,0 16 2-16,0 3-16 16,-3 2 6-16,-7 3 9 15,-5 9 12-15,-10 1 0 16,-5 10-6-16,-5 8 16 16,-4 8 9-16,0 2-5 15,0 6-18-15,0-1-10 16,0 0-7-16,7 5-7 15,4 3 2-15,1 4 3 16,3 4-1-16,0 3-5 16,-1-1 0-16,1-2-2 15,1-1 0-15,-1-8-2 0,-4-2 0 16,-1-12-2-16,-6-14 2 16,-4-11 0-16,0-12 0 15,-27-11-1-15,-24-6 0 16,-22-3-24-16,-17-2-182 15,-10-4-93-15,-11-2-274 16</inkml:trace>
  <inkml:trace contextRef="#ctx0" brushRef="#br0" timeOffset="45550.15">24063 8088 366 0,'0'0'583'0,"0"0"-543"0,0 0 87 0,-66-113-39 16,21 88-11-16,-4 6 48 15,3 6-56-15,8 8-2 16,7 5-13-16,8 0-33 0,4 0-15 15,7 1-5 1,0 21 6-16,6 9 3 0,-1 9 8 16,7 4-8-1,0 6 0-15,0 8-8 0,0 7 13 16,0 7 4-16,0 12-11 16,0 12 20-16,0 4-16 15,-4 5-1-15,-8 1 2 16,-1 2 6-16,0 7-6 15,2 1 8-15,2 1-11 16,3-10-4-16,3-3-1 16,3-5-1-16,0-7 0 15,9-12-3-15,18-12 0 16,6-14 0-16,6-14-2 16,16-14-1-16,11-15-13 15,15-11-75-15,6 0-106 16,-3-32-134-16,-10-23-75 0</inkml:trace>
  <inkml:trace contextRef="#ctx0" brushRef="#br0" timeOffset="45917.28">23965 8713 430 0,'0'0'618'0,"0"0"-510"0,0 0 48 0,0 0-34 0,0 0-19 0,0 0-46 16,-15-22-32-16,15 56-16 16,0 15 54-16,7 3-20 15,-1 4-36-15,1-3-3 16,-4 1-4-16,-3-4-9 16,0-3-103-16,0-3-80 15,0-5-62-15,0-12-116 0</inkml:trace>
  <inkml:trace contextRef="#ctx0" brushRef="#br0" timeOffset="46118.47">24092 8966 516 0,'0'0'344'0,"0"0"-248"15,0 0-5-15,0 0-31 16,0 0-23-16,0 0 14 15,156-25-11-15,-94 25-21 16,-1 0-9-16,-5 0-8 0,-9 0-2 16,-14-2-38-1,-12 2-54-15,-13-2-109 0,-8-4-159 16</inkml:trace>
  <inkml:trace contextRef="#ctx0" brushRef="#br0" timeOffset="46350.92">24305 8795 721 0,'0'0'144'16,"0"0"8"-16,0 0 0 15,0 0-29-15,0 0 8 16,0 0-71-16,-23 14-34 16,23 24 40-16,0 10-11 15,5 2-26-15,10-2-16 16,-1 2-6-16,1-3-6 0,-1-9-1 15,-6-9-17-15,-1-4-107 16,-7-8-211-16,0-15-147 16</inkml:trace>
  <inkml:trace contextRef="#ctx0" brushRef="#br0" timeOffset="46768.07">24699 8520 73 0,'0'0'852'0,"0"0"-806"0,0 0 48 15,-45-102-61-15,45 74 16 16,0 4-7-16,18 5-29 15,11 8-7-15,1 4-3 16,0 7-3-16,-1 0 1 16,-6 17 1-16,-8 17 3 15,-8 8 3-15,-7 6 3 16,0 2 2-16,-16-6 19 16,-9-7 4-16,3-7 8 15,4-12 37-15,2-4-27 0,8-9-7 16,3-1-9-1,5-4-11-15,0 3-18 0,0-3-2 16,0 3-4-16,6 1 1 16,20 1 2-16,7-5-6 15,2 0-33-15,4-2-34 16,7-16-104-16,2 0-21 16,-4-5-53-16,-7 1-259 15</inkml:trace>
  <inkml:trace contextRef="#ctx0" brushRef="#br0" timeOffset="47034.23">25135 8399 692 0,'0'0'106'0,"0"0"44"16,0 0-40-16,0 0-41 16,0 0-38-16,0 0-27 15,-42 23 12-15,42 5 0 16,0 2-12-16,21 0 6 15,14 3-8-15,3-4-2 16,-7 0 0-16,-4-2 1 16,-10-6 2-16,-5-7 2 15,-12-6 4-15,0-3 2 16,-7 0 2-16,-27 2-13 16,-10 1-20-16,0-8-198 15,3 0-415-15</inkml:trace>
  <inkml:trace contextRef="#ctx0" brushRef="#br0" timeOffset="47216.99">25129 8333 941 0,'0'0'74'0,"0"0"29"15,0 0-77-15,0 0-13 16,143-88 1-16,-91 76-14 15,-4 4-1-15,-11 8-67 16,-19 0-164-16,-18 0-289 0</inkml:trace>
  <inkml:trace contextRef="#ctx0" brushRef="#br0" timeOffset="47470.43">24572 8943 596 0,'0'0'300'16,"0"0"-228"-16,0 0 8 15,0 0 36-15,0 0-18 16,0 0 25-16,174 50-70 16,-83-50-21-16,1-12-12 15,-1 0 1-15,-10 2 19 16,-6 0-18-16,-13 2-22 0,-18-1-4 15,-19 8-12-15,-14 1-80 16,-11 0-129-16,-31 20-16 16,-32 10-537-16</inkml:trace>
  <inkml:trace contextRef="#ctx0" brushRef="#br0" timeOffset="47717.2">24616 9256 996 0,'0'0'42'16,"0"0"56"-16,0 0 16 15,0 0-11-15,0 0-12 16,0 0-25-16,-7 44-29 16,7 6 71-16,0 4-40 15,0-4-55-15,5-3-7 16,2-4-6-16,-4-8-3 15,1-3-61-15,-4-4-150 16,0-10-107-16,0-10-174 16</inkml:trace>
  <inkml:trace contextRef="#ctx0" brushRef="#br0" timeOffset="48234.42">24763 9340 830 0,'0'0'97'15,"0"0"63"-15,0 0-48 16,0 0-2-16,0 0-44 16,0 0-44-16,-2-26-22 15,0 46 1-15,2 13-1 16,0 6 3-16,0-1 0 16,6-3-3-16,10-7 0 15,4-9-10-15,-2-7-29 16,0-6-16-16,-5-6-6 15,-4 0 25-15,-4-6 26 0,-1-21 10 16,-4-8 5 0,0-1-1-16,0 4 8 0,0 5 5 15,-7 6-1-15,5 10-8 16,2 2-4-16,0 3-4 16,5 4-18-16,19 2 5 15,7 0 7-15,-4 0-6 16,2 22-8-16,-4 6-4 15,-10 7 14-15,-1 1 7 16,-8-1 1-16,-2-2 0 16,5-3 2-16,1-6 0 15,0-6 1-15,7-10-1 16,-5-6 2-16,5-2 12 0,-2 0 13 16,1-21 20-1,-6-8 3-15,-5-5-21 0,-5-4 42 16,0 1 9-16,-17 3 3 15,-10 2-47-15,0 3-35 16,0 0-1-16,0 5-112 16,7 0-152-16,0-2-165 15</inkml:trace>
  <inkml:trace contextRef="#ctx0" brushRef="#br0" timeOffset="48701.78">25182 7822 473 0,'0'0'397'0,"0"0"-343"0,0 0-17 0,0 0 3 0,132-56 23 0,-106 56-8 0,-1 0 0 0,0 16-27 0,-6 8-14 0,-1 8-1 0,-7 12 3 0,-2 10 1 0,-2 11 6 16,-2 8-6-16,-1 0 2 15,2 5 10-15,0 0-12 16,5 5-2-16,-3 5 6 0,-1 2-3 15,-1 4-7-15,-2 1 5 16,2 3-1-16,2 2 22 16,1 2-14-16,5 2-6 15,-1-5-11-15,1-5 0 16,-3-6 1-16,-1-9 1 16,-3-9 2-16,-4-12 13 15,-3-10-1-15,0-10-2 16,-34-6-14-16,-21-3-6 15,-26 4-23-15,-25-1-234 16,-29-6-213-16</inkml:trace>
  <inkml:trace contextRef="#ctx0" brushRef="#br0" timeOffset="49950.3">12531 11243 252 0,'0'0'879'0,"0"0"-861"0,0 0 35 0,0 0-28 0,0 0-23 0,83-122 4 0,-35 110 0 15,-5 8-6-15,-7 4 2 16,-11 2-2-16,-10 28 1 15,-13 5 0-15,-2 11 18 16,-11 0 11-16,-20-7-5 16,-7-3 5-16,0-7 28 0,4-10-28 15,7-6-3 1,10-7 0-16,11-4-3 0,6-2-2 16,0 0-8-16,0 0-7 15,0 0 5-15,17 0-12 16,16 0 1-16,10-2-1 15,-1 2 2-15,0 0-2 16,1 12 0-16,-10 14 4 16,-6 4 2-16,-12-3 5 15,-15 0 19-15,0-5 9 0,-8-2 6 16,-28 3 1-16,-7-6 5 16,-5-1-31-16,-2-9-10 15,2-7-2 1,1 0-6-16,7-13-2 0,7-17-2 15,12-9-102-15,17-9-167 16,4-11-185-16</inkml:trace>
  <inkml:trace contextRef="#ctx0" brushRef="#br0" timeOffset="50468.49">13066 11265 1074 0,'0'0'27'15,"0"0"64"-15,0 0-25 0,-9-114-32 0,42 84-15 0,10 8-7 16,3 7-6-16,0 12-5 15,-9 3 5-15,-8 1 2 16,-11 32-2-16,-12 9-3 16,-6 8 6-16,0 0 15 15,-26-6-6-15,-10-6 8 16,-2-9 32-16,2-11-23 16,7-7-8-16,7-5-7 0,9-1-10 15,6-5-5-15,7 0 1 16,0 0 0-16,0 0-2 15,16 0-4-15,19 0-11 16,12 0 11-16,7 0 0 16,-4 0 0-16,2 15 1 15,-8 15-1-15,-7 3 5 16,-16-3 4-16,-13-2 7 16,-8-4 25-16,-16-2 13 15,-26 0-9-15,-14 0-19 16,-4-6-19-16,0-6-5 15,1-8 0-15,10-2-2 0,7-8-19 16,13-22-108 0,14-10-205-16,15-5-311 15</inkml:trace>
  <inkml:trace contextRef="#ctx0" brushRef="#br0" timeOffset="51099.94">13647 11221 1025 0,'0'0'73'0,"0"0"23"0,0 0 45 0,0 0-58 0,0 0-53 15,0 0 36-15,-106 88-14 16,99-41-21-16,7-3-13 15,0-2-11-15,22-6-4 16,9-6-1-16,4-8-2 16,2-9 1-16,-6-10-1 15,-7-3-6-15,-6 0-25 16,-7-9 17-16,-6-18 13 16,-5-9-12-16,-3-4 10 15,-21-7 3-15,-5 3 1 16,2 1 0-16,9 2-2 15,10 7 1-15,8 4 0 16,0 4-9-16,31 6-99 0,5 10 43 16,8 8 20-1,-2 2 24-15,-4 10 10 0,-7 24 8 16,-4 11 3-16,-7 8 0 16,-5 4 0-16,-5 3 2 15,-1-3 2-15,2 0 2 16,5-5 3-16,1-8-4 15,8-6-2-15,-1-10 0 16,3-11-2-16,0-12 2 16,-5-5 2-16,-1-1-1 15,1-25 7-15,-7-10-1 16,-4-11 35-16,-8-9-22 0,-3-6 13 16,0-7 14-1,-21 1-13-15,-4 7-22 0,-4 11 0 16,-2 13 6-16,-2 18 27 15,-3 8-48-15,-3 9-30 16,-4 2-35-16,1 13-159 16,6 10-141-16</inkml:trace>
  <inkml:trace contextRef="#ctx0" brushRef="#br0" timeOffset="51467.77">14605 11564 1191 0,'0'0'112'0,"0"0"-18"0,0 0 23 0,0 0-46 0,0 0-15 16,0 0-12-16,5-8-17 15,31 8 5-15,12 0-6 16,0-2-4-16,-4-6-22 16,-1-1 4-16,-8-2-13 0,-6 1-6 15,-9 6-88-15,-11 2-108 16,-9 2-71-16,0 0 35 15,-29 12-160-15,-12 10-46 16,-3 2 452-16</inkml:trace>
  <inkml:trace contextRef="#ctx0" brushRef="#br0" timeOffset="51568.94">14605 11564 812 0,'10'144'61'16,"-10"-134"26"-16,19-2 21 15,22-1-44-15,12-7-36 16,9 0-28-16,10 0-18 15,-3-19-205-15,-5-2-696 16</inkml:trace>
  <inkml:trace contextRef="#ctx0" brushRef="#br0" timeOffset="51750.14">16373 11365 554 0,'0'0'0'0</inkml:trace>
  <inkml:trace contextRef="#ctx0" brushRef="#br0" timeOffset="52017.2">15735 11128 198 0,'0'0'896'15,"0"0"-829"-15,0 0 29 16,0 0 10-16,0 0 25 16,0 0 21-16,-9-85-32 15,9 85-83-15,-2 0-21 16,2 10-7-16,0 32-6 15,0 16 10-15,0 11 13 16,0-4-18-16,7-9-3 16,6-3 1-16,1-5-6 0,-6-3-6 15,1-1-47-15,-2-3-208 16,0-14-153-16,-5-14-287 16</inkml:trace>
  <inkml:trace contextRef="#ctx0" brushRef="#br0" timeOffset="52234.06">15695 11114 765 0,'0'0'135'15,"0"0"-123"-15,0 0 40 0,100-115 22 16,-48 110 7-16,1 5-13 16,-4 0 20-16,-9 21-5 15,-13 3-20-15,-21 1-32 16,-6 4-11-16,-29 3 12 15,-25 2-18-15,-11 0-14 16,-4-5-3-16,10-4-89 16,4-3-114-16,12-12-37 15,12-10-327-15</inkml:trace>
  <inkml:trace contextRef="#ctx0" brushRef="#br0" timeOffset="52784.21">16959 10528 910 0,'0'0'42'0,"0"0"-24"0,0 0 49 15,-56-113 7-15,20 97-46 16,3 4 23-16,-3 7-1 15,-2 5-5-15,-2 0-36 16,-2 3 6-16,3 11 9 16,8 8 2-16,7 6-4 15,6 8 4-15,5 7 3 16,4 4 31-16,6 7-20 16,3 5-15-16,0 2 2 15,0 2-1-15,0 6 19 0,0 7-18 16,3 4 5-16,-3 5-15 15,0 2 1-15,0 1-1 16,0 1 1-16,-3 3 7 16,-3 6-7-16,-3 4-10 15,0-2 2-15,-2 0 2 16,2-2-6-16,3-1-2 16,-2-2-3-16,6-3 5 15,0-8-5-15,2-6 2 16,0-6 0-16,7-5 1 15,11-9-3-15,4-8-1 0,5-8 0 16,7-6 0 0,5-4 0-16,15-3-4 0,8-9-5 15,12-7-10 1,11-7-35-16,-1-6-72 0,3 0-121 16,-7-1-63-16,-7-30-390 15</inkml:trace>
  <inkml:trace contextRef="#ctx0" brushRef="#br0" timeOffset="53952.13">19186 8594 980 0,'0'0'142'0,"0"0"-108"0,0 0 12 0,0 0-22 16,0 0-2-16,0 0 19 0,83-20 33 16,26-24-64-1,18-8-10-15,7-4 3 0,-1 2 4 16,-9 10 4-16,-13 5 12 16,-20 7-5-16,-20 8-12 15,-17 2-1-15,-19 6-5 16,-12 4-24-16,-15 2-96 15,-8-2-73-15,0 2-178 16</inkml:trace>
  <inkml:trace contextRef="#ctx0" brushRef="#br0" timeOffset="54202.7">20081 7466 863 0,'0'0'89'16,"0"0"9"-16,0 0-32 15,0 0-16-15,0 0 47 16,-10 112-17-16,10-57-21 16,0 4-36-16,7 2-16 15,11 0-7-15,-1 2-8 16,1 3-50-16,-5 4-102 15,-6 2-62-15,-7 6-260 16</inkml:trace>
  <inkml:trace contextRef="#ctx0" brushRef="#br0" timeOffset="54550.83">19200 9747 568 0,'0'0'378'0,"0"0"-340"0,0 0 53 15,0 0-24 1,0 0-18-16,0 0-10 0,-34 9-22 15,119-23 0-15,27-10-10 16,14-5-6-16,6-3-1 16,-3 1 1-16,-5 0 0 15,-5 1 7-15,-14 0 0 16,-14 0-1-16,-13 6-3 16,-23 4 5-16,-21 5-9 15,-20 9-17-15,-14 6-89 16,-20 0-31-16,-34 10-596 15</inkml:trace>
  <inkml:trace contextRef="#ctx0" brushRef="#br0" timeOffset="54984.07">19844 10187 507 0,'0'0'444'15,"0"0"-392"-15,0 0-2 0,0 0 34 16,0 0-35-16,0 0-26 15,-60-34-3-15,57 34-17 16,3 5-2-16,0 18 1 16,0 3 4-16,27 1-2 15,6 1 3-15,4-2-6 16,-4 1 2-16,-2-4 2 16,-4 4 3-16,-8-3 23 15,-3-4 11-15,-7-4 9 16,-7-4-21-16,-2 2 12 15,-13 0 18-15,-20 2-26 16,-10-2-34-16,-1-6-3 16,-1-5-173-16,7-3-101 0,0-13-280 15</inkml:trace>
  <inkml:trace contextRef="#ctx0" brushRef="#br0" timeOffset="55167.9">19832 10117 487 0,'0'0'379'0,"0"0"-298"16,0 0-14-16,0 0 6 15,0 0-9-15,114-95-33 0,-78 77-16 16,-3 2-15 0,-8 8-2-16,-10 6-67 0,-7 0-157 15,-8 2-380-15</inkml:trace>
  <inkml:trace contextRef="#ctx0" brushRef="#br0" timeOffset="56133.5">17455 10975 150 0,'0'0'810'0,"0"0"-710"0,0 0 32 0,0 0 49 0,0 0-116 0,0 0 44 0,-122-53-48 16,77 80-33-16,3 13 21 15,6 5-26-15,11 5-2 16,13 7-2-16,12-1-14 16,0-2 1-16,19-4-4 15,20-8-2-15,9-13-4 16,-1-9-16-16,0-12-21 16,-10-8-6-16,-2 0 31 15,-12-6 16-15,-5-12 7 16,-11-5-1-16,-7-2 6 15,0-3 11-15,-23 3 5 16,-10 9-11-16,-7 4-6 0,-2 10-11 16,4 2-2-16,4 0-27 15,5 17-88-15,6 14-155 16,0 8-2-16,-2-2-173 16</inkml:trace>
  <inkml:trace contextRef="#ctx0" brushRef="#br0" timeOffset="56400.75">16764 11753 364 0,'0'0'638'16,"0"0"-572"-16,0 0 47 0,0 0 7 16,0 0-18-1,0 0 19-15,25-13-43 0,64-6-5 16,29-8-40-16,18-5-13 15,0 4-6-15,-5 4 14 16,-10 3-13-16,-12 2-5 16,-20 9-5-16,-29 4-5 15,-27 3-1-15,-23 3-80 16,-10 3-164-16,-50 19-102 16,-21 8-305-16</inkml:trace>
  <inkml:trace contextRef="#ctx0" brushRef="#br0" timeOffset="56835.18">17119 11916 997 0,'0'0'167'16,"0"0"-47"-16,0 0 26 15,0 0-37-15,0 0-53 16,0 0-22-16,-5 23 3 15,0 14 27-15,4 10-27 16,-1-2-29-16,2-7-4 16,0-4-2-16,0-6-2 15,0-10-4-15,0-7-7 16,0-5-38-16,0-6 27 16,0 3 2-16,0-3 7 0,0 0 5 15,2-15-6-15,9-10-5 16,2-4 9-16,7 4 10 15,7 6-1-15,2 8 0 16,9 7 1-16,4 4 2 16,5 0-1-16,0 19 10 15,-7 13 10-15,-7 8 8 16,-12 3-4-16,-15 1 6 16,-6-3 4-16,-3 1-17 15,-25-7 3-15,-13-5-12 16,-1-3-9-16,2-10-3 15,3-8-46-15,0-9-105 16,8 0-197-16,3-33-111 0</inkml:trace>
  <inkml:trace contextRef="#ctx0" brushRef="#br0" timeOffset="57017.9">17050 11949 378 0,'0'0'659'16,"0"0"-628"-16,0 0 59 0,0 0-39 0,0 0-18 15,133-30 2-15,-46 14-35 16,11 2-24-16,-4-9-157 16,-11 0-385-16</inkml:trace>
  <inkml:trace contextRef="#ctx0" brushRef="#br0" timeOffset="57735.42">17959 10826 915 0,'0'0'44'0,"0"0"32"0,0 0 10 0,0 0-47 0,0 0-33 0,0 0 15 15,136-60 1-15,-92 60-10 16,-2 0-4-16,-3 0 9 15,-8 14 0-15,-7 10 12 16,-8 6-5-16,-8 4-1 16,-3 6 8-16,-2 2 9 15,-1 5 1-15,-2 0-11 16,2 6-11-16,2 3-5 16,3 5 29-16,-1-2-37 15,1 4 6-15,0 1-1 16,-2 0 1-16,-3 6 8 15,-2 4-5-15,2 5-8 16,-2-4 1-16,2 2-3 16,5-1 9-16,-3-2-8 15,5 6-3-15,0 3 1 0,0 4 0 16,0-6-2-16,-1-1 5 16,-1-8 0-16,2-7 0 15,-1-9 1-15,-4-6-3 16,-4-8-1-16,0-6-4 15,0-4 1-15,-28-2-1 16,-11 2-1-16,-23 0-49 16,-22 4-209-16,-25-10-98 15,-11-9-701-15</inkml:trace>
  <inkml:trace contextRef="#ctx0" brushRef="#br0" timeOffset="58636.05">19255 10889 927 0,'0'0'47'0,"0"0"-27"0,0 0 24 0,-142-35-7 0,97 30 27 16,3 0 7-16,2 1 0 15,2 3-26-15,2-1-19 0,5 2 2 16,2-3 3-1,2 3-15-15,6 0 6 0,2 0 25 16,9 0-32-16,0 5-5 16,3 6-3-16,1 11 5 15,-3 9 17-15,5 9-1 16,-1 7 26-16,0 7-26 16,1 7 0-16,0-1-6 15,2 0 3-15,2 0-11 16,0 1 0-16,0 7 0 15,0 4-4-15,0 10 12 16,7 6-5-16,4 3-8 16,-7 1 0-16,0-2-5 15,-4 4 3-15,0 1-2 0,0-4 0 16,0 0-1 0,-4-7-2-16,-3-4-1 0,-1-3 2 15,3-3-1-15,0-6-1 16,5-8 0-16,0-4-1 15,5-5 2-15,24-10-2 16,13-6 0-16,16-9-2 16,14-8-15-16,12-8-54 15,10-6-59-15,15-2-101 16,2-2-15-16,0 0-46 16,-6-14-526-16</inkml:trace>
  <inkml:trace contextRef="#ctx0" brushRef="#br0" timeOffset="60120.55">22513 7793 769 0,'0'0'197'0,"0"0"-102"0,0 0 43 0,0 0-59 0,0 0-35 16,0 0-31-16,-9 37 1 15,38 41 105-15,5 22-53 16,3 7-47-16,3 0-12 15,-1 0-4-15,-2-2-3 16,-1-7 0-16,-5-4-10 16,-4-7-88-16,-10-7-82 15,-5 1-16-15,-10-6-156 16,-2-5-305-16</inkml:trace>
  <inkml:trace contextRef="#ctx0" brushRef="#br0" timeOffset="60469.94">22760 9250 777 0,'0'0'53'0,"0"0"58"0,0 0 23 16,0 0-40 0,0 0 1-16,0 0-17 0,-29-44-53 15,36 81-19-15,15 19 14 16,7 12 8-16,2 2-18 15,0 1-10-15,-1 0-2 16,-4-3-26-16,-9-3-149 16,-13-9-109-16</inkml:trace>
  <inkml:trace contextRef="#ctx0" brushRef="#br0" timeOffset="61151.21">19554 11247 677 0,'0'0'355'0,"0"0"-229"0,0 0 36 0,0 0-14 16,0 0 1-16,0 0-57 15,-20-88-29-15,20 91-44 16,0 26-13-16,0 15 12 16,0 2-4-16,7 1-14 15,2-6-1-15,-3 2-1 0,-2 1-27 16,-4 1-144-16,0-3-131 16,0-15-107-16</inkml:trace>
  <inkml:trace contextRef="#ctx0" brushRef="#br0" timeOffset="61367.6">19745 11209 466 0,'0'0'513'16,"0"0"-354"-16,0 0-8 16,0 0 8-16,0 0-59 15,0 0-57-15,-6-24-3 16,17 54-33-16,9 12-5 15,-2 1-2-15,0-1-20 0,-7-1 6 16,-11 2-97-16,0 5-127 16,-2 0 27-16,-22-6-228 15</inkml:trace>
  <inkml:trace contextRef="#ctx0" brushRef="#br0" timeOffset="61601.18">19220 11807 513 0,'0'0'474'16,"0"0"-343"-16,0 0 30 15,0 0-44-15,0 0-1 0,0 0-46 16,-3-18-11-16,62 18-31 16,21 0-11-16,18 0-12 15,11-5 0-15,0-1-2 16,-2-3-2-16,-12 2-1 15,-18 2-3-15,-31 2-3 16,-19 3-48-16,-27 0-166 16,-4 11-28-16,-52 17-74 15</inkml:trace>
  <inkml:trace contextRef="#ctx0" brushRef="#br0" timeOffset="61836.06">19436 12033 1180 0,'0'0'114'0,"0"0"70"0,0 0-30 16,0 0-75-16,0 0-31 16,0 0-15-16,-2 8-11 15,10 33-15-15,6 9-1 16,-3 4-6-16,-5 1-1 15,0 4-47-15,-6 3-179 16,0-10-142-16,0-13-184 16</inkml:trace>
  <inkml:trace contextRef="#ctx0" brushRef="#br0" timeOffset="62167.98">19670 12133 631 0,'0'0'413'0,"0"0"-354"15,0 0 62-15,0 0-5 16,0 0-35-16,0 0-39 16,0-37-17-16,-4 55-24 15,-4 21-1-15,4 16 19 16,4 1-6-16,0-4-8 16,0-6-4-16,18-5 0 15,9-11-1-15,2-6-5 0,2-13-1 16,1-11-40-1,-1 0 34-15,-2-11 12 0,-2-18 20 16,-10-5-14 0,-11-6 9-16,-6-2 16 0,0 4 12 15,-5 4 4-15,-13 8 25 16,-7 8-29-16,-2 4-39 16,-8 5-4-16,-4 8-68 15,-2 1-150-15,4 0-137 16,13 0-439-16</inkml:trace>
  <inkml:trace contextRef="#ctx0" brushRef="#br0" timeOffset="62634.36">20073 11067 560 0,'0'0'513'0,"0"0"-466"0,0 0 8 0,158-99-23 0,-100 85-5 16,0 9 39-16,-7 2 7 16,-8 3-4-16,-12 3-49 15,-8 20-7-15,-11 16 0 16,-5 7 8-16,-5 6 14 0,3 7-19 15,-2-2 31 1,1 5-27-16,3 4 2 0,1 3-5 16,6 5-1-1,-1 10-4-15,-2 7 14 0,1 7 9 16,-6 2-18-16,-2 6 5 16,3 6-2-16,0 4-5 15,2-1 0-15,0-11-4 16,-1-14 7-16,-3-18-6 15,-5-15 5-15,0-21 0 16,0-8 3-16,-22-6-10 16,-21-6-2-16,-14-1-8 0,-17-9-9 15,-6-6-46 1,-3-12-70-16,3-37-276 0,-2-23-270 16</inkml:trace>
  <inkml:trace contextRef="#ctx0" brushRef="#br0" timeOffset="63151.68">21399 11028 1082 0,'0'0'15'0,"0"0"3"0,0 0 13 0,-16-114 4 0,-28 104 0 15,-8 10 8-15,-8 0-7 16,3 0-25-16,3 6-4 16,9 2-1-16,16-1 10 15,14-6 15-15,11 1-5 16,-3 2-15-16,-2 8-6 15,-2 8 12-15,-1 13 34 16,6 9 2-16,1 12-10 16,5 8 0-16,0 9 9 15,0 9 0-15,0 10-13 0,0 7-13 16,0 4-3-16,2 5-5 16,1 1 3-16,-3 0-6 15,0 0-3-15,0 5 3 16,2-1-6-16,0-5-4 15,0-8-3-15,10-13 0 16,1-13-2-16,7-16 1 16,9-12-1-16,9-12 0 15,13-11-13-15,12-10-20 16,18-9-47-16,18-2-117 16,16 0-71-16,10-12-9 15,-2-28-688-15</inkml:trace>
  <inkml:trace contextRef="#ctx0" brushRef="#br0" timeOffset="68800.98">24993 7231 791 0,'0'0'28'16,"0"0"94"-16,0 0-61 15,0 0-18-15,0 0 49 16,0 0-40-16,0-56-17 16,0 56-20-16,0 0-3 15,0 6-7-15,0 12-1 0,0 5 14 16,2 6-7-16,5 3-7 15,1 10 5-15,2 8 8 16,-6 8-4-16,-2 2 22 16,-2 3-20-16,0-6 5 15,0-4 11-15,0-9-3 16,-4-14-22-16,2-6-1 16,2-10-3-16,0-6-4 15,0 0-3-15,0 1-71 16,6-2-127-16,5 1-150 15</inkml:trace>
  <inkml:trace contextRef="#ctx0" brushRef="#br0" timeOffset="69168.05">24667 8476 49 0,'0'0'708'0,"0"0"-582"16,0 0 6-16,0 0-49 16,0 0-15-16,0 0-9 0,-51 8 15 15,98-14-21 1,21-21-34-16,16-4-13 0,7-6-6 15,5-3 5-15,2 4-2 16,-5 1-1-16,-12 2-2 16,-19 7 3-16,-18 4-2 15,-17 10 2-15,-11 5 1 16,-7 3-2-16,-9 1-2 16,0 3-1-16,0 0-46 15,-14 7-114-15,-24 16-196 16</inkml:trace>
  <inkml:trace contextRef="#ctx0" brushRef="#br0" timeOffset="69734.32">24418 9538 642 0,'0'0'321'0,"0"0"-231"0,-139 9 25 0,126-7-30 0,13-2-11 16,0 0-17-1,19 0 28-15,36-6-25 0,29-16-34 16,26-9-19-16,6-1-5 16,-3 0 0-16,-8 2 0 15,-11 6 5 1,-10 3 1-16,-16 10-1 0,-18 3-7 15,-21 4-2-15,-17 4 1 16,-12 0-15-16,0 2-164 16,-25 28-28-16,-29 10-48 15,-14 13-479-15</inkml:trace>
  <inkml:trace contextRef="#ctx0" brushRef="#br0" timeOffset="70184.23">24565 9907 422 0,'0'0'603'0,"0"0"-506"16,0 0 21-16,0 0-6 15,0 0-67-15,0 0-22 16,-6 9-22-16,6 32 20 15,0 6-15-15,0-5-2 16,13-4-2-16,7-5-4 0,2-12 2 16,0-6-15-16,5-12-26 15,-2-3-9-15,0 0 18 16,-4-13 5-16,-3-18 23 16,-7-7 4-16,-2-8 1 15,-9 4 5-15,0 5 11 16,0 7 31-16,0 12 34 15,-2 11 18-15,-1 5-29 16,1 2 13-16,0 0-65 16,-2 30-14-16,-1 16 2 15,-1 10 23-15,-1 2-18 16,4-6-3-16,3 1-9 16,0-3 2-16,0-5-6 15,0 2 4-15,0 3-93 16,-15-4-153-16,-16-3-213 0</inkml:trace>
  <inkml:trace contextRef="#ctx0" brushRef="#br0" timeOffset="70868.39">22056 11019 874 0,'0'0'85'15,"0"0"52"-15,0 0 6 0,0 0-67 0,0 0-20 0,-121 0 50 0,100 18-33 16,5 2-51-16,12-2-4 16,4 4-3-16,2 2 8 15,31 0-10-15,12 2-13 0,4 2-14 16,1-2 14 0,-5 5 0-16,-6-6 1 0,-16 1 17 15,-11-8-17-15,-7-7 1 16,-5-1 22-16,-11 0 0 15,-32 3-1-15,-13 5-18 16,-2-5-5-16,10-7-8 16,12-4-115-16,9-2-172 15,11-5-30-15,12-29-369 16</inkml:trace>
  <inkml:trace contextRef="#ctx0" brushRef="#br0" timeOffset="71067">22014 11026 821 0,'0'0'76'0,"0"0"55"16,0 0-34-16,0 0-45 15,0 0-7-15,0 0 12 16,129-22-14-16,-66 15-13 16,5-1-6-16,-10 1-8 15,-11 1-16-15,-20 6 0 16,-20 0-77-16,-7 0-156 15,-23 14-394-15</inkml:trace>
  <inkml:trace contextRef="#ctx0" brushRef="#br0" timeOffset="71369.28">21392 11698 402 0,'0'0'569'0,"0"0"-535"15,0 0 104-15,0 0-85 16,0 0-36-16,0 0 33 16,51 0 87-16,36 5-64 15,18-5-36-15,15 0-17 16,-2-3-14-16,0-16 1 0,-6-6 25 15,-16 3 10-15,-21 8-29 16,-28 4-13-16,-26 4 0 16,-21 6-35-16,-12 8-120 15,-39 20-134-15,-14 8-362 16</inkml:trace>
  <inkml:trace contextRef="#ctx0" brushRef="#br0" timeOffset="71783.37">21784 11911 655 0,'0'0'363'0,"0"0"-331"15,0 0 51-15,0 0-44 16,0 0 45-16,-44 138 13 0,44-87-6 16,0-1-54-16,15-4-21 15,7-6-10-15,3-6-4 16,2-10-2-16,0-8 0 15,-6-6-25-15,2-8-46 16,-5-2 31-16,-3 0 36 16,-3-20 4-16,-3-8 3 15,-1-5 5-15,-6 4 2 16,-2-1 50-16,0 7-21 16,0 10 37-16,0 4 16 15,0 8-3-15,0 1-24 0,0 0-39 16,0 0-15-16,0 1-7 15,0 34 0-15,0 19 4 16,0 11 19-16,0 6-3 16,8-2-12-16,-4-10-4 15,1-5-5-15,-1-5-2 16,0-14-1-16,-2-5-2 16,5-13-16-16,5-7-106 15,3-10-244-15,9-16-254 16</inkml:trace>
  <inkml:trace contextRef="#ctx0" brushRef="#br0" timeOffset="72151.3">22490 10899 721 0,'0'0'262'0,"0"0"-249"0,174-123 39 0,-95 98-20 0,-6 14 11 16,-13 11 18-16,-18 0-1 15,-17 28-30-15,-18 24-15 16,-7 15-2-16,0 10 8 16,-16 12 16-16,-2 3 19 15,7 4 10-15,9 6-21 16,2 14-9-16,0 12 10 0,17 6-5 15,6 2 55-15,-3-4-75 16,-2-3 1-16,-7-7-7 16,-4-12 8-16,-7-16-4 15,0-13-10-15,-25-11-5 16,-33-10-4-16,-27-4-7 16,-21-6-103-16,-19-24-391 15</inkml:trace>
  <inkml:trace contextRef="#ctx0" brushRef="#br0" timeOffset="74200.6">22825 10734 592 0,'0'0'541'0,"0"0"-407"0,0 0-8 0,0 0-23 0,0 0-14 16,-138 44 17-16,26 28-17 16,-16 17-40-16,-16 13-32 15,-10 8-11-15,-8 3-6 16,-5 6-2-16,2 6-65 15,9 7-147-15,7-3-208 16,7-15-297-16</inkml:trace>
  <inkml:trace contextRef="#ctx0" brushRef="#br0" timeOffset="74833.89">17632 11891 1095 0,'0'0'90'0,"0"0"-11"0,-146 90-23 0,30 0-5 0,-21 19 11 16,-11 8-23-16,-3 10-21 15,-1 0-18-15,5 1-25 16,14-4-158 0,10-13-120-16</inkml:trace>
  <inkml:trace contextRef="#ctx0" brushRef="#br0" timeOffset="76151.58">17846 10816 618 0,'0'0'367'0,"0"0"-251"0,0 0-15 0,-139 66-32 0,66-9 31 0,-8 1 2 16,4-2 14-16,-4 0-76 16,-4 4-26-16,-2 0-10 15,-4 0-4-15,-3 1-3 16,-4-2-77-16,5 0-163 16,1-11-115-16,13-17-602 15</inkml:trace>
  <inkml:trace contextRef="#ctx0" brushRef="#br0" timeOffset="76671.62">17030 10114 981 0,'0'0'15'0,"0"0"45"16,0 0-21-16,0 0-28 16,91-114 11-16,-37 104-5 15,-6 10-7-15,-9 0-2 16,-10 24-2-16,-18 12 9 0,-11 7 4 15,0-2-6 1,-17 0 13-16,-18-5 21 0,-7-3 10 16,-3-6-28-1,7-10 16-15,14-4-29 0,15-7-4 16,7-4-6-16,2-2 1 16,4 0-4-16,25 0-1 15,11 0-3-15,3 0 1 16,-1 2-4-16,-5 13 4 15,-5 10 0-15,-5 6 2 16,-11 2-2-16,-10-3 1 16,-6-6 2-16,0-2 5 15,-33-1 16-15,-17 0 6 16,-12-3-19-16,0-6-10 16,1-7-1-16,9-5-10 0,7 0-57 15,13 0-145-15,8 0-33 16,13 0-628-16</inkml:trace>
  <inkml:trace contextRef="#ctx0" brushRef="#br0" timeOffset="77252.42">20242 12025 560 0,'0'0'488'0,"0"0"-402"0,0 0-4 0,0 0-38 0,-129 54 10 16,42 13 52-16,-13 13 19 0,-9 2-31 15,-5-1-62 1,3-8-10-16,2-4-11 0,11-9-6 16,9-6-5-1,13-4 0-15,20-4-68 0,16-4-211 16,13-10-130-16</inkml:trace>
  <inkml:trace contextRef="#ctx0" brushRef="#br0" timeOffset="77983.53">19643 13026 681 0,'0'0'403'16,"0"0"-326"-16,0 0 59 16,0 0-70-16,0 0-2 15,0 0-21-15,11-32 36 16,41 24-29-16,10-2-30 15,-4-2-16-15,-10 1-4 0,-11 5-3 16,-20 3-25-16,-7 3-69 16,-10 0-143-16,-3 0 47 15,-26 6-18-15,-11 3-220 16,0 2 77-16,2-9 348 16,5 0 6-16,8-2 31 15,1 0-5-15,3 0 397 16,4 0-244-16,-1 0-21 15,5 8-48-15,-1 7-40 16,-1 10 5-16,5 7-7 16,4 3 15-16,6-4-50 15,0 2-7-15,0-9-14 16,0-7-8-16,0 0-4 0,2-7 3 16,0-4-3-16,-2-3-1 15,0 0 1-15,0-3-2 16,0 0 3-16,0 0-1 15,0 0 3-15,0 0-2 16,7 0-1-16,6-15-22 16,6 0-9-16,1-2 15 15,12 8 15-15,0 6 1 16,4 3 0-16,0 0 2 16,-1 24 9-16,-2 11 5 15,-6 3 20-15,-4 2 7 16,-15-2 35-16,-8-6-21 0,0 1-22 15,-31-6-3 1,-23 4-12-16,-19-1-20 0,-7-5-3 16,-7-3-162-16,0-12-170 15,3-10-547-15</inkml:trace>
  <inkml:trace contextRef="#ctx0" brushRef="#br0" timeOffset="79833.89">16855 10435 886 0,'0'0'27'0,"0"0"45"0,0 0 3 0,0 0-33 0,0 0 18 0,0 0 14 15,-23-16 11-15,65-10-55 16,22-12-19-16,15-6-6 16,12-6-5-16,9-3 9 15,2 1 2-15,4 4 18 16,-15 8 0-16,-14 10-8 16,-19 8-12-16,-20 10-8 15,-18 4-1-15,-11 8-4 0,-9 0 1 16,0 0-8-1,0 0-32-15,0 0-32 0,0 0-25 16,-11 16-46-16,0 9-163 16</inkml:trace>
  <inkml:trace contextRef="#ctx0" brushRef="#br0" timeOffset="80518.67">19271 11503 929 0,'0'0'23'0,"0"0"21"0,0 0 18 0,0 0-38 0,0 0 31 15,0 0 28-15,34-31-36 16,30 1-47-16,17-4-2 16,0-1 0-16,11 1 2 15,6-2 1-15,1 2 4 16,-8-2-1-16,-9 6 3 15,-10 2 20-15,-12 4 2 16,-10 4-6-16,-12 8-6 16,-13 4-9-16,-13 4-8 15,-8 4-1-15,-4 0-29 16,0 0-65-16,0 0-95 16,-4 0-302-16</inkml:trace>
  <inkml:trace contextRef="#ctx0" brushRef="#br0" timeOffset="82001.2">12464 11451 540 0,'0'0'320'0,"0"0"-281"0,0 0 64 0,-122 25-9 0,95-17-27 16,7-3 30-16,11-4-2 15,9-1-37-15,23 0-32 0,58 0 15 16,60-14-27-16,57-20-6 16,43-8-8-16,20-7 2 15,-3 5 2-15,-8 2 0 16,-23 3 47-16,-18 6-27 15,-35 5-4-15,-43 8-11 16,-46 6-7-16,-43 4-2 16,-26 7-2-16,-16 3-5 15,-10 0-125-15,-40 0-157 16,-16 0-261-16</inkml:trace>
  <inkml:trace contextRef="#ctx0" brushRef="#br0" timeOffset="83334.7">12976 10421 441 0,'0'0'412'0,"0"0"-350"0,0 0 60 0,0 0 2 16,0 0-8-16,0 0 27 15,-31-100-10-15,31 98-19 16,0 2-64-16,0 0-30 15,0 18-7-15,0 24-7 16,3 14 50-16,6 2-35 16,0-4-9-16,-1-8-4 15,0-11-7-15,-4-7 4 0,-2-10-2 16,0-8-3-16,0-4 0 16,-2-2 0-1,3-4 2-15,-3 0 0 0,0-8 0 16,0-32-2-16,0-14 0 15,-5-13 0-15,-3-1-1 16,-2 0 1-16,4 5-3 16,1 16 0-16,1 15 3 15,2 16 0-15,0 10 0 16,2 3 0-16,0 3-1 16,0 0 0-16,0 16-1 15,0 25 2-15,0 11-1 16,2 8 1-16,4-4-1 15,-1-4 1-15,-3-8 1 16,0-12-1-16,-2-11 0 0,0-11-1 16,2-7-1-16,-2-3 2 15,0 0 4-15,0-13-4 16,0-26 1-16,0-12-1 16,0-4-3-16,0 5 1 15,-2 10 0-15,0 13 2 16,0 14-15-16,2 13-44 15,0 0-118-15,0 17-195 16,0 14 17-16</inkml:trace>
  <inkml:trace contextRef="#ctx0" brushRef="#br0" timeOffset="84167.58">13358 10305 228 0,'0'0'666'0,"0"0"-552"0,0 0 27 0,0 0-49 0,0 0 33 0,0 0-16 16,-81-18-43-16,59 55-12 15,7 2 1-15,8 1-38 0,7 2-6 16,0 0-5 0,17-4-2-16,12-4-1 0,5-10-1 15,2-7 0-15,2-10 1 16,-5-5-3-16,-4-2-5 15,-11 0 0-15,-9-3-9 16,-7-20 14-16,-2-9 0 16,-4-6-19-16,-27-1 7 15,-6-4 2-15,-2 5 8 16,7 6 0-16,12 0 2 16,14 4 0-16,6 2-15 15,13-2-40-15,29 7 0 16,10 6 9-16,1 4 28 15,-2 11 8-15,-6 0 4 0,-5 25 6 16,-9 15 0-16,-8 10 2 16,-14 6 2-16,-9 2 10 15,0-2-2-15,0-6 26 16,0-3-24-16,0-10-3 16,0-3-7-16,15-7 0 15,12-7-2-15,6-11 1 16,8-6-3-16,3-3 0 15,1-9 0-15,-1-18 4 16,-8-9-1-16,-14-11 4 16,-15-7 6-16,-7-6 6 15,-11-4 0-15,-23 0-13 16,-11 10-3-16,-3 14-3 0,-6 17-1 16,-4 23-26-16,-9 4-124 15,-7 34-140-15,-5 5-349 16</inkml:trace>
  <inkml:trace contextRef="#ctx0" brushRef="#br0" timeOffset="87053.31">19565 13922 493 0,'0'0'431'0,"0"0"-337"0,0 0 61 0,0 0-32 0,0 0-41 0,0 0 18 15,0 0-2-15,-71-18-46 16,122 4-19-16,36-4-9 16,26-7-11-16,14 4-13 15,1 3-10-15,-17 7-62 16,-15 5-219-16,-20-2-163 15</inkml:trace>
  <inkml:trace contextRef="#ctx0" brushRef="#br0" timeOffset="87434.88">21758 13200 467 0,'0'0'413'0,"0"0"-342"0,0 0 51 16,0 0-21-16,0 0-56 16,0 0 22-16,-23-17-2 15,99-2-1-15,23-4-53 16,3 2-6-16,-2-3-4 16,-2 2 2-16,-11 2-2 15,-16 5-1-15,-20 4-9 16,-17 9-112-16,-23-2-129 15,-11 2-297-15</inkml:trace>
  <inkml:trace contextRef="#ctx0" brushRef="#br0" timeOffset="91468.09">1517 6963 844 0,'0'0'129'0,"-139"93"-76"0,83-49 94 0,12-9-63 0,17-17-14 15,15-11 4-15,12-7 6 16,31-18-26-16,41-40-32 16,41-34 22-16,39-34-35 15,28-24 0-15,26-13-4 16,12-4 4-16,-4 7 37 16,-12 18-11-16,-19 19 1 15,-27 29-18-15,-34 24-13 16,-37 28-5-16,-35 21-16 15,-35 16-7-15,-15 5-25 16,-49 40-51-16,-34 30-229 16,-30 16 22-16,-21 11-273 0</inkml:trace>
  <inkml:trace contextRef="#ctx0" brushRef="#br0" timeOffset="91700.95">1449 7103 942 0,'0'0'8'15,"0"0"45"-15,-123 96 53 16,123-96-54-16,30-28 0 16,45-39 34-16,43-27-7 15,41-22-52-15,28-17 13 0,31-3-31 16,9-3 47 0,3 3 15-16,-8 6-32 0,-21 7-22 15,-29 18-17-15,-39 18 0 16,-46 31-15-16,-40 28-59 15,-47 28-104-15,-16 10-3 16,-52 32-381-16</inkml:trace>
  <inkml:trace contextRef="#ctx0" brushRef="#br0" timeOffset="93154.25">14393 14580 650 0,'0'0'382'0,"0"0"-246"15,0 0 51-15,0 0-27 0,0 0-52 16,0 0-40-16,0 0-14 15,-39 53 24-15,28 26-45 16,-1-2-18-16,6-9-12 16,-3-10 6-16,5-11-5 15,-3-10-3-15,5-15 3 16,-1-10-4-16,3-8 2 0,0-4-2 16,0 0 1-1,0-25 0-15,0-25 3 0,0-19-4 16,16-13-6-16,2 1 5 15,-1 7-4-15,2 9 4 16,-4 17 1-16,-1 17 1 16,-8 12 0-16,-4 15-1 15,-2 4 1-15,7 0 0 16,9 17-1-16,11 20 0 16,6 16 6-16,0 3-5 15,-1 0 5-15,-3-3-6 16,-6-7 1-16,0-2 1 15,-3-8-3-15,-5-1 3 16,-3 2-4-16,-5-3-6 16,-7-6-40-16,0-10-65 15,0-5-64-15,0-10-17 16,-16-3 59-16,-4 0 1 0,-5-8-61 16,1-24-33-16,1-8 47 15,4-4-263-15</inkml:trace>
  <inkml:trace contextRef="#ctx0" brushRef="#br0" timeOffset="94250.1">14374 14691 689 0,'0'0'40'0,"0"0"134"0,0 0-58 0,0 0-17 0,-116-98 22 0,112 96 15 16,1 2 6-16,3 15-89 15,-2 37-7-15,0 24 60 16,2 23-16-16,0 3-47 15,0 6-10-15,0-5-11 16,4-6-9-16,3-11-8 16,-3-19 5-16,-1-13-8 15,1-21 5-15,1-14-6 16,-5-9-1-16,2-10 1 16,-2 0-1-16,0 0 1 0,0-18 3 15,-16-32-4 1,-13-26-1-16,0-24-14 0,7-9 1 15,17 4 4-15,5 10-4 16,5 19-2-16,33 17 4 16,8 14-5-16,10 14-2 15,4 5-18-15,1 12 31 16,-1 14 6-16,-6 0 2 16,-8 22 1-16,-9 14-2 15,-14 9-1-15,-21-4 1 16,-2 6 5-16,-42 5 17 15,-21 5-13-15,-7-10-7 16,-2 0-3-16,12-16 0 0,7-9-3 16,12-8-54-1,18-7-147-15,15-7-139 0,8-7-298 16</inkml:trace>
  <inkml:trace contextRef="#ctx0" brushRef="#br0" timeOffset="94550.9">15301 15302 1181 0,'0'0'83'0,"0"0"79"0,0 0-49 0,0 0-94 0,0 0 46 15,0 0 27-15,114-39-52 16,-62 30-33-16,-2 1-7 16,-8 2-12-16,-11 2-115 15,-13 4-147-15,-11 0-4 16,-7 0-157-16,0 10-90 15</inkml:trace>
  <inkml:trace contextRef="#ctx0" brushRef="#br0" timeOffset="94683.96">15415 15366 730 0,'0'0'108'0,"0"0"71"16,-114 52-38-16,98-46-41 0,11 0-5 16,5 0-11-16,21-6-55 15,35 0-6-15,29-6-23 16,21-14-127-16,6-11-179 15,-6-5-557-15</inkml:trace>
  <inkml:trace contextRef="#ctx0" brushRef="#br0" timeOffset="95200.75">16217 15119 946 0,'0'0'33'0,"0"0"79"16,0 0-51-16,-114-108-17 16,91 72 8-16,8-2 22 15,13 6-32-15,2-2-29 16,6 6-11-16,23 9-1 16,5 6 2-16,-1 9-3 15,0 4-4-15,0 0 3 16,-1 31-1-16,-3 14 4 15,-6 13 4-15,-10 9 5 16,-9-2 0-16,-4 3 2 0,-7-5 7 16,-22-13 11-1,-8-6 9-15,-3-16 14 0,2-6-37 16,2-14 2 0,2-4 4-16,1-4-12 0,4-10 3 15,0-16 4-15,10-12-12 16,5 1-1-16,9 6-1 15,5 4-1-15,0 9 0 16,11 8-2-16,12 10 2 16,4 0-2-16,8 0 0 15,3 19-1-15,3 11 9 16,-4 4 15-16,-3 0-22 16,-5-2-2-16,-3-7 0 15,-1-2-2-15,-3 0-20 0,0-10-50 16,1-7-195-16,2-6-17 15,4 0-91-15,-4-23-252 16</inkml:trace>
  <inkml:trace contextRef="#ctx0" brushRef="#br0" timeOffset="95517.04">16568 14995 645 0,'0'0'184'0,"0"0"-33"0,0 0-36 0,0 0-25 0,0 0 22 0,0 0 7 0,-46-100-25 15,44 123-80-15,2 21-6 16,0 15 9-16,0 7-14 16,0-4-1-16,17-3 2 15,1-9-4-15,6-10 0 16,3-14 1-16,0-9-1 0,2-15-1 16,0-2-3-1,2 0 0-15,-2-23 0 0,-2-17 4 16,-10-6 5-16,-7-12-5 15,-10-3 6-15,0 4 1 16,-21 7 13-16,-8 10 15 16,-2 17 13-16,-2 5-3 15,4 13-21-15,0 5-24 16,4 0-28-16,1 17-81 16,6 23-172-16,10 2-97 15</inkml:trace>
  <inkml:trace contextRef="#ctx0" brushRef="#br0" timeOffset="95935.15">17096 14968 1039 0,'0'0'23'16,"0"0"113"-16,0 0-15 15,0 0-61-15,0 0 42 16,0 0-55-16,-35-37-24 16,27 81-17-16,3 14 3 15,1 11 24-15,4-8-28 0,0 2-5 16,0-9 2 0,17-8-2-16,7-12-20 0,8-10 19 15,-1-8-1-15,2-16 1 16,0 0 0-16,-1-10 1 15,-5-20 1-15,-7-6 5 16,-5-12-2-16,-11-10 3 16,-4-6 28-16,-2 1 7 15,-23 5-19-15,0 14-3 16,-4 13 9-16,0 10-20 16,0 11-2-16,4 5-7 15,-2 5-9-15,0 9-55 0,2 26-137 16,6 7-139-1,7 4-274-15</inkml:trace>
  <inkml:trace contextRef="#ctx0" brushRef="#br0" timeOffset="96900.18">17564 14935 1040 0,'0'0'64'0,"0"0"74"0,0 0-31 0,0 0-25 0,0 0-24 0,0 0-9 15,0-30-20-15,-4 70-27 16,-5 12 8-16,3 12-1 16,6-2-6-16,0-3-1 15,0-11 4-15,6-8-5 16,12-8 0-16,2-10 2 15,3-12-3-15,5-10 1 16,1 0 2-16,5-14 3 16,-3-22-3-16,-2-8 0 15,-2-10 1-15,-14-3 1 16,-11 1 16-16,-2 4 46 16,-2 10-44-16,-23 8 14 15,-8 11 2-15,-7 10-19 0,-4 9-7 16,-8 0-12-16,-2 4 0 15,1 0 4-15,0 0-5 16,10 0 0-16,16 4 0 16,12-4-4-16,13 0-2 15,2 4-13-15,0 0-23 16,2 5 8-16,25 0 4 16,9 5 4-16,7-8-22 15,3-2-18-15,-2-1 16 16,3-3 6-16,3 0 27 15,0-17 16-15,1-11 1 16,-4-8 2-16,-6-7 3 0,-12-7 6 16,-16-7 28-1,-11-18-19-15,-2-7 1 0,-13-12-8 16,-35-9-8 0,-20-6 6-16,-26-14-11 0,-20-3 11 15,-23 1-2-15,-31 5 24 16,-34 8 10-16,-37 1-28 15,-39 7-9-15,-28 6-3 16,-22 7 13-16,-28 20-7 16,-9 16-5-16,-17 29 8 15,-1 26-2-15,9 22 9 16,17 54-18-16,41 39 22 16,42 36-10-16,56 42-1 15,62 31-2-15,60 21 0 0,56 23-8 16,40 0 2-16,57 1 6 15,59-12-10-15,52-17-2 16,55-27 2-16,49-21-2 16,46-19 2-16,50-21 2 15,41-24-2-15,31-23-2 16,14-31-35-16,0-29-15 16,-3-36-22-16,-14-18 39 15,-19-52-1-15,-17-34 36 16,-38-35 0-16,-39-40 8 15,-41-43-7-15,-56-43 0 16,-58-40 14-16,-71-20 17 16,-79-5-2-16,-75 6 1 0,-127 28-21 15,-110 31-10-15,-114 42 0 16,-119 59-2-16,-120 75-29 16,-121 74-178-16,-112 42-215 15</inkml:trace>
  <inkml:trace contextRef="#ctx0" brushRef="#br1" timeOffset="106767.59">7100 9124 585 0,'0'0'487'0,"0"0"-445"0,0 0 160 0,-83-114-24 0,72 107-13 16,4 7-66-16,4 0-63 15,3 47-21-15,0 29 3 16,0 26 31-16,14 8-33 16,4-8-11-16,0-11-5 15,-5-9 2-15,-2-16 1 16,-4-14 1-16,-1-15-4 15,-1-20-4-15,-3-9-18 16,-2-8-10-16,0 0 12 0,-11-33 1 16,-20-28-77-1,2-25 26-15,9-19 40 0,13-9-14 16,7-2-22-16,9 10 15 16,25 17 37-16,10 24 10 15,8 22 4-15,3 21 0 16,3 18 1-16,-5 4 4 15,-3 17 25-15,-15 16 4 16,-17 10 0-16,-18 8 1 16,-26 12-1-16,-43 5-16 15,-14 2-18-15,-6-1-1 16,13-15-49-16,25-10-158 16,22-17-118-16,17-12-469 15</inkml:trace>
  <inkml:trace contextRef="#ctx0" brushRef="#br1" timeOffset="106950.75">7553 9601 846 0,'0'0'513'0,"0"0"-504"0,0 0 159 0,0 0-82 0,0 0-78 16,0 0-8-16,-55-10-163 15,55 6-124-15,5-8-321 16</inkml:trace>
  <inkml:trace contextRef="#ctx0" brushRef="#br1" timeOffset="107284.31">8162 9160 1116 0,'0'0'35'16,"0"0"-28"-16,0 0 158 15,0 0-76-15,0 0-76 16,0 0-11-16,-100-27 4 16,77 60-2-16,10 1-4 15,13-2-1-15,0 2 0 0,23 0 0 16,14 3 1-16,-1-4 2 15,-7 0-2-15,-10-8 0 16,-7-3 3-16,-12-4 3 16,0-1 6-16,-22-1 56 15,-25 2-22-15,-9-6-15 16,3-5-27-16,3-7 0 16,15 0-4-16,13-17-71 15,17-25-225-15,5-9-243 16</inkml:trace>
  <inkml:trace contextRef="#ctx0" brushRef="#br1" timeOffset="107452.4">8469 9260 1255 0,'0'0'10'0,"0"0"39"16,0 0 30-16,0 0-79 15,0 0-147-15,0 0-286 16</inkml:trace>
  <inkml:trace contextRef="#ctx0" brushRef="#br1" timeOffset="108017.89">8619 9079 449 0,'0'0'701'0,"0"0"-667"16,0 0 219-16,0 0-130 16,0 0-94-16,0 0 22 15,31 105-19-15,-9-59-23 16,-4-8-6-16,-7-7-3 16,-2-10-2-16,-7-9-5 15,0-6-29-15,-2-6 9 16,0 0 26-16,-15-28-16 15,-3-18-24-15,9-12 19 16,7-10 7-16,2-4-3 16,2 7 18-16,18 15 4 0,2 17-4 15,5 18 2-15,7 15 2 16,3 0 3-16,8 26 16 16,2 20 10-16,-4 11-7 15,-11 1-12-15,-10-6 9 16,-10-10-20-16,-12-13 0 15,0-10 15-15,0-11-15 16,0-4 2-16,-2-4 0 16,-12-1 2-16,-1-32-7 15,-1-17-7-15,14-18-12 16,2-3 10-16,15 5-1 0,17 16 9 16,6 19 0-1,-1 16 0-15,-1 15 2 0,3 4-1 16,-2 32 7-16,-3 10 21 15,-5 8-12-15,-3 3-9 16,-8-7-5-16,-7-6 2 16,-4-12-4-16,-5-10-13 15,-2-6-87-15,0-6-125 16,-2-10-113-16,-16 0-291 16</inkml:trace>
  <inkml:trace contextRef="#ctx0" brushRef="#br1" timeOffset="108383.95">9073 8362 364 0,'0'0'649'0,"-198"-84"-646"0,69 44 38 0,-27 1 40 0,-25 9 5 0,-26 18 34 15,-25 12-23-15,-21 24 38 16,-19 48 5-16,-9 47-54 15,0 47-21-15,16 43-31 16,40 25-6-16,55-2-8 16,77-7-5-16,80-20-4 15,61-27-6-15,106-21 0 16,83-35-5-16,81-38 0 16,70-42 5-16,48-42-5 15,28-48-19-15,1-50-15 16,-25-38 31-16,-59-30-5 0,-74-27 10 15,-97-42-2-15,-95-27 5 16,-97-21-3-16,-69 4-2 16,-118 41-6-16,-87 61-42 15,-81 90-39-15,-64 82-13 16,-45 45-257-16,-19 66-452 16</inkml:trace>
  <inkml:trace contextRef="#ctx0" brushRef="#br1" timeOffset="110033.87">2037 12083 392 0,'0'0'470'15,"0"0"-413"-15,0 0 84 0,0 0-30 0,0 0-4 0,0 0 62 16,0 0-47-16,-27-4-37 16,-2 16-72-16,-2-1-6 15,5-10 1-15,-1-1 3 16,-2 0-9-16,4-14-1 0,3-11-1 15,9-4-1-15,8 2-4 16,5 2-5-16,0 6 3 16,24 2-8-16,9 9 12 15,6 8 1-15,3 0 2 16,-2 14-3-16,3 22 3 16,-8 6 1-16,-6 2 0 15,-8 3-1-15,-13 0-1 16,-8 6 1-16,0 8 3 15,-31-3 2-15,-14 4-3 16,-6-8-2-16,-2-8 1 16,-5-10-1-16,4-14 0 15,11-11 3-15,11-11-3 0,7 0 1 16,6-17-1-16,2-16-6 16,9-3 6-16,6 0-6 15,2 7 0-15,0 8 6 16,0 5-1-16,17 6 3 15,13 4-2-15,14 2 23 16,9 4-15-16,3 0 10 16,0 17-10-16,-5 8-2 15,-7 3 1-15,-6 0-7 16,-7-4-2-16,-6-2-5 16,-7-5-73-16,-1-9-192 15,2-8-14-15,-7-2-218 16</inkml:trace>
  <inkml:trace contextRef="#ctx0" brushRef="#br1" timeOffset="110400.9">2271 12073 796 0,'0'0'65'0,"0"0"75"0,0 0-24 0,0 0-5 0,0 0 20 0,0 0 36 0,-4-67-98 16,4 67-38-16,0 10-29 15,0 23 1-15,0 9-2 16,6 7-1-16,11-2 5 0,4 2-3 16,1-5-2-1,3-6-2-15,-1-12-2 0,3-8-13 16,0-12-30-16,-1-6-48 16,3-6 45-16,-2-22 11 15,-6-12 19-15,-8-7 14 16,-13-3 6-16,0 0 5 15,-7 0-3-15,-20 6 7 16,-4 12 7-16,-4 6 34 16,-4 12 19-16,4 9-42 15,1 5-8-15,5 0-19 16,10 11 0-16,3 10-5 16,9 2-108-16,3 4-143 15,2-3-165-15</inkml:trace>
  <inkml:trace contextRef="#ctx0" brushRef="#br1" timeOffset="110790.82">3069 11462 924 0,'0'0'28'0,"0"0"11"0,0 0 56 0,12-111-42 0,-12 107 64 16,0 4-5-16,0 6-25 16,-8 42-40-16,-17 27 5 15,-1 33 34-15,1 29-16 16,5 20-17-16,2 24 9 15,-1 7-27-15,3-8-14 16,3-23-7-16,5-27-4 16,6-33-10-16,2-25 4 15,0-25-4-15,0-21-4 16,0-16-16-16,0-10-77 16,-8-7-153-16,-5-43-64 15,-10-34-18-15,-6-32-190 16</inkml:trace>
  <inkml:trace contextRef="#ctx0" brushRef="#br1" timeOffset="111035.07">2674 11909 1009 0,'0'0'13'0,"0"0"20"16,0 0 8-16,0 0-21 16,0 0 1-16,0 0 10 15,-35 103-14-15,54-103-13 16,2 0 1-16,-1-4 11 15,-3-23 20-15,-1-3 6 16,-5-6-2-16,-9 4 26 16,-2 6-20-16,0 3 34 15,-11 10-35-15,-5 3-28 0,6 6-11 16,5 4-6 0,1 5-117-16,2 24-163 0,0 5-82 15</inkml:trace>
  <inkml:trace contextRef="#ctx0" brushRef="#br1" timeOffset="111422.38">3204 12147 624 0,'0'0'302'0,"0"0"-254"0,0 0 47 16,0 0-29-16,0 0-12 15,0 0 15-15,-58-14-52 16,58 40-13-16,0 9 10 16,0 1-12-16,10-8 2 15,3-3-4-15,3-12 0 16,-3-5 0-16,0-8-3 15,1 0 3-15,-1-4 4 16,1-22 3-16,-8-7 14 16,-2 0-12-16,-4 3 37 0,0 5 2 15,-4 8 33 1,-16 3-24-16,0 6-40 0,-4 3-5 16,3 5-12-16,4 0-3 15,5 0-82-15,3 10-250 16,5 0-291-16</inkml:trace>
  <inkml:trace contextRef="#ctx0" brushRef="#br1" timeOffset="111786.28">3661 12053 996 0,'0'0'42'0,"0"0"53"0,0 0 36 0,0 0-45 0,0 0-36 0,0 0 0 0,-42 9-28 15,100-9-1-15,20 0 0 16,9 0-10-16,0 0-7 16,-3 0-2-16,-5 0 3 15,-9 0 1-15,-12 0-6 0,-20 0-2 16,-13 0-42 0,-11 0-123-16,-8-3-40 0,-6-13-32 15,0-11-166-15</inkml:trace>
  <inkml:trace contextRef="#ctx0" brushRef="#br1" timeOffset="111953.21">4185 11849 664 0,'0'0'245'0,"0"0"-120"15,0 0-11-15,0 0-68 16,0 0-15-16,0 0 43 16,27 84-40-16,19-52-7 15,-3 4-16-15,-10 9 7 16,-12 2-5-16,-21 13 0 15,-14 15-5-15,-46 9-8 16,-22 8-75-16,-15-2-263 0</inkml:trace>
  <inkml:trace contextRef="#ctx0" brushRef="#br1" timeOffset="131484.2">4773 11681 468 0,'0'0'353'0,"0"0"-281"0,0 0 36 0,0 0-14 0,0 0-11 0,0 0-14 16,0 0 32-16,-54 13-35 15,17 1-41-15,1-5-5 16,5-9-4-16,4 0-3 16,4-6-2-16,4-21 1 15,7-4-3-15,6-6-6 16,6 1 0-16,0 2-4 15,18 6 2-15,9 7-2 16,6 8-3-16,-2 7 4 16,7 6-1-16,-2 0 0 15,-1 23 1-15,-4 16 0 16,-4 14 0-16,-6 7 0 0,-11 8-1 16,-9 2-1-1,-1-2 1-15,-7-5-2 16,-22-9 2-16,-7-5 0 0,-1-12 0 15,-2-13-9-15,4-13 10 16,1-11 1-16,5 0-1 16,7-19-3-16,7-13-4 15,6-5-3-15,9 3 7 16,0 4-1-16,0 7 2 16,9 15 2-16,7 2 1 15,5 6 0-15,2 0 2 16,4 23 9-16,-1 10 0 15,0-2-5-15,3 3-2 0,3-1-5 16,-1-4-1 0,3-6-22-16,-1-8-171 0,-1-15-167 15,-6 0-381-15</inkml:trace>
  <inkml:trace contextRef="#ctx0" brushRef="#br1" timeOffset="131837.38">5032 11558 957 0,'0'0'37'0,"0"0"112"0,0 0-65 0,0 0 19 0,0 0 18 16,0 0-57-16,-72-50-44 0,72 82-19 16,0 15 32-1,0 9-25-15,4 4 0 0,8-6-5 16,7-4-3-16,4-8-1 15,2-13-11-15,2-8-5 16,2-15 11-16,4-6-3 16,-2-10 1-16,3-26-17 15,-12-16 25-15,-9-8 0 16,-13-3 7-16,0 5 3 16,-18 8 3-16,-16 7-5 15,-3 7 1-15,1 15-9 16,5 9 0-16,9 12-19 15,4 0-73-15,0 25-201 16,-2 16-247-16</inkml:trace>
  <inkml:trace contextRef="#ctx0" brushRef="#br1" timeOffset="132167.88">4419 12528 669 0,'0'0'492'16,"0"0"-470"-16,-143 0 70 0,106 3 4 16,8 0-48-16,12 0 76 15,17-3-66-15,27 0 22 16,54-6-63-16,41-22-12 15,37-13-4-15,17-7 2 16,1-2-2-16,-5 6-1 16,-11 4 4-16,-16 4-2 15,-31 12-2-15,-37 10-2 16,-41 8-16-16,-36 6-113 16,-22 0-22-16,-48 30-94 15,-19 10-45-15,-11 12-548 16</inkml:trace>
  <inkml:trace contextRef="#ctx0" brushRef="#br1" timeOffset="132451.24">4746 12721 1106 0,'0'0'37'16,"0"0"103"-16,0 0 45 16,0 0-35-16,0 0-98 15,0 0-9-15,-64-12-15 16,68 61 37-16,13 8-42 0,5 4-12 16,1-3-3-1,2-2-8-15,0-2-6 16,-1-2-30-16,-6-7-167 0,-4-6-158 15,-10-21-106-15</inkml:trace>
  <inkml:trace contextRef="#ctx0" brushRef="#br1" timeOffset="133034.22">4927 12796 17 0,'0'0'942'0,"0"0"-896"16,0 0 124-16,0 0-62 15,0 0-4-15,0 0-41 16,-11-38-19-16,11 69-20 0,0 12 6 16,0 1-15-1,0-4-9-15,17-6-5 0,6-4 1 16,4-8-2-16,-1-10-6 16,1-6-10-16,0-6-5 15,-5 0-17-15,-2-10-12 16,-5-18 21-16,-7-10 3 15,-8-6 14-15,0 2 8 16,-21 5 1-16,-8 7 3 16,-6 8 3-16,-3 5-1 15,2 4-1-15,8 3 8 16,7 3-9-16,17 1 2 0,4-2-2 16,15-9-14-1,30-2-4-15,15-4-17 0,3 5-21 16,-3 2-7-16,-10 6 17 15,-9 6 31-15,-12 4 15 16,-7 0 1-16,-6 4 3 16,-10 22 2-16,-3 12 16 15,-3 9 7-15,0 3 0 16,0 5-3-16,0-4-16 16,10-5-7-16,17-11 0 15,7-10-2-15,6-12 1 16,4-13-2-16,-2 0-6 15,-1-19 0-15,-7-21 5 0,-10-10 1 16,-15-4 10-16,-9-3 10 16,-7 2 26-1,-33 4 15-15,-13 5-23 0,-9 8-10 16,-1 12-28-16,1 12-7 16,2 14-86-16,2 0-224 15</inkml:trace>
  <inkml:trace contextRef="#ctx0" brushRef="#br1" timeOffset="133734.97">4530 12028 718 0,'0'0'314'0,"-142"45"-263"0,106-29 55 0,23-9-25 0,13-7-19 0,0 0 27 15,49-27-41-15,25-17-37 16,27-16-11-16,15-10-6 16,3-4 3-16,-8-3 3 15,-6 4 4-15,-14 6 4 16,-10 13-2-16,-15 10-1 15,-15 14 1-15,-12 7-5 16,-18 7-1-16,-11 7-16 0,-10-1-164 16,-8-5-117-16,-34-1-494 15</inkml:trace>
  <inkml:trace contextRef="#ctx0" brushRef="#br1" timeOffset="133951.12">4782 10768 745 0,'0'0'186'16,"0"0"-160"-16,0 0 116 15,-40-105-50-15,40 101 45 16,0 4-89-16,0 0-26 0,18 31-11 16,15 13 2-1,3 12-10-15,1 8-3 0,-3 7-13 16,-3 8-34-16,-4 16-120 15,-13 9-86-15,-14 5-296 16</inkml:trace>
  <inkml:trace contextRef="#ctx0" brushRef="#br1" timeOffset="134267.73">4472 13146 560 0,'0'0'387'0,"-117"54"-339"15,78-36 61-15,22-9-22 16,12-9-46-16,5 0 9 16,38-16 24-16,42-24-56 15,34-13-18-15,26-11-1 16,16-4 0-16,-2-2 0 15,-10 4 1-15,-3 5 3 16,-10 3 6-16,-17 10 5 16,-16 8 6-16,-33 12-2 15,-32 12-16-15,-21 14 6 16,-12 2-8-16,-21 8-60 0,-35 26-221 16,-19 14-397-1</inkml:trace>
  <inkml:trace contextRef="#ctx0" brushRef="#br1" timeOffset="134651.24">5552 13321 1199 0,'0'0'11'0,"0"0"14"16,0 0 28-16,-113 20-40 0,84 5 6 15,13 4 24-15,16-2-29 16,0 2-13-16,39-1 2 16,12-4-1-16,9-2 4 15,0 0 2-15,-2 0-6 16,-12-2 0-16,-11 0 0 15,-16-2 11-15,-9-4 22 16,-10 7-1-16,-3 1-2 16,-33 3 15-16,-8 5-41 15,-10-11-6-15,8-9-10 0,7-10-61 16,6-8-145 0,4-34-90-16,7-14-365 0</inkml:trace>
  <inkml:trace contextRef="#ctx0" brushRef="#br1" timeOffset="134801.21">5484 13228 167 0,'0'0'786'0,"0"0"-770"15,0 0 56-15,0 0-1 16,0 0-48-16,0 0 52 16,158-42-52-16,-102 28-23 15,-5 0-34-15,-7-4-183 16,-3-4-513-16</inkml:trace>
  <inkml:trace contextRef="#ctx0" brushRef="#br1" timeOffset="135500.66">7937 11169 650 0,'0'0'439'16,"0"0"-376"-16,0 0 101 0,0 0-31 0,0 0 37 0,0 0-102 0,-38-62-44 0,41 100-11 15,10 18 56-15,0 11-43 16,-2 2-20-16,-2 2 4 16,-5-3-7-16,0-7-3 15,0-9 0-15,-2-15 0 16,0-10-5-16,-2-13 3 15,0-9-7-15,0-5-4 16,0-4 10-16,0-36-2 16,-14-20-60-16,1-14 1 15,4-11 47-15,9-3-28 16,0 2-16-16,20 13-23 16,13 18 59-16,1 21 15 0,-1 18 4 15,-2 14 6 1,0 2 0-16,-4 12 3 15,-2 16-3-15,-11 3 0 0,-12 5 12 16,-2-1-5-16,-18 3-1 16,-26 5-6-16,-19 0-36 15,-13 4-149-15,-11-7-203 16</inkml:trace>
  <inkml:trace contextRef="#ctx0" brushRef="#br1" timeOffset="136119.23">7952 12286 1209 0,'0'0'28'0,"0"0"95"0,0 0 73 0,0 0-61 0,0 0-103 0,0 0-22 16,-46 11 4-16,39 39 2 16,0 7-7-16,5-7-5 15,2-3-4-15,0-9-3 16,0-12-3-16,0-13 5 15,0-7-9-15,0-6-19 0,0 0 16 16,0 0-13 0,0-15 0-16,7-13-36 0,15-2 35 15,7 3 23-15,2 7-3 16,5 10 5-16,2 9 1 16,-2 1 1-16,1 13 0 15,-3 22 5-15,-5 5 3 16,-9 0 3-16,-9-2-2 15,-11-4-2-15,0-2-1 16,-21-1 0-16,-14-2-6 16,-3-5-8-16,-4-12-16 15,-1-10-251-15,0-2-14 16,-3-22-182-16</inkml:trace>
  <inkml:trace contextRef="#ctx0" brushRef="#br1" timeOffset="136284.49">7923 12314 93 0,'0'0'855'0,"0"0"-834"15,0 0 6-15,0 0 32 16,150-10-32-16,-76 6-27 16,-1-5-18-16,-4 1-397 15</inkml:trace>
  <inkml:trace contextRef="#ctx0" brushRef="#br1" timeOffset="136936.97">10034 11169 737 0,'0'0'310'0,"0"0"-204"0,0 0 58 0,0 0-10 0,0 0-99 16,0 0-25-16,-11-10-13 15,3 60 86-15,0 10-85 0,-5-4-14 16,-1-8-3 0,1-12-1-16,3-9-6 0,6-16 2 15,2-5-31-15,2-6-30 16,0-6 40-16,4-32-9 16,17-15-41-16,-1-18 66 15,-1 1 9-15,-3 4 5 16,-6 10-3-16,-2 16 41 15,-3 15-14-15,-3 16 19 16,0 9 7-16,5 0-8 16,11 13-42-16,6 22 37 15,11 7 14-15,4 4-29 16,-4 2-15-16,1 2-4 16,-7-3-8-16,-4 0-2 0,-12-4-5 15,-7-3-46-15,-6-2-127 16,0-6-133-16,-13-14-28 15,-18-16-307-15</inkml:trace>
  <inkml:trace contextRef="#ctx0" brushRef="#br1" timeOffset="137101.38">9913 11368 927 0,'0'0'69'15,"0"0"70"-15,0 0-45 16,0 0-38-16,0 0-10 0,0 0-31 15,160-50-15 1,-70 38-4-16,3 2-121 0,-8-5-196 16</inkml:trace>
  <inkml:trace contextRef="#ctx0" brushRef="#br1" timeOffset="137670.1">10370 12433 915 0,'0'0'71'0,"0"0"50"0,0 0 17 0,0 0 3 15,0 0-83-15,0 0 21 16,-127-5-22-16,92 43-21 16,10 7 9-16,9 1-30 15,12 2-3-15,4 0-8 16,6-4 3-16,31-4-7 15,9-8-2-15,10-12 1 16,2-10-3-16,-8-10 2 16,-2 0 2-16,-15-3-3 15,-13-18 3-15,-11-1 2 16,-9-4 4-16,-4 0-3 0,-32 8-3 16,-15 10-12-16,-10 8-12 15,-7 12-144-15,-9 15-219 16</inkml:trace>
  <inkml:trace contextRef="#ctx0" brushRef="#br1" timeOffset="140584.01">2228 14794 593 0,'0'0'247'0,"0"0"-152"0,0 0 51 0,0 0-42 16,-46-110 1-16,42 98-2 15,-3 0 29-15,5 8-49 16,2 2 8-16,-3 2-28 16,3 0-28-16,0 0-9 15,0 6-18-15,0 28 1 0,0 16 11 16,0 13-7-16,0-2-1 16,5 0-11-16,2-5 2 15,3-2-3-15,2-6 0 16,3-8-3-16,1-8-24 15,2-4-114-15,2-7-216 16,-1-17-33-16,4-4-238 16</inkml:trace>
  <inkml:trace contextRef="#ctx0" brushRef="#br1" timeOffset="140968.19">2442 14812 762 0,'0'0'26'0,"0"0"111"0,0 0 42 15,0 0-67-15,0 0 36 16,0 0-23-16,-55-73-17 16,50 73-65-1,-2 27-23-15,1 14-2 0,2 9 25 16,4 2-6-16,0-2-32 16,13-1 2-16,13-10-7 15,6-3-3-15,-1-14 3 16,0-4-23-16,0-12 20 15,-4-6 2-15,-2 0-9 16,2-10 3-16,-5-22 7 16,-2-20-2-16,-9-15 6 15,-11-2-1-15,0-1-3 16,-3 7 2-16,-18 15 3 0,-6 14-4 16,-5 12 4-16,-3 10 7 15,0 8-12-15,-3 4-8 16,6 0-21-16,5 18 15 15,5 14-79-15,4 12-132 16,9 6-45-16,7 1-159 16</inkml:trace>
  <inkml:trace contextRef="#ctx0" brushRef="#br1" timeOffset="141303.19">3057 14305 865 0,'0'0'29'0,"0"0"58"0,0 0-4 0,0 0 3 0,0 0 0 15,0 0 11-15,20-66-36 16,-33 112-41-16,-7 27 16 15,0 22 40-15,5 12 18 16,3 13-9-16,5 11-14 16,3 3-32-16,4-2-9 15,0-10-11-15,0-9-1 0,0-11-12 16,0-14-2-16,0-16-4 16,0-19 0-16,0-18-5 15,-2-14-12-15,2-13-102 16,-11-8-212-16,-9-30-57 15</inkml:trace>
  <inkml:trace contextRef="#ctx0" brushRef="#br1" timeOffset="141567.47">2711 14790 366 0,'0'0'585'0,"0"0"-567"16,0 0 18-16,0 0-3 0,0 0-6 15,0 0-3 1,44 93 20-16,-11-99-26 0,-4-19-14 16,-9-3-3-16,-9-6 18 15,-11 5 27-15,0 1 22 16,-14 7 32-16,-10 3-47 16,-2 8 26-16,1 6-28 15,7 4-29-15,5 0-22 16,6 6-18-16,4 26-113 15,3 7-133-15,0 6-258 16</inkml:trace>
  <inkml:trace contextRef="#ctx0" brushRef="#br1" timeOffset="141917.24">3156 15043 777 0,'0'0'249'16,"0"0"-158"-16,0 0-46 15,0 0-24-15,0 0-18 16,0 0 5-16,0 53 7 16,2-26-8-16,11-4 1 15,1-14-6-15,3 1-1 16,1-7 6-16,4-3-3 15,-2-3 3-15,1-21 7 0,-8-4 5 16,-9 2 29-16,-4-3 15 16,0 4 4-16,-9 7 7 15,-13 11 5-15,-3-2-56 16,1 9-11-16,0 0-12 16,5 5-23-16,4 12-102 15,9 5-177-15,4-4-426 16</inkml:trace>
  <inkml:trace contextRef="#ctx0" brushRef="#br1" timeOffset="142352.12">3859 14989 1085 0,'0'0'112'0,"0"0"-5"0,-115 0 118 0,105 0-144 0,10 0-17 16,0 0-39-16,27 0-14 15,29 0-8-15,27-17 0 16,13-4-3-16,10-3-7 15,-5 2 0-15,-15 0-33 16,-18 10-122-16,-28 2-59 16,-25 4-52-16,-15-6-193 15</inkml:trace>
  <inkml:trace contextRef="#ctx0" brushRef="#br1" timeOffset="142533.9">4274 14743 10 0,'0'0'629'0,"0"0"-475"15,0 0 14-15,0 0-25 16,0 0-55-16,0 0-37 15,-52-49-13-15,79 49-25 16,11 2 6-16,5 20 7 16,-8 8 13-16,-8 11-11 15,-14 3-9-15,-11 10-4 16,-2 4-9-16,-13 5-6 16,-22-2-23-16,-6 3-114 15,-7-11-142-15</inkml:trace>
  <inkml:trace contextRef="#ctx0" brushRef="#br1" timeOffset="143517.69">4931 14258 338 0,'0'0'565'0,"0"0"-471"0,0 0 66 0,0 0-30 16,0 0 4-16,0 0 13 16,-44-50-38-16,44 50-65 15,0 0-15-15,0 0-12 16,0 0 0-16,0 27-6 15,13 17 17-15,5 6 7 16,-3 7-23-16,-3-2-10 16,-1-3 1-16,-1-4-3 15,2-6-1-15,1-11-12 0,3-5-63 16,-2-6-193 0,6-18-147-16,-5-2-258 0</inkml:trace>
  <inkml:trace contextRef="#ctx0" brushRef="#br1" timeOffset="143868.24">5186 14291 455 0,'0'0'419'0,"0"0"-347"16,0 0 112-16,0 0-51 16,0 0-24-16,0 0-4 0,-48-72-73 15,48 80-32 1,0 24 6-16,0 12-6 0,0 8 2 15,3-5-2-15,10-2-1 16,5-2 1 0,4-9-6-16,1-11-4 0,5-8-3 15,1-7 4-15,2-8-39 16,2-8 29-16,-3-20 12 16,-8-13 7-16,-8-6 2 15,-12-3 7-15,-2 1 10 16,-9 1 22-16,-20 10-7 15,-3 8-6-15,-1 8 4 16,4 8-22-16,0 10-10 16,-2 4-23-16,0 0-135 15,-7 14-118-15,-2 12-322 16</inkml:trace>
  <inkml:trace contextRef="#ctx0" brushRef="#br1" timeOffset="144136.34">4536 15163 1123 0,'0'0'39'16,"0"0"104"-16,0 0 0 16,0 0-99-16,0 0 45 15,0 0-26-15,224-76-44 16,-57 22-11-16,18-7-6 15,4 4 2-15,-17-1-4 0,-21 8 3 16,-26 14-1 0,-25 1-4-16,-29 13 2 0,-28 10-2 15,-24 8-25-15,-19 4-117 16,-10 2-82-16,-44 28-191 16</inkml:trace>
  <inkml:trace contextRef="#ctx0" brushRef="#br1" timeOffset="144467.75">5067 15308 920 0,'0'0'245'15,"0"0"-92"-15,0 0 56 16,0 0-79-16,0 0-76 16,0 0-28-16,-31-24 2 15,36 60 1-15,12 14 19 16,1 3-44-16,0 1 3 15,-5-2-7-15,0 2-5 16,-4 0-43-16,-9 0-166 0,0-10-146 16,0-18-162-16</inkml:trace>
  <inkml:trace contextRef="#ctx0" brushRef="#br1" timeOffset="145188.73">5294 15293 907 0,'0'0'52'0,"0"0"84"16,0 0-18-16,0 0 5 0,0 0-27 15,0 0-11-15,0-67-43 16,0 67-35-16,0 17-1 16,3 16-1-16,3 11 21 15,1 0-22-15,4-4-4 16,4-4-2-16,4-3-3 15,7-16 2-15,6-5-6 16,2-10 7-16,9-2-23 16,-2-2-4-16,-6-20-8 15,-10-10-13-15,-12-2 44 16,-11-6 6-16,-2 0 24 16,-6 4-11-16,-21 8-6 15,-4 7 7-15,-3 8 1 16,-1 4 3-16,4 8 0 15,8 1-9-15,8-4-6 0,8 4-3 16,7 0-21-16,0 0-6 16,9-9-61-16,22 1 57 15,9-1 14 1,6-1-49-16,2-7 27 0,-4 2 25 16,-3 2 12-16,-2-5 2 15,-3 4 2-15,-3 1 5 16,-4 0-5-16,-5-1 5 15,-7 6 4-15,-8 5-10 16,-7 3 4-16,-2 0 1 16,0 3 9-16,0 23-5 15,0 10 17-15,0 4-11 0,0 1-3 16,0-2 0-16,0 2 5 16,11 1-10-16,9-4-3 15,3-2-4-15,0-9-1 16,4-8-3-16,4-7-2 15,1-8 3-15,3-4-4 16,4-8 5-16,-2-23 0 16,-1-9 2-16,-7-6 3 15,-11-1 2-15,-16-3 12 16,-2 0 40-16,-20 1-8 16,-20 10-20-16,-14 8 15 15,-4 15-45-15,-2 8-10 16,2 8-20-16,-2 0-139 0,2 14-124 15,-3 4-385-15</inkml:trace>
  <inkml:trace contextRef="#ctx0" brushRef="#br1" timeOffset="145667.68">5087 14002 791 0,'0'0'69'0,"0"0"89"0,0 0-45 15,0 0-18-15,0 0 19 0,0 0 33 16,-78-84-34-16,78 88-108 16,11 31 13-16,20 16 15 15,15 18 14 1,6 5-35-16,8 2-3 0,10 2-9 16,8 3-2-16,4-3-10 15,-2 4-83-15,-6 5-197 16,-18 1-110-16</inkml:trace>
  <inkml:trace contextRef="#ctx0" brushRef="#br1" timeOffset="145937.34">5976 15016 1083 0,'0'0'20'0,"0"0"71"16,0 0 28-16,0 0-52 16,0 0-27-16,0 0-27 15,6 13-8-15,31 45 71 16,2 9-49-16,-3 5-19 16,4 0-4-16,-4-4-4 15,-2 2-2-15,-8-6-13 16,-8-3-161-16,-12-7-68 0,-6-8-380 15</inkml:trace>
  <inkml:trace contextRef="#ctx0" brushRef="#br1" timeOffset="146734.2">8070 13850 513 0,'0'0'403'0,"0"0"-322"0,-2-124 77 0,-4 100 5 0,1 9 3 16,1 10-24-16,0 5-16 15,3 0-59-15,1 0-42 16,0 0-6-16,0 21-6 16,-2 22-6-16,2 17 28 15,0 6-19-15,0-5-8 16,0-1-1-16,0-6-5 15,7-4-2-15,0-4-6 16,1-6-9-16,1-7-33 0,3-10-88 16,0-10-238-16,7-13 21 15,0 0-173-15</inkml:trace>
  <inkml:trace contextRef="#ctx0" brushRef="#br1" timeOffset="147083.94">8326 13858 831 0,'0'0'49'16,"0"0"93"-16,0 0 10 16,0 0-42-16,0 0-10 15,0 0-13-15,-33-58-30 0,31 58-39 16,0 24-16-16,0 16 6 16,-1 10 11-16,3 4-5 15,0-1 12-15,5-3-10 16,13-6-13-16,4-6-3 15,2-13 0-15,10-4-1 16,-1-11-6-16,10-10-12 16,-3 0 0-16,3-18-2 15,-8-14-4-15,-8-8 21 16,-14-8 4-16,-11-2 5 16,-2-3 5-16,-9 3 8 15,-24 6 14-15,-8 11-20 0,-5 10-12 16,-3 11-11-1,0 3 2-15,2 9-59 0,3 0-134 16,1 19-78-16,3 4-312 16</inkml:trace>
  <inkml:trace contextRef="#ctx0" brushRef="#br1" timeOffset="147800.01">10354 13796 979 0,'0'0'59'0,"0"0"84"0,0 0 20 0,0 0-1 16,0 0-5-16,0 0-75 15,-67-84-29-15,67 84-35 16,-2 29-12-16,2 19 6 16,0 10 28-16,0 3-29 15,0-7-4-15,9 0-1 16,3-1-6-16,-2-7-3 16,1-2-21-16,-4-4-70 15,0-4-256-15,-3-12-84 16,1-12-485-16</inkml:trace>
  <inkml:trace contextRef="#ctx0" brushRef="#br1" timeOffset="148017.63">10519 13752 907 0,'0'0'80'15,"0"0"81"-15,0 0 28 16,0 0-8-16,0 0-121 15,0 0-34-15,11 20 28 16,2 36 28-16,-1 5-71 0,-3 0-10 16,-5 4-1-1,-4-2-8-15,0 6-144 0,-27-5-227 16,-11-9-376 0</inkml:trace>
  <inkml:trace contextRef="#ctx0" brushRef="#br1" timeOffset="150701.31">2650 16669 1052 0,'0'0'10'0,"0"0"56"0,0 0-16 0,-132 62-1 0,97-53 14 0,-1-9 29 16,7 0-14-16,0 0-45 15,5-9 6-15,5-13-7 16,9-4-3-16,5 6-12 16,5 3-11-16,0 0-6 15,6 3 1-15,19-3-4 16,9 2 3-16,1 7 0 15,3 8 6-15,7 10-6 16,-1 28 1-16,1 8 37 16,-7 12-29-16,-11 1-8 15,-14 3 0-15,-13 0 0 16,0-8 2-16,-13-10-3 0,-14-8-5 16,-2-10 4-1,0-8 1-15,4-4 1 0,-2-14 28 16,-2 0-22-16,-3-4-3 15,6-14-1-15,5-6-2 16,9-2-1-16,12-4-12 16,0 6 7-16,0 2 3 15,2 10 2-15,12 6-1 16,6 6 2-16,6 0 3 16,3 0 2-16,2 18-1 0,-4 4-4 15,0 6-1 1,-2-2-11-16,-3 2-38 15,0-2-129-15,-2-4-137 16,-4-10-96-16</inkml:trace>
  <inkml:trace contextRef="#ctx0" brushRef="#br1" timeOffset="151001.41">2899 16637 938 0,'0'0'97'0,"0"0"14"0,0 0-38 0,0 0-62 0,0 0 5 15,0 0 7-15,-71 62-13 0,86-43 0 16,26-6 2 0,9-4-7-16,6 0-1 0,5 4-2 15,-6-3 0-15,-7 8-1 16,-13 0 5-16,-13-4 19 15,-10-2 3-15,-12 2 16 16,-3 8-18-16,-30 0 1 16,-8 4-27-16,-3-13-22 15,-1-4-135-15,3-9-83 16,-2-11-196-16</inkml:trace>
  <inkml:trace contextRef="#ctx0" brushRef="#br1" timeOffset="151118.41">2872 16579 941 0,'0'0'65'16,"0"0"-7"-16,0 0 21 16,116-40-69-16,-56 28-10 15,3 6-36-15,-9-6-280 16</inkml:trace>
  <inkml:trace contextRef="#ctx0" brushRef="#br1" timeOffset="151351.06">3485 16317 644 0,'0'0'444'16,"0"0"-311"-16,0 0 79 0,0 0-30 15,0 0-123 1,0 0-19-16,0 39 11 0,0 34 42 16,0 10-70-16,0 3-11 15,10-3-12-15,0-6 5 16,1-5-5-16,1-6-6 15,-7-12-17-15,-1-4-69 16,-4-10-168-16,0-13-99 16,-7-24-207-16</inkml:trace>
  <inkml:trace contextRef="#ctx0" brushRef="#br1" timeOffset="151485.4">3312 16627 952 0,'0'0'222'15,"0"0"-122"-15,0 0 95 16,0 0-159-16,0 0-36 16,0 0-187-16,6-29-56 15,32 29-781-15</inkml:trace>
  <inkml:trace contextRef="#ctx0" brushRef="#br1" timeOffset="151617.57">3821 16874 880 0,'0'0'358'16,"0"0"-327"-16,0 0-31 15,0 0-123-15,0 0-279 0</inkml:trace>
  <inkml:trace contextRef="#ctx0" brushRef="#br1" timeOffset="151867.23">4376 16669 1156 0,'0'0'46'15,"0"0"102"-15,0 0-9 16,0 0-130-16,0 0 8 15,0 0-17-15,170-64 10 0,-90 38-10 16,-4 3 0-16,-18-4-58 16,-18 4-164-16,-20 2-31 15,-20-2-318-15</inkml:trace>
  <inkml:trace contextRef="#ctx0" brushRef="#br1" timeOffset="152017.57">4711 16371 806 0,'0'0'176'0,"0"0"-62"15,0 0-50-15,0 0-36 16,0 0 111-16,0 0 14 16,122 84-89-16,-104-35-37 15,-13 8-27-15,-5 7-1 16,-23 7-51-16,-23-5-229 0,-10-6-104 16</inkml:trace>
  <inkml:trace contextRef="#ctx0" brushRef="#br1" timeOffset="152488.41">5446 16288 960 0,'0'0'68'16,"0"0"8"-16,0 0-14 15,4-111-37-15,30 94-9 16,1 11 9-16,-2 6 9 16,-5 10-16-16,-6 26 23 15,-14 8 8-15,-8 10-19 16,0-4 1-16,-21 3 12 16,-6-9-3-16,2-12 22 0,3-10-27 15,13-12 16-15,5-7-33 16,4-3-8-16,0 0-5 15,8 0-5-15,30-13-2 16,14-9-2-16,14-8 4 16,-5 1-190-16,-8 4-67 15,-16 6-70-15,-9 1-203 16</inkml:trace>
  <inkml:trace contextRef="#ctx0" brushRef="#br1" timeOffset="152735.69">5928 16129 820 0,'0'0'137'0,"0"0"6"0,0 0-16 16,0 0 7 0,0 0-57-16,0 0-47 0,4-17-20 15,21 36-2-15,17 4 58 16,11-4-43-16,2-6-13 16,-1 1-1-16,-16 4 0 15,-16-6 9-15,-18 8 2 16,-4 3-10-16,-10 2 30 15,-21 1-40-15,1-12-23 16,10-5-23-16,5-9-121 16,9-4-79-16,-4-33-137 15,-5-11-317-15</inkml:trace>
  <inkml:trace contextRef="#ctx0" brushRef="#br1" timeOffset="152884.87">5928 16129 363 0,'-46'-59'433'0,"46"51"-282"0,0 2-52 15,9-7 5-15,28-4-54 16,11-5 5-16,12-2-28 16,5-1-23-16,-3 1-2 15,-4 2-2-15,-11 9-4 16,-13 4-54-16,-21 9-151 16,-13 5-365-16</inkml:trace>
  <inkml:trace contextRef="#ctx0" brushRef="#br1" timeOffset="153151.94">5310 16860 879 0,'0'0'361'0,"0"0"-296"16,0 0 125-16,0 0-128 15,0 0 30-15,0 0-61 16,49 14-6-16,78-51 10 15,27-10-25-15,6-7-6 16,-11-1-4-16,-17 7-1 16,-22 8 0-16,-30 18-8 15,-34 12-53-15,-34 10-177 16,-17 32-82-16,-53 21-130 16</inkml:trace>
  <inkml:trace contextRef="#ctx0" brushRef="#br1" timeOffset="153351.31">5698 17038 670 0,'0'0'555'16,"0"0"-339"-16,0 0 21 16,0 0-194-16,0 0 28 15,0 0-40-15,-11 14-19 16,28 26 31-16,6 6-25 15,3 3-18-15,3-1-1 16,-6-2-4-16,-1 2-32 0,-11-8-149 16,0-8-202-16,-7-18-154 15</inkml:trace>
  <inkml:trace contextRef="#ctx0" brushRef="#br1" timeOffset="153817.26">5959 17062 122 0,'0'0'950'0,"0"0"-826"16,0 0 70-16,0 0-3 16,0 0-97-16,0 0-63 15,-27-45-17-15,27 66-12 16,0 15 0-16,13 5-2 16,12-5 0-16,6-8-2 0,0-6-6 15,-2-6-28-15,-6-10 3 16,-6-6-15-16,-5 0-11 15,-2-11-16-15,-8-18 64 16,-2-12-2-16,0-3 6 16,-4 2 6-16,-12 6 1 15,3 6 2-15,11 8 1 16,2 4-3-16,0 8-9 16,17 10 4-16,18 0 0 15,7 14 2-15,6 22-5 16,4 4 0-16,-1 0-6 0,-7-4-28 15,-3-9 20 1,-10-9 14-16,-9-4 7 0,-8-14 1 16,-8 0 3-16,1 0 18 15,-5-14 34-15,-2-22 32 16,0-9-25-16,-11-2-21 16,-22 4-4-16,-12-1-18 15,-4 10-14-15,0 11-5 16,2 4-28-16,-2 11-121 15,-3-2-116-15,4 5-270 16</inkml:trace>
  <inkml:trace contextRef="#ctx0" brushRef="#br1" timeOffset="154118.09">5423 16611 435 0,'0'0'699'0,"-133"0"-609"0,95 0 118 0,20-5-97 0,18 0-62 15,0-13-16-15,50-17-5 16,34-18-16-16,34-9-12 16,18-3-3-16,6-1 3 15,-5 0 3-15,-13 3-2 16,-14 6 1-16,-13 7 0 15,-23 6 7-15,-22 12 2 16,-24 10-7-16,-14 13-1 0,-14 9-6 16,0 0-11-16,-16 22-228 15,-31 23-149-15,-11 13-493 16</inkml:trace>
  <inkml:trace contextRef="#ctx0" brushRef="#br1" timeOffset="154401.47">5413 17508 1162 0,'0'0'28'0,"0"0"82"0,0 0-11 16,0 0-88-16,0 0-7 15,189-115-4-15,-46 55 3 16,21-11-3-16,8 4-2 16,-5-4 2-16,-22 3 4 15,-30 10-3-15,-30 18 3 16,-29 11-4-16,-29 14-3 16,-25 11-135-16,-2 4-99 15,-31 8-302-15</inkml:trace>
  <inkml:trace contextRef="#ctx0" brushRef="#br1" timeOffset="154850.44">6616 17218 1025 0,'0'0'78'16,"0"0"51"-16,0 0-18 16,0 0-38-16,0 0-29 15,0 0-20-15,0 13-14 0,15 27 12 16,10 0-6 0,4 4-6-16,4-7-6 15,0-10-4-15,-4-1-7 16,0-12-9-16,-6-10-40 0,2-4-20 15,-4 0 23-15,-3-14 19 16,-5-16 5-16,-7-2 20 16,-6-4 9-16,0 6 5 15,0 8 36-15,-3 8 37 16,0 6 38-16,1 8 28 16,2 0-63-16,0 0-48 15,0 0-17-15,0 0-15 16,0 18-1-16,2 26 0 15,17 9 4-15,-1 4-4 0,-3 6-27 16,-3-3-150 0,-8 2-127-16,-4-6-100 15</inkml:trace>
  <inkml:trace contextRef="#ctx0" brushRef="#br1" timeOffset="155833.63">8247 15149 1148 0,'0'0'38'0,"0"0"93"0,0 0 34 0,0 0-34 16,0 0-27-16,0 0-53 15,0 0-13-15,-40-60-38 16,32 98 5-16,2 11 0 15,2 7 4-15,4-4-9 0,0-7-1 16,8-6-1 0,17-7-6-16,8-9-7 0,10-17-45 15,4-6-16-15,0 0-10 16,-1-15-55-16,-9-12 57 16,-9 0 22-16,-14-3 42 15,-10 2 20-15,-4 2 2 16,0-4 21-16,-4 6 43 15,-10 6 24-15,5 4 4 16,3 6-18-16,1 8 7 16,2 0-25-16,1 0-23 15,2 0-15-15,0 0-12 16,0 27-5-16,0 18 0 0,0 13 21 16,10-2-12-1,0 0-3-15,3-3-4 0,1-3-2 16,-3 2-3-16,5-8 0 15,-1 6-8-15,3-7-37 16,5 0-209-16,-4-9-235 16</inkml:trace>
  <inkml:trace contextRef="#ctx0" brushRef="#br1" timeOffset="156367.81">10572 15141 980 0,'0'0'121'0,"0"0"18"0,0 0-4 0,0 0-22 0,0 0-8 0,0 0 0 15,16-94-67-15,-16 94-38 16,0 0-11-16,0 19 8 16,-2 12-3-16,2 8 6 15,0-6 8-15,2-3-6 16,27-2-2-16,9 3-3 16,4-9 1-16,1 2 4 15,-8 1-2-15,-6-4 1 16,-6-3-1-16,-13-3 0 15,-5-11 1-15,-5 0-4 0,-5 5 7 16,-28 5-15-16,-12-1 4 16,-3-4 5-16,3-9-119 15,7 0-207-15,7-18-69 16</inkml:trace>
  <inkml:trace contextRef="#ctx0" brushRef="#br1" timeOffset="156562.1">10578 15087 864 0,'0'0'84'0,"0"0"55"15,0 0-62-15,54-102-19 16,0 66-21-16,9 0-1 0,-1 11-4 16,-8 9-32-1,-17 12-1-15,-16 4-95 0,-21 6-204 16</inkml:trace>
  <inkml:trace contextRef="#ctx0" brushRef="#br1" timeOffset="156934.34">7447 16338 1080 0,'0'0'24'0,"0"0"-14"15,0 0 82-15,0 0-17 16,0 0-19-16,0 0-2 15,104 0-44-15,99 0 63 16,76-14-47-16,70-8-10 16,73 0 13-16,54-8 18 15,32 3-17-15,14 0-1 16,-17-1-18-16,-44-3 0 16,-50 4 7-16,-70-9 37 0,-81 5-40 15,-81 10-15-15,-80 3-32 16,-67 0-114-16,-43-5-136 15,-85 0-214-15</inkml:trace>
  <inkml:trace contextRef="#ctx0" brushRef="#br1" timeOffset="159584.99">7037 15655 692 0,'0'0'453'0,"0"0"-342"0,0 0 96 0,0 0-39 16,0 0-87-16,0 0-12 15,0 0-27-15,-31-26-9 16,48 40-14-16,17 16-2 16,11 6 13-16,1 0-20 15,1-4-1-15,-5-3-9 16,0 2-12-16,-5-3-72 15,0-1-123-15,-10-14-228 16,-18-9-154-16</inkml:trace>
  <inkml:trace contextRef="#ctx0" brushRef="#br1" timeOffset="159752.21">7291 15638 524 0,'0'0'607'0,"0"0"-512"16,0 0 14-16,0 0 33 15,-121 57-37-15,97-17-35 16,-3 0-31-16,2 6-13 16,4 2-26-16,0-4-5 15,6-3-96-15,3-9-191 16,2-10-78-16,-1-12-579 16</inkml:trace>
  <inkml:trace contextRef="#ctx0" brushRef="#br1" timeOffset="160152.97">7123 15454 552 0,'0'0'482'0,"0"0"-387"16,0 0 19-16,-133-106 9 15,91 99-2-15,-10 7-32 16,-1 7 29-16,2 32-67 15,-1 18-9-15,10 15-16 16,9 10-5-16,8 11 1 16,16 1-9-16,9 2 2 15,12-1-9-15,30-9-5 0,19-14-1 16,16-10-3-16,9-18-5 16,9-13-19-16,-2-18-8 15,5-13-7-15,0-8-38 16,-7-38 35-16,-8-16 30 15,-23-19 15-15,-18-13 4 16,-27-12 1-16,-15-15 5 16,-17-2 1-16,-41 10-6 15,-25 24-1-15,-14 31 12 16,-15 27-16-16,-3 31-15 16,3 10-119-16,0 32-230 15,10 8-385-15</inkml:trace>
  <inkml:trace contextRef="#ctx0" brushRef="#br1" timeOffset="161201.04">8251 16784 684 0,'0'0'338'0,"0"0"-308"0,0 0 49 0,-135 24 45 0,105-24-48 16,4 0-43-16,5-4 55 15,4-16-55-15,5-10-15 16,10-2-6-16,2 2-11 16,0 1-1-16,16 12-6 15,8-2 3-15,3 15 1 16,4 4 2-16,2 0 1 0,4 32 4 15,-2 12 7-15,-4 6 2 16,-6 5-5 0,-14 7-1-16,-11-4-4 0,0-2 16 15,-27-2-7-15,-11-9-2 16,-5-13-6-16,-1-6 0 16,0-12-3-16,3-10-2 15,2-4 2-15,3-8 1 16,5-19-2-16,6-9-1 15,9-4-1-15,12 4-13 16,4 4 4-16,2 6 6 16,18 12 4-16,5 7 1 15,0 7 1-15,4 0 0 16,0 2 6-16,0 25 33 0,4 5-11 16,-7-2-8-1,-1-2-13-15,-7 3-4 0,1-8-5 16,0 4 0-16,-1-5-29 15,3-5-125-15,4-8-163 16,2-9-202-16</inkml:trace>
  <inkml:trace contextRef="#ctx0" brushRef="#br1" timeOffset="161817.78">8514 16681 525 0,'0'0'482'0,"0"0"-419"0,0 0 49 0,0 0 46 0,0 0-64 15,0 0-30-15,-58-35-15 16,49 58-6-16,-4 17-35 16,2 9 23-16,4 1-31 15,7-10 0-15,0-4 4 16,7-2 7-16,12-6-11 15,4-10-1-15,2-2-2 16,-1-10-34-16,-2-6-20 16,-5 0-4-16,-3 0-12 15,-6-22 39-15,-8-6-10 0,0-8-5 16,-4-4 28-16,-14-4 10 16,1 0 9-16,4 3 2 15,9 2 0-15,4 6 1 16,0 11-1-16,10 4-2 15,17 5-6-15,9 13 4 16,-1 0 2-16,-2 19-1 16,-1 19 3-16,-5 12 3 15,-11 5 2-15,-8 3 4 16,-1-3 9-16,-1 0 1 16,4-5-7-16,5-2 7 15,5-8-12-15,5-12-5 16,2-6-2-16,2-13-4 0,2-9 4 15,3 0 0 1,1-13-1-16,3-23 1 0,-5-14 3 16,-4-8-1-16,-11-12-1 15,-11-2 1-15,-7 6 8 16,-16 3-2-16,-22 17 11 16,-10 14 7-16,-2 16-15 15,-6 10-11-15,0 6-13 16,4 6-95-16,2 16-110 15,1 4-275-15</inkml:trace>
  <inkml:trace contextRef="#ctx0" brushRef="#br1" timeOffset="166417.53">10414 16718 1160 0,'0'0'42'0,"0"0"61"0,0 0-9 0,0 0-92 0,41-120-1 16,3 97 4-16,2 15-2 16,-5 8-3-16,-10 0 0 15,-10 31 0-15,-17 8 0 16,-4 10 6-16,-12 1 1 0,-19-6 32 15,-4-12-21-15,3-7 6 16,3-10 23-16,12-11-2 16,10 0-25-16,2-4-7 15,5 0-4-15,0 0-7 16,5 0-2-16,24 0-17 16,6 0 17-16,13 0 0 15,-4 0 2-15,-4 14-1 16,-4 8-1-16,-11 2 2 15,-10 2 2-15,-11-4 6 16,-4 0 6-16,-11 0 26 16,-24-4 5-16,-10-4-19 0,-6-2-12 15,0-6-13-15,1-6 1 16,5 0-4-16,8-22 0 16,6-10-52-1,19-12-135-15,8-6-242 0,4 2-469 16</inkml:trace>
  <inkml:trace contextRef="#ctx0" brushRef="#br1" timeOffset="166920.91">10867 16731 1090 0,'0'0'74'0,"0"0"43"0,0 0-16 0,0 0-90 0,13-104-9 15,25 82-4-15,2 0 2 16,0 10-2-16,-7 12 4 16,-8 0-4-16,-9 4 4 15,-7 26 5-15,-7 11 12 16,-2 5 29-16,-5-7-31 15,-19-2-3-15,-5-7 0 16,2-8 2-16,2-8-9 16,6-5 38-16,7-4-23 15,6-5-5-15,6 0-11 16,0 0 6-16,0 0-5 0,0 0-7 16,22 0-24-16,9-5 20 15,11 4 4-15,5 1 0 16,-9 0-3-16,-2 18 3 15,-9 9 3-15,-9 10 2 16,-9-3 2-16,-9 2 26 16,0-7-3-16,-30 0 24 15,-11-2-30-15,-13-4-12 16,-2-5-6-16,-2-9-6 16,4-9 0-16,4 0-6 15,10-9-82-15,19-23-167 16,17-8-150-16</inkml:trace>
  <inkml:trace contextRef="#ctx0" brushRef="#br1" timeOffset="167333.99">11475 16579 697 0,'0'0'368'15,"0"0"-281"-15,0 0 47 0,0 0-29 0,0 0-73 0,-114 32 1 16,96 3 65-16,10 5-55 0,5 5-13 16,3 0-11-16,0-5 18 15,16 4-20-15,10-8-8 16,11-1-5-16,3-2-4 15,4-11-4-15,3-10 4 16,-1-12 2-16,-1 0-2 16,-3-22 4-16,-3-14-1 15,-9-17-1-15,-9 0 3 16,-17-9 3-16,-4-1 7 16,-11 5-9-16,-24 12-6 15,-19 20 0-15,-11 26-98 0,-22 22-241 16,-15 25-609-1</inkml:trace>
  <inkml:trace contextRef="#ctx0" brushRef="#br1" timeOffset="171933.41">15897 4776 628 0,'0'0'444'0,"-149"0"-440"0,59 0 24 0,-7 0 66 0,6 0 25 16,15 0 59-16,23 2-61 15,26-2-66-15,20 0-1 16,7 0-28-16,34 4-16 15,50 0 5-15,59-2 7 0,53-2-5 16,51-4-10 0,28-14 5-16,12 3-8 0,5 2-3 15,-18 3 3-15,-22 6-1 16,-40 0 1-16,-50 1-9 16,-56 2-28-16,-45 1-83 15,-47 0-52-15,-21 0 37 16,-69 0-8-16,-49 0-238 15</inkml:trace>
  <inkml:trace contextRef="#ctx0" brushRef="#br1" timeOffset="172151.96">15744 4873 1025 0,'-154'22'16'16,"29"-4"38"-16,36-6-15 15,38-6 2-15,33-2 55 16,18 0-4-16,67-1-23 15,60-3-4-15,65 0-2 16,62-13-39-16,43-18-19 16,27 0-3-16,15 2 0 15,-11 2-2-15,-23 8 1 16,-36 5-1-16,-43 0-16 16,-53 3-90-16,-53-4-181 15,-59-3-197-15</inkml:trace>
  <inkml:trace contextRef="#ctx0" brushRef="#br1" timeOffset="173669.09">11166 17289 413 0,'0'0'665'0,"0"0"-582"0,0 0 42 0,0 0 55 0,0 0-76 0,0 0-22 16,0 0 33-16,-68-88-75 15,68 88-21-15,0 0-14 16,0 17 8-16,0 21-2 15,0 12 29-15,8 5-16 16,4-1-13-16,2 4-8 16,6-5 6-16,-2-3-5 15,-1-10-2-15,2-4-2 0,-4-7-4 16,-1-6-6-16,-8-1-21 16,-2-4-91-16,-4-8-229 15,0-6-31-15,-19-4-251 16</inkml:trace>
  <inkml:trace contextRef="#ctx0" brushRef="#br1" timeOffset="173934.72">11000 17642 737 0,'0'0'175'0,"0"0"-28"16,0 0-15-16,0 0 27 15,0 0-27-15,0 0-18 16,-19-55-60-16,19 55-13 15,0 0-33-15,8 23 12 0,11 1 29 16,2 2-32 0,2 0-10-16,1-2-2 0,1-3-4 15,-3-4 0-15,2-7 1 16,3-6-1-16,0-4-1 16,4 0 0-16,3-12 2 15,-3-15-2-15,-2-4-22 16,-7-1-122-16,-6 1-251 15,-16 4-295-15</inkml:trace>
  <inkml:trace contextRef="#ctx0" brushRef="#br1" timeOffset="177084.52">10615 18446 136 0,'0'0'916'0,"0"0"-799"0,0 0-15 0,0 0 24 16,-78-124-42-16,78 91-42 15,20 6-2-15,16 1-26 16,3 12-10-16,2 12-2 15,-3 2 0-15,-11 16-2 0,-8 20 1 16,-11 14-1-16,-8-2 1 16,0-1 6-16,-14-8-5 15,-15-9 4-15,-2-2 11 16,-1-8-5-16,8-6 22 16,6-4-13-16,8-6-18 15,3-4 3-15,7 0-4 16,0 0-2-16,0 0-8 15,11 5-7-15,20 4 11 16,13 7 4-16,10 3 2 16,-2 3-2-16,-7 1 3 15,-7 4-2-15,-13-5 1 16,-14 0 0-16,-11-8 1 16,-4 3 3-16,-36 6 15 0,-12-9 14 15,-8-3-17-15,5-8-8 16,6-3-3-16,9-10-7 15,9-20-5-15,10-16-105 16,17-8-200-16,4-4-211 16</inkml:trace>
  <inkml:trace contextRef="#ctx0" brushRef="#br1" timeOffset="177584.37">11058 18410 1001 0,'0'0'110'0,"0"0"-18"0,0 0 19 0,0 0-17 0,0 0-67 0,-17-102-20 0,52 70-7 16,5 5-6-16,-2 14 2 15,-5 8 4-15,-6 5-2 16,-11 23 2-16,-7 16 0 16,-7 16 2-16,-2-1 6 0,-4 2-2 15,-23-10 3 1,-4-6-1-16,2-11 0 0,4-14 4 16,3-5-2-16,6-6-3 15,7 0-3-15,7-4-1 16,2 0-3-16,0 0-5 15,27 0-11-15,13-8 13 16,6 8 1-16,2 0-1 16,-6 19 0-16,-2 18 3 15,-8-4 1-15,-13 3 2 16,-11-4 4-16,-8-6 4 16,-14 2 13-16,-26-4 26 15,-12-6-21-15,-6-8-18 16,0-10-9-16,3 0-1 15,4-9-1-15,13-18-61 0,13-13-195 16,19-8-278-16</inkml:trace>
  <inkml:trace contextRef="#ctx0" brushRef="#br1" timeOffset="178234.22">11723 18326 926 0,'0'0'107'0,"0"0"-14"0,0 0 5 0,0 0-5 0,0 0-29 0,-142-18 39 16,103 43-33-16,4 12-25 16,6-5-24-16,8 8-2 15,8-3-2-15,13 3-5 16,0-1-7-16,13 5-3 16,25-8-2-16,9-5-1 15,5-13-4-15,-2-8-6 16,-7-6-25-16,-10-4-12 0,-13 0-22 15,-8-14 32 1,-12-17 24-16,0-8 12 0,-27-5-15 16,-9-10 16-16,3 4 1 15,4 5 2-15,9 4-1 16,15 6 1-16,5 3-2 16,9 5-22-16,24 5 9 15,8 17-8-15,1 5-10 16,0 0 12-16,-3 31-16 15,-6 15 35-15,-7 11 0 16,-6 7 5-16,-7-1 3 16,-1-6 5-16,-4 1 4 0,4-9 1 15,3-9-11-15,6-5 0 16,0-12-7-16,6-6 3 16,2-17 27-16,2 0-26 15,1-8-2-15,-1-31 3 16,-11-11-1-16,-11-13 14 15,-9-6 19-15,0-7-14 16,-31-1-4-16,-14 15-19 16,-8 12-10-16,-14 28-95 15,-14 22-156-15,-8 3-618 16</inkml:trace>
  <inkml:trace contextRef="#ctx0" brushRef="#br1" timeOffset="184801.37">11698 17365 472 0,'0'0'637'0,"0"0"-517"0,0 0 10 16,0 0-16-16,0 0-35 0,0 0-24 15,0 0 22 1,2-10-2-16,40 34-23 16,5 2-24-16,3 0-18 15,-4 6-2-15,-4-2-8 0,-3-1 0 16,-8-3 0-16,-4-2-8 16,-6-3-55-16,-5-2-158 15,-1-7-120-15,-10-7-4 16,-5-5-303-16</inkml:trace>
  <inkml:trace contextRef="#ctx0" brushRef="#br1" timeOffset="185001.09">11970 17351 689 0,'0'0'186'0,"0"0"-46"0,0 0-29 16,0 0-5-16,0 0-15 15,0 0-18-15,-60-12 10 16,37 46-17-16,-2 8-34 15,-4 2-20-15,4 1-8 16,-4-6-4-16,-3 5-2 16,3-2-20-16,7-11-201 15,-1-1-44-15,8-16-258 16</inkml:trace>
  <inkml:trace contextRef="#ctx0" brushRef="#br1" timeOffset="185370.48">12328 17267 756 0,'0'0'152'0,"0"0"-23"16,0 0 5-16,0 0-24 15,0 0 45-15,0 0-30 0,-33-90-21 16,31 90-44 0,2 0-37-16,0 6-11 0,0 28-3 15,0 5 31-15,0 9-12 16,0-9-13-16,4 5-10 15,1-4-3-15,2-4-2 16,-1-4 0-16,1-1-2 16,-1-9-31-16,6-4-114 15,-4 0-205-15,-1-9-25 16</inkml:trace>
  <inkml:trace contextRef="#ctx0" brushRef="#br1" timeOffset="185752.48">12535 17256 722 0,'0'0'116'16,"0"0"9"-16,0 0-6 16,0 0-34-16,0 0 12 15,0 0 32-15,-37-59-31 16,35 59-63-16,-5 12-21 15,-2 16 0-15,-2 10 13 16,4-2 7-16,7 1-20 16,0-6-6-16,0-1-8 15,11-2 2-15,10-2-1 0,5-8 0 16,8-4-1-16,-1-5-1 16,5-9 1-16,2 0-1 15,-7-5-7-15,-4-17 5 16,-7-10 3-16,-11-8 0 15,-11-9 2-15,0-1 1 16,-2 0 0-16,-24 6-1 16,-3 15-2-16,-9 11-4 15,-9 9-23-15,-13 9-146 16,-11 9-233-16</inkml:trace>
  <inkml:trace contextRef="#ctx0" brushRef="#br1" timeOffset="189568.1">8427 17629 997 0,'0'0'60'0,"0"0"65"0,0 0 67 0,0 0-77 16,-20-112-38-16,18 107 26 15,2 5 33-15,0 0-87 16,0 0-28-16,0 0-8 15,0 1-1-15,0 34-7 16,0 15 26-16,0 4 7 16,0 2-17-16,0-6-14 15,4 4 3-15,5 1-10 16,0-4 3-16,0-1-1 16,-3-1-2-16,1 1 0 15,0-6-3-15,0-4-38 16,-1-8-82-16,0-16-202 0,-6-16-103 15,0-4-125-15</inkml:trace>
  <inkml:trace contextRef="#ctx0" brushRef="#br1" timeOffset="189917.62">8298 17906 883 0,'0'0'125'0,"0"0"-22"15,0 0 11-15,0 0-4 16,0 0 7-16,0 0-58 15,-16 17-29-15,21 25 47 16,11 10-43-16,-1 6-13 16,1 4-5-16,-1-7 3 15,1-5-12-15,-1-11 2 0,-1-16-3 16,-3-5-5 0,-3-14 1-16,6-4-2 0,4-8 1 15,8-29 10-15,8-13-3 16,1-8-6-16,-6 7-1 15,-2 4-1-15,-9 21 2 16,-11 12 2-16,-3 10-2 16,-4 4-1-16,0 0 0 15,0 0-1-15,0 0 0 16,0 0-5-16,0 0-15 16,0 0-17-16,0 14-100 15,0 8-167-15,0 0-62 16</inkml:trace>
  <inkml:trace contextRef="#ctx0" brushRef="#br1" timeOffset="190350.6">8804 17656 506 0,'0'0'411'0,"0"0"-280"0,0 0-9 0,0 0 37 0,0 0 3 0,0 0-65 15,-54-46-13-15,54 46-32 16,0 0-41-16,0 0-6 16,20 20 0-16,9 10 22 15,5 6-17-15,1-6 7 0,-2-2-17 16,1 2-3-1,-1-2 0-15,-2-2 2 0,0-3-55 16,-4-5-117-16,-4-5-162 16,-8-13 9-16,-7 0-328 15</inkml:trace>
  <inkml:trace contextRef="#ctx0" brushRef="#br1" timeOffset="190551.18">9042 17598 905 0,'0'0'59'15,"0"0"46"-15,0 0 18 16,0 0 7-16,0 0 1 0,0 0-65 16,0 0-12-1,-115 76 6-15,94-32-47 0,4 0-6 16,-2 0-5 0,0-2-2-16,3 2-9 0,3-3-109 15,1-7-213-15,8-14-82 16</inkml:trace>
  <inkml:trace contextRef="#ctx0" brushRef="#br1" timeOffset="190818.69">9287 17580 532 0,'0'0'521'0,"0"0"-435"0,0 0 41 16,0 0 49-16,0 0-52 16,0 0-59-16,-29-63 3 15,29 77-35-15,0 21-4 16,9 9 6-16,0-2-29 16,0-2-4-16,-2-1-2 15,-2 3-12-15,5-7 3 16,-1-5-122-16,7-1-180 15,2-13-36-15,-3-12-239 16</inkml:trace>
  <inkml:trace contextRef="#ctx0" brushRef="#br1" timeOffset="191117.81">9499 17584 909 0,'0'0'98'15,"0"0"13"-15,0 0 12 16,0 0-7-16,0 0-44 15,0 0-36-15,-3 0-19 16,3 28-5-16,0 6 14 16,0-1-26-16,18-4 10 15,6-6-6-15,8 0-4 16,4-9-5-16,1-6 5 16,-3-8-1-16,-1 0 4 15,-6-3 0-15,-7-26 6 16,-9-5-2-16,-11-6 10 15,0-6-5-15,-15 2-2 0,-23 3 1 16,-9 10-11-16,-11 18-3 16,-9 13-74-16,-8 18-226 15,-8 31-254-15</inkml:trace>
  <inkml:trace contextRef="#ctx0" brushRef="#br1" timeOffset="191767.96">8131 18799 597 0,'0'0'333'0,"0"0"-220"0,0 0-30 16,0 0-9-16,-133-48-35 0,120 9-11 15,5-4-9 1,8-6-8-16,0 9-7 0,0 4 4 16,14 11-8-16,7 6 0 15,6 13 4-15,-2 6-4 16,4 3 2-16,0 26 0 16,2 12 2-16,-6 12 2 15,-10 5-1-15,-9-1 0 16,-6 0 1-16,-4-10 1 15,-29 1-2-15,-13-5-1 16,-4-14-4-16,1-2 4 16,9-18-4-16,9-5 0 15,8-4 1-15,10-10-1 16,7-20-2-16,4-2-10 0,2-1 3 16,0 8 6-16,8 8 3 15,15 9 1-15,4 8 1 16,6 0 10-16,5 8 8 15,1 19 14-15,-3 3 9 16,-3-2-18-16,-6 7-17 16,-2-8-8-16,-3-9-3 15,-2-4-18-15,-2-6-86 16,2-8-69-16,2 0-57 16,-2 0-120-16,-1-22-73 15</inkml:trace>
  <inkml:trace contextRef="#ctx0" brushRef="#br1" timeOffset="192107.06">8371 18762 429 0,'0'0'172'0,"0"0"30"16,5-115-45-16,-5 96-34 16,0 8-24-16,0 6 33 15,0 4-34-15,0 1-12 16,0 0-50-16,0 3-20 16,0 25-8-16,0 8 3 15,0 13-4-15,0-14-6 16,0 5 3-16,6-3-4 15,12-7-4-15,2-5 1 16,5-6-10-16,1-13-47 16,6-6-37-16,-3 0 49 15,-2-18 1-15,-5-16 5 16,-7-12 42-16,-11-2 5 0,-4-2 38 16,0 5-17-16,-17 9 24 15,-10 6 21-15,-2 10-6 16,2 8-31-16,2 6-7 15,4 6-19-15,3 0-8 16,5 0-3-16,3 24-48 16,6 6-177-16,4 11-13 15,0-5-176-15</inkml:trace>
  <inkml:trace contextRef="#ctx0" brushRef="#br1" timeOffset="192485.79">8781 18598 468 0,'0'0'392'0,"0"0"-214"0,0 0-38 0,0 0 25 0,0 0-38 0,0 0-43 16,4-75-44-16,-4 82-28 15,0 30-12-15,-4 10 1 16,0 8 0-16,4-5 1 15,0-7-2-15,0-3 0 16,11-3 0-16,9-11-1 16,7-16-15-16,4-6-34 0,2-4-11 15,3-4 5 1,-7-27 42-16,-9-11 14 0,-11-5 2 16,-9 3 7-16,0-3 21 15,-9 7 16-15,-13 4 11 16,-3 6-7-16,-2 9 5 15,6 3-28-15,0 7-19 16,6 11-8-16,1 0-5 16,1 6-93-16,1 24-256 15,-1 6-205-15</inkml:trace>
  <inkml:trace contextRef="#ctx0" brushRef="#br1" timeOffset="193217">9219 18473 940 0,'0'0'89'0,"0"0"56"16,0 0-7-16,0 0-12 16,0 0-48-16,0 0-32 15,-16-27-20-15,16 67-23 16,0 12-3-16,0 7 7 15,4-9-7-15,14-2 0 16,4-10-2-16,7-9 1 16,4-10 1-16,0-11-6 15,0-8-7-15,-5 0 7 0,-6-22 6 16,-10-10 0 0,-10-9 12-16,-2-15 18 0,-7 2-20 15,-22 0-5-15,-5 5 0 16,1 18 5-16,4 5-1 15,7 12-5-15,10 6-3 16,8 4 0-16,4 4 1 16,0 0-4-16,0-6-3 15,2-6-10-15,19-8 9 16,1-10 6-16,-2-11 2 16,-14-9 2-16,-6-8 3 15,0-4 2-15,-26-1-2 0,-15 6 7 16,-14 13 15-16,-16 3 31 15,-12 6-22-15,-13 8-4 16,-10 2-11-16,-13 0 0 16,-12 13 10-16,-20 6-27 15,-21 6 4-15,-13 6 7 16,-4 34 1-16,4 27 16 16,16 31-10-16,30 30-4 15,37 16-16-15,42 18-4 16,46-3 0-16,28-2 0 15,68-27 0-15,38-35 0 16,37-41 0-16,28-39 0 16,26-4 0-16,27-11 0 15,23 0 0-15,22 0-25 16,2 0-6-16,-13 0 15 0,-41-14 12 16,-57-55-2-16,-67-54 5 15,-68-65 1-15,-51-37-6 16,-93 3 6-16,-59 34-46 15,-60 54-32-15,-38 67-80 16,-28 49-222-16,-22 18-401 16</inkml:trace>
  <inkml:trace contextRef="#ctx0" brushRef="#br1" timeOffset="194103.19">2032 7347 346 0,'0'0'10'0,"0"0"-10"0,114-103-211 0,-63 63 130 0,3 3 17 15</inkml:trace>
  <inkml:trace contextRef="#ctx0" brushRef="#br1" timeOffset="194467.96">1284 7633 116 0,'0'0'378'16,"-218"93"-328"-16,117-59-50 15,13-8 5-15,11-9 2 16,17-10 57-16,18-7 52 16,17 0-40-16,21 0-22 15,4-11 13-15,19-18-52 16,29-11-11-16,12-10 7 0,7-6-3 15,4-2-8-15,-4-2-20 16,-12-1-173-16,-8 7-181 16</inkml:trace>
  <inkml:trace contextRef="#ctx0" brushRef="#br1" timeOffset="195018.25">1253 7301 967 0,'0'0'48'0,"-172"84"12"0,76-34 52 15,1-4-52-15,12-8 41 16,23-14 33-16,31-17-36 15,29-7-10-15,18-51-60 16,62-31-28-16,49-38-12 16,52-30 8-16,42-21-23 15,37-21 8-15,28-8 19 16,19 2 3-16,7 4 0 16,-17 18 4-16,-35 27 0 15,-48 33-4-15,-53 38 3 0,-64 36-6 16,-45 24-19-16,-52 18-21 15,-31 23-33-15,-65 44-17 16,-51 35-76-16,-49 34 28 16,-47 29 6-16,-44 26 33 15,-39 15 85-15,-12 13 14 16,10-1 60-16,32-20 39 16,55-27-5-16,63-45-1 15,64-44-14-15,61-38-14 16,53-42-23-16,58-22-25 15,73-60 38-15,68-54-5 16,74-48-15-16,62-33-18 0,57-28 5 16,38-14-10-1,11 1-12-15,-7 14-2 0,-35 29-16 16,-71 39-177 0,-101 50-218-16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10T13:03:27.27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2870 3475 308 0,'0'0'529'0,"-149"14"-528"0,80-2 34 0,11-2 101 0,16-2-43 0,21-2-5 15,16-6 7-15,5 6-25 16,34 2-15-16,43-1-46 16,43 2 11-16,40-9-9 15,29 0-4-15,19 0 12 16,10 0 12-16,-6-10-1 15,-8 0-18-15,-17 2-12 16,-31-2-3-16,-28 2 1 16,-42 1-7-16,-38 3-23 15,-33 2-41-15,-15 1-32 16,-53-5 13-16,-43 2-14 0,-42 3 30 16,-31 1 38-1,-28 0 31-15,-7 5 4 0,-6 13 3 16,5 6 1-16,11 4 10 15,20 4 14-15,30 0 21 16,41-2-6-16,49-7-2 16,48-8-15-16,30 0 7 15,72-8 10-15,53-4-20 16,45-3-12-16,34-9-3 16,19-14-1-16,-2 1 1 15,-9 3-5-15,-25 5-4 16,-32 8-19-16,-40 4-113 15,-42 2-229-15,-38 0-171 0</inkml:trace>
  <inkml:trace contextRef="#ctx0" brushRef="#br0" timeOffset="934.55">5769 3613 979 0,'-120'-2'7'0,"-12"2"39"0,7 0 35 0,17 6-8 0,36 4 32 16,36-3 6-16,36-3-29 16,21-3-20-16,66-1-58 15,50 0 7-15,48 0-7 16,45-5-4-16,18-14-1 16,3 3 1-16,-12 2 1 15,-37 4-1-15,-43 2 0 16,-42 0-41-16,-50 6-139 15,-38-4 43-15,-29 0-11 0,-31 0-5 16,-47-4-167-16,-31 2 158 16,-29 2 148-16,-28 0 2 15,-25 2-42-15,-16 1 54 16,-5 3 123-16,8 0-1 16,16 15 21-16,35 7-13 15,41-6-24-15,52-4-9 16,51-2-34-16,32-3 7 15,68-2-38-15,51-5-14 16,49 0-10-16,37-10-5 16,15-14-3-16,2 0 0 15,-16 4-4-15,-21 5-51 0,-32 0-172 16,-38-1-277-16</inkml:trace>
  <inkml:trace contextRef="#ctx0" brushRef="#br0" timeOffset="180384.19">11014 3592 346 0,'0'0'295'0,"0"0"-286"0,0 0 55 0,-149 56 44 16,120-45 9-16,10-4-35 15,17-6-38-15,2 1 4 16,41-2-1-16,34 0-11 16,37 0-10-16,34 0-20 15,29-12-1-15,20-6 10 16,8-2 20-16,-7 4-18 15,-17-2-4-15,-26 2-3 16,-28 2-7-16,-31 4-3 16,-34 4-5-16,-27 2-21 15,-23 4-45-15,-10-4 9 0,-16 2-26 16,-36-2-117 0,-19-2-53-16,-20 4 193 0,-20 0-31 15,-17 2-3-15,-16 0-177 16,-12 0 227-16,-7 19 49 15,2 6 13-15,6 4-10 16,15 2 87-16,19 1 421 16,30-6-370-16,33-8-117 15,31-7 47-15,27-5-9 16,40-6 9-16,45 1 35 16,35-1-64-16,25 0-29 15,18 0 0-15,11 0-2 16,5-7 4-16,-2-11-3 0,-10-7-12 15,-19-3-56 1,-25-6-175-16,-29-4-471 0</inkml:trace>
  <inkml:trace contextRef="#ctx0" brushRef="#br0" timeOffset="186567.98">13616 4070 730 0,'0'0'70'0,"0"0"52"0,0 0 4 0,0 0-51 0,0 0-23 0,0 0-8 0,0 0 0 0,0 0 9 15,-56 159-26-15,54-83 0 16,2 12-3-16,-4 12 9 16,-3 13 26-16,-4 13 1 15,-5 19-13-15,1 23 9 16,-5 25-20-16,2 17-11 15,0 23 1-15,-2 9 11 16,-3 15-26-16,4 7 4 16,-1 8 1-16,7 11-9 15,8 9-1-15,2 9-1 16,3 6 0-16,0 12 3 0,5 3-6 16,11 12 2-16,5 5-2 15,7 1-1-15,3 8 1 16,7 4-1-16,-2 1 2 15,6 5-2-15,-4 6-1 16,-3 4 1-16,3 9 0 16,0 4-1-16,3-6-3 15,0 0 2-15,4-6 1 16,2 2 0-16,4 4 0 16,2 2-9-16,3 2-4 15,2 0-3-15,7 0-5 16,1-8-2-16,4 0-15 0,-1-6 27 15,-5-10-16-15,-3-16-27 16,-3-6 0-16,-5-11-4 16,0-13-37-16,-3-78-7 15,-4-87 6-15,-3-78-26 16,-14-55-195-16,-10-11-301 16</inkml:trace>
  <inkml:trace contextRef="#ctx0" brushRef="#br0" timeOffset="187902.19">14771 5586 1015 0,'0'0'33'0,"0"0"114"0,0 0 70 0,0 0-60 0,0 0-37 15,0 0-32-15,-29-75-29 16,22 106-33-16,-5 15-13 15,-1 19 1-15,-3 7-2 0,-1-5-1 16,1 0-4-16,1-9-6 16,-1-12 0-16,5-12-1 15,5-15-1-15,0-12 0 16,6-7-2-16,0-6 1 16,0-38-10-16,0-26-2 15,0-16 10-15,12-6 0 16,4-1-6-16,8 14-1 15,-2 10 11-15,-2 17-1 16,-2 18 4-16,0 18-2 0,4 16 0 16,9 18-1-16,10 35 1 15,1 14 14 1,-2 8-9-16,-2 5 0 0,-5 0-4 16,-1 0-1-16,-5-4 0 15,-9-9 1-15,-1-11-2 16,-8-17-7-16,-5-10-20 15,-4-12-70-15,0-10-163 16,0-7-12-16,-22-15 35 16,-12-24-229-16</inkml:trace>
  <inkml:trace contextRef="#ctx0" brushRef="#br0" timeOffset="188085.14">14480 5807 936 0,'0'0'18'0,"0"0"56"0,0 0 72 0,0 0-84 0,0 0-18 16,0 0-4-16,-30 21-14 15,99-21 2-15,15-13-28 16,12-10-30-16,11 2-72 16,-5 5-78-16,-10 3-234 15</inkml:trace>
  <inkml:trace contextRef="#ctx0" brushRef="#br0" timeOffset="188351.93">15523 5859 423 0,'0'0'749'15,"0"0"-740"-15,0 0 124 16,0 0-13-16,0 0-103 15,0 0-5-15,-42 38 36 16,105-36-6-16,6-2-41 16,-5 0-1-16,-12 0-19 15,-10-2-129-15,-9-2-9 16,-13-3-75-16,-7 2-319 16</inkml:trace>
  <inkml:trace contextRef="#ctx0" brushRef="#br0" timeOffset="188456.71">15504 6038 901 0,'0'0'31'0,"0"0"17"15,0 0 48-15,0 0-56 16,0 0-9-16,125 29-31 16,-25-36-5-16,4-19-176 15,-8 2-304-15</inkml:trace>
  <inkml:trace contextRef="#ctx0" brushRef="#br0" timeOffset="188767.74">16298 5510 1048 0,'0'0'46'0,"0"0"123"16,0 0-31-16,0 0 4 16,0 0-87-16,0 0-9 15,-23-1 21-15,23 51 12 16,11 14-29-16,-1 8-28 16,0 2 0-16,1 2-13 15,0 1-8-15,0-10-1 16,0-6-3-16,-2-14-12 0,2-10-56 15,2-15-177-15,1-14-87 16,-5-8-14-16,-7-20-245 16</inkml:trace>
  <inkml:trace contextRef="#ctx0" brushRef="#br0" timeOffset="188986.48">16263 5631 859 0,'0'0'14'16,"0"0"31"-16,-13-115 59 15,44 85-66-15,16 5-24 16,11 12 8-16,4 13 13 16,-4 8-5-16,-9 30-6 0,-17 10 26 15,-26 2 8-15,-6-1-28 16,-40-1-10-16,-20-3-11 16,-8-8-8-16,-5-5-1 15,7-12-25-15,16-14-118 16,15-6-74-16,22-12-266 15</inkml:trace>
  <inkml:trace contextRef="#ctx0" brushRef="#br0" timeOffset="189483.17">17557 4776 896 0,'0'0'13'0,"0"0"74"16,0 0 7-16,-112-88-18 15,75 76-17-15,4 3-1 16,-5 8-26-16,-5 1-18 16,1 0-3-16,0 18-4 15,7 7 14-15,8 2-8 16,4 3 2-16,7 2 2 15,8 4-6-15,3 4-1 16,5 3 1-16,0 3 12 0,0-2 8 16,0 6-1-1,0 4-8-15,0 8-9 0,0 13 7 16,0 5 2-16,0 6 22 16,5 3-14-16,0 0-13 15,-3 5-4-15,-1 4-6 16,4-3-3-16,0 1 0 15,1-5-4-15,1-9 2 16,0-6 0-16,2-6-1 16,-1-11 1-16,6-5 1 15,6-8-3-15,4-5 0 16,8-4-2-16,5-9-3 16,11-8-30-16,7-8-54 15,10-8-106-15,8-4-16 16,-2-3-114-16,-2-22-395 0</inkml:trace>
  <inkml:trace contextRef="#ctx0" brushRef="#br0" timeOffset="189768.47">17832 5613 81 0,'0'0'655'0,"0"0"-571"0,0 0 47 0,-44-113 16 0,44 105-39 16,0 6 22-16,-3 2-39 0,3 0-13 15,0 4-8-15,0 28-50 16,0 16 32-16,0 9-16 16,0 7 1-16,3 2-11 15,1-4-24-15,-2 0-2 16,1-6 0-16,3-8-31 15,2-5-65-15,8-9-119 16,7-10-15-16,6-12-85 16,6-12-321-16</inkml:trace>
  <inkml:trace contextRef="#ctx0" brushRef="#br0" timeOffset="190000.31">18257 5813 624 0,'0'0'404'16,"0"0"-401"-16,0 0 0 15,0 0 28-15,0 0 30 16,163 0-37-16,-89 0-7 16,-3 0-9-16,-2 2-6 15,-9-2-1-15,-4 0-1 16,-12 0 0-16,-4 0-30 15,-12-4-111-15,-24-10-217 16</inkml:trace>
  <inkml:trace contextRef="#ctx0" brushRef="#br0" timeOffset="190217.83">18573 5635 505 0,'0'0'440'15,"0"0"-377"-15,0 0 76 16,0 0-11-16,0 0-47 15,0 0-38-15,-48 40 69 16,59 6-43-16,9 6-4 16,4 6-62-16,1 4 3 15,-3 2-12-15,-7-4-23 16,-5-2-25-16,-6-1-90 16,-4-7-69-16,0-10-84 15,0-9-566-15</inkml:trace>
  <inkml:trace contextRef="#ctx0" brushRef="#br0" timeOffset="190685.28">19815 4957 1131 0,'0'0'12'0,"0"0"88"0,0 0 79 0,0 0-7 0,0 0-84 0,0 0-57 16,-27 14 16-16,38 34 19 15,7 4-48-15,-3 3-10 16,-4 0-6-16,-5 2-2 16,-4-6-8-16,-2-4-54 15,0-10-127-15,0-7-120 16,0-22-61-16,-10-8-349 16</inkml:trace>
  <inkml:trace contextRef="#ctx0" brushRef="#br0" timeOffset="191051.17">19812 5001 144 0,'0'0'686'0,"0"0"-685"16,62-103 19-1,-8 76 49-15,9 9-2 0,9 10 4 16,-6 8-12-16,-13 14-23 16,-17 28-15-16,-25 8-7 15,-11 2 1-15,-25 2-5 16,-28-2-6-16,-12-6 3 15,-1-6-6-15,1-7 2 16,3-9-1-16,10-10 1 16,10-8 0-16,13-5-1 15,16-1 0-15,11 0 2 16,2 0-4-16,13 0-10 16,25 0 10-16,13 5 1 15,12 13 2-15,1 6 3 16,5 8 13-16,3 2 0 0,-1 0-11 15,0-1 4-15,-11-8-12 16,-11-3 0-16,-9-4-9 16,-9 0-41-16,-12-6-82 15,-17-1-191-15,-2-4-312 16</inkml:trace>
  <inkml:trace contextRef="#ctx0" brushRef="#br0" timeOffset="191317.41">19454 5769 509 0,'0'0'506'0,"-145"28"-497"0,93-14 109 0,19-6 1 16,24 2-52-16,9 0-29 15,48 0 40-15,38 2 6 16,52-6-53-16,39-4-26 15,29-2 9-15,26 0-7 16,-5 0-5-16,-9 0-4 16,-23 0 0-16,-33 4-1 15,-37 7-16-15,-38-4-120 16,-43 1-23-16,-42 2-73 16,-20 3-152-16</inkml:trace>
  <inkml:trace contextRef="#ctx0" brushRef="#br0" timeOffset="191617.4">19953 6186 1058 0,'0'0'51'0,"0"0"117"16,0 0 57-16,0 0-127 0,0 0-28 16,0 0-13-16,-18 25-16 15,23 23 10-15,8 3-26 16,-2 6-24-16,-2-2 3 16,-2 2-4-16,-3-2-27 15,3-11-69-15,-1-7-152 16,8-11-64-16,-1-14-124 15</inkml:trace>
  <inkml:trace contextRef="#ctx0" brushRef="#br0" timeOffset="192236.29">20256 6259 908 0,'0'0'18'0,"0"0"134"16,0 0 4-16,0 0-46 0,0 0-67 15,0 0-11-15,-14-35-18 16,14 67-2-16,5 10 9 16,2 7-9-16,2-4-8 15,1-1-4-15,2-8-3 16,3-7-1-16,3-7-4 16,3-10-14-16,0-6-18 15,2-6-1-15,-3 0-4 16,-2-20 10-16,-7-9 8 15,-11-2 25-15,0-1 2 16,-7 0 0-16,-22 3 4 16,-7 2 4-16,-2 2 27 0,5 6-34 15,13 4 0-15,16 3-2 16,4 2-15-16,33 3-12 16,23-2 11-16,13 1-4 15,5 4-18-15,-10-4 11 16,-6 4-1-16,-11-2 24 15,-10 1 5-15,-10 0 1 16,-11 4 0-16,-9-2 5 16,-7 3 12-16,0 0 26 15,0 0 13-15,-13 4 18 16,-10 20-50-16,3 8-15 16,9 11-1-16,9-2-6 15,2 6 0-15,2-2 0 0,21-2-2 16,0-5-2-16,4-7 1 15,-2-10-6-15,2-6-1 16,0-15 0-16,0 0 2 16,-4-5 5-16,-4-23 2 15,-7-6 4-15,-4-11-1 16,-8-6 5-16,0-3 14 16,-20 1-5-16,-12 7-15 15,-1 8-4-15,-2 6-7 16,1 4-93-16,-2 4-104 15,8 0-366-15</inkml:trace>
  <inkml:trace contextRef="#ctx0" brushRef="#br0" timeOffset="192820.15">21172 4867 349 0,'0'0'763'0,"0"0"-755"0,0 0 4 0,0 0 21 0,0 0 6 0,158-31-8 16,-96 29-7-16,-9 2-9 16,-10 0-5-16,-13 0-1 15,-8 0-2-15,-9 7 11 16,-7 8 11-16,-2 6 15 16,-1 5-1-16,0 6-8 15,1 4-9-15,0 2-8 16,-4 8 9-16,3 4-11 15,-1 6-7-15,-2 11 47 16,2 7-47-16,0 8-2 16,4 1-2-16,-1 6 1 0,7 2 0 15,-2 3 2-15,1 1-7 16,3 4 3 0,-1 1-5-16,-1-3 5 0,1-5-6 15,1-6 4-15,-1-5-3 16,-3-5 1-16,0-8 0 15,-4-12 2-15,-6-6-2 16,0-10-1-16,-10-10-4 16,-21 1 5-16,-12-7-5 15,-18-2 1-15,-14-3-1 16,-12-4-63-16,-7-8-92 16,-13-7-65-16,-10 0-168 15</inkml:trace>
  <inkml:trace contextRef="#ctx0" brushRef="#br0" timeOffset="193453.28">21811 4526 1119 0,'0'0'18'0,"0"0"110"0,0 0 58 0,0 0-34 16,0 0-79-16,0 0-60 15,-24-23-4-15,24 49 12 16,11 12 16-16,-3 1-27 0,-3-1-1 15,-5-4-4-15,0-9-5 16,0-12 0-16,0-3 1 16,0-6 3-16,0-4-3 15,0 0-1-15,-9-16 0 16,-2-14-12-16,4-10-22 16,7-6 20-16,0 2-1 15,5 0 5-15,17 7-11 16,7 12 18-16,6 11-2 15,6 14 4-15,3 0 0 16,8 18 1-16,-1 18 4 16,-2 5 5-16,-9 8-9 0,-14-1-11 15,-16 2 6-15,-10-4-14 16,-12 0-130-16,-28 0-65 16,-9-4-28-16,-7-3-338 15</inkml:trace>
  <inkml:trace contextRef="#ctx0" brushRef="#br0" timeOffset="199301.38">4482 1931 538 0,'0'0'291'0,"0"0"-149"0,0 0 18 0,0 0-49 0,-162-94-10 16,91 84 38-16,-8 10-45 15,-16 0-5-15,-3 15-35 16,-12 26 5-16,-11 11-31 16,5 15-7-16,12 14-8 15,27 2-5-15,31 4 6 16,28 0-10-16,18 0 0 15,9 6-4-15,36-3 1 16,19-1-1-16,22-11 0 16,24-11 0-16,12-13 0 15,5-14-4-15,6-19-1 0,-2-21-9 16,0-2-2-16,0-43 8 16,-6-21 2-16,-16-11 6 15,-22-19-2-15,-28-8 0 16,-35-11-5-16,-24-1-5 15,-16 2-11-15,-40 7 14 16,-13 17 0-16,-13 15-14 16,-4 19-21-16,3 15-78 15,4 6-129-15,11 6 10 16,6 8-229-16</inkml:trace>
  <inkml:trace contextRef="#ctx0" brushRef="#br0" timeOffset="199634.39">4241 2107 775 0,'0'0'2'0,"0"0"78"0,0 0-26 0,0 0-15 0,0 0 29 16,46-132-10-16,-46 71-29 0,0-4 20 16,0-8-21-1,-15 1 1-15,-1 4 12 0,1 12 4 16,3 14-12-16,5 16 8 16,1 12-8-16,4 10-12 15,2 4-10-15,0 0-11 16,0 0-28-16,0 0-95 15,0 0-95-15,0 0-96 16,0 0-419-16</inkml:trace>
  <inkml:trace contextRef="#ctx0" brushRef="#br0" timeOffset="199916.95">4009 1664 686 0,'0'0'54'16,"0"0"155"-16,0 0-130 15,0 0-48-15,0 0-7 16,0 0 14-16,91-140-13 16,-60 102-22-16,-6 4 8 15,-5 5 6-15,-9 9 3 16,-2 6 14-16,-7 8 16 16,-1 6-16-16,5 0 1 15,7 0-17-15,10 8-7 16,8 13 15-16,7 3-10 15,1 2-11-15,6-5-5 16,2-1-9-16,4-7-12 16,-1-13-134-16,-6 0-65 0,-6-8-461 15</inkml:trace>
  <inkml:trace contextRef="#ctx0" brushRef="#br0" timeOffset="200334.66">4875 1073 9 0,'0'0'937'15,"0"0"-851"-15,0 0 84 16,0 0-113-16,0 0-31 16,0 0 5-16,-19 1-12 0,19 38-6 15,10 12 62-15,4 8-34 16,1 1 5-16,2-2-15 15,-2-4-27-15,1-8-1 16,-5-7 0-16,-3-13-2 16,-4-12-2-16,-1-8 2 15,0-5-2-15,-3-1 0 16,0-1-1-16,0-29 1 16,-10-18-8-16,-11-14-25 15,-4-15 31-15,4-1-31 16,9-2-6-16,12 7 20 15,0 14-48-15,10 16 46 16,17 15 9-16,4 14 6 0,1 12 6 16,-1 2 1-1,-4 12 2-15,-8 20-1 0,-12 12 1 16,-7 9-2-16,-20 5-6 16,-24 0-54-16,-16-3-133 15,-3-11-276-15</inkml:trace>
  <inkml:trace contextRef="#ctx0" brushRef="#br0" timeOffset="205084.52">8828 2853 469 0,'0'0'587'0,"0"0"-570"0,-47-108 174 0,36 86-64 0,7 7-20 0,2 9 0 15,2 5 17-15,0 1-48 16,0 0-42-16,0 6-18 16,0 39-11-16,0 24 2 15,0 19 12-15,6 6 2 0,9 3-5 16,6 1-8 0,4-4-2-16,-1-4-3 0,0-7-1 15,-4-7-4-15,-1-10-1 16,-11-10-30-16,-3-10-99 15,-5-13-130-15,-4-15-50 16,-26-16 83-16,-3-2-87 16,-7-19 141-16,7-8 144 15,4 0 31-15,0 5 128 16,6 8 85-16,5 6-43 16,7 4-30-16,7 4-19 15,4 0-29-15,0 0-23 0,0 0-37 16,2 14-23-16,23 16 4 15,6 8 14-15,4-4-18 16,-1-3-6-16,-3-9-1 16,-2-9-2-16,-7-8-1 15,-2-5 0-15,1-5-4 16,1-30-4-16,-5-15-45 16,-1-11-58-16,-5 5-65 15,-3 12-260-15</inkml:trace>
  <inkml:trace contextRef="#ctx0" brushRef="#br0" timeOffset="205650.24">8841 4192 1152 0,'0'0'4'0,"0"0"105"0,0 0 103 0,0 0-98 0,0 0-67 0,0 0 5 15,-37-25 5-15,52 71-43 0,9 12 30 16,1 6-25 0,-2-1-19-16,-6-4-1 0,-1-6 0 15,-3-13 1-15,-3-17-17 16,-6-10-36-16,-4-9-61 15,0-4 11-15,0-23 47 16,-24-21-57-16,1-16 68 16,1-8 45-16,6 2 2 15,7 4-2-15,9 6 5 16,0 13 6-16,9 10-10 16,18 11 3-16,7 10-4 15,7 12 0-15,4 0 3 16,-7 22-3-16,-9 18 1 15,-11 6 0-15,-18 2 1 16,0 0-2-16,-18-7 4 0,-18-3-1 16,-3-11 5-1,0-6 9-15,8-10 1 0,11-5-6 16,9-3 1-16,6-2-1 16,5-1-8-16,0 0-4 15,2 3-5-15,30-3-1 16,11 3 6-16,9-3 0 15,2 0-15-15,2 0-60 16,-4 2-53-16,-8 4-31 16,-9 9-91-16,-1-1-150 15</inkml:trace>
  <inkml:trace contextRef="#ctx0" brushRef="#br0" timeOffset="205937.73">9606 3890 554 0,'0'0'410'0,"0"0"-341"0,0 0 140 0,0 0-103 0,0 0 49 16,0 0-59-16,-56-69-40 16,56 107-35-16,0 24 10 15,0 30 33-15,14 8-36 16,1 2 11-16,3-2-21 15,-1-8-11-15,-1-11-7 16,-3-13-2-16,-6-14-3 16,-4-18-69-16,-3-15-122 0,0-15-110 15,-12-6 39 1,-28-31-149-16,-9-27-70 0,-9-20 398 16</inkml:trace>
  <inkml:trace contextRef="#ctx0" brushRef="#br0" timeOffset="206136.75">9332 4227 744 0,'0'0'120'0,"0"0"-75"16,0 0 17-16,0 0-32 16,0 0 0-16,0 0 4 15,80 30 7-15,-53-30 2 0,-5-6-5 16,-8-16 28 0,-8-3-4-16,-6 0 6 0,0 0-45 15,-11 6-9-15,-7 7-10 16,-5 7-4-16,2 5-51 15,-4 0-134-15,5 17-194 16</inkml:trace>
  <inkml:trace contextRef="#ctx0" brushRef="#br0" timeOffset="206367.17">9782 4511 986 0,'0'0'149'0,"0"0"-138"16,0 0 117-16,0 0-80 0,0 0-32 16,0 0 52-1,84 37 39-15,-72-50-55 0,-6 7-18 16,-6 3 15-16,0 0 5 16,-6 3-25-16,-19 0-29 15,-4 3-16-15,6 9-113 16,4 4-96-16,3-6-62 15,5-1-311-15</inkml:trace>
  <inkml:trace contextRef="#ctx0" brushRef="#br0" timeOffset="208667.86">3489 3582 416 0,'0'0'635'0,"0"0"-582"0,0 0 120 0,0 0-32 0,0 0 0 0,0 0-68 16,-46-71 16-16,46 71-34 16,0 0-39-16,2 27-12 15,16 17 1-15,2 9 6 16,2 10-6-16,-1 1 0 15,-2-5 0-15,-1 0-5 16,-5-7-2-16,0-8-45 16,-1-7-151-16,-6-12-163 15,-6-12-61-15</inkml:trace>
  <inkml:trace contextRef="#ctx0" brushRef="#br0" timeOffset="208901.16">3370 3898 997 0,'0'0'6'0,"0"0"106"16,0 0 27-16,0 0-118 16,0 0-17-16,0 0 5 15,19 48 26-15,19-20-15 16,1-4-10-16,-2-4-9 16,-1-4 2-16,-7-8-3 15,-5-4 1-15,1-4-1 16,-2 0 1-16,3-20 2 15,-2-14-3-15,-3-8-8 16,0-5-43-16,0-4-48 16,-8 5-98-16,3 10-305 0</inkml:trace>
  <inkml:trace contextRef="#ctx0" brushRef="#br0" timeOffset="209519.23">4276 3994 429 0,'0'0'391'0,"0"0"-365"0,0 0 136 0,0 0-23 0,0 0-64 0,0 0-17 0,-56-91 30 15,56 91-26-15,0 0-39 16,0 0-14-16,0 0-5 16,0 0 1-16,0 0 3 0,0 0 5 15,0 0-1-15,0 0-3 16,0 0 1-16,0 0-9 16,0 0 1-16,0 0-2 15,0 0 0-15,-2 0 0 16,2 0 3-16,0 0-1 15,-2 0 3-15,-4 0 20 16,-13 0 26-16,-8 14-22 16,-4 15-20-16,0 3 1 15,10 4 4-15,4 4 2 16,11 4 4-16,6-1 9 16,0-2-22-16,13 0-2 15,16-9-3-15,10-9-2 0,5-12-23 16,5-11 19-16,4 0-76 15,1-20-103-15,-5-13-106 16,-5-7-102-16</inkml:trace>
  <inkml:trace contextRef="#ctx0" brushRef="#br0" timeOffset="209737.3">4573 3924 465 0,'0'0'485'0,"0"0"-452"16,0 0 149-16,0 0-53 15,0 0 7-15,0 0-10 16,-56-61-45-16,56 61-45 16,0 15-21-16,0 21-6 0,15 13 43 15,1-5-42-15,-3-5-4 16,1 2-4-16,-3-4-2 16,-5 2-7-16,-1-6-59 15,-5-4-176-15,0-9-47 16,0-10-217-16</inkml:trace>
  <inkml:trace contextRef="#ctx0" brushRef="#br0" timeOffset="209916.9">4407 3954 281 0,'0'0'561'0,"0"0"-555"15,0 0 65-15,0 0-71 16,0 0-6-16,119-128-65 16,-55 94-197-16,-8 8-247 15</inkml:trace>
  <inkml:trace contextRef="#ctx0" brushRef="#br0" timeOffset="210167.41">4490 4284 690 0,'0'0'105'16,"0"0"57"-16,0 0-62 15,0 0-64-15,0 0-9 16,0 0 8-16,75-6-4 16,2-41-31-16,8-13-67 15,8-4-314-15</inkml:trace>
  <inkml:trace contextRef="#ctx0" brushRef="#br0" timeOffset="214608.16">6468 3584 1050 0,'0'0'21'0,"0"0"142"0,0 0 73 0,0 0-111 0,0 0-9 16,0 0-13-16,0 0-43 15,-60-89-22-15,60 89-21 16,0 6-15-16,0 31 1 16,16 14 9-16,4 15 0 15,-2 6-7-15,-3-3-1 0,-1 1-4 16,-5-6-2-16,-5-4-5 16,-2-6-43-16,-2-6-111 15,0-12-172-15,0-13-6 16,-13-17-76-16,-16-6-65 15</inkml:trace>
  <inkml:trace contextRef="#ctx0" brushRef="#br0" timeOffset="-214660.3">6266 4041 785 0,'0'0'121'16,"0"0"79"-16,0 0-86 16,0 0-68-16,0 0-24 15,0 0-11-15,22 16 31 16,11 11 37-16,-2 3-44 0,1 4-26 15,-6 0 2-15,-3-1-7 16,-3-7-2-16,-7-10 3 16,1-6-3-16,-1-8 4 15,2-2-4-15,8-6 6 16,6-30-4-16,4-14-4 16,3-9-5-16,2 1-105 15,-4 11-111-15,-11 10-196 16</inkml:trace>
  <inkml:trace contextRef="#ctx0" brushRef="#br0" timeOffset="-214328.59">6921 4289 325 0,'0'0'715'16,"0"0"-671"-16,0 0 158 15,0 0-26-15,0 0-81 16,0 0 2-16,-38-86-17 16,38 90-47-16,0 31-27 0,0 12 6 15,13 5 6-15,-4-2-3 16,3-5-15-16,1-2-4 15,-5-2 4-15,4-11-10 16,-5-7-90-16,-5-6-94 16,-2-7-124-16,0-8-21 15,-13-2-304-15</inkml:trace>
  <inkml:trace contextRef="#ctx0" brushRef="#br0" timeOffset="-214177.15">6711 4393 479 0,'0'0'491'0,"0"0"-476"16,0 0 143-16,0 0-84 0,0 0-72 16,121-124 5-16,-34 66-7 15,11-5-38-15,-9 2-138 16,-12 8-388-16</inkml:trace>
  <inkml:trace contextRef="#ctx0" brushRef="#br0" timeOffset="-207061.21">13947 7864 636 0,'0'0'373'0,"0"0"-322"0,0 0 95 0,0 0-6 0,0 0 18 16,0 0-30-16,0 0-33 0,0 0-34 15,-36-82-34-15,36 94-10 16,0 28-10-16,0 23 12 16,6 16 13-16,5 12-4 15,-2 1-2-15,0 0-10 16,0-1-5-16,0-5-8 15,0-10-2-15,-3-8 0 16,-1-16-1-16,1-18-1 16,-1-14-29-16,-1-13-58 15,3-7-187-15,-5-17-25 16,-2-34 61-16,0-26-263 16</inkml:trace>
  <inkml:trace contextRef="#ctx0" brushRef="#br0" timeOffset="-206844.25">13886 7981 339 0,'0'0'368'16,"0"0"-359"-16,-4-128 37 16,21 95 57-16,12 12-47 15,7 8-21-15,2 13 14 16,0 2 7-16,-7 32 10 16,-11 14-5-16,-11 7-33 15,-9 1-1-15,-21-1-3 16,-23-3-17-16,-3-5-7 15,3-13-2-15,11-10-24 16,12-16-74-16,8-8-100 0,13 0-293 16</inkml:trace>
  <inkml:trace contextRef="#ctx0" brushRef="#br0" timeOffset="-206529.16">14492 8316 1208 0,'0'0'6'15,"0"0"54"-15,0 0 155 0,0 0-127 16,0 0-19-16,0 0-40 15,5 0-4-15,36 0-5 16,15 0 0-16,9 0-11 16,2-9-6-16,-3 2-3 15,-4 0 0-15,-8 2-4 16,-5 0-48-16,-9 0-136 16,-7-4-100-16,-6 0 74 15,-12-4-117-15,-11-1 12 16</inkml:trace>
  <inkml:trace contextRef="#ctx0" brushRef="#br0" timeOffset="-206262.35">14855 8095 403 0,'0'0'261'0,"0"0"-138"16,0 0 8-16,0 0 18 16,0 0 3-16,0 0-29 15,-57-57 44-15,57 57-86 16,0 0-37-16,0 0-5 15,0 7-25-15,0 27-10 16,0 11 10-16,4 7-3 16,4 5-6-16,1-2 3 15,3 0-8-15,-4 2 1 16,1 0-3-16,-2-2 0 16,0-5-2-16,-3-4-27 15,3-10-118-15,1-8-136 0,0-9 43 16,-4-11-197-16</inkml:trace>
  <inkml:trace contextRef="#ctx0" brushRef="#br0" timeOffset="-204796.11">18353 3396 742 0,'0'0'379'0,"0"0"-349"0,0 0 181 0,0 0 66 0,0 0-147 16,0 0-77-16,-67-80-19 15,67 115-24-15,0 12 3 16,0 16-1-16,0-1-4 16,0-1-8-16,0-7 1 15,0-10-1-15,0-17 0 16,0-10-2-16,0-14-2 15,0-3 0-15,0-3-6 0,-2-39-3 16,-4-21-5-16,3-16 13 16,3 0 5-16,0 3-1 15,0 16 1-15,7 13-1 16,0 21 1-16,-1 12 3 16,0 14 7-16,8 0 1 15,11 19-2-15,8 20 8 16,7 9-5-16,0 8-6 15,-4-4 1-15,-2 3-7 16,-3-3 0-16,-5 0-1 16,1-6-26-16,-9-2-73 15,-1-12-238-15,-7-15-1 16,-10-12-264-16</inkml:trace>
  <inkml:trace contextRef="#ctx0" brushRef="#br0" timeOffset="-204662.35">18201 3584 538 0,'0'0'505'16,"0"0"-490"-16,0 0 103 15,0 0 46-15,0 0-112 16,0 0-50-16,32-46-2 16,77 17-27-16,20-1-152 15,-7-1-137-15</inkml:trace>
  <inkml:trace contextRef="#ctx0" brushRef="#br0" timeOffset="-204428.3">18856 3595 1259 0,'0'0'11'0,"0"0"32"15,0 0 121-15,0 0-77 16,0 0-69-16,0 0-7 16,110-10-3-16,-43-6-8 15,-1-1-75-15,-8 4-181 16,-15 3-2-16,-21 10-262 16</inkml:trace>
  <inkml:trace contextRef="#ctx0" brushRef="#br0" timeOffset="-204295.51">18928 3810 920 0,'0'0'61'16,"0"0"34"-16,0 0 68 15,0 0-90-15,0 0-64 16,0 0-9-16,148-48-19 16,-55 3-141-16,-9 4-220 15</inkml:trace>
  <inkml:trace contextRef="#ctx0" brushRef="#br0" timeOffset="-203846.25">19481 3266 968 0,'0'0'30'16,"0"0"98"-16,0 0 84 15,0 0 8-15,0 0-100 16,0 0-55-16,-33-40-36 15,43 74-7-15,13 13 32 16,1 5-23-16,0 3-13 16,-3 6-3-16,-4-1-6 15,-6 0-8-15,-4-10 0 0,-5-10-1 16,-2-16-2-16,0-10-4 16,2-8-16-16,-2-6-17 15,0-2-8-15,0-36 20 16,-6-19-28-16,-14-16 29 15,2-5 6-15,12 1-22 16,6 7 7-16,0 6 25 16,19 14 9-16,17 12-1 15,5 10-2-15,-2 12 3 16,-2 12-1-16,-5 4-1 16,-5 6-2-16,-11 23 0 15,-11 6 0-15,-5 1-4 16,-10 2 9-16,-26-6 1 15,-1-5 10-15,-1-4-11 16,7-2-59-16,11-6-181 0,-1-7-68 16,8-3-641-16</inkml:trace>
  <inkml:trace contextRef="#ctx0" brushRef="#br0" timeOffset="-203562.1">19922 3477 1058 0,'0'0'8'0,"0"0"11"0,0 0 65 0,0 0-48 0,0 0 7 0,114 7 3 15,-54-7-25-15,4 0-10 16,1 0-8-16,-7-15-3 16,-14-2-17-16,-11 2-91 15,-12-5-5-15,-19-5-156 16,-2 2-253-16</inkml:trace>
  <inkml:trace contextRef="#ctx0" brushRef="#br0" timeOffset="-203378.45">20180 3236 662 0,'0'0'162'0,"0"0"35"16,0 0-41-16,0 0 27 16,0 0-90-16,0 0-57 15,-36 56 78-15,36-17-46 16,2 1-31-16,17-2-21 16,3 4-8-16,2 2-8 15,1-1 0-15,-1 1-25 16,-1-3-148-16,-4-2-129 15,-9-10-116-15</inkml:trace>
  <inkml:trace contextRef="#ctx0" brushRef="#br0" timeOffset="-203128.94">20664 3230 966 0,'0'0'29'0,"0"0"81"16,0 0 57-16,0 0-28 16,0 0-29-16,0 0-77 15,-3-40-13-15,10 76 43 16,9 8-29-16,-1 5-21 16,-1-4-10-16,-3-2-3 15,0-7-4-15,-4-2-99 16,-5-6-61-16,0-8-53 15,-2-7-88-15,0-12-295 16</inkml:trace>
  <inkml:trace contextRef="#ctx0" brushRef="#br0" timeOffset="-202962.37">20564 3282 400 0,'0'0'478'0,"0"0"-428"16,0 0 63-16,0 0-70 15,0 0-31-15,81-108-12 16,-34 97-10-16,-4 4-5 16,-7 5-39-16,-8 2-67 15,-14 10-207-15</inkml:trace>
  <inkml:trace contextRef="#ctx0" brushRef="#br0" timeOffset="-202810.17">20614 3605 717 0,'0'0'102'0,"0"0"-13"16,0 0 41-16,0 0-41 16,0 0-59-16,0 0-17 15,139-36-13-15,-75 6-15 16,3 0-132-16,-9 0-238 16</inkml:trace>
  <inkml:trace contextRef="#ctx0" brushRef="#br0" timeOffset="-202146.13">21251 2788 905 0,'0'0'53'0,"-41"-113"-26"0,-13 52 95 0,-27 1-5 0,-29 4-61 16,-38 6-31-16,-39 12 24 15,-40 18-9-15,-49 20-12 16,-41 6 20-16,-43 55 10 0,-43 30 16 16,-12 32 14-16,18 25 10 15,65 16-42 1,96 9-11-16,107-1-27 0,109 7-14 16,71-13-4-16,120-18-3 15,79-27 0-15,73-39 2 16,64-36-11-16,51-32-17 15,43-14 24-15,17-47-22 16,-18-27-6-16,-48-25 12 16,-73-23 21-16,-90-13 8 15,-82-15 0-15,-88-9 5 16,-82-3-3-16,-50 5 0 16,-105 16-10-16,-74 26-21 15,-74 38-104-15,-61 33-114 0,-38 34-46 16,-28 10-377-16</inkml:trace>
  <inkml:trace contextRef="#ctx0" brushRef="#br0" timeOffset="-200543.49">15394 8053 621 0,'0'0'417'0,"0"0"-403"0,0 0 126 16,0 0 27-16,0 0 0 16,0 0-66-16,-85-99-37 15,85 99-10-15,0 0-33 16,0 0-13-16,0 0-3 16,0 0-2-16,0 0 3 0,0 0-4 15,0 0 2-15,0 0-3 16,0 0 0-16,0 0-1 15,0 0 0-15,0 0-1 16,0 0 1-16,0 0 0 16,0 0-9-16,0 0-6 15,0 0-34-15,0 0-54 16,0 0-26-16,5 0-120 16,2 0 15-16,-3 0-218 15</inkml:trace>
  <inkml:trace contextRef="#ctx0" brushRef="#br0" timeOffset="-197707.28">15421 8189 416 0,'0'0'262'0,"0"0"-178"0,-6-120 36 0,-4 87 30 0,4 12-24 15,-1 5 21-15,3 8 46 16,-1 3-65-16,0 5-13 15,3 0-55-15,0 0-22 16,-5 15-21-16,-3 16-12 16,-2 13-5-16,3 6 7 15,3-7-7-15,4-1 0 16,-1-6 2-16,3-8-4 16,0-3 2-16,-2-9-1 15,2-8-8-15,0-4-20 16,0-4-9-16,0 0 8 15,0 0-11-15,0 0 7 16,7-9 9-16,13-9 5 0,2-4 20 16,9 3-3-16,0 6-1 15,5 4 4-15,2 6 2 16,6 3-1-16,1 8 0 16,2 24 1-16,-7 9 8 15,-7 0 13-15,-11 3-3 16,-17-5 26-16,-5-1-18 15,-18 0-4-15,-29 2-3 16,-13-3-21-16,-2-8-1 16,1-10-73-16,9-17-170 15,11-2-53-15,8-33-82 16</inkml:trace>
  <inkml:trace contextRef="#ctx0" brushRef="#br0" timeOffset="-197510.93">15367 8026 980 0,'0'0'23'0,"0"0"90"0,0 0-14 0,0 0-75 16,0 0-15-16,119-2-9 15,-57 2-12-15,0-3-99 16,-4 3-188-16,-6 0-488 15</inkml:trace>
  <inkml:trace contextRef="#ctx0" brushRef="#br0" timeOffset="-197079.08">15996 8135 448 0,'0'0'400'16,"0"0"-375"-16,0 0 88 15,0 0 22-15,0 0-24 16,0 0-25-16,-29-82 5 0,20 82-37 16,-6 8-37-16,-2 17-16 15,0 11 0-15,8 1 0 16,6-3-1-16,3-3-1 15,0-2-5-15,12-7 1 16,22-4 2-16,8-4-3 16,13-2 5-16,6 1-3 15,-3 1 3-15,-2 2 0 16,-12 0 0-16,-9 0 1 16,-10-4 5-16,-16-2-1 15,-9-2 27-15,0 6-1 16,-24 4 38-16,-28 8-38 15,-10 2-30-15,-7-1-5 0,4-8-16 16,10-11-161-16,7-8-64 16,13-14-30-16,12-24-237 15</inkml:trace>
  <inkml:trace contextRef="#ctx0" brushRef="#br0" timeOffset="-196912.37">15936 8101 903 0,'0'0'45'0,"0"0"13"16,0 0 49-16,0 0-52 0,0 0-42 15,156-27-8 1,-87 22-5-16,-5 5-10 0,-3 0-76 16,-17 0-169-16,-11 0-246 15</inkml:trace>
  <inkml:trace contextRef="#ctx0" brushRef="#br0" timeOffset="-196445.66">16524 8082 852 0,'0'0'18'0,"0"0"116"15,0 0 16-15,0 0-24 16,0 0-50-16,0 0-48 15,-29-21-4-15,29 46 17 0,0 14-7 16,0 1-18-16,5 4-8 16,7-4-6-16,7 0-1 15,-2-5-1-15,3-5-3 16,3-6-17-16,-4-12-32 16,2-6-7-16,1-6-39 15,-1 0 27-15,-2-10-4 16,-1-19 14-16,-5-4 36 15,-4-8 25-15,-4-3 7 16,-3 2 10-16,-2 8 11 16,0 7 8-16,0 13 30 15,0 5 43-15,0 7 27 16,0 2 10-16,0 0-64 0,0 0-50 16,0 8-17-16,0 24-6 15,0 8 5-15,0 8 21 16,0-2-20-16,13-3-13 15,1 1 1-15,-1 0-2 16,-2-4-1-16,1-6-3 16,-6-2-39-16,1-4-107 15,1-10-161-15,-2-8-10 16,0-10-617-16</inkml:trace>
  <inkml:trace contextRef="#ctx0" brushRef="#br0" timeOffset="-195929.58">16952 8115 575 0,'0'0'328'0,"0"0"-279"0,0 0 80 0,0 0 6 16,0 0-24-16,0 0-38 15,-36-60-44-15,36 60 7 16,0 0-12-16,0 12-16 15,0 14 31-15,4 7 0 16,8 6-28-16,-2 1-3 16,2 0-6-16,3-2-1 15,4 1 0-15,-2-5-1 16,8-7-1-16,-2-4-3 16,5-9-31-16,-1-8-18 0,2-6-7 15,-1 0-10-15,-3-10-7 16,-3-14 1-16,-6-2 61 15,-11-11 15-15,-5 1 4 16,0 0-3-16,0 1 12 16,-2 6 18-16,-8 5 0 15,3 6 34-15,1 8-8 16,2 5 20-16,4 5 5 16,-2 0-22-16,-1 0-31 15,3 0-16-15,0 21-12 16,0 15 4-16,0 14 6 15,0 4 16-15,0 0-19 0,0 5-8 16,7 1 0-16,1-2-1 16,-1-2-25-16,-5-3-26 15,-2-9-162-15,0-10-17 16,0-11-66-16,-2-6-405 16</inkml:trace>
  <inkml:trace contextRef="#ctx0" brushRef="#br0" timeOffset="-194895.46">17956 8369 147 0,'0'0'988'0,"0"0"-962"0,-120 7 168 0,105-7 7 15,8 0-79-15,7 0-81 16,0 0-20-16,5 0-8 16,28 0 5-16,19 0-10 15,19 0-5-15,2-7-3 16,-2-5-37-16,-11 5-30 16,-16 3-85-16,-10 1-75 15,-16 3 28-15,-18 0-108 16,0 0-154-16</inkml:trace>
  <inkml:trace contextRef="#ctx0" brushRef="#br0" timeOffset="-194745.19">17797 8582 924 0,'0'0'67'0,"0"0"30"16,0 0-15-16,0 0-38 15,0 0-6-15,166 2-25 16,-73-22-13-16,8-4-35 15,-1-2-83-15,-13 2-199 16</inkml:trace>
  <inkml:trace contextRef="#ctx0" brushRef="#br0" timeOffset="-194296.47">18966 8065 148 0,'0'0'874'0,"0"0"-812"16,0 0 124-16,-73-108 30 16,63 98-52-16,4 7-19 15,6 3-74-15,0 0-45 16,0 28-14-16,2 24-5 15,16 15 18-15,1 10-7 16,6-2-11-16,0-2-5 16,0-3-2-16,-8-5 0 15,1-4-18-15,-7-11-42 0,3-13-137 16,-3-22-155-16,-3-15 6 16,-8-13-189-16</inkml:trace>
  <inkml:trace contextRef="#ctx0" brushRef="#br0" timeOffset="-194078.37">18928 8105 409 0,'0'0'378'0,"-22"-117"-303"16,22 76 16-16,6 7-3 15,30 7-43-15,13 8-13 16,7 10-6-16,2 9 16 16,-3 6 14-16,-10 29-7 15,-16 9-7-15,-20-1-15 16,-9 3-10-16,-29-2 4 15,-25-2-14-15,-13-7-7 16,3-5-21-16,8-12-64 0,14-10-88 16,15-8-113-1,16-2-400-15</inkml:trace>
  <inkml:trace contextRef="#ctx0" brushRef="#br0" timeOffset="-193643.11">19940 7569 861 0,'0'0'183'0,"0"0"-171"0,0 0 52 16,0 0 4-16,-139-70 3 15,110 66-32-15,0 2-5 16,-3 2 9-16,-2 0-16 15,2 13-19-15,6 10 8 16,3 5-1-16,8 7 12 16,1 6-8-16,7 4 21 15,7 7-4-15,0 4-8 16,0 2-5-16,0 6 15 16,14 4-18-16,-5 3-13 15,-3 6 20-15,1 0-23 16,-5 7 15-16,1 5-19 15,-1 7 7-15,-2 0 8 0,0 1-13 16,0-5 5-16,0-16-7 16,5-4 4-16,-3-9-2 15,7-11-1-15,2-8 6 16,7-9-7-16,11-6 0 16,13-6-8-16,13-9-17 15,10-8-61-15,13-6-109 16,2 0-52-16,1-23-80 15</inkml:trace>
  <inkml:trace contextRef="#ctx0" brushRef="#br0" timeOffset="-193312.39">20194 8065 846 0,'0'0'81'0,"0"0"34"0,0 0 11 0,0 0 28 0,0 0 15 0,0 0-50 15,-31-84-44-15,31 94-37 16,0 28-14-16,0 15 11 15,0 12 0-15,0 1-18 16,0-1-2-16,0 0-13 0,0-2-1 16,2-1-1-16,4-6-21 15,3-4-97-15,5-8-176 16,3-18-36-16,8-14-171 16</inkml:trace>
  <inkml:trace contextRef="#ctx0" brushRef="#br0" timeOffset="-193045.02">20612 8332 1071 0,'0'0'5'0,"0"0"24"15,0 0 63-15,0 0-28 16,0 0-46-16,0 0 7 15,174-19-15-15,-109 19-5 16,-5 9 1-16,-2-3-6 16,-4-5 0-16,-12-1-4 15,-11 0-33-15,-9 0-67 16,-9-11-75-16,-11-10-104 16,-2-2-101-16</inkml:trace>
  <inkml:trace contextRef="#ctx0" brushRef="#br0" timeOffset="-192861.5">20927 8101 106 0,'0'0'707'0,"0"0"-609"0,0 0 56 15,0 0-21-15,0 0-41 16,0 0-64-16,-47 28-11 16,47 18 49-16,0 8-8 15,0 2-36-15,0 6-11 16,8 4-11-16,2 5-1 15,1-4-29-15,-3 0-87 16,-3-9-73-16,-5-9-189 16</inkml:trace>
  <inkml:trace contextRef="#ctx0" brushRef="#br0" timeOffset="-190828.99">21881 7900 851 0,'0'0'209'0,"0"0"-155"0,0 0 79 0,-70-103-32 0,70 72-41 0,4 5-23 16,25 6-27-16,4 6 3 16,4 8-8-16,1 6 0 15,-7 0-4-15,-4 16 6 16,-12 18 3-16,-11 6-2 15,-4 4 18-15,-2 0-1 16,-25-4-8-16,-11-4 23 16,-4-5-6-16,-1-8-9 15,6-5-2-15,3-3-3 16,10-5-1-16,9-4-4 0,6-2-3 16,4-4-10-1,5 0 0-15,0 0-2 0,0 0-3 16,20 0 3-16,22 0 3 15,14 0-3-15,6 0-9 16,5 0-48-16,5 0-42 16,1 0-107-16,-1-8-62 15,-7-14-126-15</inkml:trace>
  <inkml:trace contextRef="#ctx0" brushRef="#br0" timeOffset="-190462.14">22453 7754 413 0,'0'0'418'0,"0"0"-384"16,0 0 113-16,0 0-10 15,0 0-5-15,0 0-57 16,-54-32-44-16,54 32 5 16,-2 18-30-16,0 18 0 15,2 10 9-15,0 4-10 16,0 0-1-16,2 3-2 15,18-7-2-15,5-8 0 16,0-11-6-16,6-10-9 16,0-11 1-16,2-6 14 15,1-2 14-15,-3-23-8 16,-7-8 5-16,-6-8 1 0,-14-6 14 16,-4-6 28-16,0 1-11 15,-27 6-5-15,-4 8-12 16,-2 13-7-16,-3 8-19 15,1 11-16-15,-3 6-68 16,3 0-69-16,3 2-80 16,-3 16-29-16,-2 8-313 15</inkml:trace>
  <inkml:trace contextRef="#ctx0" brushRef="#br0" timeOffset="-190195.54">21626 8312 18 0,'0'0'1109'0,"0"0"-1099"15,0 0 2-15,0 0 81 16,0 0-9-16,0 0 21 16,163 51-36-16,-11-46 2 15,23-5-31-15,10 0-7 16,-2 0 0-16,-16-11-18 15,-18 0-13-15,-25-2-2 16,-29 4-18-16,-30 1-31 16,-28-1-108-16,-24 5-63 15,-13 4-5-15,-40 0-158 16</inkml:trace>
  <inkml:trace contextRef="#ctx0" brushRef="#br0" timeOffset="-189912.02">22068 8732 1104 0,'0'0'13'16,"0"0"31"-16,0 0 129 15,0 0 96-15,0 0-147 16,0 0-81-16,-27-25-18 15,27 53-13-15,0 13 16 0,2 9 6 16,11 0-24-16,1 5-7 16,-6-1-1-16,1-1-2 15,-7-1-30-15,0-10-57 16,6-8-103-16,5-14-92 16,11-18 69-16,6-2-153 15,3-28-110-15</inkml:trace>
  <inkml:trace contextRef="#ctx0" brushRef="#br0" timeOffset="-189245.2">22379 8699 896 0,'0'0'78'0,"0"0"35"0,0 0 79 16,0 0-81-16,0 0-38 16,0 0-49-16,0 9-21 15,0 34 4-15,0 11-2 16,0 0 0-16,5-4-4 15,13-2-1-15,4-8 0 16,1-9-3-16,5-13-4 16,-1-11-38-16,0-7-21 15,0 0 26-15,-4-21-8 16,-2-16-1-16,-8-7 35 16,-11-6 14-16,-2-2 0 15,-9 4 5-15,-24 5 15 16,-7 10 17-16,-9 7-8 0,-2 8-13 15,8 8 2 1,14 3-16-16,16 6 2 0,13 1-4 16,0 0-31-16,20 0-34 15,25 0 46-15,11 0-33 16,4 0-17-16,2 0 52 16,-4 0 14-16,-5 0 1 15,1 0 2-15,-10-10 2 16,-1-2 2-16,-14 3 10 15,-10 3 10-15,-11 4 5 16,-6 2-12-16,-2 0 4 16,0 0 12-16,0 17-8 15,-14 13-4-15,1 12-9 0,1 6-7 16,8 2-1-16,4 0 1 16,0 1-1-1,0-6-1-15,0-3-2 0,14-6-1 16,5-8 0-16,4-8-3 15,4-13-4-15,2-7 0 16,4 0-5-16,0-21-1 16,-1-9 13-16,-3-3 4 15,-9-10 7-15,-11-2 19 16,-9-4 1-16,0-1 46 16,-21 6-25-16,-6 7 9 15,-1 10-12-15,-3 3-49 16,-3 5-5-16,-1 5-105 15,7 3-22-15,3 0-90 0,0 5-349 16</inkml:trace>
  <inkml:trace contextRef="#ctx0" brushRef="#br0" timeOffset="-188645.88">23128 7592 532 0,'0'0'487'0,"0"0"-458"0,0 0 48 0,0 0-6 0,0 0-35 0,0 0-24 16,143-60-3-16,-91 60 11 16,4 0 18-16,-8 0-12 15,-9 0 23-15,-10 7-32 16,-8 10-3-16,-8 6 6 0,-2 5 0 15,-6 9 7 1,-1 7-1-16,-4 2-6 0,2 8-5 16,1 2-5-16,-3 4 4 15,0 3-10-15,0-1 7 16,0 4-10-16,2-2 20 16,0 2-19-16,-2 2-1 15,3 2 2-15,2 9-4 16,3 3 2-16,3 4-1 15,4-2 0-15,5-2 3 16,1-3-1-16,-2-5-1 16,1-2 0-16,-1-5-1 0,-6-7 0 15,-9-10 1-15,-4-10-1 16,0-8-2-16,-27-2-17 16,-24-6 16-16,-21 2-59 15,-23-2-132-15,-14-4-4 16,-21-1-163-16</inkml:trace>
  <inkml:trace contextRef="#ctx0" brushRef="#br0" timeOffset="-187546.23">23543 7097 34 0,'0'0'906'0,"0"0"-836"0,0 0 63 0,0 0 12 0,0 0-20 0,0 0-17 0,-108-50-46 15,108 19-2-15,0-1-45 16,11 2-15-16,16 4 0 16,2 8-5-16,4 12 5 15,-2 5-1-15,-2 1-4 16,-6 17 5-16,-10 22-9 16,-8 11 8-16,-5 2 1 15,-2 4 7-15,-27-9-4 16,-10-4 5-16,0-12 10 15,-3-4-3-15,3-9 12 16,11-6-5-16,12-6 2 16,12-6-8-16,4 0 4 15,20 0-20-15,39-4-2 0,36-18-2 16,32-9-65-16,19-13-113 16,1-14-214-16,-4-6-572 15</inkml:trace>
  <inkml:trace contextRef="#ctx0" brushRef="#br0" timeOffset="-184227.25">21702 10307 1074 0,'0'0'31'0,"0"0"8"16,0 0 82-16,0 0 74 0,-116-19-87 15,114 19-14-15,2 0-39 16,0 0-30-16,0 0-1 0,31-1-9 16,34-5 2-16,30-4-4 15,30-7-9-15,9-6-4 16,0-1 1-16,-7-1-3 16,-11 1 2-16,-19 4-1 15,-18 4-1-15,-22 6 1 16,-18 4-32-16,-20 1-67 15,-9 4-56-15,-6 1-72 16,-4-1-52-16,0-2-178 16</inkml:trace>
  <inkml:trace contextRef="#ctx0" brushRef="#br1" timeOffset="-172294.55">2948 10153 919 0,'0'0'125'0,"0"0"-109"0,0 0 127 0,-129 54-53 16,102-54-20-16,3 0 37 16,1-17-4-16,4-11-63 15,4-3-22-15,7-1-12 16,8-1-1-16,0 1-5 15,2 5-3-15,21 4 1 16,-1 5 1-16,9 9-2 16,3 9 2-16,6 0-5 0,1 21 6 15,3 19 0 1,-11 12-2-16,-6 9 2 0,-14 4 3 16,-13 4 0-16,0 0 1 15,-18-2-4-15,-16-6 0 16,-5-10 2-16,-1-11-2 15,-1-10 0-15,-1-13 1 16,4-11 0-16,3-6 1 16,6 0 3-16,6-23-5 15,5-7 3-15,9-2-3 16,9-2-7-16,0 0 3 16,0 0 1-16,11 6 6 15,10 0 8-15,3 8-9 16,7 8 3-16,5 6 10 15,6 6 7-15,1 0 1 0,1 22-2 16,1 7-8-16,-5 4-3 16,0-3-9-16,-5-4-2 15,-6-4 0-15,6-6-47 16,-4-10-70-16,0-6-179 16,2 0 18-16,-7-24-181 15</inkml:trace>
  <inkml:trace contextRef="#ctx0" brushRef="#br1" timeOffset="-171879.57">3260 10046 396 0,'0'0'336'0,"0"0"-244"0,0 0 106 0,0 0-86 0,0 0 21 0,0 0 2 0,-85-64-9 0,83 64-48 0,2 0-30 16,0 24-23-16,0 13-10 15,0 8-4-15,14-1-7 16,5 2-3-16,4-2-1 16,2-5-7-16,2-7-16 15,2-8-19-15,-4-10-25 16,7-11-49-16,-3-3 46 16,2-8-15-16,0-24 19 15,-4-9 28-15,-9-5 10 16,-7-1 20-16,-11 1 8 15,0 6 4-15,-17 6 7 0,-14 6 29 16,-10 9 48-16,-1 4-17 16,0 7 3-16,-1 8 8 15,7 0-45-15,1 2-14 16,6 20-22-16,4 4-1 16,10 5-6-16,11 6-49 15,4 1-59-15,2 0-57 16,22-2-21-16,5-7-142 15,4-9-159-15</inkml:trace>
  <inkml:trace contextRef="#ctx0" brushRef="#br1" timeOffset="-171528.83">4069 9272 956 0,'0'0'50'0,"-34"-112"74"0,19 78 5 0,4 15-25 0,0 12 34 0,6 4-44 16,-1 3-20-16,1 19-23 16,-2 39-43-16,1 30 23 15,1 31 4-15,3 21 0 0,2 15-6 16,0 20-5-1,0 18-4-15,0-3-7 0,0-5-1 16,0-12-9-16,0-27 0 16,2-20 0-16,5-23-4 15,1-27 1-15,0-22-13 16,-4-25-26-16,1-14-69 16,-3-15-148-16,-2-26 8 15,0-41 31-15,-31-28-160 16,-15-30 63-16</inkml:trace>
  <inkml:trace contextRef="#ctx0" brushRef="#br1" timeOffset="-171261.36">3578 9942 403 0,'0'0'493'0,"0"0"-432"0,0 0 0 0,0 0-26 16,0 0-7-16,0 0-2 15,-52 107 12-15,71-88-23 16,4-5-8-16,-5-8-1 15,-1-6 3-15,-1 0 11 16,-1-14-6-16,-4-14 3 16,-1-4 4-16,-10 0 17 15,0 1 7-15,0 8 9 16,-2 8 39-16,-11 8-41 16,5 5-24-16,0 2-28 15,1 0-45-15,0 9-52 16,7 14-70-16,0 9-30 0,0 4-243 15</inkml:trace>
  <inkml:trace contextRef="#ctx0" brushRef="#br1" timeOffset="-170912.52">4102 10087 545 0,'0'0'490'0,"0"0"-459"16,0 0 131-16,0 0-19 16,0 0-96-16,0 0-14 0,-10-7-30 15,10 31-1-15,6 6 6 16,12 0-8-16,1-6-12 16,4-5 8-16,0-8-12 15,-5-8-10-15,1-3-5 16,-5 0 21-16,-3-10 10 15,-5-11 6-15,-1-1-2 16,-5-2 7-16,0 4 36 16,-13 2-8-16,-12 5 0 15,2 4 14-15,4 7-53 16,-1 2-6-16,5 0-72 16,3 0-135-16,5 0-135 15</inkml:trace>
  <inkml:trace contextRef="#ctx0" brushRef="#br1" timeOffset="-170661.97">4686 9869 206 0,'0'0'989'0,"0"0"-970"16,0 0 102-16,0 0-71 0,0 0-35 16,0 0 3-1,120-51 22-15,-53 22-28 0,-9 0-12 16,-11 4-51 0,-11 2-117-16,-14 4-44 0,-15 15-237 15</inkml:trace>
  <inkml:trace contextRef="#ctx0" brushRef="#br1" timeOffset="-170511.84">4753 10028 880 0,'0'0'23'16,"0"0"105"-16,0 0-52 16,0 0-27-16,0 0-27 15,142-24-22-15,-71-18-2 16,1-11-127-16,-9 3-110 0,-17 4-260 15</inkml:trace>
  <inkml:trace contextRef="#ctx0" brushRef="#br1" timeOffset="-169659.42">6142 9056 262 0,'0'0'803'0,"0"0"-798"0,-119 76 39 0,68-51 52 0,-1 0-8 0,4-7-11 16,5-6-7-16,3-8-40 15,7-4 12-15,4 0-17 16,6-16 1-16,6-12-14 15,7-4-12-15,8-1-4 16,2 1-7-16,2 4 6 0,21 6-10 16,8 3 15-16,2 5-1 15,6 7 0-15,3 7-1 16,2 0-1 0,1 27-5-16,-5 18-1 0,-9 10 9 15,-13 9 3-15,-11 3-3 16,-7-6 1-16,-9-1 5 15,-22-3-3-15,-9-13-2 16,2-10 4-16,-2-12-5 16,-1-11 4-16,5-8-2 15,1-3 0-15,4-4-2 16,4-19-8-16,5 2 6 16,13 1 2-16,7-3 2 15,2 4-2-15,0 0 2 16,15 3-1-16,12 4-1 0,7 8 6 15,6 4 34-15,9 0-22 16,2 16 1-16,2 8-4 16,-1 5-13-16,-6-4-1 15,-6-3-1-15,1-5-36 16,-6-7-111-16,1-10-58 16,-3 0 2-16,-2-14-104 15,-8-21 55-15,-8-8 66 16</inkml:trace>
  <inkml:trace contextRef="#ctx0" brushRef="#br1" timeOffset="-169328.78">6292 9246 41 0,'0'0'292'0,"-26"-124"-127"0,12 71 2 0,1 3-8 0,-1 10-32 0,-1 10-53 15,4 7 7-15,2 15 0 16,3 5 35-16,3 3 34 16,1 0-73-16,2 0-5 15,0 28-53-15,0 14-9 16,0 15 8-16,9-2-13 15,16 2-2-15,4-7-3 16,4-8-3-16,0-6 2 16,1-12-12-16,-3-10-23 15,0-10-34-15,-4-4 19 16,0-10 16-16,-8-20 14 16,-7-10 21-16,-12-5 32 15,0-8-30-15,-16-1 9 16,-20 1 37-16,-1 9-16 15,-3 12-4-15,-1 12-28 0,3 12 0 16,3 8-10-16,2 0-87 16,6 10-107-16,2 16-40 15,2 9-237-15</inkml:trace>
  <inkml:trace contextRef="#ctx0" brushRef="#br1" timeOffset="-169029.47">5573 9951 1073 0,'0'0'90'0,"-118"33"-83"0,76-21 86 0,13-4 33 0,20-5 2 15,9-3-82-15,55 0-25 16,42-29 1-16,47-21-2 15,32-15-17-15,18-11 5 16,7-2 1-16,-6 0 0 16,-16 2-3-16,-28 6-2 15,-30 13-2-15,-46 17-2 16,-37 20-25-16,-31 10-121 16,-7 10 37-16,-39 0-89 0,-21 14-89 15,-13 28-181 1</inkml:trace>
  <inkml:trace contextRef="#ctx0" brushRef="#br1" timeOffset="-168705.53">6232 10046 573 0,'0'0'448'0,"0"0"-428"16,0 0 123-16,0 0 95 0,-102-104-102 15,100 104 12-15,2 0-49 16,-3 0-49-16,3 0-31 16,0 15-5-16,5 22-4 15,15 15 1-15,5 8-1 16,-1 1-8-16,5 3-4 15,-3-7-5-15,1-2-50 16,0-11-103-16,2-13-148 16,-4-14-4-16,-6-17-209 15</inkml:trace>
  <inkml:trace contextRef="#ctx0" brushRef="#br1" timeOffset="-168057.27">6431 9996 1034 0,'0'0'21'0,"0"0"149"16,0 0-6-16,0 0-34 16,0 0 0-16,0 0-51 15,-63-58-44-15,63 58-35 16,0 19-22-16,11 17 22 16,12 5 3-16,6 1 9 15,-2-4-12-15,-3-8-1 16,2-6 1-16,-1-10-23 15,0-9-31-15,-1-5 22 16,-1 0 2-16,-4-16 7 16,-5-12 6-16,-7-7-23 15,-7-5 36-15,-7 4 4 0,-24 5 0 16,-8 6 4-16,-3 11-4 16,-2 6 0-16,-3 5-4 15,5 3 4-15,11 0 0 16,13 0-1-16,13 0-2 15,5-1-16-15,5-9-78 16,35-8 40-16,15-5 29 16,12-8-41-16,-1-1 23 15,-2 2 21-15,-7-5 23 16,-4 6 2-16,-5 0 4 16,-14 7 6-16,-15 7 10 15,-7 10-12-15,-12 5 5 16,0 0 39-16,0 20-4 0,0 18-27 15,0 11 2 1,4 1-17-16,5 0-3 0,7-9-2 16,5-3 3-16,4-7-3 15,4-9-1-15,2-6-2 16,3-8-5-16,-1-8-5 16,3 0 8-16,-2-10 4 15,-3-15 1-15,-7-12 3 16,-10-7 4-16,-10-5 2 15,-4-7 6-15,-21 5 28 0,-23 7 18 16,-9 8-12 0,-12 17-22-16,3 15-25 0,-5 4-3 15,3 0-87-15,8 12-69 16,2-1-134-16,14 2-340 16</inkml:trace>
  <inkml:trace contextRef="#ctx0" brushRef="#br1" timeOffset="-167496.16">6092 8743 428 0,'0'0'612'0,"0"0"-577"0,0 0 119 0,-118-56-5 0,111 51-13 0,7 4 1 16,0 1-60-16,0 0-36 15,25 22-24-15,19 24-9 16,21 12 19-16,7 9-18 16,3-2-5-16,-2 6-4 15,3 7-1-15,-5 3-27 16,0 7-76-16,-1 5-105 0,-3-3-49 15,-9-4-74 1,-4-3-431-16</inkml:trace>
  <inkml:trace contextRef="#ctx0" brushRef="#br1" timeOffset="-167062.04">6830 9756 440 0,'0'0'405'15,"0"0"-353"-15,-125-132 92 16,87 99-24-16,9 11 14 16,11 12 22-16,12 4 23 15,3 6-94-15,3 0-50 0,0 8-27 16,27 26-3-1,22 16 4-15,13 14-2 0,10 2-5 16,5-1-2-16,4-4-25 16,3-3-43-16,1 1-51 15,-4-7-100-15,-19-2-60 16,-18-8-265-16</inkml:trace>
  <inkml:trace contextRef="#ctx0" brushRef="#br1" timeOffset="-166461.09">5899 8995 337 0,'0'0'425'0,"0"0"-330"0,0 0 65 0,54-106-31 0,-50 104-19 15,-4 2 28-15,0 12 13 16,-19 46-87-16,-16 28-14 16,-10 28-31-16,-1 9 10 15,-1-3-29-15,6-9-1 16,6-13-23-16,6-14-21 15,13-20-109-15,7-20-100 16,5-26-124-16</inkml:trace>
  <inkml:trace contextRef="#ctx0" brushRef="#br1" timeOffset="-166228.23">5172 8451 480 0,'0'0'624'16,"0"0"-598"-16,0 0 95 16,0 0-20-16,0 0-82 15,0 0-19-15,0 56 15 16,27 3-3-16,4 3-12 15,0 3-11-15,5-3-108 16,9 2-37-16,-1 2-125 0,5 8-327 16</inkml:trace>
  <inkml:trace contextRef="#ctx0" brushRef="#br1" timeOffset="-165895.42">6560 9928 145 0,'0'0'596'0,"0"0"-494"0,0 0-45 15,0 0 46-15,-92 110-25 16,59-58-17-16,-2 11-1 16,-7 9 7-16,-6 6-21 15,-1 4-22-15,-6 4-7 16,-5-4-5-16,4 1-12 16,4-7-6-16,15-12-59 15,14-16-95-15,12-18-148 16</inkml:trace>
  <inkml:trace contextRef="#ctx0" brushRef="#br1" timeOffset="-165511.58">6751 10563 1029 0,'0'0'42'15,"0"0"6"-15,0 0 81 16,0 0-81-16,0 0-41 16,-122 40-3-16,113-19-4 15,9-1 0-15,0-2-5 0,6 0-11 16,26-4 2-1,3-1-13-15,6-2 21 0,1-3-3 16,-4 4 8-16,-5 0 1 16,-8 2 2-16,-7-2 7 15,-12-4 21-15,-6-3 9 16,0 7 7-16,-13 9 9 16,-20 3-24-16,-10 4-31 15,1-6-50-15,1-14-96 16,-1-8-71-16,7-1-265 15</inkml:trace>
  <inkml:trace contextRef="#ctx0" brushRef="#br1" timeOffset="-165361.39">6667 10542 820 0,'0'0'373'0,"0"0"-326"16,0 0 64-16,0 0-73 15,0 0-27-15,113-113-11 16,-59 63-110-16,-8-4-200 16</inkml:trace>
  <inkml:trace contextRef="#ctx0" brushRef="#br1" timeOffset="-162846.14">8665 7561 1203 0,'0'0'45'0,"0"0"133"0,0 0 86 0,0 0-183 0,0 0-23 0,0 0-17 16,0 0-23-16,-31 102-3 15,31-21 16-15,0-1-19 16,0-5-1-16,5 1-8 16,-3-6-3-16,0-6 0 15,3-8-9-15,-1-12-20 16,4-10-57-16,4-11-134 0,1-15-109 16,-1-8 99-1,-8-14-32-15,-4-30-14 0,0-17-52 16,-26-9 137-16,-8-7 191 15,2 4 331-15,4 2-168 16,6 10 10-16,9 8 23 16,13 9-93-16,0 1-54 15,13 6-22-15,22 3-12 16,8 9-2-16,3 10 6 16,4 15 4-16,-4 0 27 15,-8 14 9-15,-12 16-2 16,-18 7-19-16,-8 8-14 15,-29 1-8-15,-25 6-16 16,-8-1-20-16,6-6-127 16,2-3-89-16,10-7-365 0</inkml:trace>
  <inkml:trace contextRef="#ctx0" brushRef="#br1" timeOffset="-162229.02">8812 8897 1014 0,'0'0'52'0,"0"0"69"0,0 0 94 0,0 0-62 0,0 0-5 16,0 0-73-16,-98-65-22 15,98 65-28-15,-2 11-19 16,-2 21-5-16,0 12 8 0,-3 5-9 16,4-7-1-1,3-6 1-15,-2-4-11 0,2-9-4 16,0-6-13-16,0-7-13 16,0-5-35-16,0-5-17 15,0 0 50-15,0 0 0 16,7-11 11-16,11-10 30 15,4-2 2-15,5 1 0 16,1 4 6-16,6 8-6 16,6 10 8-16,5 0 9 15,4 7 15-15,-4 24 13 16,-5 7 37-16,-16 4-50 16,-15 2 5-16,-9 2-5 15,-9 2 0-15,-29 0-11 0,-11-4-10 16,-2-10-11-16,4-12-23 15,2-16-72-15,10-6-133 16,4-25-70-16,2-25-171 16</inkml:trace>
  <inkml:trace contextRef="#ctx0" brushRef="#br1" timeOffset="-162061.29">8750 8835 930 0,'0'0'99'15,"0"0"-47"-15,0 0 53 16,0 0-88-16,0 0-16 16,136-24-1-16,-54 16 0 0,5-4-78 15,-6-3-162-15,-8 6-312 16</inkml:trace>
  <inkml:trace contextRef="#ctx0" brushRef="#br1" timeOffset="-161211.92">11361 7732 1084 0,'0'0'33'0,"0"0"108"0,0 0 118 0,0 0-99 0,0 0-55 0,0 0-61 15,-33-10-15-15,20 62-18 16,-5 12 3-16,0 5-10 16,5-4-4-16,2-5 1 15,1-4-2-15,6-9-5 16,2-14-23-16,2-16-37 16,0-11-9-16,0-6 1 15,4-6 31-15,14-30 18 16,9-16 21-16,-3-13-2 15,1-4 6-15,-5-3 2 16,-3 5-1-16,-1 9 4 16,-5 18-3-16,-3 17 8 0,-6 12 36 15,-2 9-8 1,0 2-3-16,2 0 21 0,11 20-24 16,7 20-23-16,5 14 50 15,6 6-46-15,-4 1-10 16,3-1-3-16,-1-4 2 15,0-2-6-15,-2-6 1 16,-6-6-64-16,-6-8-139 16,-6-11-77-16,-7-9 2 15,-2-13-147-15</inkml:trace>
  <inkml:trace contextRef="#ctx0" brushRef="#br1" timeOffset="-161027.64">11230 8099 410 0,'0'0'450'0,"0"0"-399"16,0 0 83-16,0 0-45 16,0 0-41-16,0 0-38 15,96-13 17-15,-3 2-15 16,16-7-12-16,5-4-4 16,2-8-50-16,-7 1-87 15,-18 6-297-15</inkml:trace>
  <inkml:trace contextRef="#ctx0" brushRef="#br1" timeOffset="-160296.36">11651 9083 939 0,'0'0'66'0,"0"0"65"0,0 0 32 0,0 0-11 15,0 0-34-15,0 0 29 16,-156-54-74-16,107 93-27 15,4 11-18-15,5 6-8 16,9 0-3-16,16 2-13 16,10-2-2-16,5-1 1 15,14-5-3-15,21-5-2 16,12-8-10-16,6-9-8 16,1-12-15-16,-5-10 5 15,-4-6 6-15,-8 0 8 0,-8-20-20 16,-6-6 30-16,-12-8 3 15,-11-4 3-15,0 1 2 16,-22 5 1-16,-17 12 2 16,-5 10 6-16,-1 10-11 15,1 0-4-15,4 17-107 16,7 16-64-16,10 7-49 16,2 5-31-16,9 0-292 15</inkml:trace>
  <inkml:trace contextRef="#ctx0" brushRef="#br1" timeOffset="-152379.37">8226 8849 872 0,'0'0'0'0,"0"0"-25"0,0 0-81 0,0 0-192 0,0 0-126 0</inkml:trace>
  <inkml:trace contextRef="#ctx0" brushRef="#br1" timeOffset="-151826.37">8329 8501 917 0,'0'0'74'0,"0"0"-1"16,0 0 34-16,0 0-33 16,0 0 23-16,-149 148 42 0,110-75-45 15,6 12-19-15,4 9 10 16,14 0-10-16,11 3-34 16,4-5-5-16,2-6-20 15,27-7-10-15,11-7-1 16,9-5-3-16,16-8-4 15,8-9-1-15,7-12-28 16,5-16-138-16,-7-17-168 16,-7-5-50-16</inkml:trace>
  <inkml:trace contextRef="#ctx0" brushRef="#br1" timeOffset="-151429.16">9140 8454 949 0,'0'0'24'0,"0"0"114"0,0 0 7 0,0 0-62 0,0 0-7 0,0 0-46 0,15 20 18 15,41 49 53-15,6 20-65 16,-1 17-4-16,-3 17 26 15,-13 8-19-15,-17 7-24 16,-18 2 5-16,-10-7-20 16,-25-11-5-16,-22-15 2 15,-2-15-1-15,0-23-69 16,9-25-105-16,0-25-140 16,5-19-165-16</inkml:trace>
  <inkml:trace contextRef="#ctx0" brushRef="#br1" timeOffset="-150995.59">9666 8396 382 0,'0'0'610'0,"0"0"-604"15,0 0 68-15,0 0-10 16,0 0-37-16,-7-111 25 16,34 95-20-16,4 9-14 15,-4 7-13-15,-3 1-1 16,-8 28 2-16,-5 8-3 15,-7 10-2-15,-4-5 4 16,0 2 2-16,-17-6 12 16,-8-4 23-16,-4-6 36 15,2-6-20-15,7-7-10 16,7-8-6-16,11-5 29 16,2-2-43-16,0 0-23 15,20-2-5-15,35-26-8 0,26-7-25 16,17-8-70-1,2 0-212-15,-4 2-160 0</inkml:trace>
  <inkml:trace contextRef="#ctx0" brushRef="#br1" timeOffset="-150378.95">11103 8824 1100 0,'0'0'42'0,"0"0"85"0,0 0 44 0,0 0-101 0,0 0-6 16,-134 125 17-16,101-41 18 0,6 13-38 16,14 7-19-1,9-1-8-15,4-9-10 0,12-6-16 16,24-10-5-16,13-7-3 16,7-13-2-16,5-9 1 15,5-11-20-15,7-14-75 16,1-14-138-16,-5-10-172 15,-6-14-214-15</inkml:trace>
  <inkml:trace contextRef="#ctx0" brushRef="#br1" timeOffset="-150078.36">11891 8832 945 0,'0'0'85'15,"0"0"-15"-15,0 0 85 16,0 0-71-16,0 0-59 16,0 0 75-16,50 89 5 15,-12-22-62-15,1 8 2 16,2 13-12-16,-10 5-8 15,-7 1-9-15,-16 3-12 16,-8 0-4-16,-25 2 0 0,-29 1-13 16,-13-10-144-1,-9-15-231-15,3-21-264 0</inkml:trace>
  <inkml:trace contextRef="#ctx0" brushRef="#br1" timeOffset="-149611.89">12299 8793 261 0,'0'0'747'0,"0"0"-735"15,0 0 102-15,0 0-20 16,0 0-38-16,0 0-17 16,-36-108 24-16,41 86-29 15,15 3-24-15,5 6-6 16,2 8 1-16,-5 5 6 15,2 2-2-15,-4 27 6 0,-4 7 0 16,-9 3-1-16,-7 3 2 16,0 1 16-1,-16-3 1-15,-11 2 9 0,-2-6 1 16,5-5-10-16,6-12 0 16,9-7 32-16,7-8-58 15,2-4-5-15,27 0 5 16,36-30-6-16,32-17-1 15,26-20-123-15,10-16-174 16,2-19-180-16</inkml:trace>
  <inkml:trace contextRef="#ctx0" brushRef="#br1" timeOffset="-141540.08">8536 10799 160 0,'0'0'0'0,"0"0"-53"0</inkml:trace>
  <inkml:trace contextRef="#ctx0" brushRef="#br1" timeOffset="-140862.3">8536 10799 413 0,'78'-77'415'0,"-78"75"-373"16,0 0 61-16,-16 0 68 16,-5-2-121-16,-8 1 16 15,2 0 3-15,-2-2-2 16,4-4 17-16,3-3-30 15,2-5-31-15,4 3-7 16,7-3-1-16,7 0-1 16,2 5-6-16,0-1-3 0,7 1-5 15,15 2-1 1,5 4-1-16,4 6 1 0,3 0 1 16,-1 1 0-16,0 22-1 15,-1 4 1-15,-6 10 0 16,-4 3 0-16,-8 2-1 15,-5 0-1-15,-9 0 2 16,0 0-3-16,-16-1 3 16,-15-3 0-16,-2-3 2 15,0-4 14-15,-4-8-16 16,6-8 1-16,4-12 0 16,3-3 0-16,2 0-1 15,4-7-8-15,2-13 8 16,10-3 3-16,4 0-1 0,2-4 1 15,0 1-3-15,6 2 0 16,7 6-1-16,1 4 1 16,1 8 1-16,4 6-1 15,-3 0 1-15,7 2 0 16,2 18-1-16,2 8 2 16,-2 3 1-16,-4-1 2 15,-3 0-2-15,0-2-3 16,0-5 0-16,0 0-3 15,4-7-45-15,5-2-192 16,-1-12-55-16,1-2-244 16</inkml:trace>
  <inkml:trace contextRef="#ctx0" brushRef="#br1" timeOffset="-140512.25">8976 10649 458 0,'0'0'328'0,"0"0"-285"0,0 0 65 0,0 0 23 0,0 0-37 0,0 0-39 16,-85-96-17-16,73 105 0 15,4 11-24-15,7 4 0 16,1 2-8-16,0-2 7 16,9 2-10-16,20-2-2 15,10-4 1-15,0 3 1 0,3-4-3 16,-1 3-5-16,-7 4 5 15,-11 1 0-15,-5-6 2 16,-9-3 0-16,-7-4 0 16,-2-2 31-16,-4-2 59 15,-27 4-17-15,-7-2-44 16,-2-3-25-16,-1-9-6 16,12 0-7-16,8 0-162 15,3-27-78-15,7-10-122 16,11-12-347-16</inkml:trace>
  <inkml:trace contextRef="#ctx0" brushRef="#br1" timeOffset="-140442.42">8976 10649 831 0</inkml:trace>
  <inkml:trace contextRef="#ctx0" brushRef="#br1" timeOffset="-140362.43">8976 10649 831 0,'19'-121'59'0,"-19"117"68"0,0 1 11 0,-2 1-65 0,2-2-20 15,0-4-29-15,31-2-3 16,16-4-21-16,11-4-6 15,3 0-50-15,-2-4-79 16,-8 2-205-16</inkml:trace>
  <inkml:trace contextRef="#ctx0" brushRef="#br1" timeOffset="-139160.12">11411 10764 340 0,'0'0'543'16,"0"0"-446"-16,0 0 16 0,0 0-14 0,0 0-32 0,0 0-8 15,-70-115-26-15,97 94-31 16,1 6-1-16,2 5 2 0,-1 8-2 15,-2 2-1-15,-2 0 1 16,-6 6-1-16,-5 15 0 16,-6 7 1-16,-5 4 2 15,-3-2 0-15,0 1 9 16,-13-2 0-16,-12-1 4 16,-2-4 2-16,2-3-8 15,4-2 5-15,5-7 23 16,5-4-29-16,4-2-8 15,4-2-2-15,3-1 0 16,0 0-25-16,3 1 26 16,21 0-1-16,3 0 3 15,6-4-4-15,3 4-18 0,3 2 17 16,-2 5 2-16,-1 3 1 16,-7 4-2-16,-7 1-1 15,-11 2 2-15,-9-6 2 16,-2 3 2-16,-11-3 4 15,-24-1 46-15,-8-3-30 16,-3-2-16-16,-2-5 7 16,7-4 1-16,1 0-8 15,5-15-5-15,12-6-2 16,4-3 0-16,13-2-98 16,6-1-39-16,0 1-101 15,17 2-159-15,14 0-297 16</inkml:trace>
  <inkml:trace contextRef="#ctx0" brushRef="#br1" timeOffset="-138711.9">12074 10537 952 0,'0'0'16'0,"0"0"74"0,0 0 33 16,0 0-39-16,0 0-35 15,0 0-17-15,-111-28 4 16,85 52-13-16,3 6-8 0,0 7 2 16,8 3 9-16,4 4 15 15,4 2-24-15,5 2-6 16,2-2-3-16,0 0-3 15,9 1 2-15,17-7-6 16,3-7 0-16,3-6-1 16,-1-10 0-16,-4-7 0 15,0-7-1-15,2-3 1 16,0 0-5-16,-2-21 3 16,-6-6-2-16,-7-5 1 15,-8-1 6-15,-6 2-3 16,0 6 1-16,-10 5 2 0,-19 11 5 15,-9 9-7-15,-7 0-1 16,-1 5-3-16,3 19-1 16,7 4-67-16,11 0-156 15,6 0-104-15</inkml:trace>
  <inkml:trace contextRef="#ctx0" brushRef="#br1" timeOffset="-131228.58">8966 11419 641 0,'0'0'311'0,"0"0"-255"0,0 0 67 0,0 0-21 0,0 0-4 15,0 0 72-15,0 0-108 0,0 0-20 16,-51-57-15 0,51 57 15-16,-2 0-25 0,2 0-8 15,0 0-4-15,0 0-3 16,0 20 2-16,0 6 5 15,0 8 3-15,0 0 3 16,7 0-2-16,-1 10-5 16,1-1-5-16,-1 8 1 15,2-1 2-15,-2-1-5 16,-2-9 1-16,1-1 0 16,1-1 0-16,-4-7-2 15,4-1 0-15,-4-2 0 16,-1-6 1-16,-1-2 1 15,3-3-2-15,-3-1 0 16,2-7-1-16,0-3 1 0,-2 0 0 16,0-3 0-16,0 1 0 15,0-2 1-15,0-1-1 16,0-1 1-16,0 3-1 16,0-3 0-16,0 2 1 15,0-2-1-15,0 0 0 16,0 0 1-16,0 0-1 15,0 0 0-15,0 1 0 16,0-1 0-16,0 0 0 16,0 0-1-16,0 0 0 15,3 0 0-15,9 3 0 16,2-2 1-16,9-1 1 16,-4 2-1-16,6-2 0 0,2 0 0 15,6 0 0-15,-2 0 0 16,5 0 0-16,-1 2-4 15,4 0 3-15,1 2-1 16,4-1-3-16,10 1 2 16,15-1-1-16,7 4 2 15,11-3 1-15,-1 2 0 16,3-3 0-16,1 3 1 16,-1-2-2-16,-2-4 2 15,0 0 1-15,-5 0 0 16,0 0 2-16,-3 0-4 15,-4 0 4-15,0 0-2 0,3 0-1 16,3 0-3 0,-1 0 2-16,-6 0 1 0,-5 0-6 15,-11 0 4-15,-2 0-3 16,-5 0 1-16,0 0 4 16,1 0 0-16,-2 0-1 15,4 0-2-15,-2 0 3 16,-2-7-4-16,0-2 4 15,-6 2 1-15,-6 0 1 16,-4 1-1-16,-3 2 2 16,-2 3-2-16,-3-4-1 15,-4 5 0-15,1 0 0 0,-3-2-1 16,-5 2 1-16,-4 0 4 16,-1 0-3-16,-6 0-1 15,0 0 0-15,-1 0 0 16,-1-2-3-16,-2 1-9 15,6-2-158-15,2-4-46 16,-4-8-22-16,-4-3-209 16</inkml:trace>
  <inkml:trace contextRef="#ctx0" brushRef="#br1" timeOffset="-130879.4">11729 11512 261 0,'0'0'480'0,"0"0"-388"0,0 0 56 0,0 0-25 0,0 0-64 16,0 0 23-16,-15-96 52 15,15 94-47-15,0 2-22 16,0 0-14-16,0 0-29 15,0 0-12-15,0 0-7 16,0 12 5-16,6 13 7 16,7 6 8-16,-2 7-3 15,1 6 4-15,-3 2-14 16,1 4 0-16,-2-3-6 0,0-6-2 16,-1 0-2-16,-1-8 0 15,0 0-1-15,-2-5-8 16,-4 0-49-16,0 0-221 15,0-2-194-15</inkml:trace>
  <inkml:trace contextRef="#ctx0" brushRef="#br1" timeOffset="-120595.56">10792 12664 861 0,'0'0'105'0,"0"0"-5"0,0 0 41 0,0 0 9 0,0 0-2 16,0 0-24 0,0 0-55-16,0 0-24 0,-56-55-24 15,56 60 9-15,0 20-13 16,0 11 27-16,0 5-19 16,0 2-11-16,0 0-4 15,0-2-3-15,0 3-6 16,4-5 1-16,5-6-2 15,1-1-3-15,6-7-31 16,5-1-146-16,-2-8-171 16,0-12-45-16,1-4-391 15</inkml:trace>
  <inkml:trace contextRef="#ctx0" brushRef="#br1" timeOffset="-120361.8">11052 12653 118 0,'0'0'779'16,"0"0"-685"-16,0 0 37 16,0 0 21-16,0 0-10 15,0 0-20-15,-13-98-65 16,13 102-39-16,0 24 12 16,0 12 24-16,8 2-16 15,1 4-29-15,0 0-9 16,-2 4 0-16,4 4-5 15,-5-1-94-15,-1 5-107 16,-3-10-65-16,-2-6-192 0</inkml:trace>
  <inkml:trace contextRef="#ctx0" brushRef="#br1" timeOffset="-119528.97">11469 12771 548 0,'0'0'289'0,"0"0"-201"0,0 0 65 0,-3-118-49 0,1 100-2 16,-3 2 32-16,1 8 20 16,2 2-99-16,0 4-1 15,2 2 42-15,0 0-75 16,0 0-2-16,0 0-10 16,0 13-3-16,0 26 9 15,0 15 28-15,4 10-23 16,7 10-7-16,-2 7 1 15,2 1 2-15,-2-1-5 16,0 0-5-16,0-5-6 0,0-8 0 16,-3-7 1-1,2-13-1-15,-2-9-2 0,-2-14-11 16,1-6-52-16,-1-12-118 16,-2-7-190-16,-2-7 68 15,0-43-110-15</inkml:trace>
  <inkml:trace contextRef="#ctx0" brushRef="#br1" timeOffset="-119329.39">11478 12773 822 0,'0'0'43'0,"0"0"34"16,8-109 10-16,25 90-43 0,10 11 3 16,6 8 1-16,2 0-16 15,-4 27 1-15,-6 4 22 16,-18 7-1-16,-15 7-19 15,-8 2-16-15,-34 6-12 16,-24 1-2-16,-14-4-5 16,-1-4-28-16,4-6-101 15,7-14-64-15,17-14-350 16</inkml:trace>
  <inkml:trace contextRef="#ctx0" brushRef="#br1" timeOffset="-118895.74">12083 12900 745 0,'0'0'458'0,"0"0"-394"0,0 0 140 0,0 0-75 15,0 0-82-15,0 0-1 16,-22 0-3-16,73-3 10 16,11-3-38-16,6-2-10 15,-6-2-2-15,-9 5-3 16,-8-2-3-16,-14 5-6 16,-16 2-60-16,-10 0-103 15,-5 10-197-15,-15 11-79 16</inkml:trace>
  <inkml:trace contextRef="#ctx0" brushRef="#br1" timeOffset="-118728.7">12112 13064 880 0,'0'0'171'0,"0"0"-137"0,0 0 137 16,0 0-7-16,0 0-95 15,0 0 28-15,112-17-62 16,-50 3-30-16,0-3-5 15,-6 3 0-15,-4 8-92 16,-10-1-198-16,-13 2-148 16</inkml:trace>
  <inkml:trace contextRef="#ctx0" brushRef="#br1" timeOffset="-117595.56">12961 12653 1065 0,'0'0'53'0,"0"0"63"0,0 0 104 0,0 0-79 0,0 0-50 15,0 0-63-15,-54-39-22 16,54 70 0-16,0 11 31 16,0 4-21-16,0 0-16 15,0-2 0-15,-2-6 5 16,-2-9 2-16,2-13-7 16,2-8 0-16,0-6-6 15,0-2 6-15,0 0-1 16,0 0-2-16,0-13-7 15,8-17-6-15,15-4 2 0,4 4 10 16,4 4-1-16,-1 8-11 16,7 5 16-16,0 8 1 15,4 5 0-15,-3 2 1 16,0 24 1-16,-3 8 5 16,-6 3 2-16,-9-4 6 15,-7-3 8-15,-9-7-3 16,-4-2-12-16,-4 0-5 15,-27 2-3-15,-11 0-1 16,-3-4-34-16,-1-6-108 16,6-13-242-16,1 0-119 15</inkml:trace>
  <inkml:trace contextRef="#ctx0" brushRef="#br1" timeOffset="-117410.86">12986 12651 1040 0,'0'0'66'0,"0"0"11"0,0 0 59 0,0 0-77 15,0 0-46-15,129-16-13 16,-69 16-1-16,0 0-121 16,-6 0-168-16,-8 4-688 15</inkml:trace>
  <inkml:trace contextRef="#ctx0" brushRef="#br1" timeOffset="-117026.03">13636 12593 935 0,'0'0'145'0,"0"0"-68"16,0 0 12-16,0 0-10 16,0 0-43-16,0 0-1 15,-118 16-15-15,110 16-5 16,8-2-6-16,0 2-4 0,8-4-4 16,23 0 4-16,7-2-5 15,7-3 3-15,3-2-1 16,-5 0-2-16,-5-2 1 15,-7 3 1-15,-9-1 6 16,-8-1 17-16,-8-5 52 16,-6 0-33-16,0 1 32 15,-29 2 4-15,-15 0-50 16,-7-2-24-16,0-5-6 16,6-6-3-16,3-5-102 15,9 0-137-15,10-22-98 16,7-18-237-16</inkml:trace>
  <inkml:trace contextRef="#ctx0" brushRef="#br1" timeOffset="-116862.14">13572 12589 954 0,'0'0'94'0,"0"0"-14"16,0 0 48-16,0 0-31 15,120-28-66-15,-62 28-16 16,-1 0-15-16,1 1-37 15,-10 14-189-15,-15 3-405 16</inkml:trace>
  <inkml:trace contextRef="#ctx0" brushRef="#br1" timeOffset="-116395.24">14060 12587 745 0,'0'0'348'0,"0"0"-265"16,0 0 11-16,0 0 30 15,0 0-88-15,0 0-30 16,0 34 38-16,0 6 17 16,0 2-43-16,0 0-9 15,0 2-8-15,0-4 4 16,2-4-5-16,13-7-1 0,6-9-6 15,1-11-32 1,0-6-34-16,2-3 37 0,-1-4 10 16,-4-22 2-16,-5-9 18 15,-5-5 6-15,-7-2 4 16,-2 0 13-16,0 8 18 16,0 6 15-16,0 6 19 15,0 8 7-15,0 6 13 16,0 4-42-16,0 4 7 15,0 0-35-15,0 0-12 16,0 24-4-16,0 14 18 16,2 6 5-16,8 2-13 0,-4 0-4 15,5-3-2 1,1-2-7-16,-1-3 1 0,2-1-2 16,-4-5-12-16,-2 2-72 15,-4-1-186-15,0-12-174 16,4-9-567-16</inkml:trace>
  <inkml:trace contextRef="#ctx0" brushRef="#br1" timeOffset="-115912.31">14550 12672 843 0,'0'0'191'0,"0"0"-134"0,0 0 66 15,-27-121 34-15,23 107-46 0,4 5-16 16,0 8 5-16,-3 1-37 16,3 0-31-16,-2 0-19 15,-5 7-9-15,1 24-4 16,-1 13 5-16,3 8-4 16,4 1 2-16,0-2 2 15,0-2-4-15,7-5 0 16,15-6-1-16,2-11-4 15,5-6 1-15,0-6-7 16,0-8-12-16,0-7-54 16,-2 0 22-16,0-8 9 15,-3-18-5-15,-2-9 7 0,-4-6 35 16,-9-4 8-16,-3 0 5 16,-6 4 4-16,0 7 16 15,0 9 24-15,0 12-7 16,0 7 43-16,0 6-8 15,0 0-50-15,0 0-16 16,0 0-4-16,0 25-6 16,0 17 3-16,0 5 1 15,0 3-4-15,0 0-1 16,6 3 0-16,-6 3-19 16,0 7-155-16,-6 1-177 15,-25 5-167-15</inkml:trace>
  <inkml:trace contextRef="#ctx0" brushRef="#br1" timeOffset="-112494.27">11771 12166 301 0,'0'0'695'0,"0"0"-593"0,0 0 30 0,0 0 59 0,0 0-53 16,0 0-23-16,0 0-53 16,-75-95-43-16,75 95-7 15,24 8 0-15,12 16 13 16,8 9-17-16,1 0-4 16,1 1-4-16,-3 4 3 15,-3-1-3-15,-4-1 0 16,-7-6-24-16,-5-2-72 15,-1-2-136-15,-10-14-119 0,-4-12-224 16</inkml:trace>
  <inkml:trace contextRef="#ctx0" brushRef="#br1" timeOffset="-112260.5">12032 12019 435 0,'0'0'440'16,"0"0"-361"-16,0 0 35 15,0 0-13-15,0 0-30 16,0 0-15-16,-66-3-32 16,58 45 25-16,0 3-7 15,-3 2-3-15,-3 0-7 16,-1 2-17-16,-1-6-6 0,-2-4-9 16,0-7 0-16,1-5-2 15,3-6-15-15,3 2-99 16,3-10-128-16,0-9-221 15</inkml:trace>
  <inkml:trace contextRef="#ctx0" brushRef="#br1" timeOffset="-111679.21">12340 11962 860 0,'0'0'102'0,"0"0"23"0,0 0-28 0,0 0 8 15,0 0-75-15,0 0-1 16,-56-54-19-16,43 71-3 15,3 3-2-15,2 4-4 16,6 2 7-16,2 2-3 16,0 1 1-16,8-3-2 15,13 2-1-15,5-2-2 16,3-2 0-16,3-2 0 16,3-3 3-16,-6 0-3 15,-2-3-1-15,-5-1 0 16,-8 4 0-16,-4-2 1 0,-5-3 1 15,-5 3 1-15,-3-1 9 16,-28 1 7-16,-11 4-8 16,3-6-9-16,-2-8-2 15,10-7-17-15,6 0-125 16,2-6-97-16,8-26-182 16</inkml:trace>
  <inkml:trace contextRef="#ctx0" brushRef="#br1" timeOffset="-111527.3">12263 11999 828 0,'0'0'79'0,"0"0"1"15,0 0 46-15,0 0-26 0,0 0-50 16,0 0-33-16,94-90-17 16,-63 90-2-16,-2 6-45 15,-4 18-182-15,-8 6-525 16</inkml:trace>
  <inkml:trace contextRef="#ctx0" brushRef="#br1" timeOffset="-111111.55">12698 11979 852 0,'0'0'107'0,"0"0"14"15,0 0-13-15,0 0-27 0,0 0-47 16,0 0-17-16,-33-17-8 16,24 40-8-16,-4 6 3 15,-1 3 2-15,5 0-2 16,3-2-2-16,6 2 2 16,0-4-2-16,0-5-1 15,21 0 1-15,11-7 3 16,2-5-3-16,1-6-2 15,-1-5-12-15,-5 0 2 16,-4-7 1-16,-4-14 9 16,-5-7 3-16,-5-4-1 15,-7-7-2-15,-4-1 10 16,0-2-1-16,-10 4 5 0,-13 11 8 16,-2 8 6-16,2 7 4 15,-4 10-8-15,2 2-24 16,2 0 0-16,4 8-10 15,1 16-15-15,5 8-99 16,5 0-132-16,8-5-278 16</inkml:trace>
  <inkml:trace contextRef="#ctx0" brushRef="#br1" timeOffset="-110579.25">13034 11847 874 0,'0'0'65'0,"0"0"36"0,0 0 26 0,0 0-33 0,0 0-5 0,0 0 6 15,0-58-54-15,0 58-26 16,0 0-2-16,0 23-4 15,0 8 2-15,0 4-2 16,0 2 1-16,10-1-6 16,7-4-2-16,8 0-2 15,0-4 5-15,4-3-5 0,-5-7-3 16,-2-4-1 0,3-8-9-16,-3-6-17 0,0 0-9 15,2-4 11-15,-3-19 12 16,-6-4 4-16,-5-4 12 15,-6-3 0-15,-4 0 2 16,0 2 1-16,0 4 3 16,0 6 10-16,0 8 23 15,-4 6-4-15,1 6 6 16,1 2-9-16,2 0-7 16,0 0-15-16,0 14-9 15,0 18 4-15,0 8 16 16,0 2-7-16,13-1-8 0,3 5-3 15,2-2-3 1,0 0-2-16,-7 3-1 0,-5 2-53 16,-6 5-154-16,0-2-110 15,-15-1-504-15</inkml:trace>
  <inkml:trace contextRef="#ctx0" brushRef="#br1" timeOffset="-100861.28">8617 11587 99 0,'0'0'543'0,"0"0"-416"0,-46-123 28 0,34 91-28 16,1 8-12-16,3 3-7 16,6 12-15-16,0 3 34 15,2 3-72-15,-2 3-4 16,2 0 14-16,0 0-49 16,0 7-9-16,0 31-4 15,0 22 1-15,0 20 11 16,0 10 12-16,6 13 24 0,10 7-19 15,3 5-3-15,-4 13 5 16,3 0-11-16,-3-4-8 16,-1-4-1-16,-1-8-2 15,-4-11-1-15,2-11-4 16,-4-9-6-16,-1-15 2 16,-1-10-2-16,-3-14-2 15,-2-10 0-15,0-10-3 16,0-10-19-16,0-7-44 15,0-5-77-15,0 0-174 16,-13-25-12-16,-8-8-62 16,2-9 149-16,1 3-103 15,-3-1 261-15,2 1 85 0,-4 9 102 16,5 6 311 0,1 8-177-16,5 9-63 0,6 2-38 15,1 5-48-15,5 0-10 16,0 0-17-16,0 11-41 15,0 20 10-15,0 14 39 16,13 0-5-16,1 2-12 16,-1-3 9-16,2-4-45 15,-3-5-4-15,2-8-6 16,-3-9 0-16,-1-6 2 16,4-10 4-16,4-2 0 15,9-8-5-15,6-22-1 0,8-12-5 16,-2-4-46-1,6 2-183-15,-2-4-58 0,-4 8-334 16</inkml:trace>
  <inkml:trace contextRef="#ctx0" brushRef="#br1" timeOffset="-97478.45">7672 12031 503 0,'0'0'443'0,"0"0"-367"0,0 0 25 0,-96-102 50 0,87 89 26 15,7 6-37-15,2 3-60 16,0 0-8-16,0 4-43 16,0 0-19-16,25 20-1 15,9 10 30-15,9 6-27 16,7 2-5-16,-2 2 0 16,1 1-5-16,0-1 0 15,-4-6-2-15,-7-2 0 16,-7-3-16-16,-6-2-89 0,-7-5-107 15,-3-8-135-15,-11-14-32 16,-4 0-334-16</inkml:trace>
  <inkml:trace contextRef="#ctx0" brushRef="#br1" timeOffset="-97308.33">7948 11979 582 0,'0'0'224'0,"0"0"-84"15,0 0 14-15,0 0-18 16,0 0 9-16,0 0-63 15,-113-60-48-15,99 100-15 16,1 13-6-16,-1 8-3 16,-7 12-10-16,-8 11-3 15,-12 10-24-15,-15-2-235 16,-7-14-128-16</inkml:trace>
  <inkml:trace contextRef="#ctx0" brushRef="#br1" timeOffset="-96809.74">6284 12294 125 0,'0'0'722'0,"0"0"-615"16,0 0 38-16,0 0-29 15,0 0 5-15,0 0-55 16,-76-76-43-16,56 105 13 16,9 8-11-16,7-1 7 15,4-2-16-15,0-1 3 16,21-6-13-16,13 2 2 0,4-6-1 16,9 1-5-16,0 1 0 15,-7-1 1-15,-7-6 0 16,-13-4-1-16,-11-7 0 15,-9-2 1-15,0 5 7 16,-9 6 7-16,-26 6-8 16,-12 5-5-16,-1-8-4 15,9-7-6-15,5-8-51 16,9-4-241-16,6-2 11 16,4-36-164-16</inkml:trace>
  <inkml:trace contextRef="#ctx0" brushRef="#br1" timeOffset="-96659.29">6208 12274 363 0,'0'0'490'0,"0"0"-411"16,0 0 40-16,67-122-24 15,-32 96-54-15,5 9-23 16,5 10-18-16,2 7-21 16,-5 0-181-16,-6 6-314 15</inkml:trace>
  <inkml:trace contextRef="#ctx0" brushRef="#br1" timeOffset="-96359.36">6622 12156 880 0,'0'0'97'0,"0"0"39"16,0 0-16-16,0 0-73 16,0 0-18-16,0 0 54 15,-40 124-56-15,43-80-12 16,9 0-4-16,7-6-1 15,-1-8-8-15,4-9 3 16,-2-10-5-16,2-7 6 16,0-4 1-16,-2 0-1 15,1-19 1-15,-8-16-1 16,-7-11-2-16,-6-6 1 16,0-6 9-16,-21 4 30 15,-10 8-24-15,-6 10-12 0,4 16-8 16,-1 14-1-16,3 6-10 15,6 18-68-15,10 20-162 16,7-3-94-16,8-2-386 16</inkml:trace>
  <inkml:trace contextRef="#ctx0" brushRef="#br1" timeOffset="-95928.73">6832 12073 920 0,'0'0'53'0,"0"0"81"16,0 0 23-16,0 0 14 16,0 0-43-16,0 0-104 15,-4-67-19-15,10 96 7 16,7 14-1-16,1 5-6 0,-1 2 1 16,1-4-6-16,1-2 0 15,1-8 3-15,5-12-3 16,2-9-11-16,4-9-5 15,0-6-27-15,0-1-5 16,-5-27 26-16,-2-10 10 16,-9-10 8-16,-6-4 3 15,-5 1 1-15,0 8 6 16,-2 10 3-16,-12 11 43 16,3 10 7-16,2 7-9 15,0 3 50-15,4 2-49 16,3 11-34-16,2 30-9 0,0 13 13 15,0 6-1-15,11 1-11 16,7-3-3-16,0 1-5 16,-3-3 1-16,-4 0-2 15,-1-3-7-15,-10 1-33 16,0-1-223-16,0-6-197 16,-23-13-653-16</inkml:trace>
  <inkml:trace contextRef="#ctx0" brushRef="#br1" timeOffset="-94977.96">4482 15480 371 0,'0'0'585'0,"0"0"-519"0,0 0 30 0,0 0-9 0,0 0 9 0,0 0-43 16,-92-97-20-16,70 116-12 16,3 12-5-16,13 2 19 15,6 3-14-15,0 0 1 16,9-3-3-16,20-7-5 16,9-2-5-16,4-2-4 15,4-6 0-15,0-2 1 16,-5-4-6-16,-2 2 0 15,-8 2 0-15,-7 0 2 16,-6-2-1-16,-11-2 4 16,-7 1 10-16,0 4 15 15,-23 12 3-15,-23 0 31 16,-12 9-56-16,-5-1-2 16,8-8-6-16,10-8 0 0,14-7-19 15,7-12-15-15,5 0-153 16,11-18-139-16,1-31-216 15</inkml:trace>
  <inkml:trace contextRef="#ctx0" brushRef="#br1" timeOffset="-94843.5">4365 15408 581 0,'0'0'420'16,"0"0"-323"-16,0 0 16 15,0 0 30-15,0 0-26 0,0 0-80 16,18-88-34-1,35 88-3-15,16 0-12 0,10 0-173 16,-8 13-109-16,-5 4-585 16</inkml:trace>
  <inkml:trace contextRef="#ctx0" brushRef="#br1" timeOffset="-94478.2">4869 15362 993 0,'0'0'51'16,"0"0"105"-16,0 0-38 15,0 0-63-15,0 0-54 16,0 0 11-16,-18 118 51 0,18-64-48 16,0-4-6-16,9-1-4 15,11-9-1-15,6-12-3 16,3-6 4-16,5-10-1 15,0-12 1-15,1 0 0 16,-3-8 0-16,-3-24-3 16,-8-4 1-16,-12-5 3 15,-9-6 2-15,0-8 15 16,-15 1 11-16,-23 6-2 16,-9 13-13-16,-2 8 3 15,2 16-12-15,5 11-6 16,9 0-4-16,8 15-7 0,7 25-11 15,9 10-73 1,7 2-276-16,2-6-344 0</inkml:trace>
  <inkml:trace contextRef="#ctx0" brushRef="#br1" timeOffset="-93959.81">5394 15262 657 0,'0'0'274'0,"0"0"-193"0,0 0 70 16,0 0-26-16,0 0 28 16,0 0-67-1,-46-80-49-15,46 80-27 0,0 14-2 16,0 20 21-16,0 12-6 15,0-2-3-15,15 0 7 16,3-4-27-16,7-3 11 16,4-5-10-16,7-11 3 15,3-8-3-15,7-8 1 16,-2-5-2-16,0 0-3 16,-1-12-40-16,-10-15 10 15,-6-10 5-15,-14-8 13 16,-11-3 11-16,-2-2 0 15,0 5-6-15,-19 5 10 0,-2 8 5 16,1 5-1-16,5 11 16 16,5 8 13-16,4 6 22 15,6 2-20 1,0 0-21-16,0 0-7 0,0 23-5 16,0 13 13-16,11 8-4 15,2 6 57-15,0-2-47 16,1-2-16-16,-3 7-3 15,3-10 0-15,-1 3-4 16,1-1-1-16,-1-4-33 16,3 2-153-16,-2-11-243 0,5-14-373 15</inkml:trace>
  <inkml:trace contextRef="#ctx0" brushRef="#br1" timeOffset="-93328.91">6167 15054 650 0,'0'0'266'0,"0"0"-184"0,0 0 67 0,0 0-23 0,0 0-4 16,0 0-9-16,-110-33-70 0,96 73 2 15,3 7-4-15,4 4 8 16,7 3-17-16,0-1-10 16,3-3-2-16,19-10-9 15,4-9-4-15,5-4-4 16,6-17 2-16,-4-5-2 16,0-5 0-16,-8-2-1 15,-10-25-1-15,-8-11-1 16,-7-8-7-16,0-8 7 15,-11-4-5-15,-10 1 4 16,2 7-8-16,4 11 8 16,12 6 0-16,3 12-6 15,0 2-22-15,20 5-1 16,11 9-3-16,5 5 8 0,2 9 10 16,-1 28 9-16,-1 16-1 15,-4 7 3-15,-6 1-17 16,-4-4 21-16,-4-2 21 15,4-7-19-15,1-8 0 16,4-8-1-16,2-14 5 16,2-13 2-16,6-5-4 15,1-5 4-15,-1-27-6 16,-6-8 2-16,-8-12 3 16,-9-8 5-16,-9-6-1 15,-5-9 17-15,-9-1-16 16,-24 3-1-16,-10 6-1 15,-8 19-7-15,-5 17-3 0,-2 22-7 16,0 9-14-16,2 8-42 16,3 32-170-16,0 6-83 15,3 8-245-15</inkml:trace>
  <inkml:trace contextRef="#ctx0" brushRef="#br1" timeOffset="-92974.26">4205 16284 1013 0,'-183'40'48'0,"9"10"-3"0,29-6 135 0,43-7-67 0,46-11-40 0,56-18-44 16,52-8-21-16,85-22 65 16,77-34-45-16,72-21-22 15,53-17-5-15,31-10 0 16,15-2 3-16,-2 3 3 16,-20 9 6-16,-29 4-11 15,-41 9-1-15,-56 12 1 16,-46 10-2-16,-58 19 0 0,-53 10 0 15,-51 20-60-15,-34 10-98 16,-66 14-12-16,-41 26-79 16,-30 17-421-16</inkml:trace>
  <inkml:trace contextRef="#ctx0" brushRef="#br1" timeOffset="-92460.98">5515 16267 746 0,'0'0'305'0,"0"0"-222"0,0 0 69 16,0 0-9-16,0 0-55 15,0 0-68-15,-25-9-7 16,30 49 62-16,10 5-42 16,4 0-16-16,2-2-12 15,4-1-3-15,6-16 3 16,3-4-2-16,3-14-3 16,4-8-20-16,-6-4 13 15,-1-26-9-15,-7-10 11 0,-10-6-3 16,-10-2 7-16,-7-2 1 15,0 10 4-15,0 3 0 16,-9 15 2-16,0 10 45 16,3 6-21-16,1 4 40 15,3 2-17-15,2 0-25 16,0 0-22-16,0 26 1 16,0 8 4-16,9 12 12 15,13-1-13-15,0 3-5 16,7 2-5-16,-2-4 1 15,-2-4 1-15,-3-6-2 16,-5-3-3-16,-1-2-40 16,-5 3-90-16,3-10-233 15,-3-12-73-15</inkml:trace>
  <inkml:trace contextRef="#ctx0" brushRef="#br1" timeOffset="-92229.41">6125 16146 833 0,'0'0'194'0,"0"0"-83"0,0 0 28 0,0 0 32 15,0 0-104-15,0 0-26 16,-145 116 6-16,87-17-2 16,-8 7 3-16,-5 6-24 15,-6-5-17-15,1-13-1 16,6-18-6-16,10-12 0 0,10-11-8 15,13-9-23 1,16-13-223-16,13-23-129 0,8-8-367 16</inkml:trace>
  <inkml:trace contextRef="#ctx0" brushRef="#br1" timeOffset="-91845.21">7574 14708 997 0,'0'0'13'16,"-129"-8"-5"-16,26 24 49 15,-24 20 18-15,-22 13-11 16,-25 15 28-16,-17 12-18 16,-26 10-1-16,-30 10-31 15,-31 7 4-15,-23 1-4 16,-25 10-20-16,-6 3-7 16,3-5-9-16,21-14-3 15,36-14 0-15,48-16 3 16,56-15-5-16,52-17-1 15,49-14-6-15,40-8-24 0,27-4-227 16,0-10-68-16,27-6-454 16</inkml:trace>
  <inkml:trace contextRef="#ctx0" brushRef="#br1" timeOffset="-91209.29">3838 14556 909 0,'0'0'70'0,"0"0"38"0,-94-109 72 0,74 84-15 0,9 6-11 0,3 12 4 0,8 2-84 16,0 5-26-16,0 0-32 16,0 5-9-16,10 21-2 15,12 10 9-15,0 5-5 16,1 6-4-16,-1 0-4 15,-1 4-1-15,2 3-1 16,0 2-23-16,6 11-132 16,-4-14-270-16,-2-12-220 15</inkml:trace>
  <inkml:trace contextRef="#ctx0" brushRef="#br1" timeOffset="-90162.03">4602 15071 909 0,'0'0'92'0,"0"0"45"0,0 0 29 0,0 0-8 0,0 0-9 15,0 0-76-15,-68-63-26 0,68 66-32 16,6 29-7-1,11 4 48-15,1 0-29 0,-3-4-17 16,1-6-6-16,-3-8 1 16,-2-5-5-16,-4-8 0 15,-2-2 0-15,-5-3-1 16,0 0 1-16,0 0 5 16,0-21 2-16,-5-11-4 15,-15-12-3-15,0 4 0 16,0 12-1-16,4 6 1 15,8 12 2-15,3 7-1 16,5 3 3-16,0 0-4 16,0 4-3-16,0 23 3 15,7 5 0-15,11 4 0 16,1 0-2-16,2-1-1 0,1-8-4 16,-2 4-70-1,2-9-225-15,-7-12-113 0</inkml:trace>
  <inkml:trace contextRef="#ctx0" brushRef="#br1" timeOffset="-89528.07">4577 14361 888 0,'0'0'85'0,"0"0"-72"0,0 0 134 0,0 0-64 0,-120 38-22 16,91-35 10-16,0-3-28 15,2 0-13-15,0 0-13 16,8-12-2-16,3-5 32 16,5 2-30-16,9-2-3 15,2 1-5-15,0 0-4 0,6 4-5 16,17-2-1 0,6 6 0-16,0 8 1 0,8 0-1 15,1 0 2-15,-3 30-2 16,-3 12 1-16,-10 8 0 15,-9 2 1-15,-13-2 1 16,0-3 5-16,-17-4 0 16,-14-5 4-16,-6-5 2 15,2-7-10-15,4-8 2 16,-1-10-4-16,6-6 1 16,2-2 1-16,3-2-1 15,8-26 8-15,8-2-2 16,5 0-2-16,0-1-6 15,5 12-5-15,15 3 5 0,7 10 1 16,0 6-1-16,8 0 0 16,1 4 3-16,1 19 1 15,0 0 2-15,-4-1-5 16,-2 4 3-16,-2-4-4 16,0-4-1-16,-3 6-15 15,-1-2-253-15,-3-4-107 16</inkml:trace>
  <inkml:trace contextRef="#ctx0" brushRef="#br1" timeOffset="-88728.77">5178 15047 769 0,'0'0'45'0,"0"0"76"0,0 0-4 0,0 0-66 0,0 0-10 16,-131 19-8-16,105-19-7 15,5-12-2-15,4-5-11 16,6 1 20-16,3-1-14 15,8 2-8-15,0-3-3 16,0 5-4-16,12 0-4 16,7 1 0-16,6 6-2 15,0 6 2-15,2 0 2 16,0 4-1-16,-6 27-1 16,-3 11 2-16,-5 1 1 15,-3 3 5-15,-8-2 1 16,-2 1-1-16,0-9 7 15,-2-8 3-15,-14-4 0 0,3-10-11 16,-1-5 0-16,3 0-2 16,1-9-5-16,0 0 2 15,-1 0-1-15,5-16 6 16,1-2-6-16,5-1 1 16,0 10-2-16,0-1 0 15,18 2-2-15,2 8 2 16,3 0 0-16,2 0-1 15,7 0 1-15,-1 12-5 16,3 6-38-16,-3-2-145 16,0-8-122-16</inkml:trace>
  <inkml:trace contextRef="#ctx0" brushRef="#br1" timeOffset="-88245.21">5138 14122 899 0,'0'0'68'0,"0"0"78"0,0 0 4 0,0 0-17 16,0 0 18-16,0 0-102 15,-126-61-7-15,101 89 7 16,0 10-34-16,6 7 40 16,5 10-15-16,10 1-22 15,4 0-6-15,0 1 0 16,2-4-4-16,16-5-5 15,9-6-3-15,1-11 5 16,8-10-5-16,0-8 3 16,-3-13-2-16,0 0 0 15,-4-4 5-15,-4-20-5 16,-12-5 0-16,-9-2 0 0,-4-5-1 16,-3 3 0-1,-23 12-4-15,-11 10 3 0,-7 11-18 16,-6 12-30-16,-1 33-96 15,0 3-144-15,2 2-127 16</inkml:trace>
  <inkml:trace contextRef="#ctx0" brushRef="#br1" timeOffset="-86711.56">5392 14165 921 0,'0'0'24'0,"0"0"101"0,0 0 16 0,0 0-9 0,0 0-83 15,0 0-1-15,-82 34-12 16,75 12 39-16,7 0-3 16,0-4-47-16,0-2-5 15,18-10-9-15,-1-6 1 16,6-5-8-16,2-10-3 16,-1-9-1-16,3 0 5 15,-3-2 0-15,-4-19-5 16,-11-9-2-16,-9-8 2 0,0-5-1 15,-17-3-3 1,-9 4-3-16,2 2 3 0,5 8 0 16,9 6 0-16,10 5 2 15,0 0-31-15,21 6 3 16,14 3 9-16,7 8 4 16,3 4 7-16,-3 0 5 15,-1 27 5-15,-5 11 0 16,-5 6 0-16,-7 6 0 15,-6-2 3-15,0-2-2 16,-1-6-1-16,6-13 6 16,2-6-4-16,6-10 3 15,2-11-4-15,7 0 2 0,5-27-2 16,-3-11 0-16,-4-2 6 16,-16-5-3-16,-18-10 4 15,-4-1 17-15,-31-2 3 16,-23 6-16-16,-12 11-4 15,-5 19-6-15,-5 19-2 16,7 3-8-16,4 16-10 16,5 25-99-16,8 8-157 15,4 1-125-15</inkml:trace>
  <inkml:trace contextRef="#ctx0" brushRef="#br1" timeOffset="-85278.53">1974 5865 308 0,'-166'78'759'0,"-17"18"-752"0,-18 13 52 0,-3 3 70 0,5-4 18 0,18-11 19 16,41-26-46-16,51-23-65 16,49-29-33-16,40-19-13 15,63-22-5-15,63-44 8 16,66-36-10-16,49-37 5 15,46-24-6-15,29-12 3 16,12 2-4-16,-8 7 0 16,-32 19-2-16,-49 20-3 15,-64 38 2-15,-65 36-78 0,-66 29-74 16,-44 24-54-16,-58 27 100 16,-53 31-42-16,-40 28-157 15,-34 16-203-15</inkml:trace>
  <inkml:trace contextRef="#ctx0" brushRef="#br1" timeOffset="-85095.84">1422 6230 56 0,'-221'140'732'16,"26"-16"-619"-16,41-23 57 15,46-30-76-15,52-34-46 16,54-29-32-16,31-8 10 16,79-48 46-16,54-37 27 15,56-36-61-15,57-30 1 0,36-19-16 16,35-7 31-1,10-3-17-15,-15 7-32 0,-36 15-5 16,-55 32-6-16,-76 24-270 16,-80 29-235-16</inkml:trace>
  <inkml:trace contextRef="#ctx0" brushRef="#br2" timeOffset="-56945.11">14900 10140 1076 0,'0'0'18'0,"0"0"69"0,0 0 60 0,-42-114 22 0,39 106-7 0,0 4-94 16,3 4 1-16,0 0-33 15,0 10-16-15,0 30-3 16,3 16 15-16,8 14 5 16,-1 5-10-16,3-3-12 15,-2-2 3-15,2-2-3 16,2-8-9-16,1-3-5 15,2-9-1-15,0-8 0 16,2-11-4-16,-2-8-37 16,-5-7-64-16,-1-9-128 15,-12-5-149-15,0-17 128 16,-6-23-231-16</inkml:trace>
  <inkml:trace contextRef="#ctx0" brushRef="#br2" timeOffset="-56740.15">14906 10345 166 0,'0'0'602'0,"-42"-107"-508"15,36 57 15-15,6 0 0 16,13 2-38-16,40 7-37 16,16 8-9-16,14 17 1 15,-6 16 16-15,-6 4 39 16,-15 35-31-16,-20 8-5 16,-24 7-27-16,-12 1-7 15,-34 0 9-15,-28-4-15 16,-10-7-2-16,3-8-3 15,9-8-3-15,13-10-139 0,9-12-86 16,14-6-313 0</inkml:trace>
  <inkml:trace contextRef="#ctx0" brushRef="#br2" timeOffset="-56178.72">15517 10441 1096 0,'0'0'21'0,"0"0"35"0,0 0 156 0,0 0-98 0,0 0-81 0,0 0 30 15,102 14 10-15,-15-14-60 16,4 0-8-16,-3 0-3 15,-9-4-2-15,-13-4-3 16,-16 2-59-16,-19 0-112 16,-21-4-112-16,-10 1-100 15</inkml:trace>
  <inkml:trace contextRef="#ctx0" brushRef="#br2" timeOffset="-55994.7">15868 10217 572 0,'0'0'397'15,"0"0"-312"-15,0 0 47 16,0 0 36-16,0 0-24 16,0 0-85-16,-48 17 10 15,48 33 57-15,6 3-69 16,11 3-26-16,-3 0 6 16,3 2-16-16,-2 0-15 15,-2 1-5-15,-4-7-1 16,0-2-5-16,-5-8-50 0,-2-11-206 15,1-18-228-15</inkml:trace>
  <inkml:trace contextRef="#ctx0" brushRef="#br2" timeOffset="-55494.92">16635 10110 874 0,'0'0'119'0,"0"0"-62"16,0 0 84-16,0 0-21 0,0 0-29 0,0 0-34 0,-106-76-12 16,83 102 5-16,8 2-24 15,7 6-17-15,8 0-6 0,0-2 0 16,23 1-2-1,10-3 0-15,10-5-1 0,4 0-1 16,0-2 1-16,-1-2 0 16,-6 3 3-16,-9 2-3 15,-11-2 0-15,-11 0 5 16,-9-2 0-16,0 0 36 16,-24 3 39-16,-19-2-41 15,-7 1-4-15,0-8-26 16,5-8-9-16,12-8-39 15,5-1-201-15,5-39-158 16,7-17-277-16</inkml:trace>
  <inkml:trace contextRef="#ctx0" brushRef="#br2" timeOffset="-55328.32">16577 10037 1028 0,'0'0'50'16,"0"0"53"-16,0 0 148 15,0 0-114-15,0 0-93 16,118-63-20-16,-60 57-19 16,-4 6-5-16,-8 0-37 15,-12 2-254-15,-14 16-117 16</inkml:trace>
  <inkml:trace contextRef="#ctx0" brushRef="#br2" timeOffset="-54926.24">17165 10040 29 0,'0'0'977'16,"0"0"-969"-16,0 0 34 15,0 0 78-15,0 0-37 16,0 0-38-16,-48-39-19 15,27 64 18-15,8 3 0 16,11 2-23-16,2 3-9 16,7-4-4-16,26 1-3 15,16-2-3-15,6 0 1 0,1-2-2 16,-4 0 3 0,-12 3-4-16,-11-4 1 0,-11-2 10 15,-11-2 72-15,-7 0-20 16,0 0 9-16,-30-2-4 15,-19 3-27-15,-11-4-34 16,-3-4-7-16,8-8-7 16,8-6-33-16,14-4-221 15,4-33-160-15,12-13-323 16</inkml:trace>
  <inkml:trace contextRef="#ctx0" brushRef="#br2" timeOffset="-54795.17">17148 10018 1076 0,'0'0'50'16,"0"0"80"-16,0 0 145 15,125-74-221-15,-53 58-43 16,1 7-11-16,-12 9-42 16,-18 0-231-16,-23 0-263 15</inkml:trace>
  <inkml:trace contextRef="#ctx0" brushRef="#br2" timeOffset="-54326.8">17649 9919 625 0,'0'0'437'0,"0"0"-390"0,0 0 110 16,0 0-1-16,0 0-118 15,0 0 4-15,0 105 8 16,0-55-33-16,0 2-5 16,0-7-5-16,12-5-2 15,7-7-5-15,6-8 0 16,4-10-3-16,4-11 1 16,3-4-21-16,1 0-22 15,-6-19 2-15,-6-16 15 16,-7-5 18-16,-11-5 10 0,-7 0 1 15,0 3 0 1,-4 4 17-16,-10 13 24 16,3 4 22-16,2 11-22 0,5 5 24 15,4 4 18-15,0 1-32 16,0 1-40-16,0 30-6 16,2 13 13-16,9 6 17 15,-3 0-17-15,2 0-3 16,1 0-6-16,-3 3-8 15,4-6-2-15,-5 2-1 16,-3-5-12-16,0-1-49 16,-1-10-167-16,-3-12-166 15,0-16-228-15</inkml:trace>
  <inkml:trace contextRef="#ctx0" brushRef="#br2" timeOffset="-53907.4">18143 10000 929 0,'0'0'86'0,"0"0"-61"0,0 0 127 0,0 0-6 0,0 0 15 0,0 0-118 16,-6-70-31-16,6 108 12 16,0 12 4-16,11 2-10 15,-2-2-5-15,4-2-7 16,8-4-3-16,0-5-2 0,6-11-1 15,2-6-1-15,0-12-7 16,0-10-18-16,-4 0-16 16,-5-2 8-16,-7-23 21 15,-2-8 7-15,-8-7 6 16,-3-4 4-16,0-1 2 16,0 10-2-16,0 5 20 15,0 16 19 1,0 5 7-16,0 7 24 0,0 2-24 15,0 8-26-15,7 28-1 16,3 12 9-16,-1 4 1 16,3 4-19-16,-4 0-5 15,1 5-7-15,-1 2-2 0,-4 0 0 16,-4-1-6 0,0-2-28-16,-8 0-130 0,-23-10-223 15,-13-8-217-15</inkml:trace>
  <inkml:trace contextRef="#ctx0" brushRef="#br2" timeOffset="-53511.83">15124 11055 1206 0,'0'0'10'0,"-193"9"-10"0,124-2 63 0,26-5 63 0,22 1-30 16,21 2-50-16,19 1-28 15,66-2 41-15,56-4 20 16,59 0-71-16,53-2-3 15,44-12-3-15,31 4-2 16,21 2 5-16,1 4-5 16,-18-1-1-16,-35 4 1 15,-46-5 2-15,-39 2 0 16,-43-2-1-16,-35 0-1 16,-45 0-23-16,-40-1-19 0,-38-1-54 15,-15-2-13-15,-61-6-155 16,-35 2-212-16</inkml:trace>
  <inkml:trace contextRef="#ctx0" brushRef="#br2" timeOffset="-53111.99">16724 11640 1071 0,'0'0'55'15,"0"0"-25"-15,-31-118 108 0,21 96 52 0,5 12-62 0,1 9-35 16,-2 1-52-16,0 33-19 16,1 21 37-16,3 16 9 15,2 5-36-15,0-5-11 16,0 0-1-16,0-2-8 0,11-4-5 16,1-1-6-16,-7-5-1 15,1-10-4-15,-2-8-16 16,-2-12-86-16,5-17-138 15,-2-11-182-15,-5-25 51 16,0-29-438-16</inkml:trace>
  <inkml:trace contextRef="#ctx0" brushRef="#br2" timeOffset="-52928.21">16683 11684 738 0,'0'0'152'0,"0"0"-103"0,97-128 34 15,-41 106-7 1,6 16-5-16,1 6 2 0,-7 16-19 15,-14 23 44-15,-22 11-23 16,-20 7-51-16,-23 4-12 16,-41-9-5-16,-19-4-7 15,-4-6 0-15,5-13-57 16,8-8-161-16,18-17-123 16</inkml:trace>
  <inkml:trace contextRef="#ctx0" brushRef="#br2" timeOffset="-52395.88">19211 11179 804 0,'0'0'436'0,"0"0"-391"0,0 0 153 0,0 0-67 0,0 0-21 0,0 0-61 0,120 0-24 15,-44 0-17-15,-13 0-4 16,-14 0-4-16,-18 0-6 16,-14 0-63-16,-12 2-160 15,-5 4-128-15,-20 2-162 16</inkml:trace>
  <inkml:trace contextRef="#ctx0" brushRef="#br2" timeOffset="-52245.37">19222 11379 949 0,'0'0'66'16,"0"0"41"-16,0 0 40 16,0 0-27-16,0 0-11 15,0 0-1-15,120 24-87 16,-37-24-21-16,8-13-39 0,-1-9-214 15,-3-4-181-15</inkml:trace>
  <inkml:trace contextRef="#ctx0" brushRef="#br2" timeOffset="-51828.49">20709 10801 1038 0,'0'0'61'0,"0"0"62"16,0 0 24-16,0 0 4 16,0 0-33-16,0 0-14 15,0 0-91-15,-72-29 3 0,72 91 47 16,0 4-18-1,8 1-22-15,2-3-9 0,-1-4-7 16,-3 0-7-16,4-8-1 16,-2-6 1-16,5-3-40 15,1-12-229-15,1-8-258 16</inkml:trace>
  <inkml:trace contextRef="#ctx0" brushRef="#br2" timeOffset="-51543.46">21033 11097 732 0,'0'0'372'0,"0"0"-336"0,0 0 106 16,0 0-11-16,0 0-16 15,0 0-67-15,32-40-20 16,36 31-18-16,7 2-4 15,2-2-2-15,-3 2 0 16,-3 1-1-16,-11 2-3 16,-20 1-8-16,-17 3-96 15,-17-4-174-15,-6-3-41 16,-6-5-176-16</inkml:trace>
  <inkml:trace contextRef="#ctx0" brushRef="#br2" timeOffset="-51362.06">21328 10850 789 0,'0'0'118'16,"0"0"10"-16,0 0 13 16,0 0 0-16,0 0-1 15,0 0-60-15,-56 14-25 16,73 28 19-16,2 10-40 16,-3 9-3-16,-3 7-15 15,-5 4-10-15,-3-2-6 16,0 1-10-16,-5-3-33 15,0-6-132-15,0-6-126 16,0-9-61-16</inkml:trace>
  <inkml:trace contextRef="#ctx0" brushRef="#br2" timeOffset="-50578.46">21669 8097 1017 0,'0'0'39'0,"0"0"66"0,-125 46 20 0,118-46 0 0,7 0-20 0,31-7-58 15,41-22-32-15,26-11 1 16,26-10-11-16,12-2-4 16,0 0-2-16,-4 3 2 15,-8 7 41-15,-8 4-24 16,-16 7-10-16,-22 6-5 15,-24 4-3-15,-20 10-4 16,-19-3-42-16,-13 0-56 16,-2-5-134-16,-13-8-1 15,-28-7-222-15</inkml:trace>
  <inkml:trace contextRef="#ctx0" brushRef="#br2" timeOffset="-50344.17">22395 6709 884 0,'0'0'102'15,"0"0"30"-15,0 0 6 16,0 0 3-16,0 0-55 16,0 0-63-16,-27 20-3 15,27 33 17-15,14 7-17 16,6 2-16-16,2 1-4 0,0 6-19 15,1-6-93-15,-13-2-114 16,-1 6-135-16,-9 5-497 16</inkml:trace>
  <inkml:trace contextRef="#ctx0" brushRef="#br2" timeOffset="-49861.67">21989 9168 281 0,'0'0'814'0,"-135"16"-771"0,92-14 89 0,21-2-12 0,20 0-22 0,2-2-26 0,53-26-52 16,38-12-8-16,41-13-12 16,26-3 2-16,9-2-2 15,-5 6 5-15,-14 2 2 16,-19 6 12-16,-24 4 4 16,-30 8-3-16,-24 8 9 15,-23 8-25-15,-22 10-4 16,-6 3-23-16,-10 3-38 15,-38 0-276-15,-16 31 53 16,-21 13-374-16</inkml:trace>
  <inkml:trace contextRef="#ctx0" brushRef="#br2" timeOffset="-49494.93">22791 9390 1193 0,'0'0'22'0,"0"0"19"16,0 0 119-16,0 0-4 16,0 0-119-16,0 0-37 15,-91-32-3-15,74 52-1 16,9 1 0-16,8 2-6 15,0 1-2-15,29 5-10 0,10-1-12 16,5 1 33-16,3 2 1 16,-5-1 4-16,-6 2 5 15,-12-4 3-15,-6-2 16 16,-11-4 44-16,-7-2-18 16,0-2 15-16,-27 0-33 15,-18-4-26-15,-5-6-10 16,-2-6-7-16,8-2-132 15,7-24-163-15,6-24-135 16</inkml:trace>
  <inkml:trace contextRef="#ctx0" brushRef="#br2" timeOffset="-49327.46">22812 9290 1101 0,'0'0'38'16,"0"0"30"-16,0 0 90 15,0 0-40-15,118-44-55 16,-58 24-32-16,5-5-20 16,-3 0-11-16,-6 3-7 15,-16-2-101-15,-25 7-270 16</inkml:trace>
  <inkml:trace contextRef="#ctx0" brushRef="#br2" timeOffset="-48528.21">22286 10361 1064 0,'0'0'29'0,"0"0"109"0,0 0 1 0,0 0 12 0,0 0-63 0,0 0-68 16,-45 21 67-16,67 34-24 15,3 1-46-15,-2 4-7 16,-4-1-9-16,-1 1-2 16,-5-6-3-16,-1-2-62 15,-8-8-121-15,-4-10-98 16,0-6-57-16</inkml:trace>
  <inkml:trace contextRef="#ctx0" brushRef="#br2" timeOffset="-48308.78">21962 11034 67 0,'0'0'1030'0,"0"0"-994"16,0 0 75-16,0 0 13 15,0 0 17-15,0 0-36 16,61 10-40-16,26-10-33 15,13-7-25-15,7-11 2 16,4-2-1-16,-10 3-7 16,-12 3-1-16,-20 7-1 15,-29 0-13-15,-29 7-122 16,-16 0-272-16,-51 14-264 16</inkml:trace>
  <inkml:trace contextRef="#ctx0" brushRef="#br2" timeOffset="-47978.53">22379 11379 251 0,'0'0'878'0,"0"0"-810"16,0 0 58-16,0 0 76 15,0 0-70-15,0 0-81 16,3-87-51-16,-8 96 16 15,-7 18-6-15,4 10 2 0,8 1-7 16,0 1-1-16,16 1-4 16,17-4 1-16,7-3 0 15,2 0-1-15,-1-5-1 16,-8-3 1-16,-13-8 3 16,-6-7-1-16,-12-3 1 15,-2 0 3-15,-31 8 14 16,-25 3-13-16,-13 4-7 15,6-7-5-15,14-6-77 16,16-9-203-16,10-17-81 16,15-36-253-16</inkml:trace>
  <inkml:trace contextRef="#ctx0" brushRef="#br2" timeOffset="-47845.17">22417 11262 1100 0,'0'0'54'0,"0"0"-4"15,118-61 114-15,-44 39-72 16,10 0-92-16,-5 4-26 16,-22-3-203-16,-37 4-353 15</inkml:trace>
  <inkml:trace contextRef="#ctx0" brushRef="#br2" timeOffset="-47210.48">20483 10212 416 0,'0'0'554'16,"0"0"-545"-16,0 0 34 15,-113-12 82-15,53 12-27 16,0 0-46-16,2 0 13 16,6 0 14-16,8 4-21 15,7 7 8-15,7 3-2 16,12 1-40-16,0 8-12 16,0 4 2-16,2 8-3 15,1 7 5-15,6 8 5 0,4 8-4 16,1 9 13-16,4 0 4 15,0 4-18-15,0 2-1 16,2 7-2-16,12 1-10 16,-3 12 14-16,0 3-6 15,-4 2 0-15,0 6-6 16,-5 6 8-16,0 5-12 16,-2-3 5-16,4-4 0 15,5-11-4-15,9-15-3 16,5-12 1-16,8-8 0 15,6-9-2-15,8-9-10 16,15-9-62-16,16-12-142 16,11-19-255-16,20-4-409 0</inkml:trace>
  <inkml:trace contextRef="#ctx0" brushRef="#br2" timeOffset="-46679.25">22680 10419 107 0,'0'0'921'0,"0"0"-897"16,0 0-1-16,0 0 34 0,147-95-11 0,-85 88-24 15,-4 7-5-15,-11 0 3 16,-11 9 3-16,-9 20-3 15,-8 7 0-15,-3 5-6 16,-7 8 2-16,-5 3 19 16,-4 7 17-16,0 0 14 15,0 3 0-15,0 5-21 0,0 2-8 16,0-1 27-16,8 5-31 16,7 8-9-16,3 5 0 15,-3 4-5-15,3 0-4 16,-3 3-2-16,-3-1 1 15,-1-4-1-15,-5-9 1 16,-6-14-8-16,0-16-3 16,-8-13-1-16,-28-9-2 15,-9-4-4-15,-15-9-27 16,-13-14-225-16,-14-10-281 16</inkml:trace>
  <inkml:trace contextRef="#ctx0" brushRef="#br2" timeOffset="-46261.12">23466 10100 1050 0,'0'0'0'0,"0"0"11"0,-6-106 4 0,37 84 58 0,5 9-22 0,1 13-23 15,-3 0 6-15,-10 23-1 16,-12 13-11-16,-12 10-2 15,0 0 1-15,-29-2 7 16,-15-4 21-16,-3-5 29 16,-5-3-12-16,3-9-19 15,11-4-5-15,13-7 36 16,19-3-54-16,6-7-13 16,42-2-3-16,38 0-1 15,28-15-7-15,19-14-8 16,10-4-74-16,2-16-144 0,-18-8-327 15</inkml:trace>
  <inkml:trace contextRef="#ctx0" brushRef="#br2" timeOffset="-45029.27">15559 13339 798 0,'0'0'274'0,"0"0"-146"0,0 0 98 0,0 0-45 16,0 0-33-16,0 0-124 15,0 0 12-15,2 33 31 16,16 42-32-16,-5 3-16 15,-3-3-5-15,-2-6-6 16,-3-6-7-16,-5-12 0 0,0-16-1 16,0-12-2-1,0-10 2-15,0-11-5 0,0-2 5 16,-5-28 0-16,-13-26-1 16,-1-23-7-16,3-12 3 15,7-11 1-15,9 1-19 16,0 11-26-16,18 20 30 15,20 23 10-15,8 20 6 16,4 14 0-16,-6 11 2 16,-6 0 2-16,-12 26 1 15,-12 19-2-15,-14 6-2 16,-17 7 2-16,-34 4 2 16,-8-10-2-16,-1-4-2 15,13-10-10-15,11-13-292 16,16-13-238-16</inkml:trace>
  <inkml:trace contextRef="#ctx0" brushRef="#br2" timeOffset="-44794.98">15900 13668 1251 0,'0'0'47'0,"0"0"-13"0,0 0 76 16,174 0-60-16,-83-15-27 0,1-1-23 15,-14 2-2-15,-23 5-42 16,-29 0-168-16,-26 6-206 16</inkml:trace>
  <inkml:trace contextRef="#ctx0" brushRef="#br2" timeOffset="-44607.93">16111 13328 1129 0,'0'0'107'15,"0"0"4"-15,0 0 77 16,0 0-49-16,0 0-14 16,13 137-87-16,20-86-11 15,-4 4-22-15,0 7-1 0,-10 4-4 16,-9 7-16-16,-10 5-102 15,-10-6-275-15,-21-16-147 16</inkml:trace>
  <inkml:trace contextRef="#ctx0" brushRef="#br2" timeOffset="-44278.5">16872 13431 1039 0,'0'0'41'0,"6"-115"9"16,-6 83 50-16,-25 17 7 0,-6 11-24 15,-4 4-26-15,6 15-15 16,11 16-3-16,16 5-9 16,2 4-24-16,26 2 0 15,19-2-3-15,11-1-3 16,-1-4 1-16,-1 4-1 15,-7-3 2-15,-15-2 1 16,-8-4 2-16,-16-10 10 16,-5-6 64-16,-3-3 6 15,-13 2-29-15,-28 5-13 16,-13-2-26-16,-3-4-13 16,2-4-4-16,11-8-23 15,9 0-152-15,6-14-171 16,11-26-105-16</inkml:trace>
  <inkml:trace contextRef="#ctx0" brushRef="#br2" timeOffset="-44128.5">16826 13298 693 0,'0'0'372'0,"0"0"-294"16,0 0 84-16,0 0 57 15,0 0-121-15,126-94-69 16,-64 84-29-16,-1 10-9 15,-13 0-241-15,-15 0-179 16</inkml:trace>
  <inkml:trace contextRef="#ctx0" brushRef="#br2" timeOffset="-43811.6">17335 13294 609 0,'0'0'425'0,"0"0"-380"16,0 0 63-16,0 0 9 16,0 0 6-16,0 0-50 15,-60-66-41-15,47 100 8 16,13 9-8-16,0 4-26 16,13 4 3-16,24-3-8 15,4-2 20-15,1-2-14 16,-4-3-7-16,-9-4 1 15,-12-9-1-15,-5-3 5 0,-12-10 31 16,0 0 33-16,-29 1-30 16,-20 0-24-16,-9-4-13 15,0-5-2-15,9-4-79 16,7-3-250-16,6-17-141 16</inkml:trace>
  <inkml:trace contextRef="#ctx0" brushRef="#br2" timeOffset="-43311.07">17214 13333 590 0,'0'0'512'16,"0"0"-425"-1,0 0 59-15,141-108 5 0,-69 81-93 16,3 9-58-16,-13 4-49 16,-19 10-88-16,-16 4-65 15,-14 0-34-15,-9 0-54 16,-4 0 115-16,0 2 175 15,0-2 126-15,-2 0 93 16,-9 0-12-16,-1 0-44 16,4-6 1-16,2 2 26 15,6 3-58-15,0 1-74 16,0 5-23-16,0 30-12 16,8 15-1-16,8 8-12 15,-1 2-8-15,1 0-2 16,4-9-1-16,-2-4-4 0,2-13-24 15,0-12-50-15,0-10-11 16,3-12 11-16,-2 0 27 16,-1-16 45-16,-3-20 7 15,-11-14 5-15,-4-4 13 16,-2 0-7-16,0 4 48 16,0 16 58-16,-2 12-46 15,-2 8 4-15,4 8-3 16,0 6-27-16,0 3-32 15,2 30 2-15,15 8 10 0,4 6-6 16,1 3-13 0,-3 0-6-16,-2 2-1 0,-11 0-9 15,-6-4-37-15,0-2-120 16,-6-10-281-16,-11-19-283 16</inkml:trace>
  <inkml:trace contextRef="#ctx0" brushRef="#br2" timeOffset="-42945.49">18137 13141 317 0,'0'0'755'0,"0"0"-691"0,0 0 95 0,0 0 23 16,0 0-34-16,0 0-126 15,0-23 1-15,0 79 6 0,6 9-10 16,13 1-16-1,3-5-3-15,0-8 0 0,7-11-7 16,0-18-10-16,0-14-24 16,0-10-34-16,-4-2 30 15,-3-30 18-15,-7-15 16 16,-6-8 11-16,-2 3 10 16,-5 3 7-16,1 16 20 15,-3 12 47-15,0 10 12 16,0 8-36-16,6 3-28 15,5 18-23-15,7 22 5 16,3 13 6-16,-2 5-18 0,-3 4-2 16,-5 8-8-1,-11 0-46-15,0 2-237 0,-27-11-258 16</inkml:trace>
  <inkml:trace contextRef="#ctx0" brushRef="#br2" timeOffset="-42629.24">15388 14285 1177 0,'-129'0'16'0,"46"0"-2"16,50 0 99-16,35 0-34 0,77 0-9 15,60 0-35-15,59 0-21 16,57-4-13-16,45-11-1 16,38-4 9-16,24-6-3 15,-1 4 20-15,-20 1 75 16,-36 5-41-16,-47 4-42 16,-50 5-18-16,-61 2-2 15,-60 0-5-15,-54 4-69 16,-35 0-95-16,-66 0-54 15,-36 0-236-15</inkml:trace>
  <inkml:trace contextRef="#ctx0" brushRef="#br2" timeOffset="-42194.3">17270 14570 1118 0,'0'0'101'16,"0"0"2"-16,0 0 90 16,0 0-106-16,0 0-28 15,0 0 95-15,-16 132-102 16,32-68-25-16,5 3-8 16,-4 1-12-16,-3-1-7 15,-1-6-3-15,-4-11-4 16,0-10-31-16,-2-13-106 15,-5-19-92-15,-2-8-45 0,0-17 98 16,-5-37-42-16,-17-21 131 16,-1-11 94-16,2-6 2 15,7 10 60-15,12 6-4 16,2 18 52-16,13 18-10 16,30 9-27-16,8 14-45 15,12 9-4-15,1 8 32 16,-4 8 34-16,-13 26 17 15,-18 8-10-15,-25 6-51 16,-4 2-13-16,-38-2-13 16,-24-6-11-16,-8-3-9 0,7-9-24 15,7-12-191-15,8-18-184 16</inkml:trace>
  <inkml:trace contextRef="#ctx0" brushRef="#br2" timeOffset="-41878.16">19026 14287 145 0,'0'0'1071'0,"0"0"-961"0,0 0 44 0,0 0-38 0,0 0-17 16,136-23-82-16,-67 6-17 15,-2 3-1-15,-11 0-49 16,-18 6-93-16,-23 5-147 15,-15 3-54-15,-11 0-166 16</inkml:trace>
  <inkml:trace contextRef="#ctx0" brushRef="#br2" timeOffset="-41744.96">19126 14402 889 0,'0'0'102'0,"0"0"13"16,0 0-29-16,0 0 16 15,0 0 22-15,118 13-63 16,-33-19-61-16,5-16-111 15,-11-6-188-15,-10-8-531 16</inkml:trace>
  <inkml:trace contextRef="#ctx0" brushRef="#br2" timeOffset="-38761.93">20819 13284 1118 0,'0'0'31'0,"0"0"55"0,0 0 55 0,-118-77 8 16,78 77-51-1,1 0-7-15,0 20-47 16,3 18 14-16,3 8-18 0,8 8-23 16,10 2-4-16,13 0-4 15,2 0-8-15,7 0 0 16,26-8-1-16,12-3 0 16,4-13 0-16,4-10-1 15,1-14-9-15,-8-8 3 16,-6 0 2-16,-11-8-8 15,-9-14 10-15,-11-6 3 0,-9-5 5 16,0 2 5 0,-11 5-6-16,-24 5-3 15,-8 11 0-15,-7 9 1 0,4 1-2 16,6 0 1-16,11 13-4 16,7 10 0-16,11 4-5 15,7 8-134-15,-1-6-253 16,1 2-173-16</inkml:trace>
  <inkml:trace contextRef="#ctx0" brushRef="#br2" timeOffset="-38494.83">20117 14072 1142 0,'0'0'30'0,"0"0"29"0,0 0 43 16,0 0-19-16,0 0-2 16,0 0-26-16,94 29 11 15,47-29-8-15,21-6-34 16,8-15 5-16,-10-1-9 16,-15 4 11-16,-24 5-12 15,-30-1-7-15,-34 5-12 16,-30 5 0-16,-25 4-25 15,-8-1-156-15,-46-2-268 16</inkml:trace>
  <inkml:trace contextRef="#ctx0" brushRef="#br2" timeOffset="-38126.5">20817 14458 1112 0,'0'0'118'16,"0"0"5"-16,0 0-13 16,0 0-28-16,0 0 6 15,-127-22-41-15,111 39-21 16,12 2-16-16,4 5-5 0,16 4 0 15,26 6 2-15,10-1-5 16,6 0-1-16,-10 1 4 16,-5-1-1-16,-13-2-3 15,-9-1 25-15,-12-10 14 16,-9 1-1-16,0 1-2 16,-31 1-13-16,-20 7-14 15,-10-7-10-15,-1-3 0 16,6-4-39-16,10-14-215 15,4-4-242-15,16-44-360 0</inkml:trace>
  <inkml:trace contextRef="#ctx0" brushRef="#br2" timeOffset="-37978.78">20768 14443 681 0,'0'0'472'15,"0"0"-427"-15,120-44 97 16,-55 28-12-16,7 2-88 15,-6 4-42-15,-19 0-234 16,-25 2-210-16</inkml:trace>
  <inkml:trace contextRef="#ctx0" brushRef="#br2" timeOffset="-37478.98">20055 13094 540 0,'0'0'414'16,"0"0"-396"-16,-125-38 48 15,79 34 35-15,3 4-1 16,5 0-24-16,9 2-12 0,7 20 9 16,5 10-10-1,1 10-16-15,0 11-20 0,6 5-17 16,-4 2 12-16,-1 0 28 16,-4-2-27-16,4 2 8 15,4 2 10-15,6 4-16 16,5 10-3-16,0 10 1 15,0 3 15-15,0 5-19 16,0 5-5-16,0 7-2 16,0 8 3-16,0 4-4 15,0-1-2-15,0-2-1 16,0-4-2-16,0-2 1 16,13-8-1-16,8-14-2 15,8 0-1-15,4-11-1 16,9-8-1-16,12-11 1 0,6-10-2 15,16-13-14-15,15-16-33 16,12-14-155-16,1-4-366 16</inkml:trace>
  <inkml:trace contextRef="#ctx0" brushRef="#br2" timeOffset="-37010.19">21361 13177 1076 0,'0'0'22'0,"0"0"16"0,0 0-25 0,107-115 40 0,-51 105 16 16,-5 10-35-16,-7 0 1 15,-15 28 1-15,-16 20-6 16,-13 14-16-16,0 10 11 16,-21 5 15-16,-4 0 19 15,9 6-7-15,5 4-14 0,11 4 8 16,0 6 4-1,0 3-21-15,25 3-5 0,2 4-3 16,-6 4-10-16,2 3 1 16,-9-1-7-16,-6-1 6 15,-3-10-4-15,-5-8 5 16,0-13-2-16,-5-18-2 16,-32-8-2-16,-15-12-2 15,-12-6-4-15,-5-11-18 16,-5-14-177-16,-4-12-392 15</inkml:trace>
  <inkml:trace contextRef="#ctx0" brushRef="#br2" timeOffset="-36577.4">22105 12894 1111 0,'0'0'10'0,"0"0"1"0,0 0 2 0,83-123 46 16,-43 110 17 0,-2 11-43-16,-7 2 0 0,-14 13 22 15,-14 26-6-15,-3 12-21 16,-16 6 8-16,-24-1-6 16,-11-4 13-16,2-10 1 15,2-8 18-15,11-10 9 16,14-12-43-16,13-7 5 15,9-2-18-15,9-3-4 16,45-4-3-16,31-18-1 16,21-7-7-16,17-6-29 15,-1-5-174-15,-14-8-380 0</inkml:trace>
  <inkml:trace contextRef="#ctx0" brushRef="#br2" timeOffset="-35888.55">16309 15954 763 0,'0'0'406'0,"0"0"-310"0,0 0 94 0,0 0-48 0,0 0-27 0,0 0-48 15,-73-23-19-15,73 82 13 16,2 7-3-16,17 7-26 16,-1-2-12-16,1 5-7 15,-1-4-4-15,-2-2-7 16,-5-7-2-16,0-17-7 16,0-8-6-16,-2-10-37 15,-2-10-110-15,-3-18-193 16,-4-6-1-16,0-43-41 15</inkml:trace>
  <inkml:trace contextRef="#ctx0" brushRef="#br2" timeOffset="-35711.27">16201 16098 299 0,'0'0'534'15,"0"0"-407"-15,-3-126-31 16,43 100-46-16,14 7-6 16,6 15 27-16,-2 4 12 15,-6 14 29-15,-17 21-27 16,-17 1-38-16,-18 4-28 15,-13-4-9-15,-31 0-1 16,-10 0-6-16,2-2-3 16,12-6-22-16,9-6-270 15,19-4-233-15</inkml:trace>
  <inkml:trace contextRef="#ctx0" brushRef="#br2" timeOffset="-35494.86">16709 16317 1261 0,'0'0'55'0,"0"0"32"16,0 0 46-16,140-67-63 15,-47 48-6-15,3 6-59 16,-15 3-5-16,-21 6-17 15,-29 0-92-15,-29 0-221 16,-2 0-186-16</inkml:trace>
  <inkml:trace contextRef="#ctx0" brushRef="#br2" timeOffset="-35307.26">16878 15993 1114 0,'0'0'95'16,"0"0"38"-16,0 0 48 15,0 0-84-15,0 0 74 16,0 0-77-16,78 123-47 16,-36-71-26-16,-4 6-13 15,-7 9-8-15,-6 5-5 16,-14 8-32-16,-11-13-206 16,0-14-320-16</inkml:trace>
  <inkml:trace contextRef="#ctx0" brushRef="#br2" timeOffset="-34944.66">17651 15968 833 0,'0'0'222'0,"0"0"-187"16,0 0 36-16,0 0 0 15,0 0 47-15,-127 36-2 16,110-14-78-16,12-8-19 16,5 2-14-16,22 2 6 0,28-5-6 15,14 6-1-15,7-1-3 16,-4 4 0-16,-7 5 1 16,-15-4 0-16,-9-1 8 15,-16 0 41-15,-11-10 47 16,-9 3-20-16,-5-2-21 15,-32 5-13-15,-13 5-32 16,-4-6-12-16,1-4-1 16,9-3-30-16,5-10-179 15,4 0-223-15,6-32-268 16</inkml:trace>
  <inkml:trace contextRef="#ctx0" brushRef="#br2" timeOffset="-34778.03">17629 16012 1076 0,'0'0'93'0,"0"0"28"15,0 0 74-15,0 0-84 16,129-76-60-16,-68 59-51 16,-1 7-3-16,-10 0-123 15,-11 7-240-15,-17-1-674 16</inkml:trace>
  <inkml:trace contextRef="#ctx0" brushRef="#br2" timeOffset="-34428.53">18353 15923 937 0,'0'0'23'0,"0"0"77"16,0 0-22-16,0 0-26 16,0 0 27-16,-118-14-31 15,103 28-4-15,13 3-11 16,2 6-26-16,19 0 1 16,24 4-2-16,3 3-2 15,4 3-3-15,-6 1 1 16,-7 2 2-16,-8-5 2 0,-10 0 10 15,-11-9 45-15,-8-2 27 16,0-3 4-16,-17-4-38 16,-18 0-11-16,-8-8-34 15,1-1-7-15,-1-4-2 16,7-4-93-16,7-27-226 16,-2-13-110-16</inkml:trace>
  <inkml:trace contextRef="#ctx0" brushRef="#br2" timeOffset="-34278.16">18235 15909 903 0,'0'0'195'15,"0"0"-96"-15,0 0 13 16,0 0-26-16,170-57-16 16,-112 47-70-16,-8 5-92 15,-7 5-69-15,-19 0-187 16</inkml:trace>
  <inkml:trace contextRef="#ctx0" brushRef="#br2" timeOffset="-33878.09">18621 15848 977 0,'0'0'111'0,"0"0"46"16,0 0 3-16,0 0-18 15,0 0-98-15,0 0-35 16,0 21 1-16,2 19 1 0,11 6-5 15,7-2 0-15,1-3-2 16,2-7-3-16,3-6 0 16,0-6-1-16,-3-12-2 15,1-7-8-15,-2-3 1 16,-2-1 0-16,-3-21-2 16,-5-8 2-16,-5-6 8 15,-7-4 1-15,0 0 1 16,0 3 2-16,0 5 3 15,-5 12 25-15,-1 10 22 16,-2 2 22-16,6 6-20 0,0 2-9 16,2 0-22-1,0 14-12-15,0 15 12 0,0 6 8 16,4 4-7-16,13-3-12 16,-1 4-7-16,-1-5-1 15,1 2-5-15,-5-1-2 16,-5 0-18-16,-2 2-88 15,-2-5-213-15,-2-16-194 16</inkml:trace>
  <inkml:trace contextRef="#ctx0" brushRef="#br2" timeOffset="-33461.44">19076 15789 967 0,'0'0'119'0,"0"0"-32"0,0 0 73 0,0 0 16 0,0 0-33 0,0 0-123 16,0-30-14-16,8 69 9 15,3 6 17-15,3 4-21 16,3-5-3-16,8-4-6 16,-3-8-2-16,2-10-3 15,-1-9-22-15,-1-8 6 16,-1-5-1-16,-2 0-1 15,-3-22 3-15,-3-11 9 16,-7 3 8-16,-3-6 2 16,-3 7 0-16,0 6 7 0,0 7 22 15,0 12 40-15,0 1-8 16,0 3-11-16,0 0-21 16,3 13-20-16,10 20 2 15,2 11 21-15,-1 4-19 16,-3 2-11-16,2-3-1 15,-4 3-2-15,-5 3-3 16,-4-3-23-16,0 3-104 16,-17-3-330-16,-21-10-366 15</inkml:trace>
  <inkml:trace contextRef="#ctx0" brushRef="#br2" timeOffset="-33111.54">16069 16954 1228 0,'0'0'11'0,"0"0"-8"0,0 0 26 0,0 0 18 15,0 0 58-15,243 14-27 16,-18-14-70-16,45-18-8 16,32-14 0-16,30-5 5 15,17-1 22-15,-9 7 87 0,-17 5-37 16,-31 12-35 0,-42 4-28-16,-52 2-10 0,-64 8-1 15,-63 0-3-15,-56 0-26 16,-36 8-49-16,-69 14-93 15,-39 2-255-15</inkml:trace>
  <inkml:trace contextRef="#ctx0" brushRef="#br2" timeOffset="-32678.5">17840 17241 1056 0,'0'0'93'0,"0"0"69"0,0 0 32 16,0 0-83-16,0 0 18 15,0 0-74-15,-13 21-19 16,13 34 54-16,0 3-47 16,11 4-25-16,5-4-7 15,-1-5-3-15,1-3-5 16,-1-11-5-16,-1-8 2 15,-3-13-6-15,-4-4-3 16,-2-10-17-16,-5 0-27 16,0-4 10-16,0-18 29 0,-18-30-20 15,-9-22-52-15,0-16 75 16,4-2-2-16,10 1-58 16,11 13 40-16,2 20 6 15,23 18 20-15,27 13 4 16,15 10-1-16,7 8 2 15,-3 5 4-15,-11 5 13 16,-23 26 12-16,-22 4-15 16,-13 0 17-16,-28 7-10 15,-28-7-15-15,-10-3-3 16,0-2-3-16,9-6-33 16,10-12-96-16,9-7-324 15</inkml:trace>
  <inkml:trace contextRef="#ctx0" brushRef="#br2" timeOffset="-32210.24">20211 16860 1095 0,'0'0'108'0,"0"0"31"0,0 0 51 0,0 0-91 0,0 0 15 15,0 0-64-15,83-17-26 16,-3 8-19-16,-2-5-5 0,-12 2-1 15,-14 6-7-15,-14 2-126 16,-18 4-139-16,-20 0-73 16,0 0-213-16</inkml:trace>
  <inkml:trace contextRef="#ctx0" brushRef="#br2" timeOffset="-32078.08">20372 16968 801 0,'0'0'195'16,"0"0"-59"-16,0 0 4 15,0 0-38-15,0 0 3 0,0 0-37 16,60 13-51 0,34-21-17-16,12-11-102 0,-8-6-187 15,-11-2-363-15</inkml:trace>
  <inkml:trace contextRef="#ctx0" brushRef="#br2" timeOffset="-30594.99">21299 16043 1098 0,'0'0'87'0,"0"0"11"0,0 0 27 0,0 0-36 0,0 0-30 0,-27-112-32 15,67 94-22-15,3 7 1 16,-8 5-1-16,-3 6 1 15,-11 0-2-15,-9 13 1 16,-10 15-2-16,-2 7 5 16,0 1-6-16,-12-4 8 15,-7 2-8-15,-4-6 7 16,-1-6-8-16,4-10 3 16,4-2 0-16,7-2 0 15,5-2-2-15,4-2-2 16,0 0 0-16,25 5 5 0,8 0-4 15,7 5 0-15,2 0-2 16,-3 6 3-16,-11 4-2 16,-8 2 4-16,-11 1-2 15,-9-4 0-15,-7 4 43 16,-24-5 14-16,-11 0-23 16,-8-9-11-16,2-4-5 15,-1-7-18-15,7-2-1 16,5 0 0-16,11-14-1 15,6-14-8-15,16-8-38 0,4-9-152 16,8 1-185 0,28 0-184-16</inkml:trace>
  <inkml:trace contextRef="#ctx0" brushRef="#br2" timeOffset="-30194.27">21900 15793 531 0,'0'0'400'0,"0"0"-287"0,0 0-6 0,0 0 10 0,0 0 13 15,0 0 10-15,-46-27-83 16,25 54-9-16,-3 13 15 16,2 6-19-16,6 11 15 15,5 0-40-15,9 4-9 0,2 1 0 16,4 1-7-1,21-6 4-15,6 0-7 0,5-12 1 16,1-9 0-16,1-17-1 16,-7-11 1-16,-2-8-1 15,-6 0 5-15,-6-18 0 16,-3-13 9-16,-14 3 7 16,0-2-6-16,-4 3-1 15,-21 0-9-15,-4 10-4 16,-2 4-2-16,-7 13-1 15,-5 0-10-15,-3 16-57 16,-1 20-182-16,-11 0-260 0</inkml:trace>
  <inkml:trace contextRef="#ctx0" brushRef="#br2" timeOffset="-28079.2">21310 16892 479 0,'0'0'468'0,"-121"-36"-331"0,70 23-8 0,7 7-6 16,15-1 25-16,13 3-19 16,16 4-53-16,20 0-9 15,44 0-39-15,44 0 15 16,35-6-20-16,28 2-20 16,14-4 1-16,0-2-1 15,-15 2-3-15,-24-2 1 16,-28-2 4-16,-33 6 0 15,-39-2 3-15,-23 3-7 0,-23 5-1 16,0 0-4-16,-36 5-34 16,-15 9-171-16,-12 2-233 15,3-2-670-15</inkml:trace>
  <inkml:trace contextRef="#ctx0" brushRef="#br2" timeOffset="-27544.58">21557 17267 922 0,'0'0'71'0,"0"0"5"15,0 0 26-15,0 0-5 16,-116 4-18-16,105-16 3 15,5-12-52-15,4-2-20 16,2 0-6-16,0 4-2 16,19 3 1-16,10 6-3 15,4 4 0-15,6 9 1 16,-1 0-1-16,-1 4 4 16,-6 23 10-16,-6 9 18 15,-10 0-7-15,-9 12-9 16,-6-4 3-16,-8-3 3 0,-23 4-2 15,-11-4 9-15,-2-11-6 16,3-7 2-16,5-10-15 16,10-8-3-16,3-1 0 15,6-4 10-15,3 0-12 16,3-9 2-16,7-18-6 16,4 1-2-16,0 2 3 15,6 6-4-15,17 6-11 16,4 9 13-16,2 3 17 15,2 0-7-15,0 7 6 16,0 11 3-16,-4 4 1 16,-3 6-18-16,-2-2-1 15,1-3-1-15,-6-2-3 16,4 2-5-16,-3-5-95 0,1-4-147 16,2-14-110-16,-1 0-187 15</inkml:trace>
  <inkml:trace contextRef="#ctx0" brushRef="#br2" timeOffset="-27244.75">22054 17111 898 0,'0'0'184'0,"0"0"-88"0,0 0-4 0,0 0-30 15,0 0 19-15,0 0-21 0,-67 0-10 16,67 22-20-1,0 1-4-15,23 8-3 0,10-6-7 16,5 4-4-16,4-3 10 16,-4 0 1-16,-2-2-9 15,-7-2 6-15,-10-5 32 16,-5 0-20-16,-7-11 8 16,-7 2-23-16,0-2-6 15,-16 6-1-15,-29 6-5 16,-11 4-5-16,2-4-4 15,2-8-114-15,7-10-216 16,9 0-168-16</inkml:trace>
  <inkml:trace contextRef="#ctx0" brushRef="#br2" timeOffset="-27028.39">22034 17020 1053 0,'0'0'119'15,"0"0"-33"-15,0 0 68 16,138-74-18-16,-71 52-48 16,7-2-50-16,-5-2-18 15,-13 0 10-15,-19 8-4 16,-20 8-26-16,-17 6-2 16,-6 4-68-16,-42 0-314 15,-17 10-404-15</inkml:trace>
  <inkml:trace contextRef="#ctx0" brushRef="#br2" timeOffset="-25977.34">20460 17679 655 0,'0'0'554'0,"0"0"-427"0,0 0-6 16,0 0-5-16,0 0 5 0,-90-113-37 0,63 69-22 16,-8-11-11-16,-10-11-38 15,-9-6 5-15,-6-3 8 16,-5-6-7-16,1-8-5 15,-1-1-5-15,1-8-1 0,3 4-6 16,3 1-2 0,7 21 0-16,9 6 0 0,6 16 4 15,9 6-2-15,3 8 0 16,6 13 2-16,2 6-4 16,3 3 1-16,7 10 1 15,3-5-4-15,3 9 1 16,0 0-9-16,0 0-20 15,0 0-87-15,0 23-154 16,0 7-86-16,0-10-106 16</inkml:trace>
  <inkml:trace contextRef="#ctx0" brushRef="#br2" timeOffset="-25679.07">19400 16611 575 0,'0'0'375'15,"0"0"-311"-15,0 0-23 0,0 0 24 16,0 0-15-16,0 0 27 16,0 18-25-16,21-18-19 15,-2-2-14-15,1-24 5 16,1-8-3-16,-6-6-5 16,3-10-10-16,-5-4 9 15,-1 10-11-15,-1 8 15 16,-5 14 27-16,1 12 16 15,-3 1-12-15,1 9-14 16,10 0 20-16,6 0-37 16,12 0-2-16,9 19-16 15,3 7-1-15,1 1-7 0,-3 10-61 16,-11 11-168-16,-17-8-129 16,-13 4-416-16</inkml:trace>
  <inkml:trace contextRef="#ctx0" brushRef="#br2" timeOffset="-25259.62">19498 17606 476 0,'0'0'362'0,"0"0"-205"0,-144 94-46 15,113-76-10-15,13-10 7 16,9-4 11-16,9-4-4 16,0 0-19-1,19-30-30-15,33-18-47 0,21-20-18 16,23-17 0-16,23-16 2 16,21-12-3-16,16-25 1 15,13-15 0-15,5-7 15 16,0-11-15-16,-10 12 1 15,-23 20 2-15,-28 22 7 16,-32 37 12-16,-35 26-8 16,-21 20 2-16,-19 16-8 0,-3 8 3 15,-3 6-5-15,0-1-7 16,0 5-3-16,0 0-11 16,-3 19-15-16,-8 6-106 15,-6 0-174-15,-3-6-47 16,-3 0-429-16</inkml:trace>
  <inkml:trace contextRef="#ctx0" brushRef="#br2" timeOffset="-24978.06">20686 16070 897 0,'0'0'56'0,"0"0"-14"0,0 0-2 15,0 0 30-15,0 0 6 16,0 0-5-16,80-4-46 16,-37 0-15-16,3-2 1 15,-5-2 13-15,-8 3 8 16,-11 5-8-16,-8 0-3 16,-8 0-5-16,-6 27 27 15,0 5 0-15,0 12 4 16,0 0-29-16,0 6-4 15,0 3-14-15,0 6-2 16,0 4-16-16,0-1-168 16,-2-12-141-16</inkml:trace>
  <inkml:trace contextRef="#ctx0" brushRef="#br2" timeOffset="-1357.9">8116 14266 931 0,'0'0'79'0,"-152"9"26"0,80-3 78 0,7-2-9 0,17-2-50 16,17 2-28-16,19-4-27 16,12 0-48-16,0 2 5 15,56 4-16-15,42 0-4 16,60-3-4-16,58-3-1 15,60-25-1-15,55-23 2 16,63-10-1-16,47-5 0 16,34 0-1-16,24 1 0 15,10-3 1-15,0 1-1 16,-6-7-3-16,-23-2 3 16,-37 7 0-16,-46 3 0 0,-61 11 0 15,-64 8 3 1,-72 12-1-16,-75 12-2 0,-63 12-5 15,-62 8-120-15,-40 0-97 16,-56 0-156-16,-28 4-382 16</inkml:trace>
  <inkml:trace contextRef="#ctx0" brushRef="#br2" timeOffset="-527.07">7850 14383 61 0,'0'0'685'0,"0"0"-533"0,0 0-28 0,0 0-14 0,40-104 0 16,-40 100-13-16,0 4-17 15,0-4 16-15,0 4-25 16,-5 0-42-16,-19 16-7 16,-7 34-9-16,-11 27 13 15,-2 37-6-15,-4 44 5 16,-3 33-5-16,-4 34 9 16,-8 21-11-16,-2 3-10 0,0 9 1 15,-1 7 8-15,1 8 3 16,1 15-7-16,1-5-3 15,1-6-5-15,4-19 2 16,0-13-1-16,2 6-5 16,5-7 8-16,-1-9-8 15,9-22 4-15,4-48-4 16,10-54-1-16,12-52-2 16,5-42-7-16,12-6-67 15,0-11-206-15,0 0-189 16</inkml:trace>
  <inkml:trace contextRef="#ctx0" brushRef="#br2" timeOffset="1190.93">8033 15391 920 0,'0'0'117'0,"0"0"-58"0,0 0 128 0,0 0-57 0,0 0-41 0,0 0-26 0,-77 57-26 15,54-47-3 1,0-6-3-16,5-4-20 0,3 0 0 15,1-4-5-15,3-14-6 16,5-12-2-16,6 4-8 16,0 2-10-16,0 1 14 15,10 10 5-15,9-1 0 16,5 14-3-16,2 0 4 16,3 14 0-16,-4 24 5 15,-7 18-2-15,-11 3 0 16,-7 2 19-16,0 2-18 15,-25-5 0-15,-6-5 3 0,-5-11-3 16,5-15-3-16,4-9 1 16,5-11-2-16,7-7 2 15,-1 0 0-15,3 0-1 16,2-17-1-16,3-6-3 16,8 2-6-16,0 7 9 15,0 6 3-15,8 6 7 16,19 2 3-16,8 0-2 15,7 6 18-15,-2 16-12 16,1 4-13-16,-6-2-1 16,-4-2-6-16,-4-6-2 15,0-5-46-15,-1-11-207 16,-3 0-58-16,-5-32-92 16</inkml:trace>
  <inkml:trace contextRef="#ctx0" brushRef="#br2" timeOffset="1473.02">8260 15312 178 0,'0'0'785'0,"0"0"-630"0,0 0 9 0,0 0 61 0,0 0-143 0,0 0-56 16,-42 44 36-16,40-14-32 16,2 2-21-16,6-4-2 15,27 3-3-15,10 0 1 16,-1 4-1-16,-4-4-1 0,-9-3 3 15,-11-1 5 1,-14-1 30-16,-4-2-9 0,-9 6-5 16,-27-4-10-16,-3-2-16 15,-6-8-2-15,5-12-34 16,2-4-190-16,-1-23-241 16,9-24-245-16</inkml:trace>
  <inkml:trace contextRef="#ctx0" brushRef="#br2" timeOffset="1571.6">8174 15364 1169 0,'0'0'90'0,"0"0"-33"15,0 0 64-15,137-66-121 0,-77 52-11 16,-8 6-221 0,-10 4-351-16</inkml:trace>
  <inkml:trace contextRef="#ctx0" brushRef="#br2" timeOffset="1971.8">8646 15262 1095 0,'0'0'177'0,"0"0"-71"0,0 0 125 16,0 0-103-16,0 0-105 16,0 0-13-16,-21 88 26 15,25-20 33-15,8 2-52 16,-1-1-1-16,0-11-6 15,3-5-6-15,-3-12-4 0,-2-11 1 16,-2-13-1 0,-3-7-1-16,-4-10-8 0,0 0 3 15,0-4-2-15,0-31-11 16,-4-19-19-16,-15-22 2 16,-1-13 17-16,5 5-33 15,6 12-11-15,9 18 39 16,0 14 17-16,11 16-3 15,18 12 8-15,2 8 2 16,3 4 1-16,-1 4 2 16,-8 17 3-16,-15 12 8 15,-10 1-9-15,0 6 30 16,-26 1-15-16,-8 1-15 16,-1-7-5-16,4-5-12 15,3-12-113-15,5-13-397 0</inkml:trace>
  <inkml:trace contextRef="#ctx0" brushRef="#br2" timeOffset="2255.7">9100 15498 525 0,'0'0'536'0,"0"0"-471"0,0 0-21 0,0 0 106 0,0 0-99 0,0 0-22 16,7 9 20-16,35-9 48 16,7-13-57-16,5-8 5 15,-3 2-32-15,-2-2-13 16,-9 2-22-16,-13 5-46 15,-14-2-228-15,-13 2-74 16</inkml:trace>
  <inkml:trace contextRef="#ctx0" brushRef="#br2" timeOffset="2420.91">9213 15280 615 0,'0'0'491'15,"0"0"-340"-15,0 0-48 16,0 0 84-16,0 0-59 15,-6 103-28-15,28-57-54 16,3-2-37-16,1 6-6 16,-3 6-3-16,-1-2-4 15,-7-6-145-15,-10-6-349 16</inkml:trace>
  <inkml:trace contextRef="#ctx0" brushRef="#br2" timeOffset="2804.24">9764 15248 1093 0,'0'0'12'0,"0"0"71"15,0 0 23-15,0 0-94 16,-25-123 28-16,25 100-36 15,0 0-4-15,10 9-1 16,9 7-25-16,4 7 26 16,3 0 0-16,-5 21 2 15,-4 23 5-15,-13 15 32 16,-4 2-13-16,0-2 25 0,-21-5 45 16,-4-10-29-1,0-11 1-15,5-8-30 0,7-15 11 16,5-1-18-16,8-6-15 15,0-3-13-15,0 0-3 16,6 0-1-16,25 0 1 16,13-3 0-16,6-20-71 15,3-8-139-15,-6-8-147 16,-5-4-216-16</inkml:trace>
  <inkml:trace contextRef="#ctx0" brushRef="#br2" timeOffset="3056.65">10158 15047 980 0,'0'0'113'0,"0"0"-22"16,0 0 67-16,0 0-31 15,0 0-79-15,0 0-36 16,-33 18-9-16,56 13 15 16,12 2-8-16,8 1-4 15,3-7 3-15,-4 1 25 16,-8-6-6-16,-12-4 23 15,-11-8-2-15,-11 2 2 16,0 6-23-16,-13 4-7 16,-23 1-21-16,-14 8-4 15,2-14-76-15,-1-6-314 16,0-11-327-16</inkml:trace>
  <inkml:trace contextRef="#ctx0" brushRef="#br2" timeOffset="3206.07">10145 15079 1195 0,'0'0'198'15,"0"0"-190"-15,113-82 12 16,-52 53-20-16,-8 6-77 16,-17 11-528-16</inkml:trace>
  <inkml:trace contextRef="#ctx0" brushRef="#br2" timeOffset="3438.68">10522 14989 1299 0,'0'0'79'0,"0"0"-61"0,0 0 126 15,0 0-40-15,0 0-12 16,153 32-55-16,-88-6-11 15,-7 0 12-15,-2 3-27 16,-14-4-10-16,-9 2-2 16,-10-4-20-16,-10-1-82 15,-5-12-117-15,-2-10-126 16,-4 0-44-16,-2-22-174 0</inkml:trace>
  <inkml:trace contextRef="#ctx0" brushRef="#br2" timeOffset="3605.74">10842 14811 950 0,'0'0'141'16,"0"0"-36"-16,0 0 82 16,0 0-72-16,0 0-32 15,-85 134-12-15,81-82-35 16,0 5-18-16,-7 0-18 16,-3 1 0-16,-8 5-16 15,-7-5-202-15,-6-11-175 16,-3-10-543-16</inkml:trace>
  <inkml:trace contextRef="#ctx0" brushRef="#br2" timeOffset="3943.06">11232 14721 1140 0,'0'0'18'0,"0"0"-6"16,0 0 133-16,0 0-97 16,0 0-1-16,0 0-41 15,-64-5-3-15,62 29 2 16,2 2-5-16,2 2 0 16,27-1-5-16,9-1 3 0,11-2 2 15,2-2 0-15,-2 3 2 16,-5 2-1-16,-11-4 0 15,-8 4 8-15,-9-6 43 16,-14 2 54-16,-2-4-20 16,-7 0-35-16,-26 6-13 15,-5-8-38-15,-4-3-10 16,1-6-63-16,-1-8-329 16,2-14-313-16</inkml:trace>
  <inkml:trace contextRef="#ctx0" brushRef="#br2" timeOffset="4106.27">11197 14758 1155 0,'0'0'103'0,"0"0"-63"0,0 0 160 16,0 0-172-16,125-79-28 15,-69 52-174-15,-12 8-239 16</inkml:trace>
  <inkml:trace contextRef="#ctx0" brushRef="#br2" timeOffset="4489">11760 14691 544 0,'0'0'377'0,"0"0"-293"16,0 0-31-16,0 0 81 15,0 0-39-15,0 0-57 16,-93 66-30-16,111-43-2 15,22 4 5-15,8-4-9 16,1 2-1-16,-9 1 0 0,-8 2 1 16,-12-4 26-16,-11 1 62 15,-9-6 16-15,0 3-44 16,-18 0-2-16,-17 0-12 16,-6-4-48-16,3-6-17 15,3-12-157-15,4 0-262 16,6-36-400-16</inkml:trace>
  <inkml:trace contextRef="#ctx0" brushRef="#br2" timeOffset="4623.51">11720 14686 1125 0,'0'0'132'16,"0"0"-94"-16,0 0 155 0,0 0-127 15,0 0-66 1,132-59-47-16,-93 50-175 0,-10 5-93 15,-8 0-291-15</inkml:trace>
  <inkml:trace contextRef="#ctx0" brushRef="#br2" timeOffset="4994.55">11987 14586 130 0,'0'0'859'16,"0"0"-702"-16,0 0-48 15,0 0 93-15,0 0-111 16,0 0-69-16,0 28-16 15,0 8 48-15,10 8-25 0,3-2-23 16,5-4-4-16,1-1-2 16,4-11-1-16,-1-6-10 15,0-9-18-15,-2-7-40 16,3-4-61-16,-6-4 52 16,-1-21 35-16,-7-11 25 15,-5-5 18-15,-4-7 8 16,0 9 16-16,0 10 29 15,0 6 28-15,-4 12 7 16,2 9 64-16,2 2-86 16,0 0-26-16,0 0-16 15,0 2-12-15,0 26-5 16,8 8 43-16,6 11-22 16,-3-3-11-16,1-3-13 15,-3 6-4-15,-1-7 0 0,-4-4-19 16,1-3-69-16,-2-8-203 15,-1-9-220-15</inkml:trace>
  <inkml:trace contextRef="#ctx0" brushRef="#br2" timeOffset="5405.04">12331 14547 538 0,'0'0'488'0,"0"0"-457"16,0 0 35-16,0 0 129 15,0 0-40-15,0 0-97 16,0-50-30-16,0 65-12 0,0 19-1 16,11 9 48-1,4 2-46-15,1 1-15 0,1-8-2 16,2-4 0-16,-1-12-5 16,-1-7-18-16,-3-11-3 15,1-4-1-15,3-3-8 16,-3-21-24-16,4-15 20 15,-9-4 16-15,-5 5 19 16,-5 2 4-16,0 9 3 16,0 6 27-16,0 6 61 15,-5 9 25-15,5 5-21 16,0 1-31-16,0 0-37 16,0 3-9-16,0 24-9 15,0 5 21-15,17 10-4 16,-4 0-18-16,-5 2-8 0,0 3-1 15,-8 5-5-15,0 6-29 16,2 0-183-16,11-14-333 16,16-6-62-16</inkml:trace>
  <inkml:trace contextRef="#ctx0" brushRef="#br2" timeOffset="5606.77">13030 14618 752 0,'0'0'197'0,"0"0"-129"0,0 0 32 0,0 0-48 0,0 0-34 0,0 0-12 16,120-14-5-16,-74-1-1 15,-11-4-56-15,-13 2-311 16</inkml:trace>
  <inkml:trace contextRef="#ctx0" brushRef="#br2" timeOffset="5738.78">13042 14895 595 0,'0'0'496'0,"0"0"-382"0,0 0 4 16,0 0 114-1,0 0-168-15,127-71-64 0,-54 30-39 16,-9-3-285-16,-10 3-335 15</inkml:trace>
  <inkml:trace contextRef="#ctx0" brushRef="#br2" timeOffset="6204.84">13589 14518 1186 0,'0'0'56'15,"0"0"-19"-15,47-109 31 16,2 73 10-16,2 4-78 16,-5 14 0-16,-17 11-2 15,-14 7 2-15,-15 13-22 16,0 26 22-16,-23 8 10 16,-10 6-4-16,6-9 1 0,14-13 4 15,13 0-2-15,11-8-7 16,30 4-1-16,7-1 23 15,1-8-21-15,-11 4-1 16,-15-10 6-16,-17-2 59 16,-6 5-6-16,-6 1 11 15,-32 7 3-15,-9 0-67 16,-1-5-8-16,9-9-25 16,10-9-161-16,7-1-249 15,10-25-574-15</inkml:trace>
  <inkml:trace contextRef="#ctx0" brushRef="#br2" timeOffset="6637.96">14048 14289 1047 0,'0'0'116'16,"0"0"23"-16,0 0 155 15,0 0-160-15,0 0-99 16,0 0-11-16,58 30 30 15,-33 20-14-15,0 11-17 16,-4 2-2-16,0 0-2 16,-5 1-15-16,-3-4 1 15,-5-1-5-15,-4-14-1 16,2-13 0-16,-4-14 0 16,-2-11-3-16,2-7-2 15,-2 0 1-15,0-17-7 0,0-28-10 16,-12-20-11-16,-9-10 24 15,-6-8-6-15,2-1-24 16,3-2-3-16,12 9 11 16,10 13-44-16,3 18 38 15,28 12-6-15,7 14-9 16,1 12 39-16,-6 8 11 16,-9 0 2-16,-12 18 1 15,-12 12 9-15,0 4 3 16,-25 5 5-16,-11-4-16 0,-1-1-2 15,3-2-120 1,8-14-384-16</inkml:trace>
  <inkml:trace contextRef="#ctx0" brushRef="#br2" timeOffset="7039.98">14557 14159 1177 0,'0'0'84'0,"0"0"19"0,0 0 149 0,0 0-115 0,0 0-97 0,0 0-20 16,53 68 29 0,-35-14-19-16,0-2-13 0,-3-3-7 15,1-8-9-15,-7-11-1 16,-7-7 3-16,0-13-2 15,-2-6-2-15,0-4-3 16,0 0 0-16,0-14-2 16,-20-32-11-16,-6-16-17 15,-1-15 28-15,4-5-21 16,13 4-33-16,10 12-10 16,0 13 11-16,26 21 25 15,14 14-8-15,7 10 26 0,-1 8 14 16,-1 3 2-1,-10 26 6-15,-14 12 10 0,-21 10 11 16,-9 12-14-16,-49 7-13 16,-28 8-1-16,-17-8-418 15</inkml:trace>
  <inkml:trace contextRef="#ctx0" brushRef="#br2" timeOffset="7805.62">14316 14233 442 0,'0'0'455'0,"0"0"-330"0,0 0 10 0,0 0 8 0,0 0-25 0,-125-40-11 15,105 42-40-15,0 30-9 16,0 16-16-16,4 18 12 15,7 7-7-15,5 2-13 16,4-4-13-16,0-7-12 16,13-4-5-16,12-8-3 15,8-9 1-15,2-15-2 16,8-19 0-16,1-9 4 16,2 0-4-16,-7-27 0 15,-7-10 3-15,-12-7-1 0,-14-2 1 16,-6 2-1-1,-10 5 2-15,-25 12-2 0,-9 9-1 16,0 10-1 0,-3 8-3-16,7 0-7 0,5 10-28 15,8 7-84-15,6 4-222 16,4-9-52-16</inkml:trace>
  <inkml:trace contextRef="#ctx0" brushRef="#br2" timeOffset="8189.97">14243 14151 1002 0,'0'0'143'0,"0"0"-34"15,0 0 57-15,0 0-61 0,0 0-64 16,0 0-20-1,-50 52-6-15,32 3 37 0,7 2-22 16,7 5-10-16,4 1-8 16,0-4-5-16,4-2-3 15,21-7-1-15,6-6-1 16,3-11-2-16,1-8-3 16,3-17 3-16,-3-8-1 15,4 0 1-15,-8-8 4 16,-6-21-1-16,-12-9 4 15,-13 1-5-15,0-1 7 16,-25 6-8-16,-17 10-1 0,-7 9 0 16,-5 13-18-16,-3 7-139 15,-6 21-293-15</inkml:trace>
  <inkml:trace contextRef="#ctx0" brushRef="#br2" timeOffset="8604.95">13184 16106 1217 0,'0'0'232'0,"0"0"-119"0,0 0 100 0,0 0-142 0,0 0-25 15,0 0-19-15,112-36-13 16,-33 9-14-16,-9 6 0 16,-17 3-66-16,-15 7-100 15,-14 4-235-15,-19 7-49 16</inkml:trace>
  <inkml:trace contextRef="#ctx0" brushRef="#br2" timeOffset="8721.93">13273 16254 954 0,'0'0'142'0,"0"0"-43"16,0 0 76-16,0 0-7 0,0 0-88 16,0 0-53-1,199-64-27-15,-82 5-283 0,-9-6-143 16</inkml:trace>
  <inkml:trace contextRef="#ctx0" brushRef="#br2" timeOffset="9222.71">13794 15169 404 0,'0'0'685'16,"-178"57"-535"-16,118-35 71 0,24-8-4 15,26-4-150 1,14-6-34-16,63-4-23 0,40 0 45 15,39-36-26-15,26-17-27 16,17-9 1-16,3-5 0 16,-12-6-2-16,-15 1-1 15,-26 10 0-15,-28 5-1 16,-32 21 0-16,-29 12 0 16,-30 17-8-16,-20 1 0 15,0 6-32-15,-38 0-97 16,-24 22-367-16</inkml:trace>
  <inkml:trace contextRef="#ctx0" brushRef="#br2" timeOffset="9921.36">7736 16423 732 0,'0'0'578'0,"-127"22"-540"0,98-18 7 0,29-4 169 0,18 0-131 0,72-34-69 16,52-20-4-16,45-13 3 16,31-1-11-16,6-2 5 0,-20 10-2 15,-22 7 15 1,-43 14-3-16,-47 15-12 0,-44 12-5 15,-34 7-13-15,-14 5-27 16,-38 0-46-16,-24 14-181 16,-12 5-125-16</inkml:trace>
  <inkml:trace contextRef="#ctx0" brushRef="#br2" timeOffset="10774.69">14042 15777 617 0,'0'0'442'0,"0"0"-306"0,0 0 77 0,0 0-23 0,0 0-21 0,0 0-81 16,0 0-39-16,-36-100-14 15,36 100-8-15,0 14-8 16,0 22-4-16,9 14 32 16,7 6-47-16,-1-6 0 15,1-2 0-15,-1-3 0 16,1-5 0-16,4-4 0 15,4-8-41-15,8-10-132 16,1-14-311-16,-2-4-330 16</inkml:trace>
  <inkml:trace contextRef="#ctx0" brushRef="#br2" timeOffset="10992.86">14347 15716 31 0,'0'0'961'0,"0"0"-851"15,0 0 35-15,0 0 68 16,0 0-55-16,0 0-34 16,-20-79-70-16,20 79-12 15,0 0-13-15,0 24-18 16,2 16 4-16,14 13 22 16,1-1-22-16,1-2-8 15,1 3-7-15,-2-4 0 0,1 5-4 16,-5-8-61-16,-1-8-207 15,-10-5-249-15</inkml:trace>
  <inkml:trace contextRef="#ctx0" brushRef="#br2" timeOffset="12254.2">14699 15615 333 0,'0'0'729'0,"0"0"-616"0,0 0 104 0,0 0 15 0,0 0-77 15,0 0-90-15,-64-63-40 16,64 82-6-16,9 25 0 15,10 14 54-15,4 8-35 16,-3-1-14-16,2-4-19 16,0-7-5-16,-3-1 0 15,-2-13 0-15,-1-9 0 16,-5-12 0-16,-3-7 0 16,-2-6 0-16,-2-6 0 0,-4 0 0 15,0 0-16 1,0-32-4-16,-12-26-19 0,-9-19-9 15,-4-11 20-15,4 4-25 16,6 8-25-16,8 12 7 16,7 15 34-16,2 18 17 15,25 4-27-15,6 13 27 16,6 7 20-16,1 7 0 16,-5 0 7-16,-6 17 10 15,-11 14 5-15,-18 0-4 16,-2 10-3-16,-39 4-10 15,-14 12-5-15,-16-7-218 0,-9 3-544 16</inkml:trace>
  <inkml:trace contextRef="#ctx0" brushRef="#br2" timeOffset="13338.6">9809 16798 1102 0,'0'0'86'0,"0"0"-70"0,0 0 107 0,0 0 3 0,0 0-43 0,0 0-63 16,-123 10-13-16,114-38 0 16,9-9-7-16,0-2-9 15,18-2-18-15,15 11-21 16,7 2 40-16,5 21 6 15,4 7 1-15,2 3 2 16,-9 42 40-16,-9 8-8 16,-19 16-13-16,-14-7-1 15,-8 4 8-15,-33-4 6 16,-5-12-10-16,-6-6-3 16,6-12-3-16,7-14-7 15,10-9-7-15,14-5 2 0,11-4-3 16,2 0 19-16,2 0-17 15,0-17 3-15,6-2-4 16,19-2 1-16,8 7 5 16,5 4-3-16,6 6 7 15,3 4-7-15,-5 0-6 16,1 0-2-16,-7 8-45 16,1 2-186-16,-8-10-156 15,-4 0-204-15</inkml:trace>
  <inkml:trace contextRef="#ctx0" brushRef="#br2" timeOffset="13604.52">10319 16677 407 0,'0'0'496'15,"0"0"-301"-15,0 0-43 16,0 0 89-16,0 0-96 16,0 0-66-16,-34-40-67 15,23 45-4-15,11 8-1 16,0 5-4-16,18 5-3 15,29 3 2-15,9 1-2 16,-1-4 3-16,-8 3-3 16,-14-4 0-16,-14-8 1 15,-17 4 5-15,-2 0 6 16,-25 8 46-16,-22 7-40 16,-8-2-15-16,-3-5-6 0,6-14-45 15,10-10-271-15,11-2-180 16</inkml:trace>
  <inkml:trace contextRef="#ctx0" brushRef="#br2" timeOffset="13755.53">10397 16539 1289 0,'0'0'150'0,"0"0"-71"15,0 0 45-15,0 0-115 16,0 0-9-16,138-72-213 15,-95 64-185-15,-10 8-423 16</inkml:trace>
  <inkml:trace contextRef="#ctx0" brushRef="#br2" timeOffset="13938.89">10709 16467 1165 0,'0'0'226'0,"0"0"-143"0,0 0 128 16,0 0-140-16,0 0-43 15,0 0 27-15,140 62-39 16,-85-20-15-16,-1 2-1 16,-8-4-4-16,-3 1-33 15,-9-14-139-15,-7-10-188 16,-10-14 80-16,-5-3-173 16</inkml:trace>
  <inkml:trace contextRef="#ctx0" brushRef="#br2" timeOffset="14104.28">11039 16449 267 0,'0'0'720'0,"0"0"-522"16,0 0 37-16,0 0-58 16,0 0-74-16,-128 50-52 15,109 0 9-15,2 6-40 16,2-6-14-16,4 8-6 16,-1 1-3-16,-5-5-47 15,1-6-247-15,-6-12-189 16</inkml:trace>
  <inkml:trace contextRef="#ctx0" brushRef="#br2" timeOffset="14420.95">11435 16388 603 0,'0'0'606'0,"0"0"-426"16,0 0-50-16,0 0 10 15,0 0-99-15,0 0-28 16,-42-41-12-16,42 55-1 16,0 12-1-16,0 2-1 15,22 2-1-15,11-2 2 16,3-2 1-16,2-4 0 16,-7-4 0-16,-4-1 1 0,-9-2 0 15,-9-11 6-15,-9 0 4 16,0 6 35-16,-11 7-3 15,-28 6-23-15,-7 3-17 16,-6-8-3-16,8-8-24 16,7-10-282-16,2 0-210 15</inkml:trace>
  <inkml:trace contextRef="#ctx0" brushRef="#br2" timeOffset="14555.07">11426 16365 656 0,'0'0'869'0,"0"0"-728"16,0 0-43-16,0 0-7 16,96-107-89-16,-45 89-2 15,-5 9-143-15,-14 8-280 16,-12 1-202-16</inkml:trace>
  <inkml:trace contextRef="#ctx0" brushRef="#br2" timeOffset="14821.83">11876 16208 1054 0,'0'0'132'0,"0"0"-9"15,0 0 109-15,0 0-95 16,0 0-81-16,0 0-34 0,-66-22-20 16,66 54 0-1,26 2 0-15,19 8-1 0,8 2 1 16,-4-8-2-1,-6-1 4-15,-14-11 11 0,-14-8-3 16,-9-6 13-16,-6-2 0 16,-4 10 4-16,-35 3-11 15,-11 8-18-15,-10 1-12 16,7-16-135-16,3-10-399 16,13-4-346-16</inkml:trace>
  <inkml:trace contextRef="#ctx0" brushRef="#br2" timeOffset="15255.18">11862 16200 1109 0,'0'0'119'0,"0"0"-62"15,90-108 123-15,-51 82-125 16,0 3-51-16,-6 6-4 16,-8 4-13-16,-14 12-13 15,-5 1 9-15,-6 0 8 16,0 0-15-16,0 4 24 15,0 23 30-15,0 4 39 16,0 1 0-16,0-1-6 16,9 0-8-16,11 1-42 15,3-9-11-15,2-2-2 16,4-3-4-16,-3-4-10 16,3-10-74-16,0-4-52 0,-2 0-10 15,-5-7 52-15,-9-22 72 16,-6-5 21-16,-7-2 5 15,0-1 22-15,0 10 67 16,-9 1 51-16,0 12 20 16,3 2-34-16,4 6-34 15,-1 6-39-15,3 0-24 16,0 0-12-16,0 0-15 16,0 18-1-16,16 18 4 15,8 12-4-15,-1 6-1 16,-4 5-4-16,-1 3-12 15,0-4-109-15,6-4-220 0,1-18-24 16</inkml:trace>
  <inkml:trace contextRef="#ctx0" brushRef="#br2" timeOffset="15604.67">12544 15936 1081 0,'0'0'95'0,"0"0"35"0,0 0 61 0,0 0-122 0,0 0-49 16,0 0-4-16,14 57-2 15,11-20 1-15,-4-5-8 16,4-2-7-16,0-6-4 0,-3-9 1 16,-7-9-22-1,1-1-66-15,-3-5-6 16,-4-5 45-16,1-18 33 0,-6-7-10 15,-4-2 29-15,0 10 52 16,0 5 23-16,0 12 68 16,0 5 10-16,0 0-45 15,0 0-66-15,0 14-26 16,17 16-13-16,6 10 7 16,8 10-10-16,0 8-2 15,-2 4-51-15,-11 6-406 16,0 7-947-16</inkml:trace>
  <inkml:trace contextRef="#ctx0" brushRef="#br2" timeOffset="16104.32">14505 15450 29 0,'0'0'883'0,"0"0"-665"0,0 0-19 0,0 0 51 0,0 0-113 15,0 0-102-15,-133 205 27 16,52-71-36-16,-2 8-25 16,-10 14-1-16,-11 11-53 15,-17 2-437-15,-8-9-781 16</inkml:trace>
  <inkml:trace contextRef="#ctx0" brushRef="#br2" timeOffset="16672.89">12687 16012 434 0,'0'0'705'0,"0"0"-534"16,0 0-87-16,0 0 139 0,0 0-116 0,-147 36-98 15,51 28-3 1,-24 28 12-16,-24 15-12 0,-22 11-1 15,-19 1-4-15,2-16-1 16,15-14 1-16,25-17-2 16,29-14-41-16,28-22-368 15,16-22-333-15</inkml:trace>
  <inkml:trace contextRef="#ctx0" brushRef="#br2" timeOffset="17155.16">11378 15727 604 0,'0'0'452'0,"0"0"-316"0,0 0 112 0,0 0-39 16,0 0-124-16,0 0-52 16,-30 4-20-16,23 10-7 15,7 2-6-15,10-2 0 16,27 4 9-16,13 0-7 16,0 0 0-16,2-4 0 15,-12 2-1-15,-13-2 0 16,-11-6 0-16,-12-2 3 15,-4 6 0-15,-12 12-3 16,-25 2-1-16,-13 6-47 0,0-9-278 16,0-11-125-16</inkml:trace>
  <inkml:trace contextRef="#ctx0" brushRef="#br2" timeOffset="17304.99">11396 15737 353 0,'0'0'702'0,"0"0"-624"16,0 0 19-16,90-132 97 16,-52 101-170-16,9 0-24 15,-3 4-110-15,-11 9-267 16</inkml:trace>
  <inkml:trace contextRef="#ctx0" brushRef="#br2" timeOffset="17841.03">11874 15633 846 0,'0'0'178'16,"0"0"-50"-16,0 0 47 16,0 0-91-16,0 0 7 15,0 0-44-15,-54 4-28 16,52 18-9-16,2 6 2 0,0 3-5 16,7 5 0-1,15-9-4-15,3-2-3 0,3-6 0 16,1-11-1-16,2-8-1 15,-2 0 2-15,-2-4 5 16,-2-23 0-16,-9-4 1 16,-10-5 0-16,-6 0 16 15,0-4-9-15,-22 5 19 16,-12 8-32-16,-5 9-4 16,-4 13-55-16,-1 5-68 15,-4 10-214-15,2 21-339 16</inkml:trace>
  <inkml:trace contextRef="#ctx0" brushRef="#br2" timeOffset="18354.16">12130 15448 1039 0,'0'0'67'0,"0"0"47"0,0 0 106 0,0 0-95 0,0 0-79 15,0 0-19-15,-13-12 3 16,13 30-22-16,0 14 5 16,0 6 32-1,13 0-36-15,10-7-4 0,4-6-4 16,4-6-1-16,0-9-1 16,0-6-2-16,-5-4-9 15,0 0-21-15,-3-18-19 16,-7-9 22-16,-7 0 21 15,-9-9 1-15,0 5 8 0,0 2 4 16,-11 8 17-16,0 9 31 16,2 8-5-16,7-1 7 15,2 5 4-15,0 0-38 16,0 5-20-16,2 29 1 16,18 13 2-16,4 9-6 15,1 6-3-15,-3 2-90 16,-11 2-246-16,-11 1-390 15</inkml:trace>
  <inkml:trace contextRef="#ctx0" brushRef="#br2" timeOffset="21856.92">12182 17572 236 0,'0'0'0'0,"0"0"-6"0,0 0-83 0</inkml:trace>
  <inkml:trace contextRef="#ctx0" brushRef="#br2" timeOffset="23939.07">6451 13158 421 0,'-127'45'743'15,"9"-1"-621"-15,15-4 70 16,30-12 29-16,28-10-123 16,30-14-40-16,15-4-28 15,49 0-22-15,55-25 12 16,48-26 1-16,31-17-18 16,8-7-3-16,-8 4-1 15,-16 4 1-15,-18 6-1 16,-24 11-7-16,-34 17-11 15,-35 15-7-15,-37 9-2 16,-19 9-36-16,-52 14 4 0,-42 31-54 16,-31 19-84-16,-20 16-30 15,-9 10 6-15,-6 8-153 16,0 3-186-16</inkml:trace>
  <inkml:trace contextRef="#ctx0" brushRef="#br2" timeOffset="24071.18">6163 13541 410 0,'0'0'297'0,"0"0"-134"0,0 0-73 0,0 0 16 0,0 0 19 0,181 12 3 16,-21-80-52-16,18-18-51 16,9-12-12-16,5-5 37 15,-16 7-10-15,-24 18-40 16,-34 13-6-16,-47 14-204 16,-38 12-493-16</inkml:trace>
  <inkml:trace contextRef="#ctx0" brushRef="#br2" timeOffset="25490.73">6580 14178 1156 0,'0'0'80'0,"0"0"70"0,0 0 100 0,0 0-130 0,0 0-71 15,0 0-27-15,-24-13 0 16,48 41 9-16,3 4 18 0,-5-10-36 15,-8-8-5 1,-8-9-2-16,-4-5-3 0,-2 0 3 16,2 0 0-16,1 0 0 15,-1 0 18-15,9-33 8 16,13-34-18-16,11-25-14 16,11-24 0-16,10-8-28 15,2 6-63-15,2 11-45 16,-7 31-189-16,-24 42-88 15,-22 34-465-15</inkml:trace>
  <inkml:trace contextRef="#ctx0" brushRef="#br2" timeOffset="25777.96">6413 14101 590 0,'0'0'545'0,"0"0"-493"16,0 0 36-16,0 0 45 16,0 0-100-16,0 0 103 15,62 138-60-15,-35-92-39 16,-3-10-19-16,-1-11-11 16,-6-16-3-16,4-9 4 15,8 0-1-15,6-44 4 16,8-18-6-16,9-22-5 15,4-16-2-15,7-15-7 0,2-7-51 16,4-4-119-16,-7 1-113 16,-13 19-95-16</inkml:trace>
  <inkml:trace contextRef="#ctx0" brushRef="#br2" timeOffset="26157.7">6520 14135 589 0,'0'0'524'0,"0"0"-485"16,0 0 68-16,0 0 46 15,0 0-118-15,0 0 49 16,4 100 1-16,9-54-61 16,-1-11-16-16,-3-12-6 15,-3-10 2-15,2-10-3 16,0-3 2-16,15-18 6 16,12-32 7-16,14-26-8 15,9-24-8-15,6-21-1 16,3-11 0-16,5-8-52 15,-1 1-101-15,-7 24-39 16,-10 20-11-16,-23 38-162 0</inkml:trace>
  <inkml:trace contextRef="#ctx0" brushRef="#br2" timeOffset="26454.24">6471 14078 1198 0,'0'0'60'0,"0"0"-55"16,0 0 43-16,0 0 89 0,2 121-65 15,22-81-41-15,1-14-18 16,0-8-7-16,2-14-3 15,4-4 3-15,9-16-2 16,8-33-1-16,10-22-3 16,7-23-1-16,2-22-5 15,4-9-19-15,0-4-153 16,1 6 14-16,-7 23-106 16</inkml:trace>
  <inkml:trace contextRef="#ctx0" brushRef="#br2" timeOffset="27105.18">11918 17566 1282 0,'0'0'123'0,"0"0"111"0,0 0-75 0,0 0-38 0,0 0-32 16,0 0-50-16,-60-71-39 16,76 102 0-16,10 13 0 15,3 10 0-15,-6 1 0 16,-5-4 0-16,-3-5 0 16,3-5 0-16,5 3 0 15,8-4-26-15,11-14-224 0,4-20-391 16</inkml:trace>
  <inkml:trace contextRef="#ctx0" brushRef="#br2" timeOffset="27471.99">12302 17681 1203 0,'0'0'101'15,"0"0"12"-15,0 0 90 16,-56-109-98-16,56 68-105 15,25 9 17-15,8 6-17 0,3 8 0 16,-3 12 0-16,-10 6 2 16,-4 14-2-16,-9 35 6 15,-8 5 2-15,-2 10-6 16,0-2 4-16,-18-14 0 16,-7-4 6-16,-2-11 10 15,3-12 9-15,0-3 5 16,5-7-17-16,9-8-2 15,4 1 5-15,6-4-13 16,0 0-8-16,0 0 8 16,0 0-9-16,0 0-1 15,14 0-4-15,20-7 2 16,17-13 1-16,20-7-1 16,8 1-4-16,2 0-47 15,-4 8-105-15,-24 4-341 0,-15 8-404 16</inkml:trace>
  <inkml:trace contextRef="#ctx0" brushRef="#br2" timeOffset="27772.52">12901 17812 1240 0,'0'0'416'0,"0"0"-304"0,0 0-34 0,0 0-26 0,0 0-27 0,0 0-25 15,-20 12 0-15,20 34-3 16,0 21-31-16,-3 8-225 16,-28 2-373-16</inkml:trace>
  <inkml:trace contextRef="#ctx0" brushRef="#br2" timeOffset="28222.16">13242 17142 1150 0,'0'0'54'15,"0"0"43"-15,0 0 16 16,0 0-45-16,0 0 3 15,-134 26-12-15,99 24-21 0,6 7 20 16,6-3-1-16,9 4-34 16,10-8-5-16,4-1-12 15,4-9-5-15,29-8-1 16,9-6 0-16,6-8-5 16,6-8-3-16,2-10-13 15,-5 0-12-15,-7-10 28 16,-8-8-5-16,-11-8-8 15,-15 4 18-15,-10-6 12 16,0 1-10-16,-10 5 22 16,-19 5 6-16,-11 6-8 15,-3 11-4-15,-3 0-9 16,0 11-8-16,9 14-1 0,3 12-8 16,10-2-52-1,9 2-199-15,1-3-190 0</inkml:trace>
  <inkml:trace contextRef="#ctx0" brushRef="#br2" timeOffset="28775.23">13556 17106 1146 0,'0'0'53'0,"0"0"34"0,0 0 123 0,0 0-43 0,0 0-86 0,0 0-68 16,-53 27-9-16,41 27 18 15,4 4-12-15,8-4-6 16,0-5-2-16,22-14-2 16,7-9-1-16,7-12-4 15,-1-10-1-15,-1-4-2 16,-5 0-21-16,-7-22 6 15,-11-14 10-15,-7-4 10 16,-4-12 1-16,0-2 0 16,-15-1 0-16,-1 11 1 15,5 4 0-15,11 12 1 16,0 6 0-16,2 11-41 16,25 8-15-16,7 3 22 15,1 24 22-15,-2 24 7 0,-1 15-3 16,-5 5 6-16,-9-6 2 15,-1-4 4-15,3-9-4 16,0-18 4-16,5-5-2 16,6-20 0-16,0-6 9 15,4-6 26-15,4-28 21 16,-8-12 24-16,-7-12-15 16,-14-8-14-16,-10-6-9 15,-10-4-18-15,-34 2-10 16,-16 15-9-16,-14 24-7 15,-6 20 0-15,-1 15-6 0,-3 10-18 16,6 30-75 0,7 8-221-16,9-4-185 0</inkml:trace>
  <inkml:trace contextRef="#ctx0" brushRef="#br2" timeOffset="29454.9">14617 16736 958 0,'0'0'72'0,"-160"-130"-52"0,46 63 53 0,-23 5 8 0,-25 8 13 0,-25 24 15 16,-36 25 41-16,-31 8-83 15,-38 51-21-15,-24 28-12 16,-18 28 38-16,-1 29-33 16,23 21 3-16,36 19-1 15,58 17-18-15,60 1-7 16,71-1-5-16,69 5-8 16,47-2-3-16,87-5 0 15,58-19-1-15,53-42 0 16,47-44-6-16,46-51 6 15,37-38-3-15,19-46-12 16,4-57-1-16,-20-39 14 0,-30-33 3 16,-38-17 12-16,-52-13 9 15,-59-9 7-15,-67-11-18 16,-74-5 1-16,-51 10-11 16,-96 37 1-16,-72 44-1 15,-65 55 0-15,-71 52-17 16,-51 32-5-16,-31 55-2 15,-14 28 1-15,16 26 23 16,44 25-3-16,54 21 1 16,64 28 2-16,69 28 9 15,66 24-3-15,65 34 5 16,37-1-1-16,79-13-5 0,51-36-3 16,44-59 0-16,47-66 1 15,36-43 5-15,46-44-3 16,26-25 1-16,12-65-6 15,0-53-7-15,-38-60 7 16,-37-36 1-16,-54-23 23 16,-66-22 4-16,-77-9-17 15,-73-8-11-15,-94 4-27 16,-99 44-33-16,-81 82-57 16,-71 91-228-16,-64 73-239 15</inkml:trace>
  <inkml:trace contextRef="#ctx0" brushRef="#br2" timeOffset="30622.03">17582 18293 813 0,'0'0'464'0,"0"0"-243"0,0 0-48 0,0 0-63 0,-87-101-16 0,87 96-35 15,0 5-34-15,4 0-20 16,21 33-2-16,6 10-1 16,3 14 2-16,-3-17-3 15,-11-17 0-15,-9-14-1 16,-1-9 0-16,5-5 2 16,16-49 2-16,20-34 6 15,20-34-10-15,17-28-12 16,20-15-49-16,20-14-122 0,3-5-350 15</inkml:trace>
  <inkml:trace contextRef="#ctx0" brushRef="#br2" timeOffset="44238.52">19356 7447 459 0,'0'0'680'0,"0"0"-633"0,0 0 146 0,0 0-31 0,0 0-28 0,0 0-35 0,0 0-34 16,-45-72-23-16,45 71-21 16,0 1 2-16,0 0-10 15,0 0-6-15,0 0-6 16,0 0-1-16,0 4-4 15,0 21 3-15,9 5 0 16,7 0 2-16,-3-8 2 16,-4-5-3-16,-4-8-4 15,-3-7 4-15,0-2-5 16,4-2-1-16,13-34-11 16,5-22-9-16,10-17-42 15,3-10-84-15,3 0-154 16,-7 7-23-16,-4 20-364 0</inkml:trace>
  <inkml:trace contextRef="#ctx0" brushRef="#br2" timeOffset="44655.51">19300 7253 535 0,'0'0'487'0,"0"0"-457"0,0 0 106 0,0 0 7 0,0 0-64 0,0 0-43 15,0-12-23-15,0 34 4 16,11 7 13-16,1 0-19 16,-1-5-8-16,-3-6-2 15,1-6-1-15,3-9 0 0,5-3 0 16,8-15 4-1,6-23-4-15,3-13-4 0,4-14-16 16,-3-13-44-16,-1-6-79 16,-5 4-35-16,-10 16-165 15</inkml:trace>
  <inkml:trace contextRef="#ctx0" brushRef="#br2" timeOffset="47192.72">17315 12041 352 0,'0'0'525'0,"0"0"-467"0,0 0 33 0,0 0 31 0,0 0-59 0,0 0-34 15,0 0-10 1,-7-13-6-16,7 22-2 0,0 13 0 16,0 2-6-16,7 5-2 15,-3-4-1-15,3-3-2 16,-2-3 0-16,-1-7 1 15,-2-5-1-15,2-7 2 16,3 0-3-16,9-19 1 16,4-26-6-16,6-13-28 15,5-9-20-15,4-8-26 16,0-1-92-16,3 0-167 16,-5 12-216-16</inkml:trace>
  <inkml:trace contextRef="#ctx0" brushRef="#br2" timeOffset="47588.85">17317 12009 756 0,'0'0'57'0,"0"0"-19"0,0 0 32 0,0 0-7 0,0 0-43 0,0 0 21 0,28 74 3 15,-13-38-32-15,0-8-10 16,-6-9 0-16,2-16-1 16,4-3 2-16,6-22-3 15,3-23-6-15,5-14-3 16,-2-5 0-16,2-6-7 16,2-8-21-16,3-9-80 15,6 3-284-15</inkml:trace>
  <inkml:trace contextRef="#ctx0" brushRef="#br2" timeOffset="48304.72">17391 12009 669 0,'0'0'13'0,"0"0"-9"0,0 0 40 0,0 0 2 0,0 0-46 15,33 110 0-15,-6-97-20 16,4-12-19-16,-2-1-14 15,0-19 19-15,-2-20 3 16,-3-8 31-16,-3-12 9 16,3-11-9-16,3-13-28 15,6-15-12-15,9-10-257 16</inkml:trace>
  <inkml:trace contextRef="#ctx0" brushRef="#br2" timeOffset="51805.58">19427 8183 149 0,'0'0'714'0,"0"0"-628"0,0 0 31 0,0 0-22 16,0 0 27-16,0 0-8 15,0 0 21-15,-38-28-56 16,38 28-3-16,0 0-46 16,0-2 4-16,0 2-11 15,0 0-18-15,0 0-3 16,16 16 2-16,6 4-4 15,5 2-3-15,2 0 3 16,0 1 0-16,2-1 0 16,0-7-22-16,-4 4-59 15,-3-6-148-15,-1 2-6 16,-10-8-31-16,-8-7-180 0</inkml:trace>
  <inkml:trace contextRef="#ctx0" brushRef="#br2" timeOffset="51988.99">19601 8074 429 0,'0'0'525'0,"0"0"-489"15,0 0 60-15,0 0 15 16,0 0-94-16,0 0 11 16,-124 102 1-16,99-49-19 15,4 3-10-15,-3 5-1 16,6 11-47-16,-8-4-191 15,-8-3-306-15</inkml:trace>
  <inkml:trace contextRef="#ctx0" brushRef="#br2" timeOffset="52388.54">19323 8168 366 0,'0'0'402'16,"0"0"-302"-16,0 0-11 15,0 0 10-15,0 0-19 16,0 0-30-16,-10-27-20 16,10 27-21-16,4 12-9 15,19 16 15-15,8 4 16 16,3 4-11-16,-1-3-14 16,2-3-2-16,2-4-4 15,-6-4 0-15,-2-4-7 16,-5-4-44-16,-2-5-50 0,-1-9-47 15,-4 0-142 1,-5-7-29-16</inkml:trace>
  <inkml:trace contextRef="#ctx0" brushRef="#br2" timeOffset="52555.09">19645 8093 407 0,'0'0'340'0,"0"0"-281"15,0 0 12-15,0 0 46 16,0 0-55-16,0 0-51 15,-116 22 10-15,95 22 2 16,-2 2-7-16,3 0-16 16,-5 9-2-16,1 2-37 0,-10 2-166 15,-4-9-207 1</inkml:trace>
  <inkml:trace contextRef="#ctx0" brushRef="#br2" timeOffset="52822.14">19215 8183 709 0,'0'0'41'0,"0"0"21"16,0 0 36-16,0 0-38 15,119 14 0-15,-80 13-21 0,-1 5-15 16,3 4-14-16,-6-3-6 16,-1-1-4-16,-3-1-2 15,-2-12-10-15,4-4-80 16,-2-11-116-16,-2-4-119 16</inkml:trace>
  <inkml:trace contextRef="#ctx0" brushRef="#br2" timeOffset="52988.63">19645 8019 505 0,'0'0'283'15,"0"0"-237"-15,0 0 63 16,0 0-74-16,-118 128 12 16,87-62-25-16,2 0-16 0,0 15-6 15,0 3-2-15,-11 4-160 16,-6-3-475-16</inkml:trace>
  <inkml:trace contextRef="#ctx0" brushRef="#br2" timeOffset="77372.03">8634 6447 450 0,'0'0'467'0,"0"0"-451"0,-34-111 134 0,26 78-17 0,1 2-59 0,5 12 19 16,2 8 26-16,0 9-17 16,0 2-50-16,0 0 20 0,0 0-50 15,0 2-8 1,0 34-9-16,0 18 8 0,0 21 20 16,7 4-10-1,1 2-1-15,3-3-1 16,1-1-10-16,-1-10-8 0,0-4-2 15,-2-6 3-15,-1-18-3 16,-5-15-1-16,-1-12-3 16,-2-10 2-16,0-2-4 15,0-14 3-15,0-36-5 16,-9-22-6-16,-8-22-3 16,1-9-13-16,2 3-11 15,11 6-8-15,3 20 1 16,0 19 35-16,11 19-1 15,15 12 3-15,3 10 5 0,9 12 3 16,4 2 1 0,0 6 2-16,-5 18 0 0,-11 6 1 15,-17 0 0-15,-9 4-1 16,-6 2 5-16,-30 0-1 16,-9-1-3-16,1-7-2 15,8-7-6-15,9-8-79 16,11-3-198-16,6 0 2 15,3 1-275-15</inkml:trace>
  <inkml:trace contextRef="#ctx0" brushRef="#br2" timeOffset="77538.93">8997 6707 1191 0,'0'0'40'0,"0"0"77"0,0 0 108 0,0 0-188 0,0 0-30 16,0 0-7-16,0 4-20 16,0-4-212-16,0 0-165 15</inkml:trace>
  <inkml:trace contextRef="#ctx0" brushRef="#br2" timeOffset="77938.03">9628 6341 719 0,'0'0'377'16,"0"0"-370"-16,9-107 107 16,-9 89-43-16,0 8-26 15,0 8 5-15,-4 2-11 16,-17 0-15-16,-6 18-21 15,0 10-3-15,7 2-4 16,3 1 1-16,10 2-12 16,7 0-30-16,0-3-9 15,24-2-1-15,13-2 15 16,2 2 13-16,4 0 3 16,-7-3 15-16,-1 4 9 15,-8-3 2-15,-7-4 4 0,-7-2 0 16,-8-6 15-16,-5-6 14 15,0 0 22-15,-13 2 29 16,-23-4-14-16,-11 0-47 16,-7-6-15-16,8 0-10 15,7-6-13-15,16-24-114 16,13-6-83-16,10-4-324 16</inkml:trace>
  <inkml:trace contextRef="#ctx0" brushRef="#br2" timeOffset="78105.39">10013 6551 1194 0,'0'0'3'0,"0"0"-3"15,0 0 0-15,0 0-35 16,0 0-406-16</inkml:trace>
  <inkml:trace contextRef="#ctx0" brushRef="#br2" timeOffset="79088.63">10179 6316 666 0,'0'0'494'16,"0"0"-488"-16,0 0 213 15,0 0-79-15,0 0-118 16,0 0-15-16,4 26 3 16,19 13 13-16,-4-3-19 15,-3-6-2-15,-5-5-2 16,-5-5 0-16,-4-7-1 16,-2-9-1-16,0-4 0 15,0 0-1-15,-4-28-22 16,-15-14-43-16,1-11 39 15,7-3 15-15,11 4-3 0,0 8 15 16,0 10 2-16,13 14 4 16,3 12-3-16,3 8 2 15,6 0 4-15,2 31-1 16,-1 13 2-16,-4 7-2 16,-1 1-4-16,-5-5-1 15,-8-9-1-15,-1-12 0 16,-5-12-1-16,-2-5 0 15,0-9 1-15,0 0 2 16,0-12-2-16,-11-24 0 16,-3-11-14-16,3-10 2 15,9-5-21-15,2 3 7 16,0 9 20-16,5 12 6 0,13 15 0 16,-1 13 0-16,3 10 21 15,5 6 15 1,4 28-4-16,0 8-2 0,-1 6-7 15,1-2-8-15,-2-2-9 16,-2-6-6-16,-3-9-2 16,-4-8-4-16,-7-5-27 15,0-8-69-15,-4-8-14 16,0 0 9-16,2-9-9 16,-3-23-32-16,-1-15 66 15,-3-11-28-15,-2-9 49 16,0-14 13-16,-5-9 22 15,-10-1-23-15,-12 9 21 0,-10 14 28 16,-10 16 114 0,-16 5 47-16,-12 2-80 0,-20 1-28 15,-18-1-20-15,-21 7-13 16,-24 9 1-16,-23 14-4 16,-19 15 8-16,-30 22 14 15,-23 42 39-15,-17 27 17 16,-15 25-44-16,8 18 17 15,18 14 37-15,49 5-36 16,54-3-20-16,64-5-10 16,65-1-25-16,27 3 14 15,71-5-28-15,50-3-21 0,49-19 21 16,50-26 0 0,48-32-4-16,50-30-13 15,41-32-48-15,30-30-38 0,22-50 17 16,-12-35 6-16,-23-25 80 15,-44-19 3-15,-61-18 8 16,-72-16-3-16,-83-14 10 16,-84-11-18-16,-55 11-36 15,-95 25-28-15,-67 47 53 16,-71 60 11-16,-68 62 2 16,-67 41-2-16,-64 67-98 15,-39 31-382-15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10T13:17:54.981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8793 3779 632 0,'0'0'458'0,"-143"-8"-454"0,68 7 79 0,-4-2 51 0,6 2-6 15,11 1 11-15,17 0-23 16,18 0-67-16,20-4-2 16,7 2-23-16,27 2-11 15,56-3-6-15,48-6-7 16,69-12 1-16,55-11 1 16,45-4 1-16,32 0-3 15,5 2-5-15,-14 8 2 16,-21 5 3-16,-32 8-9 15,-40 7-2-15,-39-2-28 16,-53 2 11-16,-49 2-26 16,-46-3-56-16,-43-2 8 0,-14-3 48 15,-63-4-66 1,-41-4-161-16,-45 6-274 0</inkml:trace>
  <inkml:trace contextRef="#ctx0" brushRef="#br0" timeOffset="299.82">8425 3777 896 0,'-116'27'358'0,"20"-10"-332"16,24-4-26-16,22-5 8 15,14-6 27-15,20-2 69 16,14 0 13-16,2 0-74 0,54 0-27 15,48-12-9-15,66-20 15 16,61-11-11-16,56-5-4 16,34 5 31-16,17 3-23 15,0 9-15-15,-19 11 1 16,-26 8-1-16,-32 6 3 16,-42 6 1-16,-42 0-4 15,-50 0-4-15,-49 0-12 16,-36 0 9-16,-34 0-37 15,-8-5-69-15,-51-8-215 16,-34-3-503-16</inkml:trace>
  <inkml:trace contextRef="#ctx0" brushRef="#br0" timeOffset="7365.79">7659 4726 899 0,'0'0'16'0,"0"0"125"0,-50-103 33 0,42 90-40 16,3 7 18-16,3 4-50 16,2 2-21-16,0 0-18 15,0 36-48-15,0 18 16 16,0 24-9-16,0 6-5 0,0 4-5 16,0 1-4-16,0-5-1 15,0-10-4-15,0-11 0 16,0-15-2-16,-2-16-1 15,2-18 0-15,-2-10-2 16,2-4 1-16,-3-10-1 16,0-30 1-16,3-18-12 15,0-8 0-15,0 3 4 16,19 11 8-16,1 12 1 16,4 10 0-16,-2 10-1 15,7 10 1-15,4 10 1 16,5 0-1-16,5 31-1 15,-1 16 1-15,-6 6 1 0,-7 4 3 16,-9 0-1 0,-7-3-3-16,-5-7 0 0,-8 0-6 15,0-7-99-15,0-6-241 16,0-9-36-16,0-14-450 16</inkml:trace>
  <inkml:trace contextRef="#ctx0" brushRef="#br0" timeOffset="7799.43">8222 5284 821 0,'0'0'117'0,"0"0"89"0,0 0-105 0,-23-108-3 0,6 87 31 16,-3 11-60-16,-3 1-11 15,2 9-15-15,-4 0-33 16,-2 7-3-16,2 22-4 15,4 6 1-15,5 6-8 16,10 0 2-16,6-2-5 16,4-8-13-16,18-8-5 15,3-7-26-15,5-10-33 16,-5-6 17-16,2-8 24 16,-5-22 24-16,-1-14 17 15,-6-2 2-15,-7 4 0 16,-3 6 11-16,-5 11 15 15,0 13 56-15,0 6 10 16,0 6-6-16,0 0-8 0,0 0-32 16,5 0-25-1,1 24-20-15,7 13 23 0,3 0-18 16,2 2-5-16,4-3-2 16,1-5-6-16,1-6 6 15,-2-5-45-15,3-7-86 16,-3-8-56-16,0-5-36 15,0-6-2-15,-10-30-190 16</inkml:trace>
  <inkml:trace contextRef="#ctx0" brushRef="#br0" timeOffset="8033.03">8483 4748 420 0,'0'0'355'0,"0"0"-227"0,0 0 51 16,-74-120-69-16,65 109-17 15,3 8 17-15,4 3 35 16,2 0-81-16,0 14-35 16,0 30-20-16,4 20 60 15,9 18 11-15,1 3-50 16,-1-2 6-16,3 9-22 16,-1-7-13-16,6 4-1 15,0-3 0-15,4-7-23 16,0-6-160-16,1-19-224 15,-3-24-41-15</inkml:trace>
  <inkml:trace contextRef="#ctx0" brushRef="#br0" timeOffset="8448.91">8804 4809 498 0,'0'0'288'0,"-69"-129"-278"16,44 75 169-16,5 10-39 15,7 16-49-15,6 8 38 16,5 12 29-16,2 8-53 16,0 9-81-16,0 48-12 15,0 27 29-15,9 34 10 0,-1 15 1 16,4 9 20 0,1 12-45-16,5 1-18 0,2-5-4 15,4-10-2-15,5-19-3 16,5-19 2-16,2-23-2 15,1-26-1-15,-4-22-3 16,-2-24-1-16,-2-7-18 16,0-36-46-16,-12-34 3 15,-13-24-38-15,-4-12 39 16,-23 4 7-16,-19 15 4 16,-11 21 53-16,-3 19 1 15,-4 20 7-15,-1 11 22 16,15 10 6-16,13 5-5 0,15-2-2 15,15 1-22 1,3-2-6-16,41-6-92 0,32-8-137 16,14-10-90-1</inkml:trace>
  <inkml:trace contextRef="#ctx0" brushRef="#br0" timeOffset="8866.42">9429 5079 675 0,'0'0'427'0,"0"0"-423"15,0 0 104-15,0 0 13 0,0 0-40 16,0 0-65-16,-33-8 29 0,74 34 2 16,1 5-28-16,0-2-15 15,-7-1-4-15,-6-4-3 16,-6-2-10-16,-7-8-73 15,-5-6-101-15,-3-8 13 16,2 0-36-16,-6-27 25 16,-2-14 25-16,-2-8 160 15,0 2 58-15,0 0 78 16,0 2-9-16,0 9 9 16,0 7-33-16,0 11 17 15,0 8-11-15,0 9 8 16,0 1 3-16,0 11-61 15,0 34-19-15,0 17 0 0,0 18 53 16,0 4-59 0,0 4-3-16,0 3-29 0,0-7 3 15,-2-8-5-15,-2-9-7 16,4-11-56-16,0-17-257 16,0-14-143-16</inkml:trace>
  <inkml:trace contextRef="#ctx0" brushRef="#br0" timeOffset="9766.87">9873 5364 582 0,'0'0'334'0,"0"0"-312"16,0 0 19-16,0 0-2 0,0 0-25 15,0 0 50-15,42-47-11 16,-19 12-45-16,-8-5-3 15,-11 0 0-15,-4-1 15 16,0 6 8-16,-8 4-3 16,-15 9 22-16,2 8 38 15,-4 6-26-15,0 8 24 16,0 0-65-16,8 10-2 16,5 21-13-16,8 16-2 15,4 5-1-15,10 2-2 16,25-1 0-16,9-5-2 0,4-10-10 15,-2-8-45 1,1-10-32-16,-3-10-18 0,-1-10 47 16,-3 0 21-16,-2-22 4 15,-5-16 22-15,-6-2 15 16,-7-4 0-16,-11 4 21 16,-9 0 31-16,0 1-1 15,-4 7 14-15,-19 2-17 16,-5 6-16-16,0 8 4 15,-1 6-17-15,2 10-7 16,1 0-12-16,6 12-5 16,9 22-2-16,9 10 1 15,2 6 3-15,2-2-4 16,18-1 0-16,0-11-4 0,-3-9-27 16,-1-6-52-16,-5-11 43 15,1-10 16-15,1 0 8 16,1-18 23-16,-1-16 1 15,0-6 10-15,1 1 29 16,-6 3 15-16,4 8 0 16,-1 6-14-16,-3 8-16 15,6 6-5-15,4 8-9 16,0 4 0-16,1 28 6 16,2 18-6-16,-5 5-10 15,-6 1 0-15,-5-3-1 16,-3-9 0-16,-2-15 0 15,0-7 0-15,0-12 15 0,-2-10-6 16,-9-5-9-16,1-30-26 16,4-17 16-16,6-11 8 15,0 4 1-15,0 4 1 16,20 12 0-16,5 10 1 16,-1 15 0-16,5 8 0 15,0 10-1-15,2 8 1 16,4 21 8-16,-6 9-3 15,-6-1 27-15,-7-2-28 16,-12-6 12-16,-4-10-3 16,0-5 10-16,0-10 15 15,0-4 7-15,0 0-18 16,-4-4-16-16,-3-30-12 16,7-15-22-16,0-9-84 0,27 0-217 15,20 8-199-15,-1 10 89 16</inkml:trace>
  <inkml:trace contextRef="#ctx0" brushRef="#br0" timeOffset="10448.35">10893 4678 646 0,'0'0'519'0,"0"0"-513"0,0 0 118 0,0 0 19 0,0 0 8 0,0 0-101 16,-95-69-7-16,95 69-12 15,0 0-29-15,0 11 2 16,13 22-2-16,-4 10 8 0,0 18-2 16,-2 6 0-16,1 12 1 15,4 3 2-15,1-2-10 16,3-4 17-16,3-4-18 16,6-7-6-16,-2-11-3 15,1-13 9-15,2-14-20 16,8-18-71-16,0-9-127 15,-1-19 106-15,-1-31 13 16,-11-11 70-16,-7-2 23 16,-5 8 6-16,-9 13 17 15,0 12 42-15,0 10 53 16,0 12-6-16,0 4 5 0,0 4-9 16,0 0-73-16,0 0-29 15,0 18-25-15,18 12 20 16,6 4 4-16,5-4-10 15,0-4-105-15,0-10-26 16,-5-5-25-16,-1-11 94 16,-4 0 19-16,-7-20 35 15,-3-15 19-15,-8-4 18 16,-1-3 39-16,0 11 19 16,0 4 53-16,0 10 35 15,0 7-8-15,-3 6-65 16,-2 4-30-16,3 0-30 15,2 18-18-15,0 38-11 0,2 32 6 16,21 35 7 0,4 15 10-16,-4 15-3 0,-4 3-14 15,-11-6-6-15,-8-15-1 16,0-27-1-16,-4-21 0 16,-23-30 1-16,-4-20 6 15,-9-22-7-15,-5-15 2 16,1-20-4-16,-1-42 1 15,11-32-18-15,19-25-16 16,15-9-51-16,25 2-163 16,26 14-210-16,5 23-449 15</inkml:trace>
  <inkml:trace contextRef="#ctx0" brushRef="#br0" timeOffset="11031.83">11963 5129 1095 0,'0'0'166'0,"-122"18"-112"0,89-14 230 0,12 0-195 0,21 2-53 0,21-4-26 16,41-2 5-16,28 0-1 16,20-6-9-16,0-16-5 15,-13 2-2-15,-23 4-70 16,-21 3-126-16,-17 5 18 0,-25-7 17 16,-11-1 60-16,-3-2 82 15,-28-4 21-15,-2 1 15 16,0 2 28-16,10 6-1 15,8 6 32-15,8 2 28 16,7 5-8-16,0 0-29 16,0 0-51-16,18 15-8 15,13 20 40-15,2 15 4 16,-8 9 0-16,-13 6-18 16,-12 0-18-16,0 6-13 15,-16-6-1-15,-16 4-41 16,-3-11-283-16,-12-10-124 15</inkml:trace>
  <inkml:trace contextRef="#ctx0" brushRef="#br0" timeOffset="11616.08">13628 4831 104 0,'0'0'1015'0,"0"0"-942"0,0 0 180 0,0 0-80 0,-143-4-112 15,96 36 6-15,5 13-34 16,6 10 2-16,9 3-6 15,14 3-21-15,8-5-8 16,5-9 0-16,10-5-1 16,23-5-3-16,7-12 3 15,5-6-9-15,-3-9-27 0,-2-8 8 16,-7-2 2-16,0 0 0 16,-6-18 10-16,-6-10 15 15,-9-3 1-15,-6 1 1 16,-6 2 4-16,0 6 5 15,-23 8 11-15,-10 8 25 16,-8 6-20-16,-1 0-20 16,0 10-1-16,11 7-4 15,11 2-1-15,15 5-10 16,5 2-107-16,7 0-228 0,17-5-93 16</inkml:trace>
  <inkml:trace contextRef="#ctx0" brushRef="#br0" timeOffset="12198.65">13863 4947 977 0,'0'0'96'16,"0"0"20"-16,0 0 120 15,0 0-74-15,0 0-115 16,0 0-5-16,-15-26-31 15,28 64 7-15,1 10 3 0,-3-2-16 16,-7-7-2-16,-2-3-3 16,-2-9 0-16,0-10-3 15,0-5-1-15,0-10-12 16,0-2-11-16,0 0-37 16,0-23 18-16,0-12-41 15,0-9 75-15,0-5 9 16,2 5-4-16,15 7 6 15,2 10 1-15,1 10 2 16,3 14-2-16,3 3 1 16,4 11 1-16,3 28 12 15,-2 11 1-15,-6 4-5 0,-3 0-5 16,-11-8-2 0,-6-8-3-16,-5-11 0 0,0-10-3 15,0-7 2-15,0-7 1 16,-10-3 1-16,-4-7 3 15,0-20-4-15,2-10-8 16,10-5 3-16,2 0 1 16,0-2 3-16,18 0 1 15,9 6 0-15,4 8-1 16,1 10 1-16,3 9 0 16,-2 11 1-16,1 3 12 15,-5 27 36-15,-7 12-11 16,-9 5-13-16,-13 2-10 0,0-6-4 15,0-5-11 1,-11-5-4-16,-2-3 4 0,-3 2-163 16,-2-11-184-1,3-7-287-15</inkml:trace>
  <inkml:trace contextRef="#ctx0" brushRef="#br0" timeOffset="12365.92">14621 5300 886 0,'0'0'95'0,"0"0"38"0,0 0 38 0,0 0-37 0,0 0-67 0,2 132-61 16,-2-97-6-16,0 14-41 0,-29-5-191 16,-20-4-434-1</inkml:trace>
  <inkml:trace contextRef="#ctx0" brushRef="#br0" timeOffset="12999.54">15251 4942 417 0,'0'0'681'0,"0"0"-617"0,0 0 169 0,0 0-85 0,0 0-61 0,-137 15-24 15,103 23-31-15,10 3-14 16,13 7-9-16,9 3-6 16,2 3-1-16,4 5-2 15,21-3-1-15,8-10 1 16,7-6 0-16,2-13 0 16,5-12-10-16,-3-13-1 15,-1-2-1-15,-10-4 7 16,-11-22 2-16,-8-11 3 15,-14-1 7-15,0 1-5 16,-4 6 3-16,-28 13 3 0,-8 13 11 16,-7 5-14-16,-2 0-5 15,5 14-4-15,8 6-10 16,16 1-150-16,11 3-194 16,9-5-164-16</inkml:trace>
  <inkml:trace contextRef="#ctx0" brushRef="#br0" timeOffset="13566.52">15519 5097 1148 0,'0'0'25'0,"0"0"205"15,0 0-44-15,0 0-131 16,0 0-49-16,0 0 0 15,27 39 22-15,-5 6-10 16,-4 3-12-16,-10-1-2 16,-5-6-2-16,-3-6-1 15,0-14-2-15,0-4-1 16,-5-11 1-16,1-6-3 16,-5-2-19-16,1-33-24 15,0-14-28-15,8-5 53 16,0 5 18-16,5 8-3 15,13 9 7-15,2 7 0 0,3 8 1 16,-4 14-1-16,8 3 0 16,0 0-1-16,2 22 1 15,0 10-1-15,-7 3 1 16,-4 3 0-16,-8-2-1 16,-4-4-9-16,-6-6 10 15,0-7 22-15,0-8-22 16,0-7 0-16,-2-4-3 15,-8-10-34-15,1-22-26 16,3-13 23-16,4-1 29 16,2-2 4-16,0 4 4 15,21 4 3-15,10 3-1 16,6 10 1-16,5 7 0 0,4 10 0 16,4 10 3-16,-3 0 13 15,-7 30 36-15,-9 14 3 16,-16 10-2-16,-15 6-41 15,0 1-10-15,-33 5-2 16,-9 0-3-16,-6-2-191 16,-7-8-256-16</inkml:trace>
  <inkml:trace contextRef="#ctx0" brushRef="#br0" timeOffset="16618.23">16597 5184 738 0,'0'0'429'0,"-120"-6"-408"0,84 4 216 0,14-2-101 0,15 1-3 16,7 3-78-16,11 0-38 15,36 0-10-15,24 0 31 0,19 0-11 16,8 0-18-16,-5 0-6 15,-4 0 0-15,-12 0-1 16,-12 0-2-16,-12-6-5 16,-15 2-78-16,-14-2-110 15,-4 2-134-15,-16-4 17 16,-4-2-102-16</inkml:trace>
  <inkml:trace contextRef="#ctx0" brushRef="#br0" timeOffset="16865.71">17141 5075 1 0,'0'0'134'0,"0"0"-133"16,0 0 530-16,-114-72-403 15,98 64 64-15,6 4-29 16,5 2-76-16,5 2 8 0,0 0-60 16,0 0-19-1,5 0-15-15,19 14 6 0,7 8 8 16,1-2-5-16,-1-2-10 16,-4-2 0-16,-10-3 0 15,-3-2 0-15,-10-3 0 16,-2-4 0-16,-2-4 1 15,0 2 3-15,0-2 5 16,0 6 61-16,-10 16 23 16,-22 14-48-16,-8 14-31 15,0 8-12-15,4 3-2 16,7-2-1-16,13-1-30 0,16-11-225 16,0-13-181-16</inkml:trace>
  <inkml:trace contextRef="#ctx0" brushRef="#br0" timeOffset="17551.03">18112 4448 1167 0,'0'0'57'0,"0"0"-9"0,0 0 175 0,0 0-101 0,0 0-72 0,0 0 41 16,-19-16-59-16,19 66-23 16,0 18 3-16,2 10 5 15,0 1 2-15,0-4-16 16,0-6 1-16,1-13-4 15,-1-16 0-15,0-14 0 16,2-13-1-16,-2-7-12 16,-2-6-9-16,0 0-9 15,0-17-6-15,-13-27-13 0,-11-14-7 16,1-14 40 0,15-3 8-16,8 5-5 0,0 6 3 15,26 7 10-15,8 11 0 16,3 13-1-16,6 11 2 15,-6 14-1-15,2 8-1 16,-2 10 0-16,-8 30-8 16,-6 10 1-16,-18 8 9 15,-5 0 1-15,-9-4 1 16,-27-6 0-16,-7-6 0 16,-2-8 1-16,-1-12-1 15,6-8 0-15,7-11 4 16,10-3-6-16,10 0 8 0,7-11 1 15,6-3-8 1,0 3-1-16,0-1-1 0,15 11 0 16,14 1 1-1,6 8 4-15,5 22 5 0,2 7 7 16,3 1-4-16,2-2-3 16,0-4-7-16,-1-6-2 15,-1-7-1-15,-4-4-18 16,-3-5-95-16,6-10-173 15,-9 0-23-15,2-19-313 16</inkml:trace>
  <inkml:trace contextRef="#ctx0" brushRef="#br0" timeOffset="17832.48">18948 4339 307 0,'0'0'502'0,"0"0"-463"0,0-122 96 0,-5 100 13 0,3 12-29 0,0 6 6 16,0 4 26-16,0 0-24 15,-5 30-104-15,-5 38-14 16,-3 24 49-16,-5 22-28 16,5 3 23-16,-1-3-15 15,0 1-16-15,3-10-13 16,2-10 0-16,2-17-4 15,4-18-5-15,3-22 0 16,2-16-5-16,0-12-55 0,0-10-317 16,10-28-56-16</inkml:trace>
  <inkml:trace contextRef="#ctx0" brushRef="#br0" timeOffset="18065.47">18605 4594 880 0,'0'0'22'16,"0"0"44"-16,0 0 20 15,-13 110-18-15,30-100-28 16,-1-8 0-16,-1-2 11 16,-1 0 43-16,-3-9-19 0,-3-14 2 15,-2-5-14-15,-6 6-35 16,0 4-28-16,0 6 0 15,-6 8-18-15,0 4-135 16,-5 0-102-16,-5 17-322 16</inkml:trace>
  <inkml:trace contextRef="#ctx0" brushRef="#br0" timeOffset="18335.49">19097 4929 847 0,'0'0'12'0,"0"0"21"16,0 0 64 0,0 0-40-16,0 0-10 0,0 0 13 15,47 60 3-15,-34-60 25 16,-8-16-11-16,-5-3 4 15,0-3 2-15,-3 3-58 16,-18 1-12-16,-2 5-13 16,-4 8-51-16,5 5-154 15,-7 0-71-15,-7 18-349 16</inkml:trace>
  <inkml:trace contextRef="#ctx0" brushRef="#br0" timeOffset="18632.93">17875 5320 441 0,'0'0'786'16,"0"0"-782"-16,0 0 7 15,0 0 116-15,0 0-97 16,0 0 26-16,93 52-13 15,43-40 20-15,24-8-46 0,16-4-12 16,-2 0 4 0,-6 0 0-16,-17 0 0 0,-20 0 1 15,-26 0-6-15,-25-8-4 16,-33-2-2-16,-23 4-125 16,-24 1-151-16,0 5-55 15</inkml:trace>
  <inkml:trace contextRef="#ctx0" brushRef="#br0" timeOffset="19016.86">18558 5745 643 0,'0'0'452'15,"0"0"-426"-15,0 0 30 16,-26-109 36-16,59 82-36 15,7 4-31-15,7 14 6 16,-5 9 17-16,-4 0 4 16,-7 29-20-16,-13 15-4 15,-14 9-14-15,-4 5-6 16,-13 0-3-16,-25-4 1 16,-6-4 2-16,-8-7 6 15,4-14 2-15,-1-7 9 16,8-11-8-16,10-10 10 0,11-1 0 15,9 0-3-15,9 0 1 16,2 0-2-16,0 0-11 16,37-12-12-16,22-3-1 15,16-2 1-15,5 5-4 16,3 6 6-16,-10 2-5 16,-8 2 1-16,-16 2-22 15,-15 0-108-15,-15 0-204 16,-17 0-136-16</inkml:trace>
  <inkml:trace contextRef="#ctx0" brushRef="#br0" timeOffset="20833.02">19724 5184 1254 0,'0'0'71'0,"0"0"91"0,0 0 49 0,0 0-115 0,0 0-74 0,0 0-1 0,17 0-5 15,68 0-12-15,17-8-2 16,14-9-2-16,-6 1 0 16,-12 4 0-16,-19 3-43 15,-16 2-101-15,-18 5-99 16,-14 0-44-16,-18-4-111 0,-13 0 52 16,-4-2-52-1,-32-5 398-15,-4-6 162 0,-3-1 297 16,1-2-216-16,9 3-80 15,6 6-28 1,9 3 15-16,7 4-33 0,9 4-12 16,2 2-19-16,0 0-67 15,9 0-8-15,24 17-8 16,10 6 2-16,5 6 5 16,-3 4-2-16,-9-3-3 15,-11 0-2-15,-15 2 4 16,-10 2-2-16,-4 0-3 15,-33 1-2-15,-13-1-22 0,-4 0-101 16,6-10-129-16,9-7-87 16</inkml:trace>
  <inkml:trace contextRef="#ctx0" brushRef="#br0" timeOffset="21101.85">21020 4921 793 0,'0'0'522'0,"0"0"-451"0,0 0 167 0,-58-110-77 0,54 108-72 0,2 2-42 15,2 1-28-15,0 42-3 16,0 18-11-16,0 17 12 15,0 3-9-15,0-7-5 16,0-5-3-16,0-1-2 16,0-4-6-16,0-8-49 15,0-6-112-15,0-14-222 16,0-26-28-16,0-10-511 16</inkml:trace>
  <inkml:trace contextRef="#ctx0" brushRef="#br0" timeOffset="21282.66">20697 4948 1126 0,'0'0'23'0,"0"0"57"15,0 0 74-15,0 0-55 16,0 0-94-16,0 0-5 16,156-71 0-16,-73 57-19 15,6 7-129-15,-18 7-78 16,-20 0-255-16</inkml:trace>
  <inkml:trace contextRef="#ctx0" brushRef="#br0" timeOffset="21499.57">21263 5245 396 0,'0'0'769'0,"0"0"-720"16,0 0 143-16,0 0 13 15,0 0-139-15,0 0-41 16,-34 25-12-16,96-42-4 16,15-5-3-16,-2 0-6 15,-7 2-7-15,-22 9-107 16,-17 11-131-16,-18 0-8 16,-11 0-166-16</inkml:trace>
  <inkml:trace contextRef="#ctx0" brushRef="#br0" timeOffset="21619.97">21260 5470 932 0,'0'0'74'0,"0"0"-28"0,0 0 49 15,0 0-32-15,0 0-44 16,119-4-19-16,-39-32-51 16,-2-2-194-16,-6-2-522 15</inkml:trace>
  <inkml:trace contextRef="#ctx0" brushRef="#br0" timeOffset="22085.62">22056 5184 984 0,'0'0'17'0,"0"0"87"0,0 0 8 15,0 0-42 1,-123-62 29-16,106 26-30 0,3-3-38 15,12-3-12-15,2 2-10 16,2 7-6-16,23 11-5 16,4 9 2-16,2 13-3 15,5 0-1-15,-1 28-3 16,-2 22 7-16,-1 14 0 16,-10 8 3-16,-8 3-2 15,-14 3 2-15,0-4-2 16,-16-8 0-16,-15-16 5 15,-8-12-5-15,0-16 9 16,-4-12-1-16,1-10-5 0,-1-4 7 16,8-28-4-16,8-12 12 15,14-8-14-15,13 4-4 16,0 10-2-16,4 10 0 16,21 14 0-16,2 14-5 15,9 0 6-15,3 12 1 16,4 28 7-16,4 5 9 15,-4 5-17-15,-4-2-7 16,-1-10 5-16,-7-5-11 16,-4-9-121-16,2-12-128 15,-6-12-63-15,-4 0-445 16</inkml:trace>
  <inkml:trace contextRef="#ctx0" brushRef="#br0" timeOffset="22316.83">22455 4927 862 0,'0'0'80'0,"0"0"12"0,0 0 106 0,0 0 7 0,0 0-60 0,0 0-82 0,-11-42 2 16,11 80-31-16,3 18 48 16,14 12-35-16,-2 2-21 15,2-2-13-15,-2-1-6 16,-1-8-6-16,-6-4-1 15,-3-4-13-15,-5-7-51 0,0-2-162 16,-5-13-92 0,-15-13-88-16,-3-16-407 0</inkml:trace>
  <inkml:trace contextRef="#ctx0" brushRef="#br0" timeOffset="22615.9">22328 5314 587 0,'0'0'246'0,"0"0"-243"15,0 0-3-15,131-62 19 16,-77 52-5-16,-5 2-14 16,-2-3 0-16,-7 1 1 15,-12-1 4-15,-5-2-1 16,-11 0-2-16,-8 0 39 0,-4 3 42 16,0 2-10-16,0 6 29 15,0 2-7-15,0 0 16 16,0 0-8-16,0 20-34 15,-10 15-37-15,4 10 22 16,4 0-15-16,2-5-12 16,0-4-20-16,4-4-7 15,10-6-7-15,-1-4-81 16,1-2-147-16,-1-12-56 16,-2-8-205-16</inkml:trace>
  <inkml:trace contextRef="#ctx0" brushRef="#br0" timeOffset="23266.31">22974 5235 1229 0,'0'0'10'0,"0"0"-5"0,0 0 53 0,0 0 67 0,0 0-100 0,0 124-22 16,0-110-1-16,0-7-2 15,0-5-1-15,0-2-4 16,0 0 0-16,-4-2-16 16,-5-24-5-16,2-11 7 15,7-7 13-15,0 0 5 16,0 1 1-16,18 8 0 16,4 10 0-16,5 8-1 15,-1 13 0-15,1 4 1 16,0 8 0-16,-2 22 3 15,-3 13 4-15,-7 9 10 0,-5-5-5 16,-6-4-4-16,-4-15-6 16,0-11 2-16,0-8 1 15,0-7-2-15,0-2-1 16,0 0 3-16,-7-20 7 16,0-16-12-16,1-10 0 15,6-7-1-15,0 2 0 16,0 4 0-16,20 13 1 15,2 12-1-15,7 10 0 16,0 10 1-16,0 2 3 16,0 12 8-16,-7 24 32 15,-1 6 70-15,-6 5-55 0,-9-2-38 16,-1-6-12 0,-5-7-8-16,0-2 0 0,0-2-62 15,0-6-209-15,-13-7-107 16</inkml:trace>
  <inkml:trace contextRef="#ctx0" brushRef="#br0" timeOffset="23751.27">23500 5256 779 0,'0'0'5'0,"0"0"17"0,0 0 83 16,0 0-48-16,0 0-22 15,122-53-11-15,-103 22 7 16,-6-5-25-16,-9 5-2 0,-4 4 7 16,0 4 21-16,-11 7 5 15,-7 6 27-15,1 10-17 16,-2 0 14-16,4 5-25 16,1 20-16-16,6 11-3 15,6 4 1-15,2 3 5 16,0-5-9-16,10-2-1 15,11-9-5-15,3-8-7 16,5-10 6-16,7-9-6 16,8 0 5-16,8-25-5 15,4-14 0-15,2-11-1 16,-10-4 0-16,-13 0-3 0,-15 8-22 16,-17 8 5-1,-3 12 16-15,-15 14 4 0,-16 12-2 16,-4 0 2-16,10 21 4 15,8 18 0-15,17 11 7 16,5 8 0-16,38 4 10 16,3 2-7-16,3-7-3 15,-11-11-2-15,-13-8 23 16,-19-10 22-16,-6-6-24 16,-35 0-30-16,-42-6-43 15,-23-4-508-15</inkml:trace>
  <inkml:trace contextRef="#ctx0" brushRef="#br0" timeOffset="25833.73">8028 6761 1336 0,'0'0'0'0,"0"0"184"0,0 0-10 0,0 0-139 15,0 0 2-15,0 0 18 16,-105 148-14-16,90-81-5 16,9 4-20-16,6-1-6 15,0-2-1-15,8-9-6 16,26-2-2-16,5-16-1 15,11-9-5-15,6-17-3 0,4-15-9 16,2-4-6 0,-2-30 7-16,-5-12-13 0,-10-12 26 15,-9-12 3-15,-18-13 0 16,-18-12 0-16,0-8-2 16,-25 9 1-16,-12 15 2 15,-10 25 0-15,-2 24 0 16,0 14-1-16,-1 15-13 15,4 1 11-15,3 3-2 16,8 23 3-16,8 7 1 16,12 11-1-16,11 10 1 15,4 7 5-15,10 9 1 16,21 5 5-16,9-3 7 0,5-1-7 16,-3-5 4-1,-1 0-10-15,-3-5 0 0,-7-4-5 16,-4 1 1-16,-8-5-2 15,-3-7 1-15,-5-9-15 16,1-8-63-16,-2-7-169 16,-5-10-140-16,1-10-157 15</inkml:trace>
  <inkml:trace contextRef="#ctx0" brushRef="#br0" timeOffset="26287.66">8483 7172 696 0,'0'0'293'0,"0"0"-227"0,0 0 129 0,-34-104-50 0,32 97 13 0,2 6-41 16,0 1-25-16,-2 0-34 15,2 1-40-15,0 30-17 16,2 13 28-16,16 14 5 15,2 1-31-15,2-5-3 16,3-4-1-16,4-8-17 16,0-10-28-16,4-11-25 15,0-14-23-15,1-7-51 16,-1-10 21-16,-4-22-2 16,-9-10 70-16,-7-4 35 0,-5-6 20 15,-8 2 1-15,0 1 10 16,0 7 26-16,0 10 62 15,-12 8 5-15,3 8 24 16,5 8-45-16,2 6 7 16,2 2-15-16,0 0-36 15,0 10-14-15,0 18-1 16,0 8-8-16,9 8-8 16,4-1-6-16,0-5 1 15,-2-5-2-15,1 0-21 16,-1-5-45-16,-5-1-130 15,-4-2-179-15,0-2 1 0</inkml:trace>
  <inkml:trace contextRef="#ctx0" brushRef="#br0" timeOffset="26965.58">9213 7153 545 0,'0'0'386'0,"0"0"-310"0,0 0 83 0,-129-104-54 0,96 95 38 0,4 7-9 16,6 2-45-16,6 0-65 15,1 15-24-15,1 20-1 16,3 13-5-16,10 8 4 16,2-4-3-16,0-5-16 15,18-10-17-15,6-14-55 16,4-9 29-16,1-10-23 0,2-4-33 15,-5-6 106-15,-1-22 14 16,-7-8 0-16,-5-8 2 16,-5 0 8-16,-4 1 49 15,-4 11 14-15,0 13 14 16,0 11 28-16,0 5-12 16,0 3-18-16,0 0-51 15,0 0-25-15,0 4-9 16,6 24-6-16,9 15 6 15,10 7 2-15,-3 4-2 16,1-7-4-16,3 2-22 0,1-11-27 16,0-10-5-16,4-12-52 15,-4-13-25-15,-1-3-8 16,-3-17 79-16,-4-19 13 16,-5-10 43-16,-5-4 8 15,-5-2 8-15,3 2 24 16,2 3 17-16,0 7 46 15,0 11-18-15,-3 10-14 16,-1 9 43-16,2 10-47 16,6 0-33-16,14 4-12 15,8 26 25-15,6 13 7 16,-6 2-26-16,-11 4-8 16,-13-7 1-16,-6-8 2 0,-5-13 0 15,0-6 20-15,0-9-1 16,0-6-13-16,0 0-14 15,-6-8-7-15,1-28-21 16,5-16-33-16,0-11-1 16,18-1-168-16,19 8-157 15,11 14 192-15,-9 13-345 16</inkml:trace>
  <inkml:trace contextRef="#ctx0" brushRef="#br0" timeOffset="27216.83">9994 6800 1065 0,'0'0'14'0,"0"0"-14"0,0 0 116 0,0 0 23 0,0 0 62 15,0 0-50-15,-23-101-29 16,23 104-58-16,0 34-33 16,0 24-3-16,2 19 5 15,17 3-18-15,0 1 5 16,1-7-13-16,1-9-6 15,-2-9-1-15,-1-11-4 16,-5-12-16-16,-4-10-45 16,3-9-110-16,-8-14-106 15,-2-3-85-15,0-18-163 16</inkml:trace>
  <inkml:trace contextRef="#ctx0" brushRef="#br0" timeOffset="27348.63">10018 7104 468 0,'0'0'760'0,"0"0"-731"16,0 0 5-16,0 0 90 16,0 0-113-16,0 0-11 15,109-80-79-15,-53 42-251 16</inkml:trace>
  <inkml:trace contextRef="#ctx0" brushRef="#br0" timeOffset="27866.07">10395 7258 797 0,'0'0'223'0,"0"0"-156"15,0 0-67-15,0 0 68 16,0 0-49-16,0 0 2 16,69-49 1-16,-56 11-12 15,-6-2-5-15,-7 3-1 16,0 4 17-16,-12 10 19 15,-7 7 19-15,1 10 34 16,2 6-32-16,5 0 3 16,4 4-10-16,7 29-54 15,0 8 0-15,0 9 2 16,21-3-2-16,7-7-10 16,3-8-43-16,-2-10-45 0,-9-10 24 15,3-12 42-15,-6 0-12 16,-1-11 19-16,5-22 20 15,-4-9 3-15,3-6 2 16,5 3 0-16,-3 5 8 16,4 9 14-16,3 8 23 15,0 15 1-15,3 8-12 16,-5 10-8-16,-1 30 13 16,-6 11 16-16,-8 0-9 15,-11-6-2-15,-1-9-9 16,0-11 9-16,-4-11 20 15,-5-5-29-15,0-9-4 0,1 0 4 16,-1-18-18 0,-1-26-17-16,10-19-2 0,0-15-13 15,19-6-33-15,14 6-141 16,0 7-295-16,5 17-138 16</inkml:trace>
  <inkml:trace contextRef="#ctx0" brushRef="#br0" timeOffset="28499.69">11127 6509 1333 0,'0'0'21'0,"0"0"-21"0,0 0 241 16,0 0-94-16,0 0-95 0,0 0-29 16,-33 10 2-1,51 44 19-15,0 16-30 0,-3 9-11 16,-2 2 2-16,1 6-5 15,1-7-3-15,4-12-2 16,1-12-13-16,-1-19-29 16,4-15-9-16,4-12-43 15,8-10-25-15,5-13 10 16,-4-27 28-16,-2-11 41 16,-13-11 45-16,-9 1 11 15,-7 11 24-15,-5 11 55 16,0 15 44-16,0 12-52 15,-3 8 21-15,1 4-37 16,2 0-33-16,0 6-31 0,5 27 1 16,26 7-3-1,6 6 1-15,5-8-1 0,-1-9-2 16,-10-12 1-16,-9-9-23 16,-6-8 2-16,-3 0-3 15,-1-27 17-15,-6-14-7 16,-2-6-8-16,-4 4 23 15,0 13 1-15,0 10 13 16,0 11 2-16,0 9 28 16,0 0 4-16,0 35-22 15,-4 39 4-15,4 30 15 16,0 23-17-16,0 7-13 16,0 4 5-16,0 0-11 0,0-9-9 15,0-18 0 1,0-27 0-16,0-29 0 0,-4-26 0 15,-1-18 0-15,5-11 0 16,-2 0 0-16,-3-44 0 16,3-30 0-16,0-24 0 15,2-10 0-15,0 8-45 16,2 14-64-16,12 15-131 16,-3 14-261-16,-3 18-409 15</inkml:trace>
  <inkml:trace contextRef="#ctx0" brushRef="#br0" timeOffset="29068.9">11983 7221 1395 0,'0'0'18'0,"0"0"53"0,0 0 117 0,0 0-148 0,0 0-37 16,183-44 6-16,-86 21-1 15,-9 5-8-15,-17 6-73 16,-18 1-49-16,-19 1-36 15,-18-7-82-15,-16 1 95 16,-7-4 47-16,-22-4 98 0,-2 4 40 16,6 2 64-1,9 8-8-15,8 2 3 0,5 8 9 16,3 0 34-16,0 0-84 16,3 4-43-16,23 25-2 15,10 10 66-15,2 10-37 16,-7-2-6-16,-9-3-14 15,-11-1-15-15,-11-3-7 16,0 0-11-16,-26-4-95 16,-17 1-290-16,-5-12-210 15</inkml:trace>
  <inkml:trace contextRef="#ctx0" brushRef="#br0" timeOffset="29566.62">13057 7006 1155 0,'0'0'2'15,"0"0"34"-15,0 0 86 16,0 0-62-16,0 0-55 15,35-122-1-15,3 104 2 0,1 11-1 16,-8 7 3 0,-2 0 8-16,-10 21 0 0,-7 19-16 15,-12 12 3-15,0 4 14 16,-16-4 14-16,-17-8 8 16,1-14 2-16,6-9 8 15,8-11-1-15,11-9 19 16,7-1-55-16,0 0 3 15,0 0-15-15,0 0-2 16,14-8-1-16,8 1 3 16,10-1-3-16,5 8 3 15,1 0 0-15,1 28 0 16,-5 2 3-16,-14 4 17 16,-13-4-1-16,-7 0 19 15,-22-3 17-15,-25 3-15 0,-11-7-24 16,-2-9-16-16,2-10 0 15,9-4-5-15,12-6-37 16,12-26-68-16,25-11-158 16,0-3-263-16</inkml:trace>
  <inkml:trace contextRef="#ctx0" brushRef="#br0" timeOffset="30134.49">13454 7004 1137 0,'0'0'32'16,"0"0"29"-16,0 0 151 0,0 0-134 0,0 0-47 0,0 0 44 0,49 109-31 0,-32-65-37 16,-1-2-4-16,-7-8-3 15,-5-10 0-15,-4-10-3 16,0-8-2-16,0-6-6 15,0 0 5-15,-6-12-4 16,-10-24-22-16,1-12 25 16,6-11 3-16,9 5-2 15,0 4 2-15,11 12 4 16,16 11-2-16,4 8 2 16,2 11 0-16,1 8 0 0,1 4 3 15,1 27 3-15,-1 14 9 16,-6 3 4-16,-11-2 5 15,-5-4-11-15,-11-9-4 16,-2-9-3-16,0-6 2 16,0-10-8-16,-10-6 1 15,-5-2 0-15,-4 0-1 16,-3-27-8-16,9-10 4 16,6-16-2-16,7-4-2 15,0 1-3-15,9 12 7 16,11 11 2-16,9 16 2 15,3 12 0-15,3 5 2 0,7 13 5 16,-4 30 11-16,0 9 8 16,-10 6-3-16,-9-2 11 15,-11-4 14-15,-8-6-26 16,0-3-22-16,-8-5-5 16,-21-5-34-16,-6-2-194 15,-1-13-302-15</inkml:trace>
  <inkml:trace contextRef="#ctx0" brushRef="#br0" timeOffset="30317.24">14187 7313 851 0,'0'0'452'0,"0"0"-443"0,0 0 173 0,0 115-38 0,0-80-101 15,-4 4-43-15,-8-3-22 16,-5-7-131-16,-6-4-254 16</inkml:trace>
  <inkml:trace contextRef="#ctx0" brushRef="#br0" timeOffset="30765.68">14393 7068 632 0,'0'0'496'0,"0"0"-493"16,0 0 21-16,25-130 45 15,18 108-13-15,8 9-26 16,-2 10 36-16,-7 3-11 15,-11 11-19-15,-10 24-26 16,-15 9-6-16,-6 2 3 16,-4-2-7-16,-30-6-10 15,-1-12 10-15,2-6 21 16,4-3-17-16,10-10 23 16,11-4-14-16,8-3-5 0,0 0 5 15,0 0-13 1,6 0-9-16,23 1 9 0,9 11 1 15,5 11 6-15,-3 8-3 16,-9 6 1-16,-9-4-2 16,-11-4 18-16,-11-7 24 15,-2 0 25-15,-29-4 8 16,-17-6-49-16,0-7-29 16,-1-5-5-16,5-11-52 15,12-25-117-15,14-15-312 16</inkml:trace>
  <inkml:trace contextRef="#ctx0" brushRef="#br0" timeOffset="31316.12">14842 7003 1193 0,'0'0'1'0,"0"0"85"0,0 0 115 0,0 0-114 0,0 0 15 16,98 132-57-16,-72-96 2 16,-8-4-34-16,-7-8-13 15,-8-7-3-15,-3-4 1 16,0-7-18-16,-11-6-27 16,-12 0-8-16,-4-22-20 15,5-16 22-15,5-8-1 0,12-7 26 16,5 2 14-1,0 4 8-15,15 11 5 0,12 14 1 16,7 12 1-16,1 10-1 16,6 0 5-16,-4 18 11 15,1 20 4-15,-5 6 3 16,-6 4 27-16,-13-3-21 16,-3-9-6-16,-11-11-9 15,0-4 0-15,-2-9-1 16,-16-6-6-16,0-6-2 15,4 0-5-15,4-9 0 16,5-22-3-16,5-10-9 0,0-10 7 16,15-6 4-1,12 7 0-15,2 11-1 0,0 14 2 16,3 17 2-16,-3 8 2 16,0 8 5-16,-3 25 12 15,-6 9 2-15,-4 4 9 16,-7-3-8-16,-7-4 8 15,-2-2-32-15,0-2-14 16,-15-5-16-16,-19 0-222 16,-4-10-246-16</inkml:trace>
  <inkml:trace contextRef="#ctx0" brushRef="#br0" timeOffset="31499.45">15501 7274 417 0,'0'0'791'0,"0"0"-736"0,0 0-31 0,0 0 253 0,0 0-189 0,7 125-53 15,-5-96-27-15,-2-4-8 16,0-3-33-16,-23-2-263 16,-12-9-159-16</inkml:trace>
  <inkml:trace contextRef="#ctx0" brushRef="#br0" timeOffset="31916.02">15686 6934 1144 0,'0'0'10'0,"0"0"-10"16,0 0 100-16,67-106-19 15,-29 97 1-15,-3 7-32 16,-4 2-27-16,-6 12 12 16,-12 22-14-16,-6 9-15 15,-7 4-2-15,-2-3-3 16,-22-7 2-16,-7-7 2 0,0-8-3 16,-1-8 2-1,12-5-4-15,9-5 1 0,6-4 3 16,5 0-4-16,5 0-12 15,23 0 1-15,9 0 10 16,3 0 2-16,-5 18 2 16,-2 11 6-16,-8 5-1 15,-10-3 13-15,-10-5 22 16,-5-2 29-16,-22-2 16 16,-25-2-47-16,-8-2-32 15,1-6-9-15,5-12-9 16,11 0-109-16,13-26-226 0,17-12-394 15</inkml:trace>
  <inkml:trace contextRef="#ctx0" brushRef="#br0" timeOffset="32449.46">16154 6880 522 0,'0'0'714'0,"0"0"-693"15,0 0 151-15,0 0-2 16,0 0-67-16,94 136-44 16,-69-88-27-16,-10-6-25 15,-7-7 4-15,-3-13-11 16,-5-10 1-16,0-6-1 16,0-6 1-16,-15 0-1 0,-8-21-19 15,4-15-5 1,0-8-13-16,13-10 24 0,6 2 0 15,0 6-5-15,0 10 13 16,19 16 4-16,10 9-1 16,5 11 1-16,4 0 1 15,0 21 3-15,-3 19 1 16,-3 8 16-16,-8 4-8 16,-3-2-5-16,-10-8-5 15,-7-12 2-15,-4-10-4 16,0-9 5-16,0-8-2 15,0-3-3-15,-7 0 0 0,5-15-5 16,2-21-36 0,0-14 21-16,13-5 13 0,12 0 1 15,4 11 4-15,0 11 0 16,2 15 2-16,0 15 0 16,3 3 3-16,-1 29 10 15,0 15 9-15,-6 8 9 16,-6 1-4-16,-9-3-11 15,-12-5-12-15,0-2-4 16,-31-7-36-16,-25-4-227 16,-6-8-409-16</inkml:trace>
  <inkml:trace contextRef="#ctx0" brushRef="#br0" timeOffset="32899.62">16930 7455 1093 0,'0'0'226'0,"0"0"-118"0,0 0 97 0,0 0-91 0,0 0-58 16,31 105-38 0,-23-65-18-16,-3-4-2 0,-5-2-54 15,0-1-257-15,-27-16-170 16</inkml:trace>
  <inkml:trace contextRef="#ctx0" brushRef="#br0" timeOffset="33349.55">17252 7117 437 0,'0'0'743'16,"0"0"-740"-16,0 0 17 0,0 0 37 15,83-118-33-15,-32 101-19 16,-6 15 12-16,-12 2 23 16,-11 10-21-16,-13 26-9 15,-9 6-4-15,0 4 0 16,-29-1 4-16,-6-5 9 15,-5-10-9-15,2-8 3 16,7-6-2-16,11-9 9 16,11-6-7-16,7-1-2 15,2 0-1-15,0 0-9 16,26 0 0-16,8 0-1 16,8 0 1-16,0 0 1 15,1 0-1-15,-8 22 0 0,-6 5 4 16,-11-2-1-16,-14-2 6 15,-4-2 17-15,-11-3 27 16,-29 0-7-16,-11-2-24 16,-5-8-23-16,5-8-13 15,6 0-105-15,12-17-157 16,16-14-44-16</inkml:trace>
  <inkml:trace contextRef="#ctx0" brushRef="#br0" timeOffset="33898.83">17605 7100 402 0,'0'0'880'0,"0"0"-828"15,0 0 187-15,0 0-116 16,0 0-101-16,0 0-13 16,42 92 44-16,-26-49-43 15,-5 1-10-15,-5-6 0 16,-6-6-1-16,0-7-6 15,0-10-24-15,-2-5 8 16,-9-10-13-16,1 0-22 16,2-13 10-16,6-22-45 15,2-11 35-15,0-6 39 16,16 6 12-16,3 7 5 16,2 12 2-16,-5 8 0 0,5 7 2 15,-3 8 1 1,2 4 7-16,-2 11 16 0,3 25 18 15,-6 11-15-15,-1 4-13 16,-8-3-12-16,-4-6 0 16,-2-14-4-16,0-8-5 15,0-8 1-15,0-8-5 16,-4-4 12-16,-6 0-16 16,2-24 13-16,3-15-30 15,5-6 23-15,0-5 5 16,13 2 2-16,10 8 2 15,4 8-2-15,2 11 1 0,-2 15 0 16,2 6 6 0,0 9 16-16,0 26 34 0,-2 13-20 15,-6 7 16 1,-5-3-17-16,-5-6-7 0,-9 0-19 16,-2-6-10-16,0-4-6 15,-6-1-13-15,-15-8-198 16,-6-13-256-16</inkml:trace>
  <inkml:trace contextRef="#ctx0" brushRef="#br0" timeOffset="34315">18223 7305 364 0,'0'0'826'0,"0"0"-811"0,0 0 130 0,0 0-60 0,0 0-39 0,157 0 11 0,-74 0-48 16,-2 0-2-16,-4-8-7 16,-11-3-2-16,-16 4-27 15,-22-3-125-15,-16-2-52 16,-12-7-6-16,0-2-128 15,-21-4-96-15,-3 0 316 16,4 2 120-16,4 1 62 0,5 3-25 16,7 4 448-1,2 5-282-15,2 9-42 0,0 1-11 16,0 0-58-16,0 15-15 16,15 20 31-16,7 6-14 15,1 8-49-15,-8-1-32 16,-6 0-13-16,-9 4-1 15,-5 2-7-15,-34 5-139 16,-24-5-164-16,-15-4-296 16</inkml:trace>
  <inkml:trace contextRef="#ctx0" brushRef="#br0" timeOffset="36285.22">19358 6609 522 0,'0'0'553'0,"0"0"-516"0,0 0 56 0,0 0 115 0,0 0-24 0,0 0-81 0,-18-54-39 16,18 54-23-16,0 18-13 16,0 22 2-16,0 16 3 15,0 9-7-15,0-6-17 16,0 4-7-16,0-2 0 16,0-4-2-16,0-11 0 15,0-13-10-15,0-16-28 0,0-9-113 16,0-8-186-1,2-1-20-15,-2-27-163 0</inkml:trace>
  <inkml:trace contextRef="#ctx0" brushRef="#br0" timeOffset="36665.98">19302 6647 800 0,'0'0'4'15,"0"0"38"-15,0 0 47 16,71-119-63-16,-33 106 18 0,-1 13 6 15,-4 0-5 1,-9 26-23-16,-10 17-4 0,-14 4-8 16,0 7-5-16,-19-4 3 15,-18-3 1-15,-3-7-4 16,2-6 4-16,7-10 0 16,6-10 7-16,9-5 3 15,5-8-1-15,5-1 20 16,4 0-8-16,2 0 0 15,0-8 30-15,0-8-53 16,4 2 0-16,13 4-2 16,4 6 11-16,3 4 8 15,9 0-5-15,3 20 70 16,2 14-29-16,0 8-26 16,-7 2-20-16,-4-4-12 15,-3-4-2-15,-3-10-6 16,-2-6-29-16,4-12-143 0,1-8-128 15,3-2-130-15</inkml:trace>
  <inkml:trace contextRef="#ctx0" brushRef="#br0" timeOffset="36966.87">19969 6422 302 0,'0'0'443'0,"0"0"-336"15,0 0 31-15,0 0 7 0,11-102-3 16,-11 102-12 0,0 0 19-16,0 4-71 0,0 36-16 15,-21 27 20-15,0 17-43 16,0 10 7-16,3 4-16 16,3 5-8-16,1 0-5 15,1-2-11-15,-1-11 0 16,6-13-4-16,-3-17-1 15,4-18-1-15,2-18-5 16,5-14-14-16,0-10-80 16,0 0-176-16,0-36-101 15,-4-27-91-15</inkml:trace>
  <inkml:trace contextRef="#ctx0" brushRef="#br0" timeOffset="37199.54">19732 6685 792 0,'0'0'179'15,"0"0"-135"-15,0 0 61 16,0 0-40-16,0 0-43 16,0 0 5-16,-42 87-10 15,49-74-7-15,6-6-9 16,1-6 9-16,-3-1 15 16,-1 0 17-16,2-15 33 15,-6-10-18-15,-3 1-22 16,-3 4-13-16,0 6-11 0,0 5-11 15,0 8-12 1,-7 1-107-16,-2 0-108 0,-4 8-279 16</inkml:trace>
  <inkml:trace contextRef="#ctx0" brushRef="#br0" timeOffset="37465.51">20042 7040 529 0,'0'0'450'0,"0"0"-417"16,0 0 59-16,0 0 16 15,0 0-58-15,0 0-14 16,7 46-17-16,17-41-8 16,1-5 34-16,-3 0-17 0,-4-13 19 15,-7-9 22 1,-4-2 32-16,-7 1-53 0,0-2 3 15,-7 7-18-15,-11 6-23 16,-2 4-10-16,5 8-3 16,-3 0-146-16,-1 0-159 15,2 13-123-15</inkml:trace>
  <inkml:trace contextRef="#ctx0" brushRef="#br0" timeOffset="37799.92">19093 7561 1114 0,'0'0'52'15,"0"0"-20"-15,0 0 153 16,0 0 22-16,0 0-56 15,0 0-142-15,91 18 13 16,25-18-10-16,34-7-8 16,19-9 3-16,5-5-1 15,2 5 0-15,-16 3 27 16,-18-1-1-16,-21 1-16 16,-34 6-10-16,-36 1-2 15,-29 1-4-15,-22 1 0 0,0-6-21 16,-34-2-78-16,-18-8-301 15,-16 8-84-15</inkml:trace>
  <inkml:trace contextRef="#ctx0" brushRef="#br0" timeOffset="38616.62">19837 7592 836 0,'0'0'255'0,"0"0"-213"0,0 0 143 0,0 0 32 0,0 0-120 0,0 0-58 15,0-2 1-15,-11 40-20 16,-5 16 20-16,-1 11-24 16,-4-4-7-16,8-6-9 15,-3-10 3-15,8-10-3 16,3-11 0-16,5-6 0 15,0-6-7-15,27-6 4 0,15-1 1 16,12-2 1 0,6-3-6-16,-2 0-7 0,-9 0-11 15,-10 0 8-15,-6 0-1 16,-16 0-26-16,-3-6 22 16,-10-13 13-16,-4-4 9 15,0-4 0-15,0-5 2 16,-12 0 0-16,-5 4 1 15,-1 4 12-15,3 7 4 16,1 4-2-16,5 9 3 16,5 0 1-16,2 4 1 15,2 0 5-15,0 0-15 16,0 0-4-16,0 12-1 16,0 24-4-16,0 16 21 15,0 9-4-15,0 4-15 0,0 6 11 16,0 3-6-16,0-5-3 15,0-6-6-15,-7-10 0 16,2-13-1-16,-2-6-2 16,1-8-19-16,-3-7-106 15,2-4-167-15,-6-9-68 16,0-6-198-16</inkml:trace>
  <inkml:trace contextRef="#ctx0" brushRef="#br0" timeOffset="40016.39">20919 7553 1058 0,'0'0'33'0,"0"0"39"0,0 0 64 0,0 0 18 0,0 0-22 15,0 0-49-15,-60-20-56 16,70 20-15-16,21-1-7 16,17 1 4-16,13 0 1 15,-4-3 10-15,-5 3-20 16,-12 0-10-16,-11 0 4 16,-11 0-35-16,-7 0-187 15,-9 0-39-15,-2 0-43 0,0 0-85 16</inkml:trace>
  <inkml:trace contextRef="#ctx0" brushRef="#br0" timeOffset="40198.96">20799 7686 441 0,'0'0'340'16,"0"0"-213"-16,0 0-13 15,0 0 53-15,0 0-84 16,0 0-69-16,130 13 15 15,-50-30-29-15,11-2-12 16,0 0-126-16,-3-3-127 0,-12 0-309 16</inkml:trace>
  <inkml:trace contextRef="#ctx0" brushRef="#br0" timeOffset="40749.44">20777 7499 45 0,'0'0'0'0,"0"0"8"0,0 0-8 0,0 0 89 0,0 0-84 16,-66 103 485-16,66-103-318 16,0 0-44-16,0 0-3 15,0 0 9-15,15 0-72 16,23 0-8-16,15 0 34 15,20 0-28-15,15 0-38 16,5 0-9-16,6-6 4 16,-6 2-10-16,-17 0-7 15,-18-2-7-15,-25 3-64 16,-22-7-69-16,-11-3-18 0,-5-5-34 16,-26-9-235-1</inkml:trace>
  <inkml:trace contextRef="#ctx0" brushRef="#br0" timeOffset="41068.29">21136 7379 98 0,'0'0'614'16,"0"0"-504"-16,0 0-2 15,0 0 57-15,0 0-56 16,0 0-77-16,38 0 45 16,0 3-8-16,6 20-19 15,8 5 10-15,-3 8-21 16,-1 1-23-16,-10-5-13 15,-7-7-2-15,-10-6-2 16,-11-11-2-16,-4-6-2 0,-6-2 4 16,0 0 1-1,0 0 3-15,0 0 2 0,-14 0 1 16,-13 0-4-16,-7 0 12 16,-10 15 1-16,-5 24-5 15,-5 11 2-15,8 7 1 16,6 0-13-16,16-3-12 15,5-5-28-15,15-9-160 16,4-12-39-16,0-12-299 16</inkml:trace>
  <inkml:trace contextRef="#ctx0" brushRef="#br0" timeOffset="41349.51">21981 7188 1039 0,'0'0'135'15,"0"0"12"-15,0 0 107 16,0 0-71-16,0 0-108 16,0 0-40-16,-25 21-22 15,25 41 13-15,0 12-3 16,2 5-12-16,4-1-8 15,-1-5-3-15,0-4-2 16,-5-9-5-16,0-8-22 0,0-9-118 16,0-18-147-16,0-13-91 15,0-12-129-15</inkml:trace>
  <inkml:trace contextRef="#ctx0" brushRef="#br0" timeOffset="41516.26">21709 7235 76 0,'0'0'1018'16,"0"0"-977"-16,0 0 34 15,0 0-11-15,0 0-54 16,0 0 7-16,166-50-11 16,-85 43-6-16,4 4-50 15,-10 3-112-15,-13 0-277 16</inkml:trace>
  <inkml:trace contextRef="#ctx0" brushRef="#br0" timeOffset="41750.55">22290 7529 638 0,'0'0'471'16,"0"0"-412"-16,0 0 79 15,0 0 3-15,0 0-59 16,0 0-68-16,67 24 6 0,-11-24-10 16,0 0-10-16,-8-7-6 15,-12-4-108-15,-12 4-127 16,-12 3-68-16,-12 2-139 16</inkml:trace>
  <inkml:trace contextRef="#ctx0" brushRef="#br0" timeOffset="41882.54">22305 7688 587 0,'0'0'359'16,"0"0"-285"-16,0 0 88 15,0 0-52-15,0 0-52 16,0 0-53-16,110 38-5 16,-33-68-76-16,-2-5-133 0,-11-4-246 15</inkml:trace>
  <inkml:trace contextRef="#ctx0" brushRef="#br0" timeOffset="42499.49">22839 7288 541 0,'0'0'442'16,"0"0"-400"-16,0 0 88 15,0 0-6-15,0 0 32 16,0 0-21-16,-34-89-55 15,34 87-10-15,0 2-26 16,0 0-12-16,0 24-20 16,-5 20 0-16,3 15 1 15,2-1-6-15,0 1-3 16,0-7-4-16,19-6 0 16,5-13 0-16,3-12-7 15,2-10 0-15,6-11-17 0,-2 0-29 16,3-12-30-1,-7-17-26-15,-7-9 7 0,-6-9 62 16,-10-6 30-16,-4 2 10 16,-2 1 0-16,0 9 3 15,-4 9 24-15,-5 10 38 16,1 8 9-16,0 8-19 16,6 4-3-16,0 2 18 15,2 0-29-15,-2 22-29 16,2 24-5-16,0 17 15 15,0 8 9-15,0-5-16 16,0-3 2-16,2-5-8 0,12-8-9 16,-3-12 2-16,-1-9-6 15,0-6 2-15,1-6-30 16,5-13-140-16,-1-4-225 16,3 0-122-16</inkml:trace>
  <inkml:trace contextRef="#ctx0" brushRef="#br0" timeOffset="42749.61">23440 7104 1030 0,'0'0'13'0,"0"0"-12"0,0 0 135 0,0 0 92 0,0 0-75 0,0 0-105 0,-61-32-28 16,80 98 95-16,3 11-62 15,-5 3-26-15,2-3-14 16,-2-6-10-16,-5-7 0 16,-2-11-3-16,-3-13-7 15,-7-14-45-15,0-12-155 16,0-8-170-16,-13-6-6 16,-7-8-249-16</inkml:trace>
  <inkml:trace contextRef="#ctx0" brushRef="#br0" timeOffset="43037.05">23232 7389 886 0,'0'0'49'0,"0"0"-28"16,0 0 26-16,0 0-4 15,0 0-21-15,166-24-17 16,-106 14-5-16,-6 0 0 16,-10-3 0-16,-11 5 0 15,-13-1 0-15,-9 1 3 16,-9 4 28-16,-2 0 71 15,0 0 8-15,0 1 54 16,0 3-48-16,0 0-33 16,0 17-51-16,0 19 10 15,-2 10 39-15,0 2-54 16,2-4-19-16,0-3-6 16,0-5-2-16,0-10 0 15,0-5-8-15,0-9-89 0,2-7-147 16,3-5-133-16,-1-6-130 15</inkml:trace>
  <inkml:trace contextRef="#ctx0" brushRef="#br0" timeOffset="43148.25">23587 7104 342 0,'0'0'551'15,"0"0"-551"-15,0 0-92 16,0 0-120-16</inkml:trace>
  <inkml:trace contextRef="#ctx0" brushRef="#br0" timeOffset="43666.27">23672 7281 124 0,'0'0'645'0,"0"0"-517"16,0 0 2-16,56 126-29 16,-48-98-7-16,1-8-31 15,-5-6-36-15,-4-5 0 16,0-8-2-16,0 1-9 16,0-2 4-16,0 0-8 0,-8-7-3 15,1-22 35-15,3-3-28 16,4-2-16-16,0 4 1 15,6 10-1-15,12 6 1 16,0 10-1-16,2 4 2 16,0 0 0-16,4 17 4 15,-6 10 6-15,-5 4-1 16,-4 2-7-16,-9-7-1 16,0-10 0-16,0-5-3 15,0-8 2-15,0-3 0 16,0 0 6-16,0-3-1 15,-4-20-7-15,2-9-7 16,2-3 5-16,0 2 2 16,6 8-2-16,6 4 2 0,-1 10 0 15,-1 10 1-15,2 1 1 16,1 0 8-16,3 0 7 16,-3 16-5-16,-3-2-7 15,-4 0-5-15,-4-2-11 16,-2 0-64-16,0-2-158 15,-11 0-25-15,-2-8-224 16</inkml:trace>
  <inkml:trace contextRef="#ctx0" brushRef="#br0" timeOffset="44015.9">24004 7378 42 0,'0'0'600'0,"0"0"-434"0,0 0-20 0,0 0-38 0,0 0-32 0,0 0-44 0,80-87-13 0,-74 61-1 0,-4-1-6 0,-2 7 22 16,0 5 14-16,-6 6 22 16,-9 7-16-16,-4 2-26 15,2 11-3-15,1 19 0 16,5 6 8-16,9 0-25 16,2-6-3-16,0-8-2 15,9-7-3-15,2-8-4 16,0-7 3-16,4 0 1 15,8-14 1-15,2-13-1 16,-5 0-2-16,-1 4 0 0,-10 12 0 16,-5 11 2-16,2 0 1 15,-6 28 9-15,0 14 13 16,0 8-7-16,0 0-16 16,-25-4-3-16,-18-4-70 15,-15-5-276-15,-15-12-375 16</inkml:trace>
  <inkml:trace contextRef="#ctx0" brushRef="#br0" timeOffset="48033.34">21453 2869 465 0,'0'0'496'0,"-135"-30"-476"0,67 20 86 0,-1 0 17 0,0 6 59 16,4 2-18-16,9 0-61 16,13 2-10-16,17 0-38 15,17 0-7-15,9 0-33 16,12 0-12-16,43 0 0 16,31 0 4-16,44 0-2 0,35 0-4 15,22-9 4-15,13 2-5 16,6 1-1-16,-15 0-2 15,-12-4 3-15,-21 0 0 16,-31-2 2-16,-34 0-1 16,-33 2 2-16,-31 4-2 15,-22 0 1-15,-7-4 4 16,-11-1-6-16,-33 0-44 16,-16 3-69-16,-14 6-63 15,-4 2-94-15,-3 0 107 16,-4 0-39-16,-10 0-265 15</inkml:trace>
  <inkml:trace contextRef="#ctx0" brushRef="#br0" timeOffset="48332.18">21201 2821 472 0,'0'0'541'16,"-128"17"-529"-16,91-11 49 15,17-5 51-15,17 3-16 16,6-4 3-16,50 0-56 15,38 0 32-15,44 0-23 16,32-8-32-16,17-4-3 16,8-4-10-16,-5 2 4 15,-9 0-1-15,-13 2 2 16,-20 2 0-16,-33 2-2 16,-37 2-3-16,-36 2-4 15,-22 3-3-15,-17 1 3 0,0-3 9 16,-2 0 7-16,-30-4-18 15,-13 1-1-15,-1 2-12 16,-1 0-58-16,9 4-137 16,9-2-64-16,0 0-188 15</inkml:trace>
  <inkml:trace contextRef="#ctx0" brushRef="#br0" timeOffset="49398.93">2095 3617 1104 0,'0'0'5'0,"-185"36"16"0,105-18 137 0,24-5-56 0,27-9 18 16,27-3-16-16,15 1-40 16,61-2-47-16,49 0-14 15,50 0 5-15,45-9-8 16,25-14 0-16,13-1 4 15,1 2-2-15,-10 8 1 16,-13 3 4-16,-23 0-5 16,-24 1-2-16,-39 4-3 15,-48-3 3-15,-38 6 0 16,-39 3-2-16,-23-7-10 16,-25 6-42-16,-44 1-154 0,-24 0-82 15,-28 0 44-15,-21 0-157 16</inkml:trace>
  <inkml:trace contextRef="#ctx0" brushRef="#br0" timeOffset="49732.93">1932 3713 211 0,'0'0'819'0,"-129"13"-802"16,107-10 80-16,15-3-25 15,7 0 6-15,29 0-19 0,47 0-18 16,46 0 86-16,50-13-62 16,33-15-37-16,21-7-8 15,9 1 2-15,-5 3 5 16,-12 2-10-16,-10 9-7 16,-21 6-4-16,-29 6-2 15,-39 4-4-15,-43 4-3 16,-36 0 3-16,-23 0 0 15,-13 0 4-15,-4 0 4 16,0 0 38-16,-7-4-22 16,-13-4-19-16,-2-2-5 15,4 3-1-15,2 2-16 16,-4 5-117-16,-4 0-201 0,-14 6-19 16</inkml:trace>
  <inkml:trace contextRef="#ctx0" brushRef="#br0" timeOffset="54749.53">12892 7743 82 0,'0'0'1022'0,"0"0"-1011"0,0 0 104 0,0 0 82 0,0 0-30 0,0 0-56 16,0 0-52-16,-91-43-17 15,91 43-23-15,0 4-12 16,0 22-2-16,0 8-2 16,13 6 10-16,3 0-9 15,6 2 0-15,2-1-4 16,1-5 0-16,6-5-2 16,5-6 1-16,3-8-3 15,13-6 1-15,6-9-13 16,4-2-12-16,7 0-6 15,-4-11 17-15,-3-3-14 0,-6-5 14 16,-6-1 12 0,0-2 4-16,0-3-6 0,1 4 6 15,2-2 0 1,1 6 1-16,6 3 1 0,0 7 0 16,2 7 1-16,3 0 1 15,-9 11-2-15,-5 15 4 16,-4 6 2-16,-10 6 1 15,-2-2-5-15,-14-3-2 16,-5 0 2-16,-9-7 6 16,-3-4-7-16,-2-4 3 15,-2-6-3-15,0-4 2 16,0-6-4-16,0-2-4 0,0 0 0 16,3 0-7-16,10-12 3 15,4-16 7-15,10-6-1 16,5-4 2-16,-1 4-1 15,2 3 1-15,-2 8-1 16,3 1 1-16,2 5-3 16,3 7 3-16,4 5-4 15,6 5 4-15,5 0 4 16,8 0-3-16,5 8-1 16,0 7 4-16,-3 4-3 15,-4-2 1-15,-4 4-1 16,-5-3-1-16,-4-4 1 15,-3 0 0-15,-5-10 1 16,-1-1-2-16,-3-3 1 0,-4 0 2 16,0-13 4-16,-4-12-7 15,2-11-3-15,-4-5-24 16,4-13-122-16,-5-16-207 16,-6-3 18-16</inkml:trace>
  <inkml:trace contextRef="#ctx0" brushRef="#br0" timeOffset="56583.89">12874 7684 156 0,'0'0'454'0,"0"0"-367"0,0 0 81 0,0 0-13 0,0 0-26 16,0 0-10-16,-17-32-36 15,15 32 3-15,-1 0 2 16,-4 11-64-16,1 20-10 16,-3 9 5-16,7 6 2 15,2 2-8-15,0 1-4 16,15 1 3-16,14-6-8 15,4-4-3-15,10-13 0 16,4-6-1-16,6-11-1 0,5-8-7 16,-3-2 5-16,3 0-3 15,-2-18-3-15,-4-6-19 16,1-2 6-16,-4 2 11 16,3-5-5-16,-2 6 16 15,4-1 1-15,2 2 0 16,0 4 0-16,4 4 3 15,2 6-2-15,-2 8 5 16,1 0-3-16,-9 19 5 16,0 21-2-16,-5 9 4 15,-9 3-6-15,-7-4 0 0,-7-4-3 16,-8-8 1 0,-8-10 1-16,-4-7-1 0,-4-8-2 15,0-7 1 1,0-2 1-16,0-2 0 0,-8 0-3 15,-3-12-3-15,2-18-1 16,8-8 0-16,1-2-6 16,19 0-2-16,24 6 5 15,10 9 1-15,7 14 4 16,4 11-2-16,11 0-1 16,2 25 4-16,10 10 1 15,4 1-1-15,5-8 2 16,-2-10 1-16,-7-10 1 15,-11-8 4-15,-5-4-3 0,-9-27-1 16,-6-7-3 0,-9-9-9-16,-10-13-109 0,-6-13-127 15,-10-7-96-15</inkml:trace>
  <inkml:trace contextRef="#ctx0" brushRef="#br0" timeOffset="63515.96">18010 9201 243 0,'0'0'692'0,"0"0"-615"0,-158 17 44 0,100-7 23 16,4-2 34-16,12 0 0 15,7-3-89-15,14-3-25 16,8 1-13-16,10-3-3 0,3 0-28 15,12 0-12 1,42 0-3-16,32 0 0 0,24 0 3 16,10-8-3-1,0-4-5-15,-7 0 0 0,-7 2-1 16,-13-1-2-16,-13 4-14 16,-20-1-99-16,-17 2-195 15,-21-5-64-15,-18-1-175 16</inkml:trace>
  <inkml:trace contextRef="#ctx0" brushRef="#br0" timeOffset="63868.21">18422 9043 48 0,'0'0'904'16,"0"0"-882"-16,0 0 78 0,0 0 67 16,0 0-38-16,0 0 0 15,-40-24-96-15,40 24-21 16,11 0-2-16,20 2-6 15,10 12-3-15,1 4 1 16,-8 0-2-16,-2-1-1 16,-7-4 1-16,-4-1-1 15,-11-1 1-15,-3-7-1 16,-3-2-2-16,-4-2 3 16,0 0 3-16,0 0-2 15,0 0 3-15,0 2 0 16,0 6 0-16,0 14 3 15,-8 10-1-15,-13 8 0 0,0 6-4 16,-2-4-1-16,3-1-1 16,-2-1-2-16,0-3-64 15,-1-2-143-15,-8-5-12 16,2-4-212-16</inkml:trace>
  <inkml:trace contextRef="#ctx0" brushRef="#br0" timeOffset="64965.5">15989 2932 486 0,'0'0'460'0,"0"0"-449"0,-144 0 80 0,113 0 56 0,14 0-51 16,13 0-15-16,4 0-3 15,0 0-35-15,21 6-24 16,27 4 0-16,23-5 2 16,23-1 17-16,11-4-31 15,11 0-3-15,4 0-4 16,5 0 7-16,2 0-2 16,-2-5-3-16,-7-3-1 15,-16-1 2-15,-19 1-3 16,-30 2-1-16,-22 4 1 0,-24 0-55 15,-7 2-52 1,-27 0-74-16,-29 0-39 0,-12 0-72 16,-9 0-5-16,2 4 45 15,1-4 139-15</inkml:trace>
  <inkml:trace contextRef="#ctx0" brushRef="#br0" timeOffset="65234.55">16128 2979 51 0,'0'0'659'0,"0"0"-597"16,0 0 87-16,0 0-33 16,0 0-28-16,0 0-21 15,-96 28-31-15,117-18 0 16,24 0 17-16,18-1-21 0,14-7-6 16,15-2 5-16,3 0-7 15,9 0-2-15,-4-6-11 16,-3-6-5-1,-7 2-4-15,-19 3-2 0,-18 2 0 16,-19 3-17-16,-18 2-66 16,-12 0-71-16,-4 0-1 15,-9 0-25-15,-24 0-324 16,-10 0 182-16</inkml:trace>
  <inkml:trace contextRef="#ctx0" brushRef="#br0" timeOffset="69701.52">19448 9174 677 0,'0'0'408'0,"0"0"-393"0,0 0 98 0,0 0-25 16,0 0-6-16,0 0 71 15,0 0-108-15,0 0-39 16,-59-127 1-16,93 105-3 16,1 13 3-16,-1 9-4 15,1 0-2-15,-6 23 5 16,-4 20-4-16,-10 7-2 16,-13 6 1-16,-2 0 5 15,-6-1-6-15,-26-5 12 0,-5-5 29 16,-3-7-32-1,-1-9 6-15,6-8 1 0,6-6-8 16,5-7-1-16,7-2 0 16,7-6 20-16,6 0-20 15,1 0 2-15,3 0 0 16,0 0-3-16,0 0-5 16,24-8-1-16,14-7 7 15,9 2-5-15,7 5 0 16,6 2-2-16,3 2-1 15,1 1-21-15,-4 3-52 0,-4 0-158 16,-5-5-35 0,-14-6-24-16,-10-6-181 15,-6-5 22-15</inkml:trace>
  <inkml:trace contextRef="#ctx0" brushRef="#br0" timeOffset="70067.25">19962 9169 312 0,'0'0'429'16,"0"0"-343"-16,0 0 19 15,0-103 9-15,0 87-44 16,-3 4 41-16,-1 7 8 16,2 4 45-16,0 1-84 15,-5 0-38-15,1 25-27 16,-4 18-7-16,4 11 8 16,6 5-10-16,0 0-2 0,0-3-4 15,10-3 0-15,13-8 2 16,4-6-2-16,2-14-2 15,4-8-5-15,7-16-11 16,3-1-12-16,1-3 3 16,-1-27 3-16,-3-8 14 15,-9-9 10-15,-8-6 1 16,-15-10 3-16,-8-1 3 16,-6 3 10-16,-29 8-8 15,-6 10 4-15,-6 15 3 16,-2 10-10-16,3 10-6 15,0 8-12-15,9 0-51 16,3 13-168-16,3 14-7 16,-4 12-36-16,-6 9-93 15</inkml:trace>
  <inkml:trace contextRef="#ctx0" brushRef="#br0" timeOffset="70398.81">19130 9771 1022 0,'0'0'7'0,"-115"21"-4"0,66-10 85 0,13-1-26 0,14-4 29 0,13-1 27 15,9-1-18-15,15 4-62 0,43 2-22 16,42 0 70-16,33-7-58 15,27-3-13-15,20 0-5 16,3 0-2-16,0 0 6 16,-10-2-11-16,-19-5-2 15,-22 0-1-15,-34 0-1 16,-42 0-3-16,-35 6-13 16,-21-2-67-16,-19 3-35 15,-43 0-195-15,-21 0-55 16,-6 17-110-16</inkml:trace>
  <inkml:trace contextRef="#ctx0" brushRef="#br0" timeOffset="71016.55">19648 10062 1070 0,'0'0'63'0,"0"0"-51"15,0 0 138-15,0 0-16 16,0 0-16-16,0 0-12 16,0-25-48-16,0 62-52 15,0 21-3-15,0 14 11 16,-7-1-13-16,5-9 0 16,0-8 3-16,0-13-4 0,-3-10-4 15,0-18-1-15,3-4-5 16,2-7 5-16,0-2 2 15,0 0-12-15,0-4 1 16,18-14 7-16,9-2 6 16,6 6 0-16,3 7 1 15,4 4-2-15,-2 3 2 16,2 0-6-16,0 0-11 16,-5 0-15-16,-8 3-20 15,-11-2 2-15,-7-1 3 16,-7 0 28-16,-2 0 9 15,0-1 10-15,0-20 5 16,0-7-1-16,-2-2 12 0,-9 2 21 16,-1 2 0-1,4 6-15-15,3 6-1 0,1 6 14 16,4 3-1-16,-2 4 0 16,2 1-10-16,0 0-6 15,0 0 10-15,0 0-19 16,0 26-3-16,0 18 0 15,0 17 11-15,11 2 10 16,0 6-17-16,-4 0 2 16,-3 5-7-16,-4-10-1 15,0-5-2-15,0-15 1 16,0-14-3-16,0-10-4 0,0-12-38 16,0-8-106-1,2-10-170-15,14-36 6 0,10-21-307 16</inkml:trace>
  <inkml:trace contextRef="#ctx0" brushRef="#br0" timeOffset="71282.96">20761 9869 1091 0,'0'0'6'0,"0"0"15"0,0 0 34 0,0 0-33 0,0 0 73 16,0 0 21-16,148-27-88 16,-98 21-28-16,-2-1-29 15,-11-3-133-15,-10 1-115 16,-13 2-207-16,-14 4 28 15</inkml:trace>
  <inkml:trace contextRef="#ctx0" brushRef="#br0" timeOffset="71432.55">20824 9959 883 0,'0'0'65'16,"0"0"40"-16,0 0-15 0,0 0-63 15,0 0-6-15,0 0 5 16,95 51-26-16,-18-75-63 15,-8-6-158-15,-7 2-167 16,-13-1-76-16</inkml:trace>
  <inkml:trace contextRef="#ctx0" brushRef="#br0" timeOffset="72149.56">21038 8703 916 0,'0'0'98'0,"0"0"59"0,0 0-23 0,0 0-15 0,0 0 22 15,-51 118-82-15,4-10 17 16,-3 14 0-16,6-1-27 16,5-3-23-16,-2-9-1 15,7-15-17-15,5-16-2 16,10-18-6-16,5-20-3 16,8-18-57-16,1-14-149 15,5-8-168-15,-4-12 89 16,-3-32-21-16,-4-20-325 0</inkml:trace>
  <inkml:trace contextRef="#ctx0" brushRef="#br0" timeOffset="72383.33">20576 9056 391 0,'0'0'462'16,"0"0"-429"-16,0 0-27 16,0 0 41-16,0 0-3 15,-8 106-15-15,23-90 13 16,3-10 7-16,5-6 3 15,-4 0 25-15,-1-12 4 16,-3-18-9-16,-3-6-17 0,-8-1-30 16,-4 1-10-1,0 13-12-15,0 6-3 0,0 9-6 16,-6 8-110-16,-6 0-90 16,-1 7-132-16,3 25-426 15</inkml:trace>
  <inkml:trace contextRef="#ctx0" brushRef="#br0" timeOffset="72618.13">20971 9471 996 0,'0'0'5'0,"0"0"2"0,0 0 26 15,0 0 4-15,0 0 56 16,0 0 47-16,78 14-36 15,-67-31-43-15,-11 3-12 16,0 3 9-16,0 3-26 16,-18 1-31-16,-8 7-1 15,-1 0-11-15,3 0-64 16,5 9-132-16,9 0-46 16,7 2-269-16</inkml:trace>
  <inkml:trace contextRef="#ctx0" brushRef="#br0" timeOffset="73100.13">21661 9461 342 0,'0'0'678'15,"0"0"-669"-15,0 0 104 16,0 0-13-16,0 0-35 16,0 0 7-16,0-23 0 15,0 39-65-15,0 18-4 16,0 10 6-16,0 5-1 16,0-5-6-16,0-7-2 0,0-12 0 15,0-9-1-15,0-7-2 16,0-8 1-16,0-1-2 15,0 0 2-15,3-8-5 16,4-18-23-16,6-8 14 16,5 2 13-16,2 6-1 15,4 6 4-15,3 6-3 16,6 4 3-16,5 8 0 16,5 2 2-16,1 12 6 15,-1 22 10-15,-3 10 14 16,-11 1-9-16,-12 3 25 15,-14-4-13-15,-3-6-13 16,-14-2-4-16,-21-6-10 0,-10-8-8 16,-1-7-10-1,-4-8-139-15,4-7-109 0,1-9-76 16,9-24-333-16</inkml:trace>
  <inkml:trace contextRef="#ctx0" brushRef="#br0" timeOffset="73300.8">21722 9400 899 0,'0'0'96'0,"0"0"-45"0,0 0 58 0,0 0-74 0,0 0-31 16,0 0 15-1,53-13 41-15,-5 7-50 0,2-1-10 16,-3 3-17-16,0 4-79 15,-11 0-89-15,-8 0-159 16</inkml:trace>
  <inkml:trace contextRef="#ctx0" brushRef="#br0" timeOffset="73699.5">22680 9276 126 0,'0'0'611'0,"0"0"-557"16,11-102 56-16,-11 77-2 0,0 2-33 16,0 7-14-16,0 6 18 15,0 3 19-15,-2 6-44 16,0 1 2-16,-2 5-10 15,-8 34-24-15,-1 17 17 16,-5 12 5-16,-2 12 22 16,-2 6-34-16,-1 13 6 15,1 2 18-15,2 4-23 16,2-4-11-16,5-7 10 16,1-8-19-16,4-11-4 0,1-13-8 15,1-18-1 1,4-19-1-16,-1-14-12 0,3-11-80 15,0-12-118-15,0-34-158 16,-14-24 17-16,-1-15-15 16,1-18-21-16,6-10 358 15</inkml:trace>
  <inkml:trace contextRef="#ctx0" brushRef="#br0" timeOffset="73916">22359 9432 231 0,'0'0'553'16,"0"0"-540"-16,0 0 65 15,-45 105-21-15,45-75-39 16,5-4 5-16,16-10-2 16,-2-7 16-16,1-9 0 15,-2 0 31-15,-2-7 34 0,-3-17-8 16,-6-6-20-16,-7-1-12 16,0-1-43-16,0 6-6 15,-14 8-13-15,-3 8-17 16,-3 7-94-16,-5 3-97 15,5 0-109-15,7 17-448 16</inkml:trace>
  <inkml:trace contextRef="#ctx0" brushRef="#br0" timeOffset="74183.13">22615 9783 638 0,'0'0'341'0,"0"0"-334"16,0 0 31-16,52 107-10 16,-35-96 2-16,-3-6 53 15,-2-5 35-15,-6 0 19 16,-2 0-19-16,-4-14-19 16,0-2-9-16,0-3-34 15,-16 4-44-15,-1 1-12 16,1 4-11-16,7 4-57 15,1-3-121-15,-2 2-215 16,-2 0-543-16</inkml:trace>
  <inkml:trace contextRef="#ctx0" brushRef="#br0" timeOffset="75416.78">10996 11822 568 0,'0'0'502'0,"0"0"-475"0,0 0 57 0,-26-115 87 16,23 104 38-16,-1 9-67 16,4 2-76-16,0 9-44 15,-3 36-11-15,3 18 3 16,0 7 6-16,0-4-5 16,0-12-14-16,0-12 0 15,0-7-1-15,3-13 6 16,-1-10-6-16,-2-6-1 15,2-5-1-15,-2-1 0 16,0 0-2-16,0 0-4 0,0-11 1 16,3-14-31-16,12-5 10 15,8 2 22-15,3 6 2 16,5 6 4-16,5 8-3 16,0 8 2-16,6 0 0 15,0 8 2-15,-2 20-1 16,-6 9 6-16,-12 7 2 15,-11 4-4-15,-11 2 15 16,0 0 12-16,-22-3-19 16,-14-5-5-16,1-7-3 15,1-12-4-15,5-6-1 16,2-7-40-16,0-10-116 16,1 0-138-16,-6-27 15 0,3-14-165 15</inkml:trace>
  <inkml:trace contextRef="#ctx0" brushRef="#br0" timeOffset="75616.49">10909 11787 886 0,'0'0'12'0,"0"0"-5"0,0 0 114 16,0 0 8-16,0 0-26 15,12-103-69-15,40 79-15 16,20-8 12-16,10 1 0 15,5-2-11-15,2-5 2 16,-6 2 8-16,-12 4-16 0,-21 8 0 16,-24 9-13-16,-17 10-1 15,-9 5 0-15,-6 0-61 16,-33 12-121-16,-18 21-16 16,-5 11-125-16</inkml:trace>
  <inkml:trace contextRef="#ctx0" brushRef="#br0" timeOffset="75983.1">10165 12940 1041 0,'0'0'41'0,"0"0"-34"16,0 0 10-16,0 0 110 15,0 0-37-15,0 0-17 16,24-4-56-16,95-24 14 16,37-19-5-16,39-11-10 15,21-6 9-15,15-6 18 16,0 4 3-16,-15 4 10 15,-19 7-36-15,-35 12-2 16,-33 12-4-16,-38 10-7 0,-37 13-4 16,-29 6-3-1,-25 2-4-15,-12 2-8 0,-44 25-144 16,-26 3-179-16,-13 2-192 16</inkml:trace>
  <inkml:trace contextRef="#ctx0" brushRef="#br0" timeOffset="76466.3">10960 13139 678 0,'0'0'471'0,"0"0"-452"0,0 0 102 0,0 0 163 0,0 0-166 0,0 0 3 16,-58-98-83-16,58 98-24 16,0 11-2-16,0 23 1 15,21 10 34-15,-2 9-20 16,-1-2-20-16,1 4 4 15,-6-3-11-15,-1-2 0 16,-2-2-1-16,-1-2-7 16,-3-4-57-16,-1-4-160 15,-3-12-200-15,3-14-125 0</inkml:trace>
  <inkml:trace contextRef="#ctx0" brushRef="#br0" timeOffset="77115.52">11308 13139 1031 0,'0'0'55'0,"0"0"3"15,0 0 100-15,0 0 25 16,0 0-66-16,0 0-40 16,-61-75-43-16,61 75-26 15,0 8-7-15,0 26 0 16,5 14 10-16,6 2 4 15,5-1-9-15,0-5-2 16,1-4-1-16,6-11 1 0,1-4-2 16,3-11-2-16,2-5 0 15,0-9 2-15,0 0-4 16,-5-5 2-16,-4-19-5 16,-9-6-1-16,-10-10-1 15,-1-3-1-15,-10 1 3 16,-23 5-17-16,-9 4 16 15,-7 9-3-15,-2 4 6 16,13 6 0-16,6 3 3 16,17 4 1-16,13 1-1 15,2-6-1-15,22-10-11 16,29-2-21-16,14-2 14 0,4 6-18 16,-5 5 13-16,-4 8 17 15,-8 7 6-15,-10 0 1 16,-10 6 0-16,-8 20 2 15,-12 12 3-15,-8 2 3 16,-4 4-2-16,0 6 34 16,0-2-23-16,0-1-7 15,6-5-5-15,13-7-4 16,2-6 1-16,6-5-2 16,2-10 1-16,2-8-1 15,-2-6 0-15,2-10 3 16,-6-29 2-16,0-8-1 15,-10-10 5-15,-11-2 0 0,-4-2 40 16,-9 3-25 0,-26 2-11-16,-12 4-13 0,-8 13-6 15,-5 22-44-15,-10 17-65 16,-12 16-192-16,-17 26-224 16</inkml:trace>
  <inkml:trace contextRef="#ctx0" brushRef="#br0" timeOffset="79367.22">10332 12635 947 0,'0'0'251'0,"0"0"-239"0,0 0 15 0,0 0 134 0,0 0-52 15,0 0-68-15,129-104-27 16,9 27-8-16,9-5-4 15,3-4 7-15,-10 3-1 16,-10 12 14-16,-20 7 9 0,-16 12 21 16,-18 8-35-16,-18 13-16 15,-22 11 2-15,-19 8-3 16,-9 4-87-16,-8 0-207 16,-12-7-102-16</inkml:trace>
  <inkml:trace contextRef="#ctx0" brushRef="#br0" timeOffset="79600.06">11143 10843 258 0,'0'0'847'0,"0"0"-822"0,0 0 75 15,0 0 74-15,0 0-10 16,0 0-138-16,-47-37-20 15,78 85-3-15,8 16 1 16,3 11-4-16,2 1 0 16,1 2-19-16,-7 1-175 15,-20 4-35-15,-16 2-79 16</inkml:trace>
  <inkml:trace contextRef="#ctx0" brushRef="#br0" timeOffset="79900.78">10474 13481 1156 0,'0'0'53'15,"0"0"-46"-15,0 0 71 16,0 0 117-16,0 0-123 15,0 0-60-15,92 6-2 16,62-77 2-16,22-11-7 16,15-4 2-16,1 9-4 15,-14 8 55-15,-16 11-20 16,-25 11 4-16,-28 12-27 16,-31 10-3-16,-30 14-8 0,-25 7-4 15,-19 4-10-15,-4 1-76 16,-44 22-257-16,-22 5-362 15</inkml:trace>
  <inkml:trace contextRef="#ctx0" brushRef="#br0" timeOffset="80399.86">11430 14133 753 0,'0'0'415'0,"0"0"-375"16,0 0 16-16,0 0 110 15,0 0-104-15,-19-139-38 16,54 102-22-16,3 10 5 15,-3 9-6-15,-3 10-1 16,-3 8 3-16,-2 0 2 16,-7 24 7-16,-7 16 11 15,-13 7 23-15,0 7 13 0,-11-2-17 16,-20 4 19 0,-8-11-19-16,-1 4-26 0,1-9 4 15,3-8 0-15,5-2-4 16,13-16-1-16,5-5-4 15,11-6 3-15,2-3-11 16,0 0-1-16,0 0 1 16,0 0-2-16,15-3 3 15,20-16-2-15,15-9-2 16,8 0 0 0,0 4-4-16,2-2-8 0,-7 2-39 15,-6 4-106-15,-12 7-244 16,-16-2-81-16</inkml:trace>
  <inkml:trace contextRef="#ctx0" brushRef="#br0" timeOffset="80749.78">11937 13924 131 0,'0'0'1038'16,"0"0"-1024"-16,0 0 81 15,0 0 157-15,0 0-179 16,0 0-44-16,-27-35-5 15,22 52-12-15,0 21-5 16,5 12 18-16,0 3-10 16,0-5-10-16,3-6-2 15,12-2-1-15,6-8 0 16,6-6-2-16,4-9 3 0,4-10-2 16,5-7 0-16,0 0 1 15,-1-28 1-15,-2-10 2 16,-8-8-2-16,-9-4 5 15,-9-3 11-15,-11 3 4 16,0 4-11-16,-22 6 2 16,-14 9-2-16,-1 6-7 15,-6 13-5-15,5 8-4 16,3 4-29-16,-1 3-92 16,-5 26-174-16,-9 7-33 15,-4 1-344-15</inkml:trace>
  <inkml:trace contextRef="#ctx0" brushRef="#br0" timeOffset="81684.94">15993 11816 957 0,'0'0'91'0,"0"0"-2"0,-42-108 31 0,34 89 40 15,1 8 21-15,7 7-81 0,0 4-18 16,0 7-51-16,0 38-16 16,2 26 8-16,13 15 38 15,4 2-37-15,-11-3-10 16,-1-4-1-16,-5-6-5 16,-2-7-4-16,0-9 0 15,0-14-4-15,0-8 0 16,0-12-12-16,0-7-67 15,0-7-127-15,0-11-175 16,0 0 73-16,-7-39-74 16</inkml:trace>
  <inkml:trace contextRef="#ctx0" brushRef="#br0" timeOffset="81882.78">15945 12021 449 0,'0'0'334'0,"0"0"-280"15,4-122-39-15,29 80 54 16,15 4 1-16,9 8-28 15,6 10-19-15,-4 12-3 16,-3 8 20-16,-13 20 8 16,-16 25 10-16,-21 12-10 15,-6 1-18-15,-37 2-13 16,-29-5 0-16,-5-3-17 16,-2-7-4-16,9-4-64 15,3-13-137-15,10-14-351 16</inkml:trace>
  <inkml:trace contextRef="#ctx0" brushRef="#br0" timeOffset="83651.42">15800 13411 848 0,'0'0'161'0,"0"0"-155"0,0 0 49 0,0 0 70 16,0 0-78 0,0 0-30-16,-129 60 7 0,106-60 20 15,-2-10-9-15,6-12-1 16,5-3 3-16,8-8-17 15,6-3-11-15,0 0 1 16,6 4-10-16,17 8 9 16,3 1-6-16,3 11-1 15,3 6 0-15,1 6 1 16,0 4 2-16,-2 33 3 16,-4 8 1-16,-12 12 6 15,-7 7-5-15,-8-2-2 16,0 0 2-16,-16-5 0 15,-15-7-8-15,-7-6 4 0,2-6-3 16,3-8-1-16,0-9 0 16,6-13 0-16,-2-5 2 15,4-3-3-15,3 0 4 16,4-16-1-16,4-9-4 16,6-1 0-16,4 2 0 15,4 7-1-15,0 4 1 16,0 8 0-16,0-4 0 15,15 3 1-15,3 3-1 16,2 3 2-16,4 0-1 16,3 5 6-16,2 17 4 15,0 4 0-15,-2 3 6 16,-5-5-11-16,0 0 0 0,-2-2-3 16,-4-4-3-16,2-2 0 15,-2 0-5-15,-1-4-108 16,-1-4-246-16,-10-8-216 15</inkml:trace>
  <inkml:trace contextRef="#ctx0" brushRef="#br0" timeOffset="84083.17">16001 13334 900 0,'0'0'57'0,"0"0"60"0,0 0 8 0,0 0-34 0,0 0-42 0,0 0-13 15,-29-27 10-15,29 45-23 16,0 16 18-16,0 12 23 16,0 2-21-16,0 1-17 15,0 1-11-15,13-5-1 16,0-2-8-16,0-7-3 15,0-4-1-15,6-8 0 16,-1-7-2-16,6-8 5 16,7-9-5-16,5 0 1 15,4-17-1-15,-1-15 4 16,-3-5-3-16,-5-8 1 0,-10 0 1 16,-10-8 1-16,-11-4 4 15,0 0 5-15,-9-1 0 16,-18 13-4-16,-4 11-8 15,-2 14-1-15,-7 15-1 16,-3 5-15-16,-6 8-64 16,0 24-201-16,-2 6-71 15</inkml:trace>
  <inkml:trace contextRef="#ctx0" brushRef="#br0" timeOffset="88849.93">18355 11865 75 0,'0'0'931'0,"0"0"-818"0,0 0 19 0,0 0 42 0,0 0 28 16,0 0-93-16,0-54-65 16,0 58-15-16,0 30-8 15,0 12 6-15,-8 10 2 16,-4 2-18-16,3-3-6 15,1-7-2-15,-1-8-1 16,7-14-2-16,-1-8 1 16,3-8-1-16,0-7-3 15,0-3 3-15,0 0 0 16,0-25 3-16,0-26-3 16,14-14-7-16,3-8 3 0,3 4-2 15,3 7 1-15,-6 9 3 16,-1 14 2-16,-5 18 0 15,-7 10 2-15,-1 10 1 16,2 1-1-16,8 12 4 16,7 26 0-16,7 12 14 15,2 6 4-15,0 0-10 16,-1-1 1-16,3-3-5 16,-2-4-8-16,-4-2 0 15,-3-7 1-15,-6-4-3 16,-5-5-6-16,-4-6-2 15,-5-4-47-15,-2-2-82 16,0-3-149-16,-23-9-31 0,-10-6 72 16,-11 0-70-1,-8-15 62-15,1-9-57 0,0-2 310 16,2-1 67-16,5 6 241 16,3 3-168-16,5 6 14 15,7 3 48-15,12 6-93 16,5 3-2-16,10-2 5 15,2 0-19-15,0 0-28 16,31-3 6-16,17 0-17 16,12-1-33-16,9-6-21 15,4-1-4-15,-1 2-48 16,-10 3-198-16,-20 2-195 0</inkml:trace>
  <inkml:trace contextRef="#ctx0" brushRef="#br0" timeOffset="90083.05">12678 14057 1015 0,'0'0'231'0,"0"0"-224"0,0 0 2 0,0 0 58 0,0 0-1 0,0 0 8 0,51 30 16 0,-8-62-21 15,3-16-12-15,8-20-45 16,0-15-3-16,2-15 16 16,-6-19-8-16,-5-22-5 15,-7-20-10-15,-13-13 1 16,-17-8 2-16,-8 7-5 15,-4 2 0-15,-34 1 0 16,-18 5 0-16,-10 6-2 16,-11 14 2-16,-4 8 0 15,-2 13 4-15,0 17-3 0,8 17 0 16,15 26-1-16,10 22-4 16,17 16 4-16,10 11 1 15,10 8-1-15,7 3 0 16,2 4 0-16,4 0 0 15,0 0-4-15,0 0-16 16,0 20-21-16,0 10-97 16,0 2-180-16,8-12-52 15</inkml:trace>
  <inkml:trace contextRef="#ctx0" brushRef="#br0" timeOffset="90382.81">12723 11105 980 0,'0'0'5'0,"0"0"-4"16,-136 36 41-16,84-8 19 16,4 0-35-16,3-3-8 15,5 0 11-15,2-4-14 16,9-4-6-16,7-6-4 15,8-6 0-15,10-3 2 16,4 1-4-16,0 0 0 16,0 7-1-16,27 8 1 15,10 7 3-15,8 7-5 16,-1 10-1-16,2 12-2 16,-5 16-14-16,-16 9-115 15,-10 8-405-15</inkml:trace>
  <inkml:trace contextRef="#ctx0" brushRef="#br0" timeOffset="91249.84">18318 13495 16 0,'0'0'1008'0,"0"0"-945"0,0 0 60 0,0 0 24 0,0 0 8 0,0 0-59 15,-125-68-34-15,121 50-30 16,4 0-9-16,0-2 8 16,10 1-27-16,19 8-2 15,9 3-2-15,-3 8 0 16,2 0-5-16,-6 26 2 15,-7 12-4-15,-4 8 8 16,-11 2-1-16,-9 2 0 16,0-2 6-16,-9 0 4 15,-20-3-2-15,-8-1-6 16,-1-12 6-16,-1-7 0 0,8-11 4 16,7-5-4-16,6-5-3 15,2-4-1-15,10 0 3 16,2 0-4-16,4 0 1 15,0 0-3-15,0 0 0 16,15-4 1-16,17-6-2 16,7-2 0-16,3 2-4 15,1 4 3-15,6 0-11 16,4 2-66-16,1-1-116 16,0 4-97-16,-6-2-7 15,-10 1-233-15</inkml:trace>
  <inkml:trace contextRef="#ctx0" brushRef="#br0" timeOffset="91499.89">18775 13451 535 0,'0'0'321'0,"0"0"-173"0,0 0 12 0,0-106-10 0,0 95 45 16,-3 8-74-16,1 3-5 15,2 0-48-15,0 14-44 16,0 26-18-16,0 14 23 0,0 4-5 16,0 0-18-1,12-2-2-15,5 1-4 16,-4 1 0-16,-2-1-10 16,-11 1-134-16,0-1-376 0</inkml:trace>
  <inkml:trace contextRef="#ctx0" brushRef="#br0" timeOffset="98920.56">15194 13006 712 0,'0'0'133'0,"0"0"-25"0,0 0 83 0,0 0-74 0,0 0 11 15,0 0-9-15,0 0-8 16,-130-9-28-16,93 48-15 16,-1 15-22-16,5 14-9 15,4 8 10-15,10 5-19 16,13 5-8-16,6 0-6 16,0 0-4-16,18-1-10 15,15-3 1-15,14-6-1 16,11-8-6-16,6-8-49 15,5-10-140-15,1-20-303 0,1-11-59 16</inkml:trace>
  <inkml:trace contextRef="#ctx0" brushRef="#br0" timeOffset="99400.55">16223 13014 1078 0,'0'0'44'0,"0"0"46"0,0 0 37 0,0 0-30 0,0 0-54 0,0 0-22 16,112 54 44-16,-37 14-24 16,-4 14 22-16,-11 11-27 15,-12 5 41-15,-19 2-42 16,-23 5-19-16,-6-1-10 16,-33-8-5-16,-19-6-1 15,-6-8-12-15,-8-11-207 16,3-19-230-16</inkml:trace>
  <inkml:trace contextRef="#ctx0" brushRef="#br0" timeOffset="99883.56">16722 12934 1018 0,'0'0'81'0,"0"0"2"15,0 0 24-15,-29-111-26 0,49 77-43 16,18 4-21-16,6 8 0 16,1 7-4-16,-7 15-2 15,-7 0-3-15,-6 21 3 16,-14 19-5-16,-9 9 0 16,-2 1 2-16,-9-2 6 15,-16-10 26-15,-6-6-10 16,2-8 46-16,2-8-15 15,4-6-23-15,4-6-10 16,9-2-4-16,5-2-10 0,5 0-2 16,0 0-9-1,0 0-3-15,20 0 1 16,29-12-1-16,22-4-1 0,14-2-39 16,4 2-165-16,-7 2-149 15,-6-2-143-15</inkml:trace>
  <inkml:trace contextRef="#ctx0" brushRef="#br0" timeOffset="100449.52">18019 13106 1053 0,'0'0'74'0,"0"0"78"0,0 0-22 0,0 0-1 0,-119 130 20 16,94-45-42 0,6 9-29-16,13 2-26 15,6 1-15-15,4-6-19 16,32 0-6-16,15-7-10 15,16-8 0-15,10-14-2 0,8-13-19 16,2-17-69-16,-11-11-244 16,-18-20-232-16</inkml:trace>
  <inkml:trace contextRef="#ctx0" brushRef="#br0" timeOffset="100766.56">18953 13134 1034 0,'0'0'27'0,"0"0"28"16,0 0 4-16,0 0 10 15,0 0-4-15,169 12 5 16,-111 50 49-16,-2 19-30 16,-12 11 29-16,-15 2-50 15,-13 0-36-15,-16 1-5 16,0-6-16-16,-33-2-7 16,-12-13-4-16,-5-10-1 15,5-14-21-15,-3-16-225 0,6-19-262 16</inkml:trace>
  <inkml:trace contextRef="#ctx0" brushRef="#br0" timeOffset="101216.03">19587 13018 986 0,'0'0'95'0,"0"0"-47"16,0 0 60-16,0 0-26 15,0 0-37-15,-31-124-16 16,49 103-23-16,9 7 3 15,-3 7-3-15,3 7-5 16,0 0 4-16,-3 17-3 16,-3 16 2-16,-10 5 8 15,-7 6 15-15,-4 0 4 16,-2 2 11-16,-24-4-8 16,-4-5 38-16,-1-7-34 15,2-5-14-15,4-6-6 0,6-7 2 16,7-7 2-16,7-5-12 15,5 0-9-15,5 0 1 16,44-5-2-16,27-18 0 16,18-4-17-16,6-4-84 15,-4 1-164-15,-17-4-124 16</inkml:trace>
  <inkml:trace contextRef="#ctx0" brushRef="#br0" timeOffset="103449.54">15544 14658 1031 0,'0'0'69'0,"0"0"74"0,0 0 34 0,0 0 7 16,0 0-67-16,0 0-51 16,0 0-31-16,-43-34-11 15,43 37-12-15,0 20-1 0,0 17-6 16,0 14-4-16,0 9 7 15,14-2-5-15,6-7-2 16,2-8-1-16,7-5-1 16,2-7-9-16,4-12-29 15,4-10-34-15,-4-6-43 16,1-6-28-16,-7-8-1 16,-10-20 67-16,-3-10 39 15,-13-3 30-15,-3-5 9 16,0 5 7-16,0 1 11 15,-3 10 43-15,-7 2 4 0,-1 11 12 16,3 3 45-16,4 10-36 16,2-1-19-16,0 5-6 15,2 0-37-15,0 5-7 16,0 26-5-16,0 6 7 16,0 15 15-16,0-5-22 15,6 0 0-15,3-1-6 16,3-2-2-16,-2-5-4 15,3-1 0-15,4-2-6 16,1 3-64-16,3-3-191 16,-7-14-202-16,-3-8-322 15</inkml:trace>
  <inkml:trace contextRef="#ctx0" brushRef="#br0" timeOffset="104049.66">16165 14766 535 0,'0'0'421'0,"0"0"-323"0,0 0 21 0,0 0 25 16,0 0-12-16,0 0 7 16,-60-80-81-16,56 80-23 15,-7 26 9-15,-1 14-15 16,1 9-9-16,5 2-1 15,6 2-13-15,0-9 9 16,0-4-14-16,19-4 7 16,8-12-8-16,9-4-1 0,-1-10-5 15,2-6-2 1,-8-4-10-16,-8 0-25 0,-11 0 4 16,-8-22 18-16,-2-6 7 15,-12-6-9-15,-15-6 12 16,-8-3 5-16,4-1 3 15,6 1 1-15,12 3 2 16,13 3-6-16,2 6-24 16,31 6-70-16,13 12 29 15,2 4 16-15,-2 9-13 16,-1 0 28-16,-9 34 29 16,-10 15 11-16,-7 10 6 0,-10 4 19 15,-5-5 12-15,2-6 7 16,2-6-12-16,7-2-8 15,8-8-6-15,3-5-2 16,6-9-6-16,-3-13-4 16,2-9 0-16,0 0-1 15,0-25-2-15,-2-19 5 16,-12-17 17-16,-10-7 40 16,-7-6-26-16,-2-2-14 15,-29 4-13-15,-12 17-12 16,-10 21-6-16,-7 26-148 15,-18 8-84-15,-15 31-213 0</inkml:trace>
  <inkml:trace contextRef="#ctx0" brushRef="#br0" timeOffset="105668.53">18505 14837 110 0,'0'0'730'0,"0"0"-589"0,0 0-27 0,0 0 10 16,-63-110-6-16,63 99 29 16,0 7-26-16,-2 0-61 15,2 4-15-15,0 0-16 16,0 4-16-16,0 28-4 16,0 13-1-16,7 13-4 0,9 0-3 15,1-8 0-15,6 3-2 16,1-14 0-16,3-11-36 15,4-7-27-15,3-12-49 16,1-9-14-16,1 0 22 16,-5-14 16-16,-4-16 53 15,-10-6 31-15,-5-10 5 16,-10 4 2-16,-2 0 5 16,0 4 11-16,0 5 33 15,0 6-1-15,-9 7 16 16,2 5 10-16,2 10 4 15,3 5-13-15,2 0-10 0,0 0-15 16,0 0-16-16,0 27-18 16,0 13 5-1,0 13 13-15,0 1-1 0,2 0 13 16,5 4-22-16,0-8-9 16,2 4-6-16,2-2-1 15,1-8-3-15,0-3-59 16,5-9-92-16,6-11-133 15,2-15-40-15,4-6-343 16</inkml:trace>
  <inkml:trace contextRef="#ctx0" brushRef="#br0" timeOffset="106182.98">18991 14736 830 0,'0'0'130'0,"0"0"-4"0,0 0-1 0,0 0 6 0,0 0-20 16,0 0-4-16,-38-57-66 15,38 57-26-15,0 11-9 16,0 21 9-16,0 17 8 16,0-2-12-16,2 3-7 15,7-3-2-15,2-3 0 16,5-6-2-16,3-8-1 15,4-5-22-15,1-11-40 16,3-5-53-16,2-9-19 0,-2 0 39 16,-5-2 33-16,-2-22-3 15,-5-4 45 1,-5-8 20-16,-8 0 1 0,-2-4 3 16,0-4 4-16,0 3 15 15,0 1 26-15,-4 10-14 16,-10 6 21-16,5 10 29 15,-2 6-18-15,4 8 11 16,2 0 8-16,3 0-46 16,0 0-17-16,-1 19-20 15,3 20 18-15,0 11 17 16,0 5-5-16,0-4 3 16,0-1-27-16,5-1-4 0,4-5-3 15,-2-7-1-15,2-3-5 16,2-2-44-16,3-1-77 15,7-4-171-15,2-10-24 16,2-6-414-16</inkml:trace>
  <inkml:trace contextRef="#ctx0" brushRef="#br0" timeOffset="106449.52">19498 14851 340 0,'0'0'451'0,"-31"-111"-302"0,24 67-22 0,1 8-18 0,0 12 14 0,2 6 11 15,2 10 11-15,0 4-62 16,2 4-7-16,0 0-30 16,0 14-36-16,0 30 5 15,0 19 27-15,0 7-24 16,4 4-14-16,2 0-4 15,-4-8-8-15,-2 2-44 16,0 2-118-16,0-1-176 16,0-11-78-16</inkml:trace>
  <inkml:trace contextRef="#ctx0" brushRef="#br0" timeOffset="111618.29">16003 15998 657 0,'0'0'84'0,"0"0"47"0,-27-102 13 0,20 75-18 16,-2 6-39-16,5 6 49 16,-3 7-14-16,7-1-13 15,0 8-23-15,-2 1 0 16,2 0-38-16,0 0-2 16,0 0-23-16,0 0-9 15,0 14-6-15,0 30 5 16,9 14 18-16,-1 10-3 15,2 3-8-15,-4-7-12 0,-1-2-5 16,-1 0 0-16,3-8-6 16,-2 2 3-1,1-1-1-15,1-1-45 0,-3-10-88 16,0-4-176-16,-4-14-74 16,0-12-66-16</inkml:trace>
  <inkml:trace contextRef="#ctx0" brushRef="#br0" timeOffset="111883.07">15839 16379 704 0,'0'0'166'0,"0"0"-46"15,0 0-8-15,0 0 7 16,0 0 20-16,0 0-28 16,-13-62-57-16,13 62-28 15,9 21-4-15,12 20 87 0,1 7-40 16,-3 2-36-16,4-6-19 15,-4-9-7-15,2-8-4 16,-5-9 0-16,-3-8 2 16,5-10-5-16,2 0 2 15,9 0 6-15,7-28-4 16,6-7-4-16,0-7-4 16,3-9-38-16,3-3-145 15,0-4-247-15</inkml:trace>
  <inkml:trace contextRef="#ctx0" brushRef="#br0" timeOffset="113532.96">15361 17392 1168 0,'0'0'136'0,"0"0"9"0,0 0 0 0,0 0-18 0,0 0-50 0,0 0-44 15,0 0-10-15,-31-5 1 16,29 51 37-16,-1 10-26 16,3-9-22-16,0-7 2 15,0 0-10-15,0-4-3 16,0-2-2-16,3-2-2 16,12-6-6-16,7-8-47 15,3 0-111-15,0-8-227 16,-2-10 6-16,-2 0-275 15</inkml:trace>
  <inkml:trace contextRef="#ctx0" brushRef="#br0" timeOffset="113866.96">15535 17539 88 0,'0'0'946'16,"0"0"-837"-16,0 0-12 16,0 0 44-16,0 0 37 15,0 0-87-15,-12-80-59 16,12 80-21-16,0 27-4 15,0 9 11-15,0 4 6 16,0 4-22-16,0-8 3 16,0 1-5-16,14-12 0 15,6-3-2-15,2-8-3 16,5-4 4-16,2-10-27 0,2 0 10 16,0-10 17-1,-2-20-5-15,-7-6 6 0,-8-9 4 16,-14-4 1-16,0 5 2 15,-8 3-1-15,-17 5 13 16,-4 14 18-16,-3 8-17 16,6 10-7-16,-1 4-10 15,-2 4-3-15,2 28-14 16,0 12-85-16,5 9-214 16,-2 1-104-16</inkml:trace>
  <inkml:trace contextRef="#ctx0" brushRef="#br0" timeOffset="114049.95">15851 17867 896 0,'0'0'431'0,"0"0"-333"16,0 0-97-16,0 0 20 15,0 0 44-15,0 0-14 16,2 124-48-16,-2-66-3 15,0 8-36-15,0 0-270 16,-18-11-291-16</inkml:trace>
  <inkml:trace contextRef="#ctx0" brushRef="#br0" timeOffset="114415.49">16038 17459 716 0,'0'0'325'0,"0"0"-251"16,0 0 4-16,0 0 20 15,0 0 11-15,0 0-39 16,-53-10-51-16,48 50 5 16,5 7 25-16,0-3-44 15,0 0-1-15,10-4-3 16,11-8-1-16,4-5 0 15,4-10-10-15,0-13-38 16,1-4-4-16,0 0 50 0,-6-18 4 16,-6-12 3-16,-7-10 3 15,-11-6 16-15,0-2 6 16,-9 8 1-16,-20 4 0 16,0 9 16-16,-2 5-23 15,4 12-10-15,4 6-14 16,0 4-3-16,-2 10-50 15,1 20-215-15,-3 6-153 16</inkml:trace>
  <inkml:trace contextRef="#ctx0" brushRef="#br0" timeOffset="114820.3">16433 17423 105 0,'0'0'887'16,"0"0"-848"-16,0 0 49 15,0 0 14-15,0 0 5 16,0 0-22-16,-50-22-42 16,40 52 3-16,1 2 17 15,9 0-40-15,0 4-11 16,0-1-11-16,13-3 1 15,4-6-2-15,8-4 1 16,2-8-1-16,2-4-1 0,2-6 1 16,-2-4 0-16,-2 0 5 15,-2-10-3-15,-6-17 1 16,-7-8 3-16,-10-1 7 16,-2-8 20-16,-2 3 3 15,-23 5 45-15,-4 6-39 16,0 8-19-16,0 8-9 15,0 10-12-15,2 4-2 16,0 0-14-16,4 17-132 16,-2 10-197-16,9 3-317 15</inkml:trace>
  <inkml:trace contextRef="#ctx0" brushRef="#br0" timeOffset="115182.44">16722 17379 1054 0,'0'0'44'0,"0"0"-35"16,0 0 66-16,0 0-5 16,0 0-40-16,0 0 27 15,4 102-28-15,8-61-18 16,3 3-6-16,6-8 0 15,0-8-5-15,2-6 0 16,-1-14 1-16,-1-4 2 16,2-4 10-16,4-12 34 0,0-24-23 15,-2-8 30-15,-10-6 10 16,-8 0-10-16,-7 1 5 16,0 5-16-16,-24 8-20 15,-7 10 3-15,-5 13-26 16,-9 4 1-16,-1 9-1 15,-2 0-62-15,2 22-121 16,3-4-187-16,6-2-517 16</inkml:trace>
  <inkml:trace contextRef="#ctx0" brushRef="#br0" timeOffset="115818.47">16123 15172 780 0,'0'0'235'0,"0"0"-167"0,0 0 21 0,0 0 18 0,0 0-32 16,0 0-12-16,-74 15-16 16,121-50-5-16,20-12-41 15,14-15-2-15,5-4-1 16,0-6-18-16,0-4 11 16,-6 8 4-16,-11 11 5 15,-11 15 2-15,-16 16-2 16,-17 12-4-16,-19 12-85 15,-6 2-84-15,-20 13-97 16,-22 22-579-16</inkml:trace>
  <inkml:trace contextRef="#ctx0" brushRef="#br0" timeOffset="116485.29">16437 17427 708 0,'0'0'131'0,"0"0"-22"0,0 0 14 0,0 0-49 15,0 0-29-15,0 0-4 0,0 0 11 16,98 4-32-16,-27-30-19 0,12-6 4 15,2-2-5-15,0-1 2 16,-6 2 1-16,-10 3 8 16,-15 1-6-16,-17 12-5 15,-14 5-1-15,-14 2-25 16,-9 2-91-16,-9 4-132 16</inkml:trace>
  <inkml:trace contextRef="#ctx0" brushRef="#br0" timeOffset="117001.56">15359 15973 1020 0,'0'0'164'0,"0"0"16"0,0 0 68 0,0 0-72 0,0 0-113 16,0 0-30-16,19-1-22 0,-36 55 4 16,-10 7-6-1,-2 2-9-15,-4 1 0 0,-1-7-9 16,8-7-72 0,-1-10-237-16,2-22-84 0,6-14-228 15</inkml:trace>
  <inkml:trace contextRef="#ctx0" brushRef="#br0" timeOffset="117183.45">15120 16026 427 0,'0'0'736'15,"0"0"-616"-15,0 0 55 0,0 0-14 16,0 0-80 0,0 0-12-16,73 10-6 0,-21 24-20 15,4-6-36-15,0 3-5 16,-6-6-2-16,-9 2-13 15,-12 0-111-15,-25-1-208 16,-4 2-150-16</inkml:trace>
  <inkml:trace contextRef="#ctx0" brushRef="#br0" timeOffset="117749.64">14154 16186 1004 0,'0'0'85'15,"0"0"-55"-15,0 0 42 16,0 0-51-16,0 0 49 15,0 0-3-15,-108-7-6 16,89-16-16-16,3-4-26 16,11-9-11-16,5 5 4 15,0 3-7-15,15 2-4 16,14 11 8-16,5 8-5 16,4 7 1-16,2 0 6 15,-4 32-1-15,-5 16-5 0,-9 2 4 16,-13 7-5-1,-9 0 21-15,-2 1-10 0,-27 1-2 16,-11-9-4-16,0 0-2 16,2-12 0-16,2-11-3 15,5-14-4-15,4-11 7 16,5-2-5-16,6-2 1 16,6-28 4-16,10-3-7 15,0-2 1-15,4 1 0 16,21 9 0-16,4 13 5 15,2 3 2-15,2 9 20 16,-2 0 38-16,-2 18-36 0,-5 14-21 16,-4 8-9-16,-7 0-8 15,1 0 7-15,-3-1-5 16,1-6-105-16,1-7-190 16,-6-16-108-16,6-10-544 15</inkml:trace>
  <inkml:trace contextRef="#ctx0" brushRef="#br0" timeOffset="118016.96">14470 16102 761 0,'0'0'252'0,"0"0"-138"0,0 0 10 0,0 0-19 0,0 0-22 15,0 0-59-15,4-15-12 0,-4 48 12 16,0-3-3-16,23-6-2 15,10 2-18-15,4 0 2 16,-1 0-1-16,-7-2 0 16,-11-2-2-16,-11-3 4 15,-7-2 13-15,0 1 7 16,-22 9-6-16,-12-5-16 16,-4 0-2-16,3-12-117 15,6-10-168-15,2 0-53 16,4-36-425-16</inkml:trace>
  <inkml:trace contextRef="#ctx0" brushRef="#br0" timeOffset="118199.51">14476 16056 448 0,'0'0'532'0,"0"0"-384"16,0 0-59-16,0 0 46 16,47-120 12-16,-15 82-90 15,5-1-28-15,-1 5-9 16,-7 2-7-16,-11 10-6 15,-9 7-7-15,-7 8 0 16,-2 7-31-16,-2 0-158 16,-30 17-142-16,-1 10-386 15</inkml:trace>
  <inkml:trace contextRef="#ctx0" brushRef="#br0" timeOffset="119404.25">16600 15529 394 0,'0'0'545'0,"0"0"-464"0,-23-115 25 0,16 84-15 0,3 4 19 0,0 8 7 15,2 6 10-15,2 5-61 0,0 8-29 16,0 0-24 0,0 0-6-16,0 4-6 0,0 24-1 15,0 10 7-15,0 3-1 16,2-4-2-16,-2-3-3 16,0-3 3-16,0-12-3 15,0-2 3-15,0-3-3 16,0-5 0-16,0 4-1 15,0 1 1-15,0 4-1 16,0 0 1-16,0-4-1 16,2 2-1-16,0-6 0 15,0 0 0-15,0-2 2 16,3-5-2-16,-1 1 0 16,1-4 1-16,2 0 0 15,2 0-1-15,7 0 2 0,3 0-2 16,6 0 2-16,-2 0-1 15,3 0 0-15,5 0 0 16,3 0-3-16,3 0 3 16,5 0-2-16,3 0-6 15,2 0 2-15,0 0 4 16,-3 0-1-16,-1 0 2 16,-1 0 1-16,-3 0-2 15,3 0 1-15,0-4-2 16,5 1-1-16,3-5 2 15,8 2 2-15,11 2 0 16,10-4 1-16,12 2-1 0,9 2 0 16,2-1 1-16,12-2 1 15,2 1-2-15,3-2-1 16,-1-1-2-16,-3 4 2 16,-8-4-2-16,-7 0 2 15,-15 0 1-15,-14 1 0 16,-13 3 1-16,-8-5-1 15,-10 1 0-15,-9 1 0 16,-9 3 0-16,-7 1 2 16,-8-1-1-16,-3 1 1 15,-4 4-2-15,0 0 1 16,0 0-1-16,3 0-2 16,-1 0 2-16,0 0-40 15,3 0-69-15,-1 0-55 0,1 0 12 16,-3 0-102-16,-2 0-251 15</inkml:trace>
  <inkml:trace contextRef="#ctx0" brushRef="#br0" timeOffset="119734.59">19028 15262 602 0,'0'0'209'0,"0"0"-81"0,0 0-14 0,0 0-7 0,0 0-1 15,0 0-34-15,0-44-15 16,0 44 16-16,0 0-43 15,0 0-18-15,0 16-5 16,0 13 15-16,2 10 1 16,3 0-17-16,1 3-5 15,2 2-2-15,-2-3-13 16,-2 3-172-16,-4-12-109 16,-4-2-498-16</inkml:trace>
  <inkml:trace contextRef="#ctx0" brushRef="#br0" timeOffset="123133.85">18534 16230 975 0,'0'0'80'0,"0"0"41"0,0 0 20 0,-29-106 22 0,24 92-24 0,1 6-44 16,2 4 4-1,2 2-61-15,0 2-16 0,0 0-5 16,0 0-12-16,0 24 0 15,0 6 1-15,0 10 1 16,2-4-4-16,11-8-2 16,5 2 0-16,7-2-1 15,-1-2 0-15,5 1-3 16,0-9-3-16,0-4-15 16,2-6-18-16,-4-8-41 15,-3 0 24-15,-4 0 27 16,-4-18 2-16,-3-8 12 15,-6-11 7-15,-4 6 6 16,-3 5 2-16,0-1 5 0,0 5-5 16,0 4 5-1,0 4 4-15,-5 2 2 0,0 6 11 16,1 2-10-16,1 0 7 16,3 4 30-16,0 0-37 15,0 0 12-15,0 0-11 16,0 0-7-16,0 8-3 15,0 16 3-15,0 10 12 16,0 2-8-16,0-4-10 16,0 3 2-16,3-3 0 15,3 0 0-15,4 2-2 16,0 6-10-16,4-3-69 16,1-2-69-16,-4 1-158 15,-3-10-19-15,-6-8-219 0</inkml:trace>
  <inkml:trace contextRef="#ctx0" brushRef="#br0" timeOffset="123415.54">19017 16258 306 0,'0'0'317'0,"0"0"-149"0,0 0-12 0,0-108-24 16,0 94-29-16,0 7-6 15,0-2-14-15,0 9 58 0,0 0-60 16,0 0-21 0,0 0-14-16,0 0 10 0,0 4-47 15,0 22 3-15,0 10 15 16,0 4-16-16,5 1-8 16,3 3-3-16,-1 1 0 15,5 4-9-15,-4 1-85 16,1-1-83-16,-5-5-148 15,-4-9-160-15</inkml:trace>
  <inkml:trace contextRef="#ctx0" brushRef="#br0" timeOffset="124053.14">19320 16230 570 0,'0'0'468'0,"0"0"-311"16,0 0 23-16,-65-106 35 0,61 92-63 0,2 6-32 15,2 8-67-15,10 0-35 16,29 18-5-16,7 12 1 16,3 10-9-16,0 4-3 15,-4 2-2-15,-5 3-1 16,-2-10-6-16,-5 4-29 16,-10-9-49-16,-9-6-145 15,-8-6-109-15,-6-18 12 16,0-4-233-16</inkml:trace>
  <inkml:trace contextRef="#ctx0" brushRef="#br0" timeOffset="124216.91">19583 16181 906 0,'0'0'100'0,"0"0"1"16,0 0 1-16,0 0-4 16,0 0 42-16,0 0-13 15,-83-8-89-15,62 53 6 16,0 10 4-16,3 1-29 15,3 2-15-15,-3 0-4 16,-4 1-2-16,0-9-47 16,-4-15-177-16,0-9-51 15,3-12-179-15</inkml:trace>
  <inkml:trace contextRef="#ctx0" brushRef="#br0" timeOffset="124767.08">20049 16271 467 0,'0'0'470'16,"0"0"-450"-16,0 0-5 16,0 0 53-16,0 0 10 15,0 0-30-15,-85-27-23 16,61 9-14-16,1-4 2 15,2-3 1-15,13-2 0 16,8 6 10-16,0-4-13 0,5 6-5 16,17 6-3-1,3 1 6-15,-1 6 13 0,0 6-5 16,3 0 10-16,-4 14 17 16,-2 14-11-16,0 8 2 15,-9 7-10-15,-10 3 0 16,-2 4-1-16,0 6-7 15,-27-2-6-15,-11-4-5 16,0-6-4-16,0-9 0 16,0-12-1-16,7-9 5 15,4-7-6-15,2-7 1 16,5 0-1-16,7-25 4 16,7-2-4-16,6-10-4 15,0 3 4-15,15 6 1 16,9 10-1-16,-1 2 0 0,2 10 1 15,1 6 10-15,-2 0 14 16,3 0 9-16,0 18 1 16,-4 8-23-16,-2 2-7 15,-3 2-5-15,-1-6 0 16,-2 2-9-16,-1-8-33 16,-2 1-80-16,4-8-151 15,-5-11-59-15,7 0-551 16</inkml:trace>
  <inkml:trace contextRef="#ctx0" brushRef="#br0" timeOffset="125065.83">20381 16062 892 0,'0'0'160'0,"0"0"-56"0,0 0-8 15,0 0-16-15,0 0-3 0,0 0-25 16,-36-32-37-16,32 64 35 15,4-2-18-15,0 2-19 16,17-2-9-16,14 2-2 16,7-8-2-16,1 0 2 15,-4 0 0-15,-4-2 1 16,-4 0-3-16,-10 0 12 16,-5-3 17-16,-10 3 2 15,-2 0 2-15,-11 0 2 0,-23 2-10 16,-5-2-20-16,1-10-5 15,-1-2-12-15,10-10-92 16,3 0-181-16,2-28-64 16,10-20-324-16</inkml:trace>
  <inkml:trace contextRef="#ctx0" brushRef="#br0" timeOffset="125266.54">20408 16066 544 0,'0'0'468'0,"0"0"-315"15,0 0-61-15,0 0 54 16,73-107 20-16,-33 75-95 0,5 1-35 16,-3 0 2-16,-11 14 4 15,-13 2-30-15,-9 11-12 16,-7 4-2-16,-2 0-31 16,-9 8-63-16,-22 16-220 15,-9 7-141-15</inkml:trace>
  <inkml:trace contextRef="#ctx0" brushRef="#br0" timeOffset="125916.57">21042 16306 600 0,'0'0'702'0,"0"0"-553"0,0 0-8 0,0 0-20 0,0 0-67 15,0 0-15-15,-19-18-7 16,75 10-12-16,6-1-20 16,-5 5 0-16,-10-5-29 15,-7 5-87-15,-13 4-50 16,-13 0-102-16,-14 0-22 15,-8 0-167-15</inkml:trace>
  <inkml:trace contextRef="#ctx0" brushRef="#br0" timeOffset="126048.92">21052 16445 749 0,'0'0'177'0,"0"0"-68"16,0 0-17-16,0 0-26 15,0 0 35-15,0 0-4 16,120-30-51-16,-42 8-46 15,0-3-55-15,-14 4-105 16,-15-5-127-16</inkml:trace>
  <inkml:trace contextRef="#ctx0" brushRef="#br0" timeOffset="127869.86">21877 16036 289 0,'0'0'632'0,"0"0"-507"0,-28-121 2 0,23 89-6 0,3 5 50 0,2 13-3 16,-2 5-52-16,2 1-34 15,0 8-45-15,0 0-19 16,0 12-10-16,0 26 5 15,6 14 21-15,8 2-17 0,1 1-5 16,1-4-8-16,-1-7 1 16,2-2-5-16,-2-7-4 15,1-3 3-15,-1-5-9 16,5-1-77-16,3-8-163 16,-4-8-136-16,-3-10-35 15</inkml:trace>
  <inkml:trace contextRef="#ctx0" brushRef="#br0" timeOffset="128201.87">22139 15963 574 0,'0'0'342'15,"0"0"-225"-15,0 0 10 16,0 0-20-16,0 0 28 16,0 0 25-16,0-84-93 15,0 86-50-15,-7 30-12 0,1 9 18 16,0 9-2-16,6 0-14 15,0-6-3-15,0-5-4 16,16-3 1-16,7-9 0 16,4-13-1-16,1-5 0 15,1-9 0-15,-2 0 1 16,0-11 2-16,-5-15 2 16,-9-14 17-16,-5-8-16 15,-8 2 4-15,0-7 2 16,-14 9-4-16,-11 8-3 0,-2 13-2 15,1 8-3 1,-5 13-1-16,4 2-33 0,0 4-101 16,-2 22-212-16,7-8-83 15</inkml:trace>
  <inkml:trace contextRef="#ctx0" brushRef="#br0" timeOffset="128948.78">22656 15963 534 0,'0'0'519'15,"0"0"-449"-15,0 0-47 16,0 0 36-16,0 0 25 16,0 0-23-16,-63-9-6 0,43 1-33 15,3-2-10 1,-1-8-3-16,7-2-4 0,5-3 0 15,6 3 3-15,6 2 9 16,23 6-17 0,4-2-4-16,5 14 4 0,-3 0-13 15,1 4-2-15,-3 29 15 16,-10 11 7-16,-10 4 3 16,-11 5 0-16,-2 2 9 15,-11-1 35-15,-22-10-15 16,-3-4 3-16,1-16-26 15,1-4 3-15,10-10-5 0,1-6-9 16,6-4 0 0,5 0-3-16,3-14 18 0,7-16-20 15,2-2-4-15,0-5-1 16,11 8-4-16,9 11 1 16,0 8 5-16,0 10 2 15,1 0-1-15,3 18-19 16,0 10 21-16,3 2 1 15,2-3-1-15,0-4 0 16,2-11 0-16,0-1 0 16,0-8 9-16,1-3 2 15,1-12-6-15,1-21-4 16,6-11 1-16,-7-6 2 16,-4-7-3-16,-7 0 5 15,-10 11-3-15,-12 6 0 0,0 18 1 16,0 9 2-16,-4 13 0 15,-8-4-2-15,0 4-2 16,6 0 0-16,6 17-1 16,0 10 3-16,34 0-3 15,8 3 8-15,5-7-2 16,-9-2-5-16,-8-6 3 16,-12-7 0-16,-8 2 7 15,-10-2-4-15,0 10-3 16,-16 0-1-16,-20 10-4 15,-8-2-3-15,4-4-5 16,12-8-92-16,9-10-205 0,5-4-125 16</inkml:trace>
  <inkml:trace contextRef="#ctx0" brushRef="#br0" timeOffset="129149.55">23045 15815 582 0,'0'0'479'0,"0"0"-375"0,0 0 0 0,83-136 44 16,-34 90 18-16,11-8-86 16,5-4-19-16,-1-1 4 15,-12 11-24-15,-16 13-14 16,-17 8-23-16,-12 16-2 16,-7 7-4-16,0 4-1 0,-11 13-65 15,-21 20-192-15,-14 2-87 16,-8 5-396-16</inkml:trace>
  <inkml:trace contextRef="#ctx0" brushRef="#br0" timeOffset="130483.09">1636 7393 1030 0,'0'0'12'0,"-205"110"79"0,114-60 60 0,19-11-24 0,24-13 0 0,23-16 32 15,25-10-108-15,31-10-25 16,52-41 0-16,48-24-16 16,52-28-2-16,31-23-8 15,27-9-9-15,0 1-32 16,-15 9-11-16,-16 19 4 15,-25 10-8-15,-27 15-12 16,-33 18-5-16,-44 24-43 16,-46 23-69-16,-35 16 48 0,-66 37 50 15,-49 31-166 1,-43 20-4-16,-34 18-20 0,-20 21 150 16</inkml:trace>
  <inkml:trace contextRef="#ctx0" brushRef="#br0" timeOffset="130666.35">1164 7824 985 0,'0'0'29'16,"-127"84"55"-16,127-84-39 16,75-22-27-16,54-44 18 15,52-34 61-15,55-30-32 16,49-24-46-16,31-11 17 16,8 3 6-16,-25 12 13 15,-41 20-3-15,-51 26-18 0,-55 24-34 16,-54 14-3-1,-65 18-189-15,-37 11-125 0</inkml:trace>
  <inkml:trace contextRef="#ctx0" brushRef="#br1" timeOffset="142782.65">20405 3810 1287 0,'0'0'20'0,"0"0"292"0,0 0-178 0,0 0-89 0,0 0 14 0,0 0-18 15,0 0-15-15,-5-34-3 16,5 62-13-16,0 4-7 15,5-1 0-15,4-8-2 16,0-13 0-16,-3-7-2 16,8-3-5-16,9-17 1 15,17-33 5-15,13-24 0 16,7-21 0-16,3-7 0 16,-8-4-12-16,-6-1-30 15,1 7-38-15,-2 18-92 16,-3 31-115-16,-9 28-9 15,-17 23-362-15</inkml:trace>
  <inkml:trace contextRef="#ctx0" brushRef="#br1" timeOffset="148099.56">7542 7860 825 0,'0'0'99'0,"0"0"18"0,0 0 89 0,4-110-37 16,-4 104-10-16,0 6-14 16,0 0-66-16,0 0-34 15,0 0-17-15,0 16-18 16,0 24 5-16,0 10 6 15,0 8-15-15,0-3-5 0,0-5-2 16,-4-2 1-16,-2-8-21 16,0-10-131-16,-6-8-165 15,-8-14-12-15,-6-8-119 16</inkml:trace>
  <inkml:trace contextRef="#ctx0" brushRef="#br1" timeOffset="148300.73">7287 8031 447 0,'0'0'468'15,"0"0"-427"-15,0 0 68 16,0 0 32-16,0 0-72 16,0 0-9-16,-41 112 2 15,74-90-14-15,6-4-3 16,3-2-31-16,-5-6-9 0,2-6 0 16,-3-4 2-16,-1 0-5 15,3-8 3-15,-3-16 1 16,6-8-5-16,-3-6-1 15,-3 6-97-15,-6 2-220 16,-12 7-334-16</inkml:trace>
  <inkml:trace contextRef="#ctx0" brushRef="#br1" timeOffset="149517.6">6794 9262 482 0,'0'0'338'0,"0"0"-251"0,0 0 76 0,0 0-5 0,0 0-8 15,0 0 10-15,0 0-76 16,2-66-9-16,-2 116-48 16,0 16 24-16,0 10-17 15,-2-3-19-15,-4-10 0 16,0-13-14-16,6-13 1 15,-2-13-2-15,2-14 0 16,0-4-6-16,0-6 0 16,0 0 5-16,0-12-2 15,0-32 2-15,0-20 1 16,0-17 0-16,5 1-2 16,6 4 2-16,4 14 0 0,2 14 4 15,-2 15-4-15,-4 15-2 16,-2 11 2-16,2 7 1 15,7 10 1-15,7 30 17 16,6 18-1-16,-2 9 0 16,0 6-6-16,-5-3-3 15,0-6-8-15,3-3-1 16,-2-12-1-16,2-10-5 16,-6-9-20-16,-3-8-148 15,-9-6-219-15,-9-12 59 16,0-4-242-16</inkml:trace>
  <inkml:trace contextRef="#ctx0" brushRef="#br1" timeOffset="149682.91">6749 9526 1004 0,'0'0'12'0,"0"0"91"0,0 0 69 0,0 0-102 0,0 0-50 16,0 0-4-16,81-7 2 15,10-22-18-15,16-3-140 16,-4-1-132-16,-14 7-256 16</inkml:trace>
  <inkml:trace contextRef="#ctx0" brushRef="#br1" timeOffset="149883.17">7503 9555 644 0,'0'0'432'16,"0"0"-391"-16,0 0 130 16,0 0-32-16,0 0-113 15,0 0-24-15,39-6 8 16,30-22-10-16,1 0-9 16,-17 10-177-16,-20 11-40 15,-23 7-139-15,-10 13-204 16</inkml:trace>
  <inkml:trace contextRef="#ctx0" brushRef="#br1" timeOffset="150016.7">7542 9787 414 0,'0'0'524'15,"0"0"-494"-15,0 0 9 16,0 0 94-16,0 0-100 16,0 0-33-16,185-106-19 15,-98 50-299-15,-4 2-331 16</inkml:trace>
  <inkml:trace contextRef="#ctx0" brushRef="#br1" timeOffset="150432.85">8168 9162 852 0,'0'0'354'0,"0"0"-344"16,0 0 126-16,0 0 88 15,0 0-64-15,0 0-81 16,-79-65-48-16,79 84 5 15,0 27-26-15,15 18 18 16,5 10-13-16,3-2-13 16,-6-1 6-16,-3-2-7 15,-5-2-1-15,-5-9-2 16,-2-8-12-16,0-13-42 16,-2-16-17-16,0-10-105 15,0-11 37-15,0-5 38 16,-2-39 60-16,-17-22-49 15,0-22 80-15,9-12 12 0,10-2 0 16,0 11 1-16,25 15 0 16,10 18 10-16,0 18 1 15,1 16-6-15,-1 15 8 16,-4 9 0-16,-6 7 1 16,-8 25 17-16,-14 6 29 15,-3 4-20-15,-19 6-29 16,-23-4-8-16,-6-2-4 15,-6-4-71-15,8-12-118 16,9-11-197-16</inkml:trace>
  <inkml:trace contextRef="#ctx0" brushRef="#br1" timeOffset="150799.64">8862 8600 1030 0,'0'0'69'0,"0"0"-41"0,0 0 77 0,0 0-40 0,0 0-33 0,-137-82-6 16,118 82-1-16,3 0-7 16,7 19-12-16,0 18-5 15,5 13 0-15,1 14-1 0,3 5 3 16,0 3 2-1,0 4 20-15,0 4 9 16,0 4 24-16,0 9-6 0,0 5 27 16,0 2-20-16,0 3 1 15,3-5-15-15,1-4-22 16,5-10-7-16,4-10-8 16,10-11 0-16,6-17-8 15,8-17-2-15,8-14-2 16,4-15-23-16,9 0-86 15,0-17-144-15,-9-28-54 16,-7-19-227-16</inkml:trace>
  <inkml:trace contextRef="#ctx0" brushRef="#br1" timeOffset="151017.81">9064 9068 1081 0,'0'0'21'16,"0"0"-21"-16,0 0 162 15,0 0 43-15,0 0-140 16,0 0-27-16,-26-39 23 16,30 88 52-16,11 11-54 15,-1 6-50-15,-5-2-1 16,0 0-6-16,-3-3-2 16,-1-4-20-16,2-4-154 15,-7-5-101-15,2-14-36 16,11-18-227-16</inkml:trace>
  <inkml:trace contextRef="#ctx0" brushRef="#br1" timeOffset="151217.84">9412 9282 1068 0,'0'0'0'0,"0"0"63"15,0 0 120-15,0 0-128 16,0 0-50-16,0 0 16 15,173-76-3-15,-115 62-13 16,-2 2-2-16,-8 1-3 16,-13-1-30-16,-13 6-95 15,-17-5-113-15,-5-1-270 0</inkml:trace>
  <inkml:trace contextRef="#ctx0" brushRef="#br1" timeOffset="151416.85">9655 8997 979 0,'0'0'46'0,"0"0"-5"16,0 0 186-16,0 0-86 16,0 0-114-16,0 0-1 15,-14 115 92-15,14-51-61 16,12-2-42-16,5 0-8 16,1-2-7-16,-2-6 0 15,-5-5-55-15,-6-5-122 16,-5-10-101-16,0-14-221 15,0-14-123-15</inkml:trace>
  <inkml:trace contextRef="#ctx0" brushRef="#br1" timeOffset="151798.47">10100 8797 1028 0,'0'0'219'0,"0"0"-214"15,0 0 46-15,19-121 31 16,10 105-63-16,6 9-12 0,5 7 16 16,2 7 19-16,1 29-15 15,-8 15 2-15,-8 5 6 16,-10-4-16-16,-7-4-2 15,-6-10-7-15,-4-13 3 16,0-12 57-16,0-9-15 16,0-2-10-16,0-2-5 15,0 0-2-15,0-23-1 16,-4-15-33-16,2-12 1 16,2-5-5-16,0 1-2 15,17 7-15-15,6 11-27 16,-3 12-90-16,-5 10-114 15,-6 14-44-15,-7 0 12 0,-2 19-187 16</inkml:trace>
  <inkml:trace contextRef="#ctx0" brushRef="#br1" timeOffset="152082.39">10125 9332 908 0,'0'0'182'16,"0"0"-177"-16,0 0 139 16,0 0-13-16,0 0-87 15,0 0-5-15,11 19-11 0,55-19-7 16,24-14-4-16,11-11-9 16,1 3-5-16,-2 4 2 15,-7 2 3-15,-8 3 25 16,-18 4-21-16,-20 3-8 15,-18 2-4-15,-16 4-3 16,-11 0-15-16,-2 0-156 16,-29 0-148-16</inkml:trace>
  <inkml:trace contextRef="#ctx0" brushRef="#br1" timeOffset="154532.97">10450 9569 905 0,'0'0'45'0,"0"0"65"0,0 0 77 0,0 0 3 0,0 0-60 16,0 0-55-16,-36-40 5 15,36 40-65-15,0 6-9 16,0 24-5-16,8 8 2 16,9 2-3-16,3-4-14 15,0-6 9-15,0-6-14 16,-2-8-3-16,-5-5-16 16,-2-9-30-16,-3-2-8 15,-2 0 21-15,-2-11 41 16,1-19 14-16,-3-9 0 15,-2 2 5-15,0 10 13 16,0 6 19-16,0 12 46 0,0 8-15 16,0 1 35-16,0 0-55 15,0 0-22-15,0 28-11 16,0 12-6-16,4 10 8 16,10 1-9-16,1-1-8 15,3-5-1-15,-3-2-11 16,2-5-69-16,-9-8-262 15,-6-12-90-15</inkml:trace>
  <inkml:trace contextRef="#ctx0" brushRef="#br1" timeOffset="154800.34">10851 8416 1087 0,'0'0'2'0,"0"0"47"0,0 0 43 0,0 0-24 0,170 124 32 16,-97-6 17-16,-3 27-51 16,-13 21 3-16,-19 9-34 15,-27 5-29-15,-11-1-4 16,-40-11-2-16,-24-14-19 15,-10-9-107-15,-4-22-202 0,6-32-89 16</inkml:trace>
  <inkml:trace contextRef="#ctx0" brushRef="#br1" timeOffset="155266.48">11211 8319 1217 0,'0'0'14'0,"0"0"34"0,0 0 150 15,0 0-79-15,0 0-104 16,0 0-14-16,5-3 2 15,11 41 3-15,4 7-6 16,2 0-3-16,5-7-2 16,-2-10-12-16,0-6-59 15,-4-14-7-15,0-8 17 16,-5 0 17-16,1-20 26 16,-5-22 19-16,-6-8 3 15,-6-2 1-15,0 9 2 16,0 16 27-16,0 10 68 0,0 11 44 15,-4 5-65 1,2 1 33-16,2 0-67 0,0 0-28 16,0 30-9-16,0 8 4 15,0 12 3-15,15 0-12 16,5-1-1-16,2-1-8 16,-2-7-107-16,-2-5-115 15,-7-10-53-15,-2-16-45 16,0-10-165-16</inkml:trace>
  <inkml:trace contextRef="#ctx0" brushRef="#br1" timeOffset="155484.29">11646 8260 106 0,'0'0'856'0,"0"0"-756"16,0 0 60-16,0 0 66 0,0 0-36 16,0 0-79-1,2-81-58-15,-2 99-32 0,0 18-16 16,17 10 18-16,0 4-18 15,3 4-5-15,-2-1 0 16,-2 1-5-16,-5-6-45 16,-6-6-152-16,-5-5-102 15,0-16 30-15,0-13-140 16,-2-8 33-16,-8-24 249 16</inkml:trace>
  <inkml:trace contextRef="#ctx0" brushRef="#br1" timeOffset="155599.73">11691 8383 214 0,'0'0'736'0,"0"0"-674"15,0 0 110-15,18-104-45 16,29 68-29-16,15-8-73 16,18-6-21-16,3 2-4 15,-12 2-56-15,-20 6-280 16</inkml:trace>
  <inkml:trace contextRef="#ctx0" brushRef="#br1" timeOffset="156882.7">11669 9932 674 0,'0'0'694'0,"0"0"-688"0,0 0 87 0,0 0 154 15,0 0-174-15,0 0-61 16,118-132-10-16,-2 61-2 16,9 4-10-16,-8 4-119 15,-18 8-14-15,-30 18-49 16,-34 17 18-16,-28 20-67 0,-7 0-139 16,-46 37-64-16,-19 14 430 15</inkml:trace>
  <inkml:trace contextRef="#ctx0" brushRef="#br1" timeOffset="156983.54">11829 9966 462 0,'0'0'548'0,"0"0"-489"16,0 0-9-16,0 0 120 15,0 0-107-15,185-94-63 16,-44-3-30-16,8-13-312 16,-7-6-596-16</inkml:trace>
  <inkml:trace contextRef="#ctx0" brushRef="#br1" timeOffset="159332.53">9739 9220 389 0,'0'0'363'0,"-62"110"-363"0,49-58-35 0,4-9 33 16,9-15 1-16,0-9-54 16,0-12-122-16,0-7-68 15,13-14 88-15</inkml:trace>
  <inkml:trace contextRef="#ctx0" brushRef="#br1" timeOffset="159666.53">11103 8343 437 0,'0'0'537'0,"0"0"-508"16,0 0 73-16,-120 13-61 16,4 44-21-16,-29 30 30 15,-28 27 12-15,-26 21 31 16,-30 17-49-16,-39 15-30 15,-35 9 11-15,-22 8 64 16,-3 1 23-16,21-15-43 16,35-19-42-16,53-28-23 15,53-27 20-15,52-28-9 16,47-28-15-16,38-22-2 16,29-18-46-16,17-14-196 0,41-39 10 15,23-22-13 1,13-22-273-16</inkml:trace>
  <inkml:trace contextRef="#ctx0" brushRef="#br1" timeOffset="159969.63">8048 8526 400 0,'0'0'752'15,"-160"-75"-744"-15,95 60 32 0,15 3 72 16,17 4-53 0,23 4 14-16,10 4 46 0,16 12-109 15,46 42 22-15,42 22-29 16,50 19 7-16,42-7 0 16,40-1-4-16,43 1-2 15,30 6 20-15,32 6 15 16,23 4-14-16,-7 0-16 15,-12 0-4-15,-38-3 1 16,-42-7 0-16,-44-6-6 16,-50-11-2-16,-44-13-20 15,-44-10-7-15,-46-18-117 16,-37-22-250-16</inkml:trace>
  <inkml:trace contextRef="#ctx0" brushRef="#br1" timeOffset="163350.04">1507 11631 1091 0,'0'0'65'0,"0"0"56"0,0 0 100 16,0 0-14-16,0 0-148 16,0 0-34-16,0 0 9 15,-43 87 12-15,36-27-36 16,1-5-5-16,-3-13 3 16,3-6-8-16,-1-10 0 15,2-12 0-15,5-7 5 16,0-7-5-16,0 0-5 0,0-27 2 15,0-32 3-15,0-20-11 16,16-11 7-16,1 3 4 16,4 15 0-16,-1 18 0 15,-1 15 1-15,-7 20 1 16,0 15 3-16,5 4 6 16,3 9 1-16,9 26 16 15,-2 11 7-15,-1 6-6 16,-1 9-11-16,-2 2-9 15,0-3-6-15,-2-2-3 16,-1-9-1-16,-5-11 1 16,1-2-8-16,-5-5-41 15,-2-4-52-15,-2-6-210 16,-7-14-125-16,0-7-226 0</inkml:trace>
  <inkml:trace contextRef="#ctx0" brushRef="#br1" timeOffset="163516.29">1349 11887 1133 0,'0'0'37'0,"0"0"41"0,-129 0 140 0,121 0-30 16,8-12-109-16,43-6-51 16,30-5-28-16,25-4-14 15,20-2-127-15,3-1-184 16,-12 4-150-16</inkml:trace>
  <inkml:trace contextRef="#ctx0" brushRef="#br1" timeOffset="163749.54">2309 11807 937 0,'0'0'310'0,"0"0"-276"15,0 0 58-15,0 0 118 16,0 0-168-16,0 0-28 16,20-31-9-16,58 6-5 15,2 0-24-15,-11 7-105 16,-15 10-23-16,-23 8-59 0,-25 0-67 16,-6 17-157-16</inkml:trace>
  <inkml:trace contextRef="#ctx0" brushRef="#br1" timeOffset="163866.4">2362 11965 328 0,'0'0'564'0,"0"0"-484"0,0 0 45 16,0 0 62-16,0 0-76 15,0 0-79-15,-2 41-10 16,92-68-22-16,16-11-153 16,-4-8-202-16</inkml:trace>
  <inkml:trace contextRef="#ctx0" brushRef="#br1" timeOffset="164132.69">2938 11359 931 0,'0'0'190'16,"0"0"-54"-16,0 0 143 15,0 0-103-15,0 0-80 16,0 0-74-16,-45-34-4 15,71 85 32-15,6 13-14 16,-8 8-4-16,-6 9-13 16,-7-2-12-16,-2 2-4 15,0-8-3-15,-5-8-5 16,-2-13-53-16,-1-8-73 0,-1-16-195 16,0-20-21-16,0-8-138 15</inkml:trace>
  <inkml:trace contextRef="#ctx0" brushRef="#br1" timeOffset="164332.81">2986 11474 830 0,'0'0'106'0,"7"-112"-80"15,26 64 63-15,14 7-5 16,7 13-46-16,4 14 13 16,-5 14 32-16,-13 2 2 15,-14 34-18-15,-18 13-30 16,-8 5-26-16,-34 2 3 15,-17-2-4-15,-11-3-9 0,1-8-1 16,12-9-14-16,13-10-111 16,14-18-135-16,15-6-297 15</inkml:trace>
  <inkml:trace contextRef="#ctx0" brushRef="#br1" timeOffset="164716.42">3915 10814 554 0,'0'0'558'15,"0"0"-536"-15,0 0 61 16,-87-108 17-16,43 108-35 0,-6 0 9 16,4 10-29-16,-3 17 9 15,11 2-35-15,5 6-5 16,8 2 10-16,14 3 24 15,5 2-31-15,6 4 0 16,0 8 25-16,0 4-14 16,11 11-1-16,4 7-6 15,-1 7-1-15,-6 2 0 16,-1 12-3-16,-5 5-2 16,1 6 0-16,-1-3-7 15,2-6 4-15,5-14-10 16,7-7 3-16,1-9-4 15,10-9 1-15,9-14-1 0,11-9-1 16,8-14-13-16,10-13-46 16,11-10-160-16,0-16-180 15,-7-37-205-15</inkml:trace>
  <inkml:trace contextRef="#ctx0" brushRef="#br1" timeOffset="164965.69">4110 11241 149 0,'0'0'938'15,"0"0"-922"-15,0 0 102 16,0 0 71-16,0 0-42 0,0 0-113 16,-23-29 8-16,23 73 89 15,4 7-75-15,3 6-28 16,-3 1-7-16,0 2-7 15,0 2-7-15,-2-2-6 16,0-4-1-16,4-8-30 16,5-5-131-16,14-16-141 15,2-12-77-15</inkml:trace>
  <inkml:trace contextRef="#ctx0" brushRef="#br1" timeOffset="165183.57">4513 11556 951 0,'0'0'257'16,"0"0"-256"-16,0 0 107 15,0 0 68-15,0 0-86 16,0 0-72-16,113-66 12 16,-37 54-23-16,-1 2-4 15,-3 0-3-15,-12 2 0 16,-9 2-23-16,-16 2-110 15,-10-6-144-15,-20-2-109 16,-5-5-157-16</inkml:trace>
  <inkml:trace contextRef="#ctx0" brushRef="#br1" timeOffset="165349.92">4729 11285 1044 0,'0'0'39'0,"0"0"65"0,0 0 147 16,0 0-73-16,0 0-141 15,0 0 66-15,-21 124-62 16,42-63 2-16,3 6-33 16,-2 6-10-16,-2 6 0 15,-7 3-21-15,-3-2-169 16,-10-10-300-16</inkml:trace>
  <inkml:trace contextRef="#ctx0" brushRef="#br1" timeOffset="165765.84">5608 10999 836 0,'0'0'378'15,"0"0"-267"-15,0 0 54 16,0 0 13-16,0 0-63 15,0 0-77-15,-24-32-8 16,24 69-4-16,11 14 7 16,2 3-26-16,1 2-5 15,-5-2-2-15,-3 0-10 16,-1-8-62-16,-3-12-138 16,7-14-150-16,-2-15-2 15,-1-7-269-15</inkml:trace>
  <inkml:trace contextRef="#ctx0" brushRef="#br1" timeOffset="166066.26">5629 10957 752 0,'0'0'266'0,"0"0"-244"15,0 0-16-15,77-120 51 16,-23 105-25-16,3 15 4 16,-2 0-5-16,-11 28 0 15,-15 18 18-15,-17 11-20 16,-12 1-18-16,-25 0 3 15,-25-6 4-15,-8-5 2 16,3-12-3-16,6-9-2 0,11-10 6 16,16-8-10-1,13-5 6-15,9-3-13 16,0 1 7-16,20 6-9 16,25-2 3-16,17 5 4 0,7 0-6 15,4 2-3-15,-3 1-5 16,-8-2-1-16,-9 1-14 15,-14 1-65-15,-10-4-66 16,-23 1-76-16,-6-6-293 16</inkml:trace>
  <inkml:trace contextRef="#ctx0" brushRef="#br1" timeOffset="166282.66">5303 11624 1061 0,'0'0'27'0,"0"0"-3"0,0 0 110 16,0 0-19-16,0 0-25 16,0 0 50-16,174 40-64 15,-5-61-53-15,16-10-12 16,-7 2-4-16,-10-3 7 16,-22 7 1-16,-34 9-15 15,-41 7-2-15,-42 9-35 16,-29 0-256-16,-40 15-18 15,-37 13-414-15</inkml:trace>
  <inkml:trace contextRef="#ctx0" brushRef="#br1" timeOffset="166499.9">5552 11909 506 0,'0'0'737'0,"0"0"-723"15,0 0 138-15,0 0 53 16,0 0-127-16,0 0 11 16,-6 74-4-16,26-24-65 15,-2 8-19-15,0 4 2 16,-5 1-3-16,-4-1-20 16,2-6-169-16,-4-13-209 15,0-22-213-15</inkml:trace>
  <inkml:trace contextRef="#ctx0" brushRef="#br1" timeOffset="167051.79">5914 11908 1155 0,'0'0'73'0,"0"0"-65"16,0 0 150-16,0 0 78 15,0 0-126-15,0 0-72 16,-41-61-19-16,38 92-16 15,0 13 5-15,3 10 9 16,0-1-10-16,0-7-1 16,18-2-6-16,6-7-3 15,3-11 1-15,4-11-7 0,3-9-8 16,-5-6 3-16,-5 0 2 16,-8-13-8-16,-10-19 10 15,-6-8-14-15,0-7-22 16,-22 5 31-16,-9 0 9 15,4 8 0-15,9 3 6 16,10 8 0-16,8 0 0 16,10 4-50-16,29 5 4 15,5 8-22-15,3 6 43 16,-7 6 16-16,-6 26 9 16,-8 9 2-16,-8 9 6 15,-11 5 1-15,-3-1 7 16,0-3 0-16,1-8-9 15,6-9 4-15,5-5 1 0,4-14-8 16,4-9 2-16,7-6 2 16,-2-1 22-16,0-29-23 15,-4-14 31-15,-9-8-3 16,-12-6 8-16,-4-1 20 16,-11 3-36-16,-25 11-15 15,-8 6-12-15,-5 15-18 16,-3 10-57-16,10 5-151 15,7 2-175-15,14-1-475 16</inkml:trace>
  <inkml:trace contextRef="#ctx0" brushRef="#br1" timeOffset="167449.93">6487 10806 760 0,'0'0'296'0,"0"0"-290"0,113-82 23 0,-57 65 83 16,4 10-21-16,2 7-27 16,-4 0-2-16,-11 13-38 15,-11 18 46-15,-11 3-49 16,-12 8-3-16,-9 10 16 15,-4 4-18-15,0 6 2 0,0 7 7 16,0 4-2-16,0 9 14 16,0 4 6-16,16 8-24 15,1 8 0-15,-1 8-9 16,-1 2 3-16,-8-2-9 16,0-3 3-16,-5-9-3 15,-2-9 0-15,0-8 0 16,0-12-1-16,-20-13 0 15,-18-7 11-15,-15-8-14 16,-16-6-3-16,-14-11-52 16,-6-18-223-16,-7-8-161 15</inkml:trace>
  <inkml:trace contextRef="#ctx0" brushRef="#br1" timeOffset="167948.42">7244 10690 318 0,'0'0'816'0,"0"0"-775"0,0 0 123 0,0 0 91 16,0 0-168-16,0 0-56 15,9-37-7-15,0 68-8 16,0 11 13 0,-1 8-4-16,0 0-5 0,-4-6-11 15,-4-11-5-15,0-10 2 16,0-10-5-16,0-9-1 15,0-4 1-15,-2 0-1 16,-10-11 0-16,-1-22-18 16,7-15 1-16,6-3 5 15,0 0-6-15,2 2-4 16,22 8 5-16,10 10 10 0,8 9 5 16,5 12-5-16,6 10 6 15,-4 1 1-15,-3 35 1 16,-5 17 2-16,-10 5 0 15,-11 10-3-15,-17 10 0 16,-3 8-24-16,-47 5-392 16,-32 6-412-16</inkml:trace>
  <inkml:trace contextRef="#ctx0" brushRef="#br1" timeOffset="169298.41">1504 13483 1255 0,'0'0'112'0,"0"0"103"0,0 0-38 0,0 0-100 15,0 0-47-15,-49 113 17 0,34-40-11 16,-1 4-21-1,0 1-7-15,3-12-2 0,-2-12-3 16,4-14 0 0,4-17-2-16,1-15-1 0,5-8 0 15,1 0-5-15,0-7-5 16,0-37 2-16,4-24 1 16,10-22-9-16,6-4 15 15,-2 8-6-15,-5 15-2 16,-1 21 9-16,-4 22 1 15,-6 15 2-15,3 13 0 16,4 2 2-16,9 37-3 16,6 20 25-16,10 9-8 15,-5 3-8-15,2 4 0 0,-4-6-5 16,-1-2-4-16,-6-7 0 16,-4-10-2-16,-5-8-8 15,-5-7-40-15,0-15-75 16,0-14-271-16,-6-6-8 15,0-30-234-15</inkml:trace>
  <inkml:trace contextRef="#ctx0" brushRef="#br1" timeOffset="169466.02">1270 13847 1014 0,'0'0'119'15,"-113"36"-61"-15,78-21 167 16,16-7-26-16,15-4-124 15,4 0-33-15,25-4-10 16,28 0-10-16,21 0-18 0,15-10-4 16,11-20-62-1,14-5-200-15,-8-4-109 0,-8 5-292 16</inkml:trace>
  <inkml:trace contextRef="#ctx0" brushRef="#br1" timeOffset="169682.98">2164 13864 1120 0,'0'0'53'16,"0"0"-7"-16,0 0 166 0,0 0-74 16,0 0-107-16,0 0 18 15,38 0-36-15,29-20-9 16,6-4-4-16,-6 4-8 15,-11 0-182-15,-21 10-126 16,-23 6-139-16</inkml:trace>
  <inkml:trace contextRef="#ctx0" brushRef="#br1" timeOffset="169832.64">2099 14095 376 0,'0'0'691'0,"0"0"-637"15,0 0 59-15,0 0-8 0,0 0-32 16,160-38-59-16,-83 14-14 16,-2-1-1-16,-3 1-113 15,-22 4-222-15</inkml:trace>
  <inkml:trace contextRef="#ctx0" brushRef="#br1" timeOffset="170717.06">3131 13546 824 0,'0'0'252'0,"0"0"-153"0,0 0 85 0,0 0 8 0,0 0-29 16,0 0-21-16,-58-101-90 16,56 114-24-16,2 22-12 15,0 18 32-15,0 6-22 16,0 4-5-16,10-5-21 15,5-1 0-15,-2 0 0 16,-3-1 0-16,2-2-8 16,-1-2-76-16,5-15-149 15,-3-19-241-15,-2-18-240 16</inkml:trace>
  <inkml:trace contextRef="#ctx0" brushRef="#br1" timeOffset="171049.97">3300 13658 732 0,'0'0'346'16,"0"0"-291"-16,0 0 123 16,0 0 25-16,0 0-59 15,0 0-83-15,-25-69-37 16,25 94-19-16,0 13 20 16,8 12-12-16,-2 4-10 15,3 0-2-15,-1-6 0 16,6-8-2-16,1-10-20 15,6-12-22-15,4-16-13 16,6-2 8-16,4-15 7 0,1-24 13 16,-3-14 2-16,-6 1 22 15,-11-7 4-15,-14 1 7 16,-2 5 25-16,-6 9 11 16,-23 10 29-16,-2 14-10 15,-4 13-17-15,4 7-41 16,5 0-4-16,1 17-7 15,5 17-106-15,9 4-192 16,-1 0-92-16</inkml:trace>
  <inkml:trace contextRef="#ctx0" brushRef="#br1" timeOffset="171470.03">3879 13586 334 0,'0'0'780'0,"0"0"-722"15,0 0 98-15,0 0-16 16,0 0-23-16,0 0-11 16,-75-71-70-16,63 71-18 15,2 10 4-15,2 18-21 16,0 8 9-16,5 8-3 15,3 3-7-15,0 3 4 16,10-2-8-16,9-2-3 0,4-10 2 16,6-6-3-16,-2-12-14 15,4-10 9-15,2-8-19 16,-1-4 17-16,1-25 15 16,-4-15 8-16,-4-9-2 15,-15-6 16-15,-5-4-4 16,-5 1 20-16,-5 6-11 15,-19 12-15-15,-6 11 19 16,-3 15-21-16,-2 14-10 16,-1 4-4-16,-1 17-58 15,6 18-200-15,4 5-153 0,8 3-408 16</inkml:trace>
  <inkml:trace contextRef="#ctx0" brushRef="#br1" timeOffset="171866.74">4258 13575 475 0,'0'0'659'0,"0"0"-623"16,0 0 88-16,23-116 52 16,-23 108-56-16,0 8-16 15,0 0-33-15,0 0-43 16,0 15-28-16,-9 24 3 15,-3 11 1-15,3 6-4 16,9 1 0-16,0-5-1 0,0-2 0 16,19-6 1-1,10-12-3-15,6-8 3 0,3-10 0 16,2-14 0-16,1 0-1 16,-4-12 1-16,-4-20 0 15,-6-11 1-15,-8-5 0 16,-9-4 4-16,-10-1 5 15,0-4 5-15,-14 5 10 16,-15 4-7-16,-2 8 4 16,0 9-13-16,2 14 0 15,1 9-9-15,-5 8-24 16,6 2-104-16,0 26-220 0,4 2-122 16</inkml:trace>
  <inkml:trace contextRef="#ctx0" brushRef="#br1" timeOffset="172216">4727 13485 78 0,'0'0'1053'0,"0"0"-1052"0,0 0 2 0,0 0 88 16,0 0-46-16,0 0 5 15,-24 86 2-15,24-38-14 0,0 2-18 16,3 1 10 0,16-5-17-16,4-6-7 0,4-10 3 15,2-12-4-15,2-12-1 16,0-6 6-16,1-6 5 16,-3-24-1-16,-5-8 15 15,-3-8 14-15,-15-4 47 16,-6-8-45-16,0-1 3 15,-27 1-18-15,-6 7-19 16,-5 9-5-16,0 17-6 16,-2 15-15-16,2 10-129 15,-5 0-244-15,8 16-398 0</inkml:trace>
  <inkml:trace contextRef="#ctx0" brushRef="#br1" timeOffset="172632.35">5687 13097 922 0,'0'0'357'0,"0"0"-357"16,0 0 0-16,0 0 9 15,-166-89 4-15,104 84 37 16,7 5 19-16,8 0-50 15,11 0-8-15,9 0 17 16,7 5 7-16,5 15-12 0,6 6-17 16,4 10 13-16,5 10 11 15,0 8-5-15,0 9 25 16,0 6-23-16,0 8 7 16,3 5 23-16,4 6-20 15,-5 11-11-15,-2 3-5 16,0 8 1-16,0 4-14 15,0-1-2-15,0-4-1 16,0-9-5-16,0-7 1 16,4-12 1-16,11-15 1 15,3-8-1-15,7-18-1 16,11-8-1-16,11-4-7 0,15-9-29 16,20-12-115-1,7-7-284-15,-2-13-180 0</inkml:trace>
  <inkml:trace contextRef="#ctx0" brushRef="#br1" timeOffset="172932.99">5903 13537 1083 0,'0'0'49'0,"0"0"54"0,0 0 88 0,0 0 4 0,0 0-98 0,0 0-23 15,-18-21-41-15,18 48-25 16,0 13 23-16,0 13 4 16,0 7-27-16,8 0 2 15,4-2-9-15,-5-2-1 16,-1-4-17-16,4-3-78 15,3-8-185-15,9-10-134 16,5-22-511-16</inkml:trace>
  <inkml:trace contextRef="#ctx0" brushRef="#br1" timeOffset="173166.64">6219 13818 643 0,'0'0'418'0,"0"0"-392"16,0 0 79-16,0 0 1 16,0 0-17-16,149-72 15 15,-78 66-33-15,4 0-14 16,0 2-19-16,-11 0-11 16,-8-4-20-16,-19 6-7 15,-16 2-1-15,-12 0-90 16,-9-4-142-16,0-6-77 15,-17-6-374-15</inkml:trace>
  <inkml:trace contextRef="#ctx0" brushRef="#br1" timeOffset="173349.77">6482 13553 579 0,'0'0'412'0,"0"0"-305"16,0 0 16-16,0 0 52 15,0 0-35-15,0 0-52 16,-49-20-58-16,55 58-4 15,13 13 58-15,-2 9-60 16,-1 2-18-16,-3 6-4 16,-9 3-2-16,-4 3-17 15,0 2-94-15,-17-2-167 16,-18-9-84-16</inkml:trace>
  <inkml:trace contextRef="#ctx0" brushRef="#br1" timeOffset="178699.69">8548 3866 267 0,'0'0'302'0,"-158"-34"-253"0,86 9 122 0,1 0-28 0,4 0-25 16,5 2-6-16,6 5 9 16,11 5-11-16,13 8-13 15,17 2-16-15,13 3-39 16,2 0-9-16,27 0-16 15,44 17-7-15,50 5 5 16,55-10-5-16,42-9-4 16,42-3 12-16,31 0-16 15,18-7-2-15,12 0 0 16,-7 6-2-16,-16 1-4 0,-15 0-6 16,-31 14 11-16,-29-5-15 15,-31 0-25-15,-47-9 3 16,-41 0-40-16,-44 0-22 15,-42 0-9-15,-23 0-10 16,-63-4 35-16,-41-10-246 16,-38-5-132-16</inkml:trace>
  <inkml:trace contextRef="#ctx0" brushRef="#br1" timeOffset="179016.59">8189 3679 1101 0,'0'0'6'0,"-200"0"-4"16,134 5 7-16,24-4 0 15,22 2 3 1,15-3 81-16,10 1-19 0,62 5-36 16,49-3-13-16,60-2 17 15,51-1 31-15,43 0-32 16,31 7-6-16,21 4-11 15,13 6-11-15,-1-2 8 16,-16 2-14-16,-23-4 5 16,-39-6-8-16,-40-4 14 15,-40-3-15-15,-47 0 3 16,-40 0-6-16,-37 0 2 0,-33 0-2 16,-19-3-40-16,-19-17-138 15,-43-8-278-15</inkml:trace>
  <inkml:trace contextRef="#ctx0" brushRef="#br1" timeOffset="181682.89">21711 10592 448 0,'0'0'758'0,"0"0"-728"0,-123 15 41 0,115-10 108 0,8-5-57 0,0 0-45 0,19 0-47 16,35 0-11-1,24 0-1-15,20 0-7 0,8 0-9 16,4 0-1-16,4-15 0 16,1 4-1-16,6 0-17 15,-1 5-74-15,-10 2-114 16,-31 1-132-16,-40-6-121 15</inkml:trace>
  <inkml:trace contextRef="#ctx0" brushRef="#br1" timeOffset="181882.37">21497 10688 1031 0,'0'0'378'0,"0"0"-358"0,0 0-7 16,0 0 16-16,0 0 34 15,138 28-9-15,21-28-26 16,36 0-18-16,17-15-10 16,4 4 4-16,-11 3-4 15,-29 4 0-15,-35 4-5 16,-37 0-71-16,-32 0-159 16,-32 0-61-16,-34-10-266 15</inkml:trace>
  <inkml:trace contextRef="#ctx0" brushRef="#br1" timeOffset="183199.58">7405 12976 1100 0,'0'0'60'0,"0"0"52"0,0 0 110 0,0 0-40 15,0 0-78-15,0 0-58 16,0 0-24-16,-74-17-15 16,74 58 13-16,-2 0-7 15,-1-2-6-15,1-5-7 16,0-2 2-16,0-12-1 16,2-6 0-16,0-5 0 15,0-8-1-15,0-1-6 16,0 0 0-16,0 0-6 0,4 0 5 15,21-19-10 1,6-6 16-16,9-1-1 0,5 3 1 16,-1 10-1-16,2 7 0 15,2 6 1-15,1 0 2 16,-5 13-1-16,-4 16 3 16,-9 4 2-16,-17 3 9 15,-14 0 0-15,0 4 1 16,-20 0 1-16,-18 2-11 15,-7-4-5-15,1-8-7 16,2-6-64-16,9-18-211 16,4-6-128-16,0-29-140 15</inkml:trace>
  <inkml:trace contextRef="#ctx0" brushRef="#br1" timeOffset="183382.95">7355 12953 1102 0,'0'0'46'0,"0"0"-6"16,0 0 127-16,0 0-21 16,0 0-85-16,169-95-28 15,-95 76-2-15,-7 8-18 16,-11 6-13-16,-14 5-2 16,-15 0-12-16,-9 6-151 15,-18 18-126-15,-2 1-262 0</inkml:trace>
  <inkml:trace contextRef="#ctx0" brushRef="#br1" timeOffset="185508.94">7189 13878 1048 0,'0'0'80'0,"-121"0"-19"16,88 0 123-16,13 0 13 0,13 0-90 15,7 0-26-15,13 0-16 16,47 0-41-16,31-4-8 15,26-12 6-15,10-3-8 16,-3-4-9-16,-3 1 0 16,-13 0 1-16,-14 6-6 15,-24 6 2-15,-30 5-2 16,-22 5 0-16,-18 3-41 0,-2 27-136 16,-43 6-222-16,-11 1-387 15</inkml:trace>
  <inkml:trace contextRef="#ctx0" brushRef="#br1" timeOffset="185782.64">7133 14127 1083 0,'0'0'79'0,"0"0"-15"16,0 0 94-16,0 0 22 15,0 0-26-15,0 0-53 0,-14-83-38 16,14 83-39-16,0 17-14 16,0 19 7-16,0 16 31 15,0 2-20-15,1 1-16 16,2-8-9-16,-1-3 0 16,4-2-3-16,-4-1-7 15,4-5-30-15,3-2-116 16,9-14-251-16,5-18-18 15</inkml:trace>
  <inkml:trace contextRef="#ctx0" brushRef="#br1" timeOffset="186366.57">7465 14172 1035 0,'0'0'48'15,"0"0"42"-15,0 0 113 16,0 0-47-16,0 0-27 15,0 0-18-15,-34-83-54 16,34 83-22-16,-2 0-24 16,-5 22-10-16,3 12 7 15,2 12 1-15,2-2-8 16,0-4 5-16,13-4-6 16,9-4-1-16,3-6 0 15,2-9-6-15,0-7 1 16,-4-10-6-16,2 0-6 15,-5 0 3-15,-5-10-5 16,-5-15 5-16,-10-7 1 0,0-8 9 16,-7 0-22-16,-17 2 17 15,1 4-14-15,0 6 22 16,11 3 2-16,5 8 0 16,7 1-4-16,0 2-25 15,26 2-44-15,11 2 28 16,3 6-13-16,-3 4-27 15,-3 0 68-15,-4 14 17 16,-5 18 4-16,-8 12 11 16,-11 6 6-16,-6 4 25 15,0-2 7-15,0-3-24 16,2-9-7-16,9-8-10 0,11-10-3 16,3-9-5-16,4-11 18 15,5-2-15-15,-1-9-5 16,0-22 7-16,-8-11-3 15,-10-10 1-15,-15-5 4 16,0-4 13-16,-29 5-15 16,-17 11-5-16,-12 14-8 15,0 15 1-15,2 8-29 16,9 8-104-16,11 0-184 16,8 0-254-16</inkml:trace>
  <inkml:trace contextRef="#ctx0" brushRef="#br1" timeOffset="187015.89">8313 12733 473 0,'0'0'436'0,"0"0"-370"0,0 0 50 0,0 0-19 0,0 0-18 16,0 0-14-16,16-69-7 16,18 66-35-16,1 3 0 15,5 0 1-15,0 3 1 16,1 18-3-16,-8 5-2 16,-6 6-7-16,-8 3 4 15,-5 6 16-15,-9 5-9 16,-5 5 15-16,0 1-1 0,0 0 8 15,0-2-14-15,-3 4-15 16,1 5-8-16,2 2-1 16,0 6 4-16,0 3-7 15,7 2 0-15,3 2 6 16,-2 1 3-16,-4 3-5 16,-2 2 6-16,1 1-3 15,-3 0-8-15,4-6 3 16,-2-1-6-16,6-4 4 15,0-2-5-15,1 2 0 16,2-12 4-16,-2 1-2 16,-2-8 0-16,-3-2-2 15,-4-6 1-15,0-6-1 16,-4 1 3-16,-32-2-3 0,-15 4-5 16,-20 0-50-16,-16 1-172 15,-17-22-132-15,-20-11-204 16</inkml:trace>
  <inkml:trace contextRef="#ctx0" brushRef="#br1" timeOffset="192250">9111 12603 362 0,'0'0'600'0,"0"0"-560"0,0 0 57 0,0 0 97 15,0 0-67-15,-116 16 29 16,105-19-33-16,3-14-42 0,8-7-46 15,0-4-27-15,6-4 2 16,25 3-7-16,7 7-1 16,0 6-1-16,2 12 2 15,-6 4-6-15,-3 0 6 16,-10 27-3-16,-4 9 5 16,-13 8 0-16,-4 4 3 15,0 2 0-15,-29 0 3 16,-7-6 0-16,-1-4 4 15,-4-8-2-15,10-11 10 16,9-10-9-16,10-5 1 16,12-6-7-16,0 0-8 0,19 0-2 15,43 0 0-15,29-25 0 16,25-12-16-16,11-9-68 16,5-10-174-16,-14-8-210 15</inkml:trace>
  <inkml:trace contextRef="#ctx0" brushRef="#br1" timeOffset="193066.51">7289 13214 1084 0,'0'0'67'0,"-135"37"4"0,89-19 179 0,15-3-121 0,13-5-38 16,11-6-11-16,7-1-34 16,0-3-30-16,34 0 3 0,21-12-6 15,26-19-8-15,7-6 1 16,9-10-4-16,1 1-2 16,-9 1-1-16,-5 3-1 15,-10 9 2-15,-12 7 0 16,-12 10 3-16,-12 3-3 15,-15 6-5-15,-7 5-25 16,-7 2-102-16,1-7-232 16,-10-2-103-16</inkml:trace>
  <inkml:trace contextRef="#ctx0" brushRef="#br1" timeOffset="193316.44">7721 12152 1021 0,'0'0'34'16,"0"0"85"-16,0 0 72 15,0 0 12-15,0 0-81 16,0 0-36-16,-27-44-74 16,27 86 8-16,0 11-8 15,0 10-10-15,11 4-2 16,3 0 0-16,-2 5-9 15,-3 4-114-15,-5 3-91 16,-4-5-102-16,0-4-227 16</inkml:trace>
  <inkml:trace contextRef="#ctx0" brushRef="#br1" timeOffset="193816.7">7224 14323 975 0,'0'0'63'0,"-156"0"27"0,89 0 110 0,12 0-15 0,18 0-67 16,16 2 3-16,19-2-56 16,2 0-12-16,46-4-38 0,32-20-5 15,31-7-5-15,18-4-4 16,3 3 3-16,-3-2-3 16,-9 6-1-16,-12 2-5 15,-12 10 5-15,-21 5 2 16,-19 7-2-16,-25 4-3 15,-15 0-36-15,-14 9-83 16,0 17-56-16,-16 2-209 16,-20 0-300-16</inkml:trace>
  <inkml:trace contextRef="#ctx0" brushRef="#br1" timeOffset="194199.68">7273 14909 339 0,'0'0'826'0,"0"0"-775"16,0 0 66-16,-38-102-30 16,56 69-48-16,16 7-8 15,8 8-7-15,0 6-15 16,-4 12-5-16,-8 0-4 15,-7 15 29-15,-13 23-10 16,-10 7 2-16,-5 11 16 16,-31-1-24-16,-13-10 19 15,-2-6 4-15,2-7-7 0,8-14 3 16,17-8 12-16,11-6-23 16,11-4-6-16,2 0-6 15,13 0-4-15,36 0-4 16,16-2-2-16,11-10-11 15,-3-2-97-15,-5-2-95 16,-9-3-77-16,-5-4 89 16,-12-11-135-16,-12-6-104 15</inkml:trace>
  <inkml:trace contextRef="#ctx0" brushRef="#br1" timeOffset="194466.69">7761 14789 185 0,'0'0'583'0,"0"0"-395"0,0 0-80 15,0 0 34 1,0 0 10-16,0 0-32 0,-27-41-19 15,23 45-55-15,1 33-34 16,1 8 40-16,2 9-28 16,0-5-10-16,6-7 8 15,19-9-21-15,2-6 7 16,7-11-6-16,-1-6-2 16,2-10 2-16,-1 0 2 15,-3-22 8-15,-4-12-11 16,-9-7 7-16,-11 0 6 15,-7-9 14-15,-5 2-14 16,-26 8-6-16,-10 9-8 16,-5 21-4-16,-6 10-10 0,4 4-80 15,5 33-157 1,3 4-146-16</inkml:trace>
  <inkml:trace contextRef="#ctx0" brushRef="#br1" timeOffset="195266.59">1745 16190 931 0,'0'0'214'0,"0"0"-62"0,0 0 105 0,0 0-46 0,0 0-101 15,0 0-81-15,0 0-9 0,-80 98 15 16,73-38-26-16,5 1-8 15,2-11 1-15,0-10-1 16,0-22-1-16,0-10 3 16,0-8-5-16,0 0 2 15,0 0-3-15,0-13 0 16,0-37 3-16,0-24 0 16,9-12-4-16,5-2 0 15,1 26 4-15,-1 20-1 16,-4 16 2-16,-2 16-1 15,3 6 0-15,-1 4 10 16,13 22-5-16,3 23 8 16,8 14 6-16,2 7 4 0,-3 2-15 15,7-1-6 1,0-5-2-16,-2 0-4 0,-2-12-15 16,-9-2-57-16,-4-8-142 15,-2-18-190-15,-7-11-123 16</inkml:trace>
  <inkml:trace contextRef="#ctx0" brushRef="#br1" timeOffset="195433.54">1673 16467 417 0,'0'0'741'0,"0"0"-672"16,-132 0 106-16,125 0 39 15,7 0-142-15,6 0-43 0,43 0-23 16,29-8-6-1,40-6-68-15,21-8-305 0,-2-8-222 16</inkml:trace>
  <inkml:trace contextRef="#ctx0" brushRef="#br1" timeOffset="195633.7">2567 16535 1212 0,'0'0'74'0,"0"0"-70"16,0 0 65-16,0 0 14 15,0 0-41-15,0 0-31 16,165-44-11-16,-102 38-80 0,-5-2-157 16,-21 8-132-16,-16 0-318 15</inkml:trace>
  <inkml:trace contextRef="#ctx0" brushRef="#br1" timeOffset="195750.08">2627 16727 1009 0,'0'0'82'0,"0"0"1"15,0 0 121-15,0 0-91 16,0 0-94-16,0 0-19 16,221-40-98-16,-92-1-286 15</inkml:trace>
  <inkml:trace contextRef="#ctx0" brushRef="#br1" timeOffset="196019.6">3466 16226 597 0,'0'0'327'0,"0"0"-177"16,0 0-5-16,0 0 90 15,0 0-38-15,0 0-57 16,-41-95-54-16,41 95-48 16,0 25-18-16,0 19-8 15,0 14 37-15,0 5-38 16,0-1-11-16,7 0 0 0,2-3-9 16,2-7-45-16,-3-7-91 15,6-9-181-15,3-18-2 16,4-18-122-16</inkml:trace>
  <inkml:trace contextRef="#ctx0" brushRef="#br1" timeOffset="196350.69">3645 16306 671 0,'0'0'338'16,"0"0"-233"-16,0 0 90 16,0 0-13-16,0 0-32 15,0 0-66-15,-15-76-37 0,13 86-42 16,2 26-3-1,0 9 1-15,0 8 3 0,15 0 4 16,5-13-10-16,3-1-5 16,-1-16-1-16,0-3-21 15,5-13-15-15,2-7 32 16,0 0-2-16,0-21 7 16,-6-19 3-16,-6-10 2 15,-11-8 5-15,-6-5-5 16,0 10-1-16,-19 12 1 15,-12 11 23-15,-7 16 31 16,-5 7-44-16,1 7-10 16,2 2-12-16,11 31-79 15,9 11-176-15,11-4-128 0</inkml:trace>
  <inkml:trace contextRef="#ctx0" brushRef="#br1" timeOffset="196700.05">4044 16223 1115 0,'0'0'62'0,"0"0"4"16,0 0 104-16,0 0-56 16,0 0-33-16,0 0-56 15,-31-23-7-15,27 63-12 16,-1 8 7-16,5 7-12 15,0-5-1-15,0-2-1 0,12-12 1 16,7-7-3-16,4-10-4 16,2-9-21-16,2-10 20 15,4 0-3-15,0-14 11 16,-4-22 0-16,-4-8 4 16,-6-6 18-16,-15 2-6 15,-2 3 30-15,-2 5-12 16,-23 8 2-16,-4 6 4 15,0 12-40-15,0 14-5 16,0 0-26-16,4 18-147 16,6 9-184-16,5 4-278 15</inkml:trace>
  <inkml:trace contextRef="#ctx0" brushRef="#br1" timeOffset="197017.67">4345 16204 1220 0,'0'0'48'0,"0"0"-22"15,0 0 57-15,0 0-61 16,0 0 21-16,4 113 36 16,17-65-59-16,6-4 1 15,-1-12-8-15,6-6-2 0,-1-12 0 16,0-10 21-1,-4-4-17-15,-2-12 15 0,-2-20 32 16,-4-8-13-16,-11-13-18 16,-8 3 0-16,-2 4-3 15,-27 6-5-15,-9 9-9 16,-7 14-14-16,-1 5-2 16,-1 12-33-16,5 0-165 15,6 8-262-15,14 5-613 16</inkml:trace>
  <inkml:trace contextRef="#ctx0" brushRef="#br1" timeOffset="197650.73">5394 15735 1062 0,'0'0'56'16,"0"0"-25"-16,0 0 83 16,0 0-37-16,-158-34-48 15,108 34 38-15,-4 0 13 0,2 11-14 16,8 0-26-16,6-3 33 15,14-4-37-15,8 0-14 16,12-4-12-16,4 4-9 16,0 7 2-16,0 1-2 15,10 20 8-15,4 5-8 16,1 15 11-16,-5 7 9 16,-8 8 8-16,-2 4 6 15,0-5-4-15,0-12-20 16,0-10 9-16,0-12-12 15,0-14-3-15,0-5 1 16,0-3 1-16,0-2-2 16,9 1 0-16,9 0-1 0,1 0-2 15,0 6-1 1,-4 1-1-16,1 12 1 0,-5 2-2 16,-3 10 1-16,-6 0 0 15,-2-4 0-15,0 4 1 16,0-8 1-16,0-6-2 15,0-2 0-15,0 6-2 16,0-3 2-16,6 5 4 16,9-2-4-16,3-2 0 15,1-6 0-15,4-4 0 16,2-4 0-16,4-11 0 16,6-3-6-16,7-6-25 0,10-15-65 15,-1-17-178-15,-4-8-222 16</inkml:trace>
  <inkml:trace contextRef="#ctx0" brushRef="#br1" timeOffset="198149.95">4878 16116 997 0,'0'0'120'0,"0"0"-2"0,0 0 60 0,0 0-56 16,0 0-40-16,-120 98-15 15,115-45 4-15,5 4-44 16,0-2-15-16,24-7-5 0,5-8-3 15,0-18-1-15,2-7-2 16,-2-15 1-16,1 0 3 16,1-19 1-16,-7-21 3 15,-9-18-5-15,-12 0 5 16,-3-9-1-16,-11 9-8 16,-18 14-3-16,-2 13-11 15,-1 16-38-15,6 15-129 16,1 0-159-16,3 15-259 15</inkml:trace>
  <inkml:trace contextRef="#ctx0" brushRef="#br1" timeOffset="199384.23">5812 16037 791 0,'0'0'62'0,"0"0"60"0,-21-106 45 0,19 80 7 0,-2 4-51 0,4 12 65 15,0 2-106-15,0 8-34 16,0 0-1-16,-3 0-21 16,3 0-23-16,0 0 0 15,0 4-3-15,0 8 4 16,0 3 5-16,0-9-7 16,0-3-2-16,0-3 1 15,0 0 1-15,0 0-1 16,0 0 1-16,0 0 1 15,0 0 1-15,0 0 0 0,0 0-4 16,0 0 1-16,0 0-1 16,0 0 0-16,0 0 0 15,0 0 0-15,0 0 0 16,0 0 1-16,0 0-1 16,0 0 0-16,0 0 0 15,0 0 2-15,0 0-2 16,0 0 1-16,0 0 1 15,0 0-2-15,0 0 2 16,0 0 3-16,0 0 11 16,0 10 2-16,0 11-6 15,0 6 8-15,9 6 9 16,-2 1-18-16,0-10-3 0,-3-4-3 16,-1-10-2-16,-1-7 1 15,-2-3-3-15,2 0 0 16,-2 0-1-16,0 0 3 15,0 0-1-15,0 0 2 16,0 0-3-16,0-17-1 16,0-10 0-16,0-4-8 15,0 0-3-15,0 8-5 16,0 5 3-16,0 9 9 16,0 1 2-16,0 4-1 15,0-2 1-15,0-2 2 16,0-5-1-16,0-2 1 15,0 3 0-15,0-5 0 0,20 2-3 16,11 1-6-16,11 10 1 16,2 4 5-16,-1 0 3 15,-3 18-2-15,-9 18 2 16,-12 4-1-16,-19 9-2 16,0 5 0-16,-43-4 6 15,-10-2 1-15,-7-6 1 16,3-8-1-16,13-12 0 15,13-4 2-15,15-14-3 16,12-3 0-16,4 8-1 0,11-1 0 16,31 2 0-1,18-1 0-15,14-9-2 0,13 0-4 16,-1 0-47-16,1 0-83 16,-4-5-178-16,-10-13-1 15,-12 0-140-15</inkml:trace>
  <inkml:trace contextRef="#ctx0" brushRef="#br1" timeOffset="199585.17">6491 15806 400 0,'0'0'575'0,"0"0"-484"0,0 0 71 0,0 0 64 0,0 0 0 0,0 0-94 0,0 0-72 16,-67-52-47-16,67 96 21 0,0 10-21 15,11-1-9-15,5 1-3 16,-3 9-1-16,-4-1-44 16,-7 6-139-16,-2-2-242 15,-15-4-253-15</inkml:trace>
  <inkml:trace contextRef="#ctx0" brushRef="#br1" timeOffset="199817.92">5515 16663 1255 0,'0'0'100'0,"0"0"-92"15,0 0 173 1,0 0-76-16,0 0-34 0,0 0-54 16,234-52-3-16,-69 42-14 15,5-8-1-15,-4 2 1 16,-12-2 0-16,-25 4 3 15,-31 8-3-15,-31 6-58 16,-33 0-173-16,-34 6-207 16</inkml:trace>
  <inkml:trace contextRef="#ctx0" brushRef="#br1" timeOffset="200366.66">5918 16892 1013 0,'0'0'201'0,"0"0"-129"16,0 0 62-16,0 0-114 16,25-120 23-16,22 102 34 15,1 4-63-15,-2 14 16 16,-11 0-9-16,-10 18-8 16,-15 22 20-16,-10 5 5 15,-6 12-1-15,-32-3 1 16,-11-8-24-16,0-8 18 15,7-18 13-15,10-4-15 16,14-11-14-16,14-4-6 16,4-1-6-16,0 0-4 15,31 0-14-15,23 0-10 0,12-10-50 16,11-12-94-16,-4 0-147 16,-9-14 101-16,-3-4 16 15,-17-4 55-15,-17 0 96 16,-12 12 47-16,-15 4 162 15,0 12 19-15,0 6-24 16,-4 6 2-16,-2 4 22 16,-2 0-87-16,4 18-65 15,4 18-9-15,0 12 17 16,0-4-17-16,25-4-19 16,4-12 2-16,4-6-2 15,0-10 3-15,1-12-2 0,-1 0 3 16,-2-20 3-16,-6-12 3 15,-9-7 9 1,-14-3 28-16,-2-2-15 0,-20 9-13 16,-20-1-6-16,-7 13-6 15,-4 10-8-15,4 13-1 16,7 0-46-16,13 22-161 16,16-4-327-16</inkml:trace>
  <inkml:trace contextRef="#ctx0" brushRef="#br1" timeOffset="200667.24">7166 16333 722 0,'0'0'458'0,"0"0"-331"0,0 0 125 0,0 0-33 15,0 0-150-15,0 0-37 16,94 23 23-16,-28 22-39 16,-3 3-14-16,-13 2-2 0,-7 0-4 15,-12-1-37-15,-4-18-133 16,-4-14-243-1,-8-17-6-15</inkml:trace>
  <inkml:trace contextRef="#ctx0" brushRef="#br1" timeOffset="200833.27">7592 16240 561 0,'0'0'590'0,"0"0"-456"16,0 0 119-16,0 0-34 15,0 0-129-15,-134 107-17 16,112-49-49-16,6 10-11 15,1-2-11-15,1 0-2 16,-1 2-14-16,-1-5-162 16,-2-15-276-16,-2-12-329 15</inkml:trace>
  <inkml:trace contextRef="#ctx0" brushRef="#br1" timeOffset="201200.1">8249 16223 1035 0,'0'0'7'0,"0"0"-1"16,-100-111 104-16,75 73 11 16,17 4-22-16,8 6-66 0,8-3-19 15,28 9-6 1,6 5-8-16,3 11 2 0,-3 6-2 15,-9 1 2-15,-10 34 5 16,-17 6 10-16,-6 12 17 16,-11 5 14-16,-26-9 50 15,-2-12-31-15,-1-7 1 16,9-12-4-16,12-5-23 16,7-8-16-16,12-5-12 15,0 0-5-15,16 0-5 16,28 0-1-16,21 0-4 15,11-18-52-15,6-4-133 16,-2-6-159-16,-5-7 36 16,-7-18-214-16</inkml:trace>
  <inkml:trace contextRef="#ctx0" brushRef="#br1" timeOffset="201353.94">8752 15896 739 0,'0'0'355'0,"0"0"-237"15,0 0 80-15,0 0-18 16,0 0-19-16,0 0-109 15,-58-23-17-15,58 59-6 16,12 4 12-16,3 9-39 16,1 5-2-16,-5 4-4 15,-7 6-142-15,-4 2-288 16,-6-4-251-16</inkml:trace>
  <inkml:trace contextRef="#ctx0" brushRef="#br1" timeOffset="201568.97">8031 16593 1372 0,'0'0'126'15,"0"0"-108"-15,0 0 31 16,0 0 30-16,0 0-15 16,0 0-21-16,220-14-4 15,-89 0-32-15,10-3-7 16,-10-6-6-16,-13 4 5 15,-22 8-3-15,-25 3-77 16,-24 6-217-16,-34 2-120 16</inkml:trace>
  <inkml:trace contextRef="#ctx0" brushRef="#br1" timeOffset="202118.99">8149 17084 979 0,'0'0'421'16,"0"0"-384"-16,15-111-34 16,30 74 18-16,6 7 21 15,0 11 13-15,-5 13-22 16,-9 6-2-16,-13 6-4 16,-17 31 28-16,-7 12-24 15,-18 4 17-15,-28 9-25 16,-8-12 0-16,0-5-14 15,10-10 8-15,13-18 10 16,13-3-9-16,13-9-11 0,5-5-7 16,19 0-4-16,29 0-10 15,19 0-3-15,11-5-122 16,-3-17-95-16,0-4-8 16,-15-10 75-16,-10-9 47 15,-17 4 46-15,-12-4 74 16,-14 9 62-16,-7 6 73 15,0 12-31-15,0 8 50 16,-3 6 25-16,1 4-43 16,-2 6-60-16,4 28-72 0,0 7 17 15,2 4-12 1,21-1-6-16,1-12-1 0,2-5-2 16,1-9 1-16,-7-10-2 15,3-8 1-15,-8 0 0 16,1-23 8-16,-7-8 2 15,-9 0 17-15,0-1 2 16,-16 2 27-16,-18 6-35 16,-1 8-11-16,-3 12-10 15,3 4-6-15,4 4-42 16,10 15-196-16,10-4-250 16</inkml:trace>
  <inkml:trace contextRef="#ctx0" brushRef="#br1" timeOffset="202483.91">9149 15775 1024 0,'0'0'48'0,"78"-107"-14"0,-29 72 55 0,0 4 18 15,-5 17-2-15,1 14-24 16,-5 0 13-16,-4 30-53 0,-7 14-2 16,-5 15-8-1,-5 13 22-15,-6 8-17 0,-1 6 13 16,0 9-16-16,-1 7-2 16,1 4-5-16,-4 6-3 15,3 1-6-15,5-2-1 16,2-5 2-16,4-12-5 15,3-8-7-15,4-6 0 16,-10-14-6-16,-5-8 5 16,-14-9-2-16,-22-3-3 15,-52 2-7-15,-33 2-60 16,-26-6-159-16,-30-13-219 0,-17-8-263 16</inkml:trace>
  <inkml:trace contextRef="#ctx0" brushRef="#br1" timeOffset="203218.36">6456 16704 986 0,'0'0'74'0,"0"0"16"0,-119-79 121 0,105 69-17 0,10 0-42 15,4 10-29-15,25 1-86 16,28 39-22-16,23 13 18 15,9 16-19-15,-3 6-8 16,-4 11-5-16,-6-3-2 16,-5 2-3-16,-7-5-42 15,-2-8-178-15,2-6-207 16,5-25-371-16</inkml:trace>
  <inkml:trace contextRef="#ctx0" brushRef="#br1" timeOffset="203734.5">8733 16881 679 0,'0'0'463'0,"0"0"-357"0,0 0 83 0,0 0 13 0,0 0-54 15,0 0-111-15,-70-11-26 16,106 77 37-16,8 15-17 16,10 4-26-16,2-4-5 15,-5-5 0-15,-8-2-83 16,-20-6-155-16,-23-6-203 16</inkml:trace>
  <inkml:trace contextRef="#ctx0" brushRef="#br1" timeOffset="204366.69">4835 15887 990 0,'0'0'193'0,"0"0"-59"0,0 0 98 0,0 0-84 0,0 0-45 15,0 0-72-15,-17 28 3 16,39 47 19-16,9 9-33 15,4 2-18-15,2 2-2 16,-6-3-1-16,-12 0-24 16,-9-4-92-16,-8-9-115 15,-2-20-122-15,-7-12-352 16</inkml:trace>
  <inkml:trace contextRef="#ctx0" brushRef="#br1" timeOffset="204566.6">4318 15806 721 0,'0'0'586'0,"0"0"-521"16,0 0-42-16,0 0 65 16,0 0-32-16,4 125 125 15,15-30-125-15,-3 3-30 16,-5 9-26-16,-7 5-11 15,-4-4-3-15,0 6-75 16,0-6-149-16,0-9-67 0,-15-15-273 16</inkml:trace>
  <inkml:trace contextRef="#ctx0" brushRef="#br1" timeOffset="205200.52">6509 16589 141 0,'0'0'915'0,"0"0"-776"0,0 0-121 0,-114 76 85 0,21 8-7 15,-19 9-31 1,-2 1-8-16,5 0 7 15,4-4-44-15,12-9-20 0,11-5 0 16,17-2-37-16,23-6-90 16,24-14-162-16,18-15-408 15</inkml:trace>
  <inkml:trace contextRef="#ctx0" brushRef="#br1" timeOffset="205583.97">8563 16627 1318 0,'0'0'148'16,"0"0"-91"-16,0 0 20 0,-171 65-52 15,84 11-6-15,-9 18-7 16,-5 17-12-16,-9 8-9 16,4 1-221-16,-5-11-178 15</inkml:trace>
  <inkml:trace contextRef="#ctx0" brushRef="#br1" timeOffset="206136.45">4361 15859 522 0,'0'0'631'0,"0"0"-626"0,-183 137 17 0,78-59 69 16,-12 16-18-1,-14 11-15-15,1 5 26 0,3-2-52 16,2-6-24-16,11-18-8 16,12-7-9-16,8-15-102 15,3-18-180-15,2-20-595 16</inkml:trace>
  <inkml:trace contextRef="#ctx0" brushRef="#br1" timeOffset="206784.04">3552 15544 874 0,'0'0'224'0,"0"0"-202"16,0 0 88-16,0 0-52 15,-53-114-23-15,68 80-30 16,12 4-4-16,2 14-1 16,-4 12-4-16,-6 4 4 15,-5 20 1-15,-12 22 11 0,-2 12 2 16,-6 5 4-16,-21-1 18 16,-4-13 7-16,-2-7-4 15,10-5 33-15,8-19-19 16,7-7-20-16,6-5-17 15,2-2-9-15,0 0-2 16,18 0 1-16,22-6 6 16,14-7-8-16,6-5-3 15,-2-1-1-15,-7 2 0 16,-4-4-4-16,-12-2 3 16,-8 1 1-16,-9-5 2 0,-9-1-2 15,-9 6 1 1,0 8 6-16,0 6-3 0,0 5 13 15,0-1 20-15,0 4-14 16,0 0-20-16,13 15 0 16,18 18 16-16,8 3-8 15,-6 0-2-15,-4-8-2 16,-12-6 1-16,-8-6 7 16,-7 2-8-16,-2-4-1 15,0 4-6-15,-15 4-62 16,-5-10-140-16,5-10-160 15,6-2-69-15</inkml:trace>
  <inkml:trace contextRef="#ctx0" brushRef="#br1" timeOffset="206968.13">3940 15356 103 0,'0'0'924'0,"0"0"-828"0,0 0 17 0,0 0 34 0,33-116-33 0,12 75-1 16,6 1-50-16,-4 4-21 15,-12 10-24-15,-16 12-18 16,-13 6 2-16,-6 8-2 16,0 0-23-16,-16 4-217 15,-19 22-126-15,-9 5-388 16</inkml:trace>
  <inkml:trace contextRef="#ctx0" brushRef="#br1" timeOffset="207734.9">2533 17951 1160 0,'0'0'173'0,"0"0"-61"0,0 0 160 0,0 0-134 0,0 0-73 0,0 0-40 0,0 0-4 16,-35-18-17-16,35 62 5 15,0 0-7-15,0-11-1 16,0-12-2-16,0-7-4 15,0-10 2-15,0-4 2 16,0 0-11-16,0-28 9 0,0-32 2 16,6-16-15-1,6-5 9-15,1 17 2 0,1 11 5 16,-3 22 1-16,-3 12 3 16,-3 8-2-16,0 9 1 15,-1 2-2-15,7 0 9 16,10 24-7-16,5 10 6 15,6 13 5-15,-1 0-14 16,0 3 1-16,-4 9-1 16,-1-3-1-16,-4 8-3 15,-1-2-59-15,-2 0-119 16,1-8-201-16,-3-18-12 16</inkml:trace>
  <inkml:trace contextRef="#ctx0" brushRef="#br1" timeOffset="207917.72">2496 18129 861 0,'0'0'339'0,"0"0"-234"16,0 0 0-16,0 0 153 16,0 0-176-16,0 0-72 15,14-64-10-15,84 44-7 16,22-4-240-16,-4-2-147 15,-5-1-431-15</inkml:trace>
  <inkml:trace contextRef="#ctx0" brushRef="#br1" timeOffset="208183.11">3705 18045 1121 0,'0'0'110'16,"0"0"-62"-16,0 0 124 16,0 0-18-16,0 0-104 15,0 0-17-15,108-46-12 16,-54 28-14-16,-4 2-7 0,-8 2-9 15,-5 10-158-15,-17 4-153 16,-16 0-210-16</inkml:trace>
  <inkml:trace contextRef="#ctx0" brushRef="#br1" timeOffset="208317.02">3779 18209 473 0,'0'0'577'0,"0"0"-447"16,0 0-89-16,0 0 89 15,0 0-55-15,138-66-61 16,-51 27-14-16,7-2-68 16,-9 1-242-16,-17 12-667 15</inkml:trace>
  <inkml:trace contextRef="#ctx0" brushRef="#br1" timeOffset="209249.71">4862 17790 1021 0,'0'0'109'0,"0"0"12"0,0 0 48 0,0 0 28 16,0 0-69-16,0 0-38 16,-18-36-63-16,18 36-5 15,0 19-8-15,0 16-8 16,7 13 8-16,11 7-5 16,4-4-6-16,5-4-3 15,4-2 0-15,3-16-2 16,3-14-13-16,3-15-14 15,-1 0 6-15,-6-13-9 16,-8-16 6-16,-10-15 11 16,-9-1 9-16,-6-8-6 15,0 6 12-15,0 10 3 0,-6 9 5 16,-5 14 34-16,4 6-13 16,0 4 0-16,5 4 11 15,2 0-15-15,-2 0-16 16,2 0-6-16,0 8-1 15,0 28-2-15,0 14 4 16,2 9 10-16,10-1-13 16,-2 0 1-16,3 3-2 15,1-2 0-15,-2-4-12 16,8-12-91-16,6-4-127 16,10-29-171-16,-1-10-242 15</inkml:trace>
  <inkml:trace contextRef="#ctx0" brushRef="#br1" timeOffset="209650.14">5402 17802 1137 0,'0'0'52'0,"0"0"64"0,0 0 106 0,0 0-95 0,0 0 27 16,0 0-103-16,-37-48-45 15,37 48-6-15,0 22-3 16,0 19 3-16,12 9 1 15,5 1 1-15,6-1-1 16,2-9-1-16,2-7-7 16,-1-12-14-16,0-12-27 15,1-6-22-15,-2-4 15 16,2-12 1-16,-7-16 33 0,-9-16 21 16,-5-4 12-16,-6 2-3 15,0 1 17-15,0 18 56 16,0 10 37-16,-2 7-81 15,-2 6 22-15,4 4-12 16,-2 0-15-16,0 0-23 16,2 0-3-16,0 29-4 15,0 5-2-15,0 16-1 16,15 4 0-16,1 6-1 16,1 4-8-16,-1-2-49 0,-1 0-70 15,1-12-220 1,-1-20-24-16,4-19-271 0</inkml:trace>
  <inkml:trace contextRef="#ctx0" brushRef="#br1" timeOffset="209885.62">5862 17870 349 0,'0'0'851'0,"0"0"-752"16,0 0 40-16,0 0 145 15,0 0-113-15,0 0-107 16,-31-80-44-16,31 88-11 15,0 24-7-15,14 25 5 16,8 11-3-16,-4 16-4 0,0 6-24 16,-7 3-97-1,-7-3-274-15,-4-22-74 0</inkml:trace>
  <inkml:trace contextRef="#ctx0" brushRef="#br1" timeOffset="-213314.25">6250 17827 894 0,'0'0'150'0,"0"0"-14"0,0 0 2 0,0 0-19 0,0 0 54 0,0 0-8 16,0 0-79-16,-71-54-29 16,71 54-31-16,0 0-13 15,0 0-8-15,0 0 1 16,11 3 2-16,14 19-7 16,6 10 0-16,7 5 0 15,-3 2 0-15,0 6-1 16,4 9-5-16,1-3-50 15,4 4-131-15,5-15-189 16,-9-18 9-16,-9-22-261 16</inkml:trace>
  <inkml:trace contextRef="#ctx0" brushRef="#br1" timeOffset="-213112.84">6462 17780 1082 0,'0'0'98'16,"0"0"-8"-16,0 0 81 15,0 0-42-15,0 0-27 16,-127 68-24-16,105-15-32 16,-1 8-23-16,1 8-6 15,0 4-16-15,-1 0-2 16,4-1-2-16,-1-3-66 16,9-8-207-16,1-20-111 0,6-15-332 15</inkml:trace>
  <inkml:trace contextRef="#ctx0" brushRef="#br1" timeOffset="-212347.08">7108 18049 989 0,'0'0'18'0,"0"0"-9"15,0 0 102-15,0 0-7 16,-114-18-6-16,97 4-42 16,-3-8-9-16,-2 0-30 15,6-10 14-15,4 5 36 0,8 1-53 16,4 5-14-16,0 2-1 16,14 5-8-16,3 4 8 15,1 6 1-15,3 4 0 16,2 0 0-16,2 14 0 15,2 22 20-15,-2 21 6 16,-8 7-15-16,-5 1-2 16,-8 4 3-16,-4-2-10 15,-4-10 6-15,-21-4 3 16,-4-16-4-16,0-14-4 16,2-6 0-16,0-16-2 15,6-1-1-15,-2-6 3 0,7-25 0 16,7-8-3-16,9-2-6 15,0 9-10-15,0 5 5 16,16 10 1-16,4 13 9 16,7 4 1-16,0 0 0 15,-3 9 1-15,5 12 1 16,0 2-2-16,3 3-1 16,1-7 1-16,0-7 0 15,1-12-1-15,1 0-6 16,5-4 6-16,-5-22-9 15,4-6 1-15,-10-7 8 16,-7-10 0-16,-9-5 2 16,-4 0-2-16,-5 4 8 0,-4 6 14 15,0 17-19 1,0 10 3-16,0 8 15 0,-8 4 8 16,3 5-16-16,3 0-6 15,2 0 1-15,0 0-6 16,0 28-1-16,25 8 16 15,11 8-13-15,5 0 2 16,7-4 0-16,-11-9-3 16,-11-4 1-16,-7-12-2 15,-15-8-1-15,-1 3 10 16,-3 2-9-16,0 10 5 16,-18 6 0-16,-7-1-6 0,5-5-98 15,7-17-211 1,6-5-109-16</inkml:trace>
  <inkml:trace contextRef="#ctx0" brushRef="#br1" timeOffset="-212146.9">7465 17901 1098 0,'0'0'91'0,"0"0"32"0,0 0 81 0,0 0-67 0,31-117-102 0,13 77 4 15,8 0-19-15,-14 6-1 16,-9 6-16-16,-12 15-1 16,-10 4-4-16,-7 9 2 15,0 0-65-15,-5 0-155 0,-17 17-45 16,-11 14-44-16</inkml:trace>
  <inkml:trace contextRef="#ctx0" brushRef="#br1" timeOffset="-208943.42">8760 18308 507 0,'0'0'580'0,"0"0"-490"0,0 0 20 0,0 0 71 0,0 0 23 16,0 0-83-16,0 0-45 15,-70-32-34-15,88 18-28 16,13-3-8-16,15-8 2 16,12-3-5-16,3 5-3 15,-3 5 0-15,-7 4-22 16,-11 10-23-16,-13 4-105 0,-9 0-134 15,-16 22-58-15,-2 15-48 16,-18 2-143-16</inkml:trace>
  <inkml:trace contextRef="#ctx0" brushRef="#br1" timeOffset="-208812.75">8812 18497 789 0,'0'0'201'0,"0"0"-103"15,0 0 5-15,0 0-14 16,0 0 1-16,0 0-62 15,158-77-28-15,-42 37-14 16,7-1-162-16,-11 6-277 16</inkml:trace>
  <inkml:trace contextRef="#ctx0" brushRef="#br1" timeOffset="-205361.33">10177 17681 927 0,'0'0'140'0,"0"0"-44"0,0 0 73 0,-54-101-41 15,45 83 18-15,2 4-40 16,2 9 33-16,5 1-64 16,0 4-47-16,-2 0-8 15,2 0-4-15,0 4-8 16,0 19-7-16,21 4-2 16,7 10-3-16,6 1 4 0,2-6 0 15,3-6-2-15,2-4-10 16,-3-8-12-16,-5-8-6 15,-8-1-19 1,-12-5-4-16,-7 0-15 0,-4 0 62 16,1-25-1-16,-3-9 7 15,0-12-16-15,0 2 16 16,-3 4 6-16,-7 10 13 16,-1 6-6-16,3 7 30 15,4 16 8-15,2 1-1 16,0 0-19-16,2 0-9 15,0 0-14-15,0 0-3 16,0 10 3-16,2 20-6 16,12 2 10-16,-1 0-8 15,3 2-4-15,1-3 0 0,1 2-1 16,4-3-6-16,0 2-46 16,1 0-109-16,6-2-137 15,-6-12-93-15,-4-13-308 16</inkml:trace>
  <inkml:trace contextRef="#ctx0" brushRef="#br1" timeOffset="-204880.51">10615 17508 957 0,'0'0'97'0,"0"0"-12"0,0 0 79 0,0 0-30 0,0 0 12 16,0 0-33-16,-45-71-22 15,45 71-49-15,-2 0-27 16,2 0 17-16,0 17-20 16,0 10-5-16,0 9 1 15,2 1 0-15,12-4-5 16,9-8-3-16,2 5-3 16,7-8 0-16,6-7-16 15,0-2-35-15,4-9-27 16,-4-4-3-16,-2 0-25 15,-12 0-23-15,-6-22 58 16,-12-6 57-16,-3-8 17 16,-3-2 8-16,0-3 6 0,-15 5 29 15,-8 8 28-15,5 3 4 16,-2 6 9-16,6 5 6 16,1 10 13-16,9 4-37 15,0 0-28-15,4 0-17 16,0 0-9-16,0 26-8 15,0 16 10-15,0 2 6 16,8-3-14-16,5-6 0 16,4 1-6-16,3-5-4 15,-1 1 3-15,4-1-11 16,4 0-56-16,2-5-146 16,2-4-132-16,0-12-72 0</inkml:trace>
  <inkml:trace contextRef="#ctx0" brushRef="#br1" timeOffset="-204630.13">11101 17431 376 0,'0'0'698'0,"0"0"-594"0,0 0 59 0,0 0 0 0,0 0 7 15,0 0-25-15,-70-98-64 16,70 98-56-16,0 0-22 15,5 18 6-15,13 10 17 16,2 12-4-16,2 0-15 0,-4 5-5 16,0-6-1-1,2 2-1-15,-4-5-20 0,1-4-94 16,8-3-133-16,2-10-150 16,2-19-232-16</inkml:trace>
  <inkml:trace contextRef="#ctx0" brushRef="#br1" timeOffset="-204061.69">11459 17348 1123 0,'0'0'87'16,"0"0"3"-16,0 0 96 16,0 0-47-16,0 0-9 0,0 0-49 15,-102-55-28-15,96 55-41 16,-2 22-2-1,2 11 0-15,1 6 6 0,5-3-4 16,0 0-12-16,12-2 6 16,16-10-6-16,3-5 1 15,10-3-1-15,1-10-7 16,1-6 4-16,-3 0-6 16,-7 0-17-16,-10-15-1 15,-15-6-2-15,-8-12 19 16,0-1-16-16,-22-2 13 15,-16 0 12-15,-6 4 0 16,5 2 1-16,8 2 2 16,14 6-2-16,15 0 0 15,2 4-16-15,29-4-40 0,17 8-9 16,8 6 11-16,-4 8 7 16,-2 0 14-16,-6 14 28 15,-9 16 5-15,-4 16 16 16,-11 2 9-16,-7 0 19 15,3-2-4-15,1-10-18 16,3-5 11-16,9-5-4 16,2-12-17-16,5-10-11 15,5-4 11-15,3-8 9 16,-3-25-16-16,-8-7 22 16,-16-11-8-16,-13-14 8 0,-2-6-4 15,-33 0-11 1,-23 4-12-16,-10 17-2 0,-8 28-29 15,-4 22-29-15,-2 10-191 16,-7 34-136-16,0 6-235 16</inkml:trace>
  <inkml:trace contextRef="#ctx0" brushRef="#br1" timeOffset="-203712.53">10149 18199 670 0,'0'0'521'0,"-180"32"-456"0,104-18 89 0,21-1 54 0,24-8-122 0,31-5-17 16,19 0-16-16,73-5-29 15,57-36-16-15,56-21 4 16,45-10-9-16,28-12 3 16,9-1 9-16,6 13 4 15,-17 6-16-15,-20 8 8 16,-40 10-11-16,-51 12 1 16,-60 14-1-16,-55 8-4 15,-36 14-49-15,-14 0-65 0,-43 14-128 16,-32 16-91-1,-35 18-399-15</inkml:trace>
  <inkml:trace contextRef="#ctx0" brushRef="#br1" timeOffset="-202879.92">11357 18192 1025 0,'0'0'157'0,"0"0"-54"0,0 0 104 0,0 0-8 0,0 0-76 0,0 0-42 15,-68-63-59-15,68 63-20 0,0 4-1 16,6 26 0 0,18 9-1-16,10 4 0 0,3-7 2 15,3-5-5-15,3-6-9 16,-3-14-51-16,-5-7 2 15,-10-4-21-15,-8 0 18 16,-5-15 36-16,-5-18 28 16,-7-11 5-16,0-7-3 15,0-3 5-15,0 10 13 16,-13 8 49-16,-2 10 12 16,7 12-22-16,2 6 1 15,4 8-11-15,2 0-28 0,0 0-5 16,0 0-8-16,0 4-1 15,2 28-7-15,15 9 0 16,8 10 1-16,-1-1-1 16,3-1 0-16,-2-1-1 15,-6-7-15-15,0 3-74 16,-4-7-155-16,3-11-93 16,-5-16-24-16</inkml:trace>
  <inkml:trace contextRef="#ctx0" brushRef="#br1" timeOffset="-202678.16">11839 17945 1076 0,'0'0'153'0,"0"0"11"16,0 0 67-16,0 0-69 0,-116-20-76 16,78 72-47-16,-9 27-17 15,-5 20 2-15,-1 13-17 16,4-5-7-16,5-12-5 15,-1-6-23-15,9-19-157 16,5-15-112-16,4-24-64 16,7-22-247-16</inkml:trace>
  <inkml:trace contextRef="#ctx0" brushRef="#br1" timeOffset="-202380.1">12674 16920 1093 0,'0'0'121'0,"0"0"-56"16,-185-20 29-16,86 30-20 15,-23 20 30-15,-18 16-33 16,-20 6-16-16,-14 12-14 15,-18 11-15-15,-17 2-14 16,-10-2-3-16,3-3 1 0,17-1 2 16,26-13-12-1,24-1-1-15,24-10-11 0,25-11-48 16,30-6-111-16,33-7-67 16,21-15-122-16</inkml:trace>
  <inkml:trace contextRef="#ctx0" brushRef="#br1" timeOffset="-201762.89">10100 17017 235 0,'0'0'740'0,"-31"-121"-634"0,22 67-29 0,3 5 60 0,-4 14 6 0,4 13 75 16,2 9-77 0,-1 12-55-16,3 1-20 0,0 0-44 15,2 0-1-15,0 14-15 16,0 22 1-16,9 12 16 15,9 6-10-15,-1 1-11 16,1-8-2-16,0-6-1 16,-2-6-9-16,-1-3-43 15,3-5-96-15,5-5-208 16,-2-17-31-16,0-5-353 16</inkml:trace>
  <inkml:trace contextRef="#ctx0" brushRef="#br1" timeOffset="-201542.65">10306 16798 627 0,'0'0'459'16,"0"0"-402"-1,0 0 75-15,0 0 46 0,-36-112 34 16,34 107-62-16,2 5-58 16,0 0-50-16,0 0-25 15,0 0-10-15,0 11-6 16,0 20 1-16,14 18 3 15,5 5-5-15,3 1-3 16,3 10-60-16,4-7-178 16,-5-4-181-16,-6-10-257 15</inkml:trace>
  <inkml:trace contextRef="#ctx0" brushRef="#br1" timeOffset="-200779.04">10644 16696 1081 0,'0'0'132'0,"0"0"8"0,0 0 4 0,0 0-19 0,0 0-60 0,0 0-22 0,-76 84 9 16,76-42-29-16,6-2-12 15,17-2-7-15,4-9-2 0,1-8 0 16,2-13 3-16,1-8 6 16,0 0-2-16,-4-12-8 15,-4-16 8-15,-10-9-5 16,-9-7 6-16,-4-3 6 15,-7 3-3-15,-24 3 2 16,-6 9-1-16,-4 14-11 16,5 11-3-16,5 7-8 15,10 0-82-15,7 25-186 16,5 1-220-16</inkml:trace>
  <inkml:trace contextRef="#ctx0" brushRef="#br1" timeOffset="-200229.82">11185 16793 1112 0,'0'0'68'15,"0"0"-17"-15,0 0 142 16,0 0-98-16,0 0 7 15,-75-112-71-15,81 86-29 16,21 8-2-16,-2 4-3 0,2 6-5 16,-8 8 7-16,-3 0-1 15,-3 27-2 1,-9 12 4-16,-4 11 10 0,0-1-5 16,-17-3 9-16,-7-6 2 15,-1-14 25-15,8-8 6 16,3-10-22-16,11-6-11 15,3-2-4-15,0 0-10 16,27 0 3-16,20-14 7 16,6-13-10-16,5-4-27 15,-2-1 7-15,-9 0 16 16,-9 2-6-16,-11-2 8 16,-16 2 2-16,-9 7 0 0,-2 2 2 15,0 10 9-15,0 1 4 16,0 6 10-16,0 4-4 15,15 0 5-15,19 0-22 16,13 10 3-16,6 12 4 16,-4 0-5-16,-10 5 11 15,-14-13-2-15,-9 4-9 16,-13 4-6-16,-3 0 0 16,-23 14-22-16,-17 4-163 15,-2-9-276-15,4-18-141 16</inkml:trace>
  <inkml:trace contextRef="#ctx0" brushRef="#br1" timeOffset="-200078.45">11625 16449 694 0,'0'0'438'0,"66"-156"-364"0,-10 73 130 0,5 2-10 0,-4 4-79 15,-12 15-61-15,-16 14-54 16,-18 24-8-16,-11 19-140 15,-16 5-289-15,-35 33-623 16</inkml:trace>
  <inkml:trace contextRef="#ctx0" brushRef="#br1" timeOffset="-199346.05">11466 15972 842 0,'0'0'117'0,"-22"-103"-58"0,-38 59-20 0,-23 8-22 0,-23 8 23 0,-33 16 30 16,-24 12-8-16,-33 26 9 15,-29 34-23-15,-22 32 43 16,-7 29 64-16,18 23 40 16,51 16-102-16,67 5-39 15,71-5-33-15,47-11-10 16,94-17-4-16,64-23-2 15,54-29-5-15,41-32 4 16,26-34-3-16,31-18 1 0,22-54 5 16,17-37-7-1,2-39-10-15,-35-41 10 0,-58-33 2 16,-80-16 4-16,-91 0-6 16,-87 33-17-16,-85 49-55 15,-112 53-30-15,-88 61-151 16,-91 28-103-16,-67 44-453 15</inkml:trace>
  <inkml:trace contextRef="#ctx0" brushRef="#br1" timeOffset="-167614.11">11682 15835 888 0,'0'0'144'0,"0"0"-4"0,0 0 20 0,0 0 70 16,0 0-79-16,0 0-61 0,0 0-16 15,-36-42-40-15,36 42-20 16,12 0-6-16,8 6-6 16,4 14 1-16,3-2 0 15,-4-3-2-15,-8-8 3 16,1-7-3-16,1 0 1 15,14-4 2-15,10-36 0 16,10-30-2-16,11-24-1 16,3-30-1-16,7-16-8 15,-4 11-31-15,-3 17-11 16,-18 41 7-16,-21 39-85 16,-10 32-122-16,-16 4-81 0,0 42 16 15,-29 24-478-15</inkml:trace>
  <inkml:trace contextRef="#ctx0" brushRef="#br1" timeOffset="-167330.09">11625 15811 962 0,'0'0'51'0,"0"0"24"15,0 0 71-15,0 0-12 16,0 0 12-16,0 0-95 15,-27-68-15-15,27 68-6 16,15 28-16-16,10 12 63 0,4 4-29 16,-2-7-9-1,-1-16-29-15,8-15 1 0,16-6-8 16,22-36 1-16,22-32-1 16,15-35-3-16,9-22 2 15,0-21-2-15,-6-4-8 16,-16 8-65-16,-23 18-126 15,-20 34-196-15,-28 43-245 16</inkml:trace>
  <inkml:trace contextRef="#ctx0" brushRef="#br1" timeOffset="-166929.89">11636 15716 1094 0,'0'0'68'0,"0"0"-68"0,0 0 9 0,0 0 35 0,0 0 71 15,33 117-75 1,-11-107-14-16,7-10 22 16,9 0-17-16,18-28-5 15,21-38-15-15,19-24 0 0,14-25-8 16,4-11-2-16,-6-6-1 15,-12 9-6-15,-15 15-59 16,-30 25-171-16,-29 33-296 16</inkml:trace>
  <inkml:trace contextRef="#ctx0" brushRef="#br1" timeOffset="-164829.83">9080 2702 1082 0,'0'0'149'0,"-185"0"-140"0,98 0 150 0,12 0-17 0,19 5-107 0,22-1 20 16,18-2 25-1,16-2-15-15,10 2-49 0,52 2-12 16,51 2 14-16,57-4-16 16,48-2-2-16,40 0 1 15,7 0-4-15,-2 0-1 16,-18 0-27-16,-26 0 9 15,-27 0-17-15,-36 0 1 16,-41-8 3-16,-41 0-36 16,-45-2-14-16,-29-4-12 15,-20-2 2-15,-65-1-49 16,-46 4-68-16,-49 11-78 16,-35 2 49-16,-25 7-116 15,-14 24 357-15,-2 9 109 0,4 2 234 16,20-2-111-1,32-4-42-15,34-8-42 0,51-6-33 16,51-8-43-16,39-10-24 16,34-2-5-16,69-2 23 15,64 0-10-15,63-20-11 16,49-8-41-16,31-4-4 16,3 3-1-16,-16 8-22 15,-32 5 15-15,-37 9-16 16,-45 4-51-16,-48 0-158 15,-46 1-247-15</inkml:trace>
  <inkml:trace contextRef="#ctx0" brushRef="#br1" timeOffset="-162353.68">3977 16931 549 0,'0'0'0'0,"0"0"-443"0,0 0 412 0</inkml:trace>
  <inkml:trace contextRef="#ctx0" brushRef="#br1" timeOffset="-158626.48">1636 7311 532 0,'0'0'495'16,"-183"98"-487"-16,70-35 165 0,-15 7 17 16,-5 4-65-16,2-4-2 15,14-9-8-15,28-20-51 16,31-18-3-16,34-14-38 16,24-9-17-16,36-16 4 15,68-44-9-15,70-38-1 16,55-31 0-16,56-19-7 15,23-12 4-15,11 0 0 16,2 3-25-16,-20-4-3 16,-23 11-37-16,-31 11-46 15,-41 21 47-15,-57 30 37 16,-53 32-27-16,-61 24-14 0,-35 22-4 16,-60 10-1-1,-54 40-42-15,-46 36-53 0,-43 29-43 16,-28 25 71-16,-25 16-4 15,-14 26 40-15,-9 15 107 16,5 1 84-16,15 2 38 16,24-23 1-16,29-20 25 15,35-19-20-15,28-24-35 16,29-17-21-16,29-25 0 16,33-22-12-16,28-23-10 15,24-17 18-15,66-23 41 16,58-49-77-16,70-47 1 0,65-42 6 15,64-31-3 1,44-14 23-16,21 5-9 0,-3 23-3 16,-30 17-35-1,-45 31-9-15,-56 27 4 0,-72 23-7 16,-66 30-60-16,-69 19-106 16,-47 18-157-16,-86 13-59 15</inkml:trace>
  <inkml:trace contextRef="#ctx0" brushRef="#br1" timeOffset="-154663.66">3879 9954 1114 0,'0'0'170'0,"0"0"-117"0,0 0 127 0,0 0-60 16,0 0-60-16,0 0-32 15,0 0 34-15,-2 80-33 16,13-63-16-16,1-4-12 16,-3-7 0-16,-5-6 5 15,10 0-1-15,15-21-1 16,21-35 2-16,25-25-2 15,11-16-3-15,3 0-1 16,-6 5-18-16,-12 19-59 16,-13 21-103-16,-13 19-96 15,-28 26-40-15,-17 7-432 0</inkml:trace>
  <inkml:trace contextRef="#ctx0" brushRef="#br1" timeOffset="-154378.93">3795 9899 1071 0,'0'0'22'16,"0"0"-17"-16,0 0 50 16,0 0 4-16,0 0 21 15,0 0-24-15,105 63-15 16,-61-63-6-16,14-28-1 0,21-34-1 15,25-27-22-15,16-19-8 16,11-12-3-16,1-9-73 16,-25 4-243-16,-32 16-670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10T13:26:45.8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12338 2883 299 0,'0'0'553'0,"-127"0"-543"0,61 0 124 0,4 0 0 0,0 0-38 15,7 0-4-15,7 2 7 16,9 2 3-16,12 1-17 16,11-1-26-16,11-3-34 15,5-1-6-15,10 0-11 16,45 0-1-16,163 0 8 16,-52-11-6-1,29-10-7-15,21 0 2 16,27 2-4-16,15 1-1 15,4 3-1-15,-4 0 2 16,-15 5 1-16,-18 0 0 16,-29 2 3-16,-31 2-1 15,-38-1-3-15,-47 2-2 0,-30 1 2 16,-29 2 0-16,-17 2 0 16,-4-6-2-16,0-2-25 15,-25-3-130-15,-16 3-61 16,-8-4-59-16,-11 7-233 15</inkml:trace>
  <inkml:trace contextRef="#ctx0" brushRef="#br0" timeOffset="550.48">13539 3073 184 0,'0'0'511'0,"-25"-107"-441"0,18 57 111 0,0 3-76 15,0 11-1-15,5 10-9 16,-2 13 8-16,2 7 2 16,0 3-3-16,0 3-42 15,2 0-14-15,0 9-1 16,0 20-33-16,0 11 7 16,0 4 3-16,0 2 5 0,6-3-24 15,2 0-3-15,2 0-5 16,-3-5-11-1,-3-4-26-15,0-2-83 0,1-4-101 16,-1-8 3-16,1-6-51 16,-5-8-150-16</inkml:trace>
  <inkml:trace contextRef="#ctx0" brushRef="#br0" timeOffset="850.52">13433 3213 191 0,'0'0'617'16,"0"0"-543"-16,0 0 115 15,0 0-92-15,0 0-10 16,0 0 10-16,-53-83 45 16,53 83-51-16,0 0-78 15,0 0-8-15,0 6-4 0,13 18 10 16,4 4 3-16,0 3-11 16,-3-2-2-16,-1-3-1 15,-3-8 0-15,0-6 0 16,-1-6 0-16,-3-3-7 15,5-3 3-15,3 0-5 16,3-4 5-16,8-23 3 16,4-3 0-16,0-3-1 15,-2-4-5-15,0 5-29 16,-1 1-61-16,-1 0-56 16,1 5-15-16,-10 6-163 15</inkml:trace>
  <inkml:trace contextRef="#ctx0" brushRef="#br0" timeOffset="1483.3">13563 3757 796 0,'0'0'60'0,"0"0"86"0,0 0 16 16,-51-119-85-16,46 107 18 0,3 7 63 0,0 5-37 15,2 0-64-15,0 0-38 16,0 14-9-16,0 28 8 16,0 20 2-16,13 15-2 0,-2 5-8 15,-2-2-5 1,0 2-1-16,-3-10-2 0,3-3-1 15,1-11-1-15,-4-10-1 16,1-14 0-16,-3-16-4 16,0-10-4-16,-1-8-6 15,-3 0-21-15,0-12 17 16,0-32-1-16,-9-22-8 16,-6-22 13-16,1-5 0 15,7-1-11-15,7 6 13 16,0 16 9-16,0 18 4 15,21 18-3-15,6 15 3 16,2 15 0-16,2 6-1 16,2 0 0-16,-4 19 1 15,-7 11-13-15,-10 7-17 0,-12 5 10 16,-3 3-42-16,-37 3-141 16,-23-5-42-16,-12-2-325 15</inkml:trace>
  <inkml:trace contextRef="#ctx0" brushRef="#br0" timeOffset="2950.27">15868 2829 544 0,'0'0'526'0,"0"0"-513"16,-135-6 121-16,99 6-38 0,11 0 12 0,15 0 3 16,10 2-43-16,29 17-48 15,42 2 1-15,45 2 35 16,42-8-26-16,31-6-6 16,27-5-16-16,5-3-1 15,-5-1-3-15,-4 0 3 16,-19-4-7-16,-23-8 3 15,-28 0-1-15,-34 5-2 16,-40-2-2-16,-28 5-17 16,-24 2-57-16,-16 0 11 15,0-2-25-15,-24-6-94 0,-30 3-142 16,-19 1-316-16</inkml:trace>
  <inkml:trace contextRef="#ctx0" brushRef="#br0" timeOffset="3585.1">16927 3082 474 0,'0'0'500'0,"0"0"-470"0,-51-103 121 0,42 83-8 0,3 9-38 16,4 4 46-16,-2 7-42 16,4 0-39-16,0 0-25 15,0 15-31-15,6 18 20 16,7 11 2-16,0 6-22 0,-4 1-6 15,0 1-6-15,-1-6 0 16,-3-4-2-16,-3-2-5 16,1-2-32-1,-1-3-164-15,-2-9-116 0,0-12-18 16,0-14-209-16</inkml:trace>
  <inkml:trace contextRef="#ctx0" brushRef="#br0" timeOffset="3850.18">16733 3278 906 0,'0'0'63'0,"0"0"-2"16,0 0 83-16,0 0-19 15,0 0-32-15,0 0-32 0,-46-44 22 16,46 44-45-16,6 18-33 16,14 10 8-16,5 5-8 15,-3 0-1-15,2-2-2 16,1-4-2-16,0-2 0 15,0-11 0-15,-2-5-2 16,2-4-8-16,-2-5 1 16,1 0-2-16,0-20 4 15,1-13 6-15,-1-4-9 16,-3-2-34-16,-4 7-79 16,-1 5-21-16,-3 4-55 15,-9 9-234-15</inkml:trace>
  <inkml:trace contextRef="#ctx0" brushRef="#br0" timeOffset="4186.04">16626 3900 924 0,'0'0'37'16,"0"0"108"-16,-22-124 6 0,18 108-38 15,1 8-17-15,3 5 11 16,-2 3-19-16,2 3-46 16,0 33-27-16,0 18 1 15,6 14 21-15,6 4-30 16,1-3-3-16,-2-7-3 15,1-7-1-15,-4-2-2 16,-1-11-33-16,-1-7-69 16,0-8-119-16,-2-17-16 15,-1-10-58-15,-3-1-205 16</inkml:trace>
  <inkml:trace contextRef="#ctx0" brushRef="#br0" timeOffset="4553.29">16606 4013 478 0,'0'0'332'15,"0"0"-277"-15,-13-149 60 16,17 102-44-16,25 9-44 16,7 8-16-16,4 15 18 15,3 15 22-15,-1 0-13 16,-5 28-18-16,-6 16-15 16,-14 10-5-16,-13 2 0 15,-4-5 1-15,-9-2-1 16,-22-6 3-16,-10-11-3 15,-3-6 3-15,2-8-2 16,3-11 0-16,6-7 1 16,9 0 3-16,6 0 1 15,10-1-2-15,3-8 4 0,5 4 4 16,0-1-3-16,11-1-6 16,18 7 3-16,9 0 21 15,4 0 1-15,1 18-5 16,1 11-11-16,-1-1-1 15,-3 6-9-15,-1-2-2 16,-3-3-6-16,0-4-69 16,-2-6-77-16,-5-12-130 15,-3-7-404-15</inkml:trace>
  <inkml:trace contextRef="#ctx0" brushRef="#br0" timeOffset="4866.47">17555 3651 400 0,'0'0'444'0,"-19"-105"-389"0,9 61 92 0,4 9-11 0,-1 9-12 16,3 10-9-16,0 9-28 15,1 6 38-15,0 1-39 16,-1 26-54-16,-2 33-18 15,-5 28 4-15,-3 19 21 16,1 6-15-16,1-2-14 16,4-1 1-16,1-8-8 0,3-15-3 15,2-13 0-15,0-13-6 16,2-13-47-16,-3-19-113 16,3-15-118-16,-7-13 11 15,-4-31-167-15</inkml:trace>
  <inkml:trace contextRef="#ctx0" brushRef="#br0" timeOffset="5084.13">17239 3913 512 0,'0'0'398'0,"0"0"-397"16,0 0 38-16,0 0 40 16,0 0-33-16,0 0-23 15,-25 88 9-15,44-86 2 0,-4-2 9 16,-3 0 14-16,-4 0-28 15,-6-17 15-15,-2-9 34 16,0-6-66-16,0 0-8 16,-2 12-4-16,-10 3-54 15,6 6-108-15,2 9-84 16,4 2-442-16</inkml:trace>
  <inkml:trace contextRef="#ctx0" brushRef="#br0" timeOffset="5250.11">17705 4209 447 0,'0'0'637'15,"0"0"-633"-15,0 0 82 0,0 0 43 16,0 0-12-16,0 0-62 16,2 6-35-16,-2-6-11 15,0 0-9-15,0 0-105 16,0 0-126-16,-20 0-278 15</inkml:trace>
  <inkml:trace contextRef="#ctx0" brushRef="#br0" timeOffset="10055.17">21291 2869 1112 0,'0'0'13'0,"0"0"68"0,-160 0 22 0,110 0-47 0,5 0 38 0,13 0 17 0,19 0-65 0,13 4-8 15,32 0-9-15,43 1-2 16,41-2-16-16,36-3-3 16,19 0 5-16,11-3-6 15,5-6-6-15,-8 1-1 16,-9 4 5-16,-21 2-4 15,-32 2-1-15,-27 0-17 16,-34 0-73-16,-30 0-112 16,-23 4-15-16,-10 4 8 0,-53-3-199 15</inkml:trace>
  <inkml:trace contextRef="#ctx0" brushRef="#br0" timeOffset="11100.61">8475 3764 986 0,'-114'0'0'0,"0"0"10"0,16 0 123 0,22 9-36 16,29 0-13-16,25-3 23 15,22 4-20-15,24 2-57 16,64 1-5-16,56-2 15 16,55-11-5-16,56-6-7 15,28-22-10-15,10-5-18 16,-8 4-7-16,-27 4 7 0,-20 3 7 15,-35 4-7-15,-27 0-1 16,-31 2-22-16,-33 6-17 16,-39 2-56-16,-33 6-57 15,-40 0 27-15,-13-4 33 16,-58 2-136-16,-30-2-386 16</inkml:trace>
  <inkml:trace contextRef="#ctx0" brushRef="#br0" timeOffset="45434.13">8002 5126 727 0,'0'0'222'0,"0"0"-154"0,0 0 122 0,0 0-109 0,0 0 0 0,0 0-6 15,-23-95-46-15,66 62-8 16,1 10-12-16,0 9-5 15,-1 12 1-15,-7 2-1 16,-3 14-3-16,-8 16 2 16,-12 3-2-16,-9 6 2 15,-4-1-2-15,-9 0 1 0,-20-3 1 16,-4-1-2-16,-3-6 0 16,1-6-1-16,4-4 3 15,6-8-3-15,8-6 1 16,12-2-1-16,2-2 2 15,3 0-2-15,3 0 0 16,26-19-4-16,6 1 4 16,8 4 0-16,-1 14-2 15,0 0 1-15,1 23 0 16,-5 21 1-16,-12 8 2 16,-13 2-2-16,-13 2 4 15,0-6 0-15,-31-5 0 16,-9-9 2-16,-9-8 8 15,-4-12 11-15,-5-14-21 16,4-2-4-16,6-18 0 0,5-25-32 16,14-13-108-16,16-8-142 15,11-5-184-15</inkml:trace>
  <inkml:trace contextRef="#ctx0" brushRef="#br0" timeOffset="46067.85">8440 5261 210 0,'0'0'831'0,"0"0"-821"0,0 0 154 0,0 0-56 0,0 0-19 0,0 0 25 16,0-68-67-16,0 68-37 15,0 0-10-15,19 29 1 16,0 9 8-16,1 9-3 16,-7 6-5-16,-5-3-1 15,-6-4 0-15,-2-12 0 16,0-8-9-16,0-10-28 16,-10-12 8-16,-9-4 5 15,-4-8 0-15,3-28-21 16,7-14 18-16,11-8 13 15,2-9-4-15,0 6 12 0,22 8 6 16,5 16 1-16,-1 10 2 16,8 16 1-16,0 9 3 15,6 2 4-15,2 17 11 16,-4 21-6-16,-2 9-2 16,-13 4-12-16,-4-2 1 15,-13-4-1-15,-6-4-1 16,0-11 0-16,-4-10-1 15,-11-10-1-15,-6-10 1 16,1-4 0-16,3-28 0 16,1-16-15-16,11-6-6 15,5-4-10-15,0 3 17 0,16 13 10 16,10 10 4-16,5 9 0 16,10 12 1-16,5 11 7 15,10 0 8-15,5 28 18 16,-3 13-4-16,-12 4-3 15,-10 8-1-15,-18 3-17 16,-18 2-9-16,0 6-13 16,-32-2-152-16,-16-10-182 15,-6-13-643-15</inkml:trace>
  <inkml:trace contextRef="#ctx0" brushRef="#br0" timeOffset="46217.38">9190 5574 76 0,'0'0'1029'0,"0"0"-1011"0,0 0 118 0,0 0-95 0,0 0-35 0,35 137-6 0,-42-95-132 16,-21-4-414-16</inkml:trace>
  <inkml:trace contextRef="#ctx0" brushRef="#br0" timeOffset="46700.07">9722 5282 767 0,'0'0'62'0,"0"0"60"16,0 0 16-16,0 0-104 15,0 0-30-15,42-103 3 16,1 93 2-16,-3 10-7 16,-3 3-1-16,-10 28 3 15,-9 11-1-15,-11 2 1 16,-7-1 1-16,0-2 0 15,-21 0 15-15,-6-11 1 0,3-7-2 16,4-6 2-16,9-11-11 16,8-2-6-16,3-4 0 15,0 0-4-15,10 0-8 16,14 0 8-16,10 0 0 16,-3 3 3-16,-3 18 1 15,-7 5 0-15,-13 0 5 16,-8 1 8-16,0-4 42 15,-33 4 44-15,-18-6-45 16,-4-4-35-16,1-11-18 0,10-6-4 16,5 0-1-1,13-24-144-15,13-12-136 0,13-4-760 16</inkml:trace>
  <inkml:trace contextRef="#ctx0" brushRef="#br0" timeOffset="47233.94">10063 5256 1242 0,'0'0'21'0,"0"0"76"0,0 0 28 0,0 0-117 0,0 0 0 0,0 0 14 0,75 98 0 16,-59-46-16-16,-10-2-4 15,-6-8-2-15,0-10 0 16,-6-9-1-16,-10-12-6 0,-1-11-4 16,-4 0-16-16,4-20 19 15,5-21 0-15,12-14-2 16,0-1 1-16,2 2 4 16,21 5 5-16,4 16 0 15,-1 6 0-15,4 15 1 16,3 12 0-16,5 0 5 15,2 22 4-15,-3 12 0 16,-4 9-5-16,-10-3-3 16,-9-2-2-16,-8-9 0 0,-6-8-1 15,0-9-3 1,0-7-27-16,-4-5-1 0,-16 0 9 16,1-21-14-16,7-21 18 15,7-4-2-15,5-2 3 16,0 4 14-16,25 10 4 15,4 10 1-15,6 13 8 16,3 11 9-16,2 2-3 16,1 31 46-16,-1 7-13 15,-9 8 6-15,-9 4-26 16,-9-1-16-16,-13 4-9 16,0-3-3-16,-11-3-27 15,-18-9-244-15,-6-11-109 16</inkml:trace>
  <inkml:trace contextRef="#ctx0" brushRef="#br0" timeOffset="47401.32">10840 5556 628 0,'0'0'422'0,"0"0"-389"0,0 0 145 0,35 121-113 0,-30-81-41 0,-5 2-24 15,0 6-22-15,0-13-285 16</inkml:trace>
  <inkml:trace contextRef="#ctx0" brushRef="#br0" timeOffset="47967.36">11164 5276 481 0,'0'0'646'0,"0"0"-642"0,0 0 101 16,-37-115-30-16,64 85-44 16,18 6-24-16,8 9 13 15,1 15-4-15,-3 0 1 16,-12 31-16-16,-11 13 1 15,-20 9 0-15,-8-1 1 16,-19 2-1-16,-24-8 0 16,1-9 5-16,3-10-2 0,16-13 3 15,12-8-2 1,8-3-1-16,3-3-5 0,18 0-16 16,24-6 14-16,12-1-1 15,2 7 0-15,-7 10 3 16,-3 24 0-16,-10 4 1 15,-16 0 4-15,-18-1 15 16,-2-1 31-16,-39-2 68 16,-22-4-70-16,-8-8-29 15,0-11-14-15,11-11-6 16,14 0-1-16,17-25-105 16,16-22-274-16,11-4-286 15</inkml:trace>
  <inkml:trace contextRef="#ctx0" brushRef="#br0" timeOffset="48500.39">11696 5243 1232 0,'0'0'5'0,"0"0"127"16,0 0 65-16,0 0-149 15,0 0-39-15,0 0 34 16,46 117-29-16,-26-67-11 15,-7-6-3-15,-9-1 0 16,-4-12-4-16,0-5-36 16,-19-7 8-16,-5-11-63 15,-3-8 14-15,7 0 35 0,9-25 23 16,6-13-11-16,5-6 19 16,5-7 4-16,21 8 11 15,6 3 1-15,1 10 3 16,6 18 14-16,-4 12 8 15,1 4 7-15,-3 32-1 16,-4 10 42-16,-7 4-24 16,-9-4-8-16,-8-4-25 15,-5-10 27-15,0-5-22 16,0-10-12-16,0-11-4 16,-7-6-4-16,-4 0-2 15,-2-18 0-15,6-26-23 16,7-10-33-16,0-8 15 15,25 3-8-15,4 12 35 16,-2 12 14-16,-1 17 0 0,0 17 3 16,3 1 9-16,-2 18 9 15,-2 21 11-15,-10 8-8 16,-5 3 21-16,-8-3-32 16,-2 4-13-16,0-3-22 15,-27 0-5-15,-8-2-306 16,-4-14-287-16</inkml:trace>
  <inkml:trace contextRef="#ctx0" brushRef="#br0" timeOffset="48671.14">12427 5675 1270 0,'0'0'0'0,"0"0"19"0,0 0 220 0,0 0-119 0,24 104-101 0,-24-58-12 16,0 7-7-16,-22-3-100 16,-21-8-453-16</inkml:trace>
  <inkml:trace contextRef="#ctx0" brushRef="#br0" timeOffset="49135.95">12791 5352 1012 0,'0'0'25'0,"0"0"26"16,0 0 39-16,12-123-69 15,21 101-16-15,9 14 32 16,1 8 21-16,-2 0-27 16,-2 30-20-16,-10 17 3 15,-13 9 0-15,-14 0-5 0,-2-2-4 16,-11-10-3-16,-15-12 12 16,-3-9 0-16,4-11 8 15,9-9 3-15,7 0-10 16,7-3-5-16,2-3 13 15,6-15-23-15,24-2-13 16,9 6 0-16,2 14-8 16,3 0 21-16,-4 16 7 15,-3 17 10-15,-14-2 34 16,-11-1-24-16,-12 3 75 16,-16-3-59-16,-32 0 15 15,-15-1-39-15,-7-8-17 16,-61-13-64-16,75-18-301 15,14-27-291 1</inkml:trace>
  <inkml:trace contextRef="#ctx0" brushRef="#br0" timeOffset="49676.72">13264 5239 1258 0,'0'0'23'0,"0"0"-17"0,0 0 179 0,0 0-160 0,0 0 20 0,0 0 18 0,124 149-14 16,-106-93-28-16,-8-8-15 0,-10-8-5 16,0-13 2-16,0-9-3 15,-14-11-2-15,-8-7-26 16,-2-2-46-16,3-30-10 15,11-14 45-15,10-12-29 16,0-4 14-16,4 4 31 16,18 8 13-16,2 13 10 15,7 14 1-15,4 13 7 16,0 10 6-16,5 3 8 16,-2 33-5-16,-1 11-3 15,-6 3 4-15,-8 0 30 16,-14-10-38-16,-9-8-6 15,0-10-1-15,0-11 1 0,0-5-4 16,-9-6-3 0,0-5 2-16,7-32-54 0,2-15 29 15,0-13 22-15,11 3 4 16,9 9-2-16,5 13 2 16,2 18 1-16,6 14 4 15,5 8 28-15,0 14 5 16,-3 30-16-16,-4 11 9 15,-6 2-5-15,-14 8-11 16,-11-3-11-16,0-2-4 16,-40-2-57-16,-16-12-279 15,-11-9-438-15</inkml:trace>
  <inkml:trace contextRef="#ctx0" brushRef="#br0" timeOffset="50218.32">14264 5755 669 0,'0'0'529'0,"0"0"-525"0,0 0 116 0,0 0-9 0,0 0-7 0,0 0-96 0,27-7 13 0,94 14 27 16,25-1-21-16,9-4-27 16,-8-2-1-16,-14 0-6 15,-17 0 0-15,-22 0-41 16,-25-10-162-16,-25-12-53 16,-19-9-101-16,-16-2-213 15</inkml:trace>
  <inkml:trace contextRef="#ctx0" brushRef="#br0" timeOffset="50483.43">15246 5488 395 0,'0'0'299'0,"0"0"-176"0,0 0-23 16,0 0 35-16,0 0-78 15,0 0-51-15,-26 6-1 16,65 20 23-16,4-2-9 16,5-4-13-16,-4 0-3 15,-10-4-1-15,-8-2 5 16,-10-4 3-16,-9-3 3 15,-5-3-4-15,-2 2 18 16,0 6 7-16,-6 10 4 16,-17 7-6-16,-6 9-18 15,-2 6-9-15,0 5-5 16,2 2 0-16,4 4-8 0,8-4-50 16,5-4-96-16,-1-8-129 15,1-8-478-15</inkml:trace>
  <inkml:trace contextRef="#ctx0" brushRef="#br0" timeOffset="50972.56">16236 5011 1123 0,'0'0'34'0,"0"0"60"0,0 0 169 0,0 0-121 0,0 0-43 0,0 0-45 15,-89-90-23-15,94 110-23 16,21 23-2-16,3 9 2 15,0 7 1-15,-6 5-7 16,-9 3 0-16,-6-4-2 16,-1-4-9-16,-1-13-37 15,-4-10-98-15,-2-10-205 16,0-15 30-16,-8-11-188 16</inkml:trace>
  <inkml:trace contextRef="#ctx0" brushRef="#br0" timeOffset="51302.12">16147 5126 126 0,'0'0'534'0,"0"0"-517"16,54-125 33-16,-5 91 47 0,10 3-39 15,5 13-5-15,0 13 8 16,-10 5-11-16,-10 16-35 16,-17 20-9-16,-19 8-6 15,-8 4 2-15,-10-4 2 16,-28-4-1-16,-7-3-3 15,-1-13 2-15,1-6 1 16,5-10 0-16,9-8 1 16,8 0 1-16,10 0 1 15,9-12 0-15,4-6 4 0,0 4-6 16,23 3 4-16,11 10 5 16,4 1 16-16,7 9 5 15,-2 26 14-15,-1 6-4 16,-3 6-18-16,1 1-14 15,-1 0-12-15,-4-4 0 16,-1-4-19-16,-5-8-98 16,-5-12-100-16,-2-8-278 15</inkml:trace>
  <inkml:trace contextRef="#ctx0" brushRef="#br0" timeOffset="51601.6">17185 4882 708 0,'0'0'110'0,"0"0"34"15,-17-140-8-15,8 107-28 16,4 10-7-16,3 10-17 16,2 10 72-16,0 3-69 15,-4 2-50-15,-3 50-27 16,-7 28 10-16,-5 25 43 15,-4 15-33-15,-1 4 11 16,-1 2-15-16,6-2-14 16,-4-16-7-16,7-19-4 15,5-21-1-15,3-21-3 0,3-20-53 16,0-18-147-16,-4-9-149 16,-4-30 73-16,-7-32-293 15</inkml:trace>
  <inkml:trace contextRef="#ctx0" brushRef="#br0" timeOffset="51821.17">16780 5092 514 0,'0'0'401'0,"0"0"-396"15,0 0 11-15,0 0 79 16,0 0-44-16,0 0-20 16,7 114 9-16,13-109 2 15,-3-5 18-15,-3 0-12 16,-1-4 24-16,-5-17 24 15,-4 1-61-15,-4-7-24 0,0 3-11 16,-2 4-5 0,-14 6-52-16,1 11-95 0,1 3-101 15,-1 0-362-15</inkml:trace>
  <inkml:trace contextRef="#ctx0" brushRef="#br0" timeOffset="52051.52">17239 5384 881 0,'0'0'34'16,"0"0"-25"-16,0 0 71 0,0 0 46 16,0 0-44-16,0 0 6 15,92-6-18 1,-84-18 29-16,-8 4-55 0,0 3-38 15,0 6-6-15,-13 7-21 16,-11 4-147-16,-10 0-48 16,-6 14-217-16</inkml:trace>
  <inkml:trace contextRef="#ctx0" brushRef="#br0" timeOffset="52301.37">16252 5889 1070 0,'0'0'51'0,"0"0"-34"0,0 0-13 16,0 0 71-16,0 0-41 16,0 0 10-16,216 28 3 15,-51-36 14-15,18-12-8 16,2 3-22-16,-16 2-13 15,-17 3 8-15,-33 3-10 16,-24 2-15-16,-33-1-1 16,-36 2-86-16,-26-4-137 0,-21 2 2 15</inkml:trace>
  <inkml:trace contextRef="#ctx0" brushRef="#br0" timeOffset="52867.23">16826 5972 1034 0,'0'0'1'16,"0"0"69"-16,0 0 76 15,-10 110-82-15,1-60-21 0,-3 0-14 16,1-4 4-1,1-8-11-15,0-10-18 0,4-11-4 16,3-8 0-16,3-7-4 16,0-2-4-16,0 0-4 15,3 0-42-15,26 0 37 16,8 0 17-16,7 0 0 16,4 0 1-16,-3 12-1 15,-3 8-1-15,-5-2-15 16,-5-4-27-16,-10-8-15 15,-8-6 19-15,-3 0 25 16,-7-7 11-16,0-19 3 16,-4-9 4-16,0-3-1 15,0-1 3-15,-2 1-1 0,-6 7 10 16,0 9 17-16,5 12 14 16,0 4-4-16,3 6 43 15,0 0-25-15,0 0-22 16,0 16-18-16,0 22-10 15,0 16 33-15,9 8 3 16,2 0-31-16,-4-2-6 16,2-3-6-16,-4-5-3 15,-5-8-1-15,0-7-9 16,0-10-95-16,0-9-143 16,-10-7 23-16,-3-11-201 15</inkml:trace>
  <inkml:trace contextRef="#ctx0" brushRef="#br0" timeOffset="53885.05">18451 5807 718 0,'0'0'379'0,"0"0"-375"0,-152 0 77 0,115 0 49 0,10 2 3 0,15 2-47 0,12 2 24 0,34 3-92 16,37-3 26-16,33-1 19 15,13-5-46-15,5 0-10 16,-3 0-1-16,-14 0-3 16,-19 0-3-16,-18-10-10 15,-18 0-88-15,-21-2-103 16,-13-3-39-16,-16-4 50 0,0-3-19 15,-16-2 27 1,-13-3 131-16,-6 6 51 0,1-1 21 16,3 1 58-16,7 8 54 15,8 0-11-15,7 9-1 16,7 2-21-16,2 2-24 16,0 0-46-16,2 9-21 15,25 9 1-15,8 4 10 16,4-4-15-16,-2-3-3 15,-3 2-1-15,-7-5-1 16,-10-2 0-16,-5-4 0 16,-10-2 0-16,-2 6 0 15,0 6 4-15,-11 9 14 16,-18 14 38-16,-4 5 11 0,-6 4-20 16,6-2-28-16,6-2-14 15,10-5-5-15,10-7-4 16,7-6-128-16,4-11-131 15,20-6-308-15</inkml:trace>
  <inkml:trace contextRef="#ctx0" brushRef="#br0" timeOffset="54183.83">19679 5484 1046 0,'0'0'11'0,"0"0"93"0,0 0 53 0,0 0 35 0,0 0-69 0,0 0-88 0,-2-64-12 16,4 114 7-16,14 21 66 16,-1 11-67-16,-6-2-14 15,-2-2-7-15,-3-8-5 16,1-12 1-16,-3-14-8 15,4-12 0-15,-4-15-35 16,-2-9-142-16,0-8-144 16,0-11 18-16,-24-27-262 15</inkml:trace>
  <inkml:trace contextRef="#ctx0" brushRef="#br0" timeOffset="54351.53">19416 5500 971 0,'0'0'36'0,"0"0"89"16,0 0-60-16,0 0 7 16,0 0-35-16,0 0 0 15,180-66-19-15,-104 54-9 16,-5 1-7-16,-4 6-2 16,-16 3-36-16,-16 2-106 15,-16 0-182-15</inkml:trace>
  <inkml:trace contextRef="#ctx0" brushRef="#br0" timeOffset="54816.35">20318 5692 1028 0,'0'0'37'16,"0"0"51"-16,0 0 25 16,0 0-41-16,0 0 13 0,0 0-53 15,29 15 3-15,16-13 41 16,4-2-2-16,-1 0-60 16,-5 0-7-16,-9 0-7 15,-10 0-41-15,-13-2-5 16,-4-1-91-16,-7 3-30 15,0-1 27-15,-11 1-69 16,-20 0-108-16,-9 4 68 16,-7 16 25-16,-3 4 215 15,10-2 9-15,5 2 16 16,8-2 279-16,14-10-68 16,3-2-85-16,10-4-34 15,0-4-26-15,12 0 22 16,24-2-16-16,8 0-35 15,10 0-26-15,2-10-13 0,-1-2-10 16,-8 0-4-16,-7 2-1 16,-14 0-38-16,-10 4-69 15,-16 0-140-15,0-1-175 16</inkml:trace>
  <inkml:trace contextRef="#ctx0" brushRef="#br0" timeOffset="58367.41">21268 5456 836 0,'0'0'45'0,"0"0"102"0,0 0-18 0,0 0-31 0,0 0 22 0,0 0 46 0,0 0-76 0,-5-90-38 15,0 90-14-15,-8 34-23 16,-9 20 8-16,-3 14-9 15,6-2 7-15,7-12-14 16,12-7-3-16,0-5 0 16,3-12-4-16,28-6 4 15,11-12-4-15,18-8-4 0,11-4-25 16,8 0-22-16,-6-17-19 16,-9-6-94-16,-19-2-106 15,-16 2 15-15,-22-1-147 16</inkml:trace>
  <inkml:trace contextRef="#ctx0" brushRef="#br0" timeOffset="58583.97">21474 5466 63 0,'0'0'812'0,"0"0"-765"16,0 0 93-16,0 0-18 15,0 0-44-15,0 0-25 0,-44 18-4 16,42 30 54-1,2 4-41-15,0 5-13 16,0 0-34-16,8 0-2 0,13-1-12 16,-2-6-1-16,4 0-12 15,0-6-139-15,-3-6-98 16,-5-6-15-16,5-10-267 16</inkml:trace>
  <inkml:trace contextRef="#ctx0" brushRef="#br0" timeOffset="58871.45">22095 5338 903 0,'0'0'155'0,"0"0"-66"15,0 0 82-15,0 0 3 16,0 0-85-16,0 0-1 15,-19-81-52-15,19 130-17 16,9 12 14-16,7 16-7 16,1-5-21-16,4-6-5 15,-3-3 0-15,-1-8-11 16,-3-7-79-16,-3-7-105 16,-5-11-80-16,-5-10 4 15,-1-14-169-15</inkml:trace>
  <inkml:trace contextRef="#ctx0" brushRef="#br0" timeOffset="59184.06">21925 5677 827 0,'0'0'46'0,"0"0"-28"16,0 0 8-16,0 0-18 16,135-74-6-16,-77 59 3 15,2 0 4-15,-2 2-7 16,-8 0 1-16,-12 0-2 15,-14 3 4-15,-11 0 6 16,-9 5 12-16,-4 0 34 16,0-1 23-16,0 2-11 15,0 4 18-15,0 0-9 16,0 0 12-16,0 0-37 0,0 0-32 16,0 22-10-16,-4 16-1 15,2 6 14-15,2-1 1 16,0-7-6-16,0-4-10 15,6-2-7-15,4-8-2 16,1-8-3-16,0-4-38 16,5-10-152-16,-1 0-36 15,-1-4-151-15</inkml:trace>
  <inkml:trace contextRef="#ctx0" brushRef="#br0" timeOffset="59318.37">22297 5223 281 0,'0'0'0'0,"0"0"-161"0,0 0 132 15</inkml:trace>
  <inkml:trace contextRef="#ctx0" brushRef="#br0" timeOffset="59819.11">22535 5420 314 0,'0'0'361'0,"0"0"-232"15,0 0 42-15,13 118-23 16,-13-75-89-16,0-4 3 16,0 1-4-16,0-3-31 15,5-12-21-15,2-2-6 0,0-9-1 16,-3-8 0-16,-2-4-5 16,-2-2 0-16,0-2-2 15,0-28 4-15,0-14-2 16,0-8-2-16,0-3 7 15,0 5-4-15,0 8 3 16,2 10 1-16,14 10 1 16,6 6 0-16,7 8 0 15,4 8 0-15,6 3 6 16,-2 34 3-16,-1 12 2 16,-7 1-2-16,-6-5-3 15,-11-8-2-15,-5-12-1 16,-7-8 1-16,0-12 1 0,0-1-1 15,0-4-2 1,0 0 0-16,-7-1 2 0,-5-25-3 16,0-13-1-16,7-7-2 15,5-4 1-15,0 2 0 16,7 8 0-16,9 13 1 16,1 14 2-16,6 11 2 15,-3 2 12-15,5 22 15 16,-6 18 5-16,0 2 4 15,-4 1-14-15,-4-6-9 16,-2-6-11-16,0-8-6 16,-5-1-2-16,-1-8-99 15,-3 0-149-15,0-4-222 16</inkml:trace>
  <inkml:trace contextRef="#ctx0" brushRef="#br0" timeOffset="60334.08">23190 5592 521 0,'0'0'361'0,"0"0"-350"0,0 0-11 0,0 0 26 0,0 0-17 0,0 0 21 16,69-54 21-16,-38 22-25 15,0-2-17-15,-10 0-2 16,-10 0 0-16,-11 8-1 15,0 7 4-15,-3 2 14 16,-18 9 9-16,-4 3-29 16,-2 5 0-16,0 0 0 0,5 30 3 15,9 9 15-15,-1 11 4 16,4 5-8-16,9-4 2 16,1-2-5-16,0-11-7 15,4-6-6-15,19-13 3 16,8-8 11-16,11-11 2 15,5 0-5-15,5-18-5 16,-4-19-7-16,-8-11 0 16,-3-11-1-16,-11-18 0 15,-8-3-6-15,-10 7-7 0,-8 18 5 16,0 22 7-16,-2 21 1 16,-19 12 5-16,-2 0-5 15,3 27 4-15,15 19-1 16,5 10 2-16,30 4-3 15,17 1 1-15,6-6 1 16,-6-10 2-16,-12-8 2 16,-10-12 12-16,-16-6 1 15,-9-1-15-15,-23-1-6 16,-39-2-76-16,-25-4-302 16</inkml:trace>
  <inkml:trace contextRef="#ctx0" brushRef="#br0" timeOffset="70484">8371 6167 486 0,'0'0'489'0,"0"0"-485"0,0 0 25 0,0 0 98 0,0 0-24 0,0 0 3 16,0 0 7-16,-73-27-61 15,73 27-24-15,0 0-12 0,0 0 1 16,5 0-7-16,-5 0-7 16,2 0 7-16,-2 0 1 15,2 0-9-15,0 0 5 16,5 0-7-16,3 4-1 15,6 24 1-15,5 6 11 16,0 0-3-16,0-4-6 16,-1-3 2-16,2-4-3 15,2-5 0-15,5-2-1 16,3-6 0-16,3-2-2 16,4-6-2-16,1-2 4 15,4 0 0-15,7-14-6 0,12-5 6 16,12-8-1-16,14-1 1 15,19-5-6-15,12-3 5 16,11 3 2-16,7 9-1 16,-2 8 1-16,-2 14 2 15,-16 2-1-15,-20 22 4 16,-13 24 1-16,-19 10-6 16,-12 5 9-16,-10 1-4 15,-10-9-3-15,-12-6-1 16,-6-15-1-16,-7-17 0 15,-8-6-1-15,2-9 0 16,-1 0-2-16,3 0-2 16,13-22-2-16,13-22 4 0,13-10 1 15,10-8 1-15,4 10-4 16,4 9 2 0,14 3 0-16,15 8 1 0,12 8 1 15,10 18 0-15,-1 6-2 16,2 16 1-16,-3 18 1 15,-6 4 0-15,-9 0-2 16,-14-3 0-16,-8-12 4 16,-6-9 0-16,1-11-2 15,-3-3 0-15,-7-4 2 16,-5-23-1-16,-7-3-1 16,-9-4-2-16,-7-12-99 15,-7-4-137-15,-13-15-67 0</inkml:trace>
  <inkml:trace contextRef="#ctx0" brushRef="#br0" timeOffset="71367.33">11979 4748 480 0,'0'0'249'0,"0"0"-248"0,-29-131 42 0,-9 78 114 0,-14-5-37 0,-17-3-23 16,-20-5-48-16,-29-2-2 15,-40-2 5-15,-52 11-9 16,-52 19-22-16,-57 26 4 0,-56 14 5 16,-29 49 7-16,-25 31 23 15,1 26 2-15,21 20 44 16,31 17-61-16,50 11-10 15,52 19 4-15,58 15-12 16,60 7-12-16,58 5-5 16,56 0-2-16,42-1 2 15,54 6 4-15,61-7-13 16,59-1-1-16,64-10 0 16,68-23-7-16,64-30 4 15,66-38-11-15,52-51-10 16,34-45 6-16,23-23-7 0,-12-60 8 15,-52-30-5-15,-66-24-9 16,-91-21 3 0,-85-18 23-16,-83-21 5 0,-67-31 26 15,-66-26-25-15,-39-18-1 16,-82-11-19-16,-60 15-35 16,-65 19-77-16,-61 45-35 15,-52 49 31-15,-40 55-49 16,-25 56-329-16</inkml:trace>
  <inkml:trace contextRef="#ctx0" brushRef="#br0" timeOffset="86952.65">14813 7732 362 0,'0'0'618'0,"-119"18"-574"0,77-12 125 0,13-1-6 0,16-5-3 0,13 0-36 16,0 0-54-16,40 0-28 15,40-1-14-15,29-12-19 0,16-4 14 16,4 0-22-1,-8 8 1-15,-10 1-4 0,-13 4 0 16,-11 0-20-16,-11-4-118 16,-20-6-174-16,-23-6-34 15,-27-7-200-15</inkml:trace>
  <inkml:trace contextRef="#ctx0" brushRef="#br0" timeOffset="87218.31">15328 7475 949 0,'0'0'15'0,"0"0"65"16,0 0 16-16,0 0-11 0,0 0-49 16,0 0-6-16,0 0-2 15,129 104-18-15,-76-90-7 16,-9-1-3-16,-8-8 0 16,-11 0 1-16,-9-3-1 15,-12-1 0-15,-4-1 0 16,0 3 2-16,0 1 5 15,-6 8 19-15,-21 13 73 16,-9 16-7-16,-5 8-57 16,2 2 18-16,3-1-26 15,7-4-19-15,9-5-6 16,13-10-2-16,7-9-57 16,11-15-196-16,16-7-100 15</inkml:trace>
  <inkml:trace contextRef="#ctx0" brushRef="#br0" timeOffset="87701.11">16452 7341 1100 0,'0'0'6'0,"0"0"3"16,0 0 26-16,-23-132 6 0,48 105-12 15,12 12-17-15,1 8-11 16,-3 7 2-16,1 12 1 16,-7 25 4-16,-7 11 3 15,-11 10 1-15,-9 1 1 16,-2-4-4-16,-9-1 4 15,-22-8 11-15,-4-8 0 16,-5-8 1-16,-1-8 30 16,1-8-35-16,3-3-1 15,6-6 11-15,6-4-7 16,13-1-9-16,8 0 7 16,4 0 8-16,0 0-4 15,5 0-16-15,35-12-6 0,8-2-3 16,10 6-3-1,2 3 1-15,3 5 1 0,1 0-3 16,1 0-6-16,-7 0-63 16,0 0-156-16,-11 0 7 15,-9-5-143-15,-9-5-154 16</inkml:trace>
  <inkml:trace contextRef="#ctx0" brushRef="#br0" timeOffset="88050.78">17046 7311 717 0,'0'0'14'16,"0"0"103"-16,0 0 32 0,0 0-28 15,0 0-30-15,0 0-9 16,-52-54 12-16,50 72-52 16,2 22-29-16,0 12-2 15,0 3 21-15,9-3-25 16,13-4-4-16,5-7-3 15,2-4 0-15,0-11-4 16,0-10-5-16,2-9-5 16,3-7-3-16,-1-7-7 15,0-24 24-15,-2-8 2 16,-11-11 0-16,-11-9 2 16,-9-1 3-16,0-1 3 15,-26 7 16-15,-8 15 6 16,-6 8 0-16,-3 12-15 15,-1 11-14-15,-1 8-3 0,2 6-11 16,9 30-93-16,0 8-131 16,8 8-97-16,7 4-339 15</inkml:trace>
  <inkml:trace contextRef="#ctx0" brushRef="#br0" timeOffset="88417.19">17752 6963 982 0,'0'0'15'0,"0"0"66"0,0 0 23 0,0 0 40 0,0 0-17 0,0 0-89 16,-36 34-29-16,31 30-5 15,-3 25 58-15,-8 10 39 16,0 7-57-16,-4 5-10 16,1-5 9-16,-1-10-23 15,8-14-11-15,1-12-4 0,4-16-5 16,3-18-2-1,4-14-12-15,0-18-161 0,0-4-147 16,0-23-33-16,-4-32-205 16</inkml:trace>
  <inkml:trace contextRef="#ctx0" brushRef="#br0" timeOffset="88634.23">17449 7431 793 0,'0'0'0'0,"0"0"0"16,0 0 23-16,0 0 33 0,0 0 17 16,0 0 9-16,58-46 12 15,-54 20-47-15,-4 2-15 16,0 8-10 0,0 6-11-16,-14 8-3 0,1 2-8 15,5 10-84-15,-2 15-114 16,8 12-154-16,2 6-233 15</inkml:trace>
  <inkml:trace contextRef="#ctx0" brushRef="#br0" timeOffset="88803.56">17800 7663 762 0,'0'0'22'0,"0"0"63"15,0 0 3 1,0 0 28-16,0 0-55 0,0 0-23 15,42-30-27-15,-32 23-11 16,-10 5-38-16,0 2-98 16,-25 6-303-16</inkml:trace>
  <inkml:trace contextRef="#ctx0" brushRef="#br0" timeOffset="89119.1">16183 8065 572 0,'0'0'567'16,"-124"23"-567"-16,95-14 3 15,23 1 18-15,9 2 42 16,62 0 3-16,46 2-38 15,45-8 0-15,40-6-13 16,23 0-6-16,5-2-5 16,-10-6 11-16,-20 2-4 15,-24 2 2-15,-28-2-4 16,-24 0 0-16,-31-2-8 16,-31 2 1-16,-29 2-2 15,-27 0-15-15,-5 0-83 0,-50 4-90 16,-26 0-312-16</inkml:trace>
  <inkml:trace contextRef="#ctx0" brushRef="#br0" timeOffset="89683.99">17052 8399 851 0,'0'0'8'0,"0"0"21"16,0 0 174-16,0 0-4 0,0 0-76 16,0 0-50-1,-16 27-60-15,7 31-10 0,-7 5 8 16,3-6-1-16,0-4-5 16,-3-11-4-16,3-10-1 15,-1-14-1-15,8-10 1 16,2-7-1-16,4-1 0 15,0 0 1-15,0-3-5 16,15-11 1-16,13-2-4 16,8 4 6-16,3 7 2 15,3 5 0-15,0 0-2 16,1 3 2-16,-6 7-3 16,-3 1 2-16,-7-6-2 15,-9-5-2-15,-9 0-4 16,-5 0-3-16,-4-12-6 15,0-17 9-15,0-4-14 16,-13-8 22-16,-3 3 1 0,1 5 2 16,5 10 4-16,2 9 0 15,3 7 5-15,5 6 5 16,0 1 15-16,0 10-6 16,0 25-8-16,0 18-16 15,0 10 10-15,2-4 7 16,7 0-6-16,3-1-4 15,-6 0-7-15,-4 0-1 16,-2 1-4-16,0-3-30 16,0-12-155-16,-14-12-90 0,-1-20-289 15</inkml:trace>
  <inkml:trace contextRef="#ctx0" brushRef="#br0" timeOffset="90217.96">18540 8026 1157 0,'0'0'20'0,"0"0"-14"0,0 0 64 0,0 0 28 0,0 0-23 0,166 15-49 16,-91-15-8-16,-2 0-2 16,-13 0-13-16,-7 0-3 15,-10 0-2-15,-6-6-101 16,-20 0-117-16,-17 3-54 16,0 3-235-16</inkml:trace>
  <inkml:trace contextRef="#ctx0" brushRef="#br0" timeOffset="90351.06">18642 8103 414 0,'0'0'192'0,"0"0"-188"15,0 0 3-15,0 0-3 16,0 0 87-16,0 0-51 16,39-4-40-16,-6-9-49 15,-2 3-158-15</inkml:trace>
  <inkml:trace contextRef="#ctx0" brushRef="#br0" timeOffset="90684.02">18590 8168 922 0,'0'0'134'0,"0"0"-123"16,0 0 64-1,0 0-14-15,0 0 9 0,0 0-57 16,180 8-3-1,-86-12-4-15,4-19-6 0,-5 3-54 16,-4 0-23-16,-16-1-52 16,-19 8-168-16,-16 1-248 15</inkml:trace>
  <inkml:trace contextRef="#ctx0" brushRef="#br0" timeOffset="90956.46">19444 7730 22 0,'0'0'0'16</inkml:trace>
  <inkml:trace contextRef="#ctx0" brushRef="#br0" timeOffset="91400.25">19627 7736 522 0,'0'0'391'0,"0"0"-334"0,0 0 87 15,0 0-18-15,0 0 66 16,0 0-20-16,-42 0-133 15,40 38-29-15,0 12-3 16,2 0 20-16,0-6-24 16,0-4-3-16,0-10-1 0,0-10-4 15,0-9-4-15,0-6-23 16,0-5-36-16,0 0 34 16,0-16 20-16,2-11-3 15,7-11-49-15,13 2 46 16,7 3 20-16,9 8 0 15,7 6 1-15,3 11-1 16,2 8 2-16,0 2 0 16,2 27 0-16,-5 11 4 15,-7 5 17-15,-11 3 3 16,-16-2 3-16,-13-3 6 16,-2-3-1-16,-34-2 20 15,-17-8-27-15,-8-8-21 0,1-11-6 16,3-11-52-16,8-3-99 15,13-35-108-15,7-15-30 16,15-14-178-16</inkml:trace>
  <inkml:trace contextRef="#ctx0" brushRef="#br0" timeOffset="91550.98">19670 7696 75 0,'0'0'898'0,"0"0"-882"16,0 0 25-16,0 0 9 15,167-33 45-15,-95 27-67 16,-1 6-28-16,0 0-11 0,-7 11-107 16,-10 15-238-1,-5 0-284-15</inkml:trace>
  <inkml:trace contextRef="#ctx0" brushRef="#br0" timeOffset="91850.2">20639 7433 866 0,'0'0'3'15,"0"0"22"-15,0 0 96 16,0 0 33-16,0 0 39 16,0 0-50-16,-38 14-108 0,25 78-21 15,-9 37 16 1,-5 19 125-16,0 8-91 0,-2 1-16 15,1-4-17-15,2-9-4 16,5-19-17-16,0-12-4 16,6-24-5-16,3-27-1 15,4-22-2-15,6-21-17 16,-1-19-76-16,3-21-167 16,-2-50-51-16,-7-39-83 15,4-36-298-15</inkml:trace>
  <inkml:trace contextRef="#ctx0" brushRef="#br0" timeOffset="92084.22">20218 7854 933 0,'0'0'0'0,"0"0"0"16,0 0 0-16,-5 111 26 16,32-97 23-16,4-7-24 15,-4-7 2-15,-3 0 7 16,-5-11 21-16,-8-15 12 15,-9-2 21-15,-2 1-29 16,0 5-11-16,-25 6 3 16,-2 9-21-16,-2 7-30 15,3 0-2-15,6 18-67 16,6 12-141-16,14 4-139 16</inkml:trace>
  <inkml:trace contextRef="#ctx0" brushRef="#br0" timeOffset="92350.96">20612 8135 1093 0,'0'0'8'16,"0"0"-3"-16,0 0-5 15,0 0 5-15,27 103 35 16,4-98 33-16,-6-5-13 0,-7 0 3 15,-7-4 53 1,-5-11-12-16,-4-8-35 16,-2 3-17-16,0 4 0 15,-8 0-17-15,-10 10-21 0,-4 6-4 16,-1 0-10-16,-3 6-90 16,-3 8-242-16,-3 4-406 15</inkml:trace>
  <inkml:trace contextRef="#ctx0" brushRef="#br0" timeOffset="93672.94">10393 10816 61 0,'0'0'0'0</inkml:trace>
  <inkml:trace contextRef="#ctx0" brushRef="#br0" timeOffset="94451.06">10301 10575 1103 0,'0'0'41'15,"0"0"115"-15,0 0 70 16,0 0-69-16,0 0-73 16,0 0-76-16,-24-33-4 15,24 65 5-15,2 12-4 0,9 7 2 16,2 0-6-16,-2-9 1 16,-4-8-2-16,-3-10-7 15,-2-10 5-15,1-8-10 16,1-6-7-16,-1 0 0 15,-1 0 9-15,0 0-4 16,7-18 7-16,9-11-10 16,5-4 10-16,5 3 6 15,6 6 1-15,8 10-2 16,4 12 2-16,10 2 1 16,4 22 1-16,-2 22 1 15,-8 10 8-15,-17 4 20 16,-20-1 4-16,-13-4-1 15,-11 0-2-15,-30-8-15 16,-5-10-17-16,-1-14-20 0,3-18-96 16,0-3-129-16,-2-30-55 15,2-24-94-15,4-16-280 16</inkml:trace>
  <inkml:trace contextRef="#ctx0" brushRef="#br0" timeOffset="94635.09">10303 10468 893 0,'0'0'25'0,"0"0"2"0,0 0 99 0,0 0-49 0,0 0-14 0,0 0-30 0,88 29-23 16,-13-57-1-16,14-6-9 15,0 0-4-15,-7 9-2 16,-14 10-61-16,-20 13-211 15,-23 2-350-15</inkml:trace>
  <inkml:trace contextRef="#ctx0" brushRef="#br0" timeOffset="95016.53">9900 11503 395 0,'0'0'737'0,"-122"40"-732"15,70-27 24-15,17-3 82 16,19-6-15-16,16-4 17 15,29 0-52-15,55 0-19 16,52-20-11-16,49-12 5 16,33-16-31-16,27-10 5 15,6-1-2-15,-2 2-2 16,-15 2-5-16,-29 9-1 0,-34 6 0 16,-43 10 0-16,-51 12 0 15,-41 10-35-15,-36 6-37 16,-7 2-25-16,-53 0-145 15,-31 0-105-15,-36 24-83 16</inkml:trace>
  <inkml:trace contextRef="#ctx0" brushRef="#br0" timeOffset="95406.39">10479 11955 63 0,'0'0'979'0,"0"0"-938"0,0 0 89 0,-51-110 78 0,42 104-5 0,4 1-71 0,5 5-80 15,0 0-13-15,0 7-19 16,0 35-5-16,12 16 26 16,5 10 0-16,4 2-33 15,-4 1-8-15,3-5 0 16,-2-2-6-16,0-10-19 15,2-10-43-15,1-16-145 16,-4-18-260-16,3-10-170 16</inkml:trace>
  <inkml:trace contextRef="#ctx0" brushRef="#br0" timeOffset="96035.42">10902 11887 1139 0,'0'0'5'16,"0"0"-5"-16,0 0 115 0,0 0 46 16,0 0-11-16,0 0-75 15,-77-66-57-15,77 76 15 16,0 30-16-16,0 14 10 16,0 8-19-16,0-3-6 15,4-3 0-15,23-6-4 16,4-8-3-16,5-8 4 15,1-12-4-15,-1-10 1 16,-1-10-3-16,-3-2-23 16,-10-4-8-16,-6-24-3 15,-9-8 12-15,-7-4 17 0,-10-2-6 16,-23 1 18-16,-7 9 0 16,-6 3 3-16,-4 4 0 15,6 4-1-15,8 0 1 16,10 2-3-16,20-2-1 15,6-8-15-15,27-2-52 16,29-5-7-16,13 2 1 16,7 6-59-16,-5 6 80 15,-4 8 40-15,-13 7 13 16,-12 7 1-16,-15 0 4 16,-11 21 7-16,-12 11 16 15,-4 9 25-15,0 8 12 16,-2-3 12-16,-5 0-7 15,7-6-23-15,0-5-32 16,18-8-5-16,13-3-6 0,6-6 0 16,2-8-3-16,1-6 0 15,-5-4 3-15,-6 0-2 16,-4-22-1-16,-10-10 5 16,-7-14 5-16,-8-6 23 15,-8-4 5-15,-23 0-25 16,-11 6-10-16,-10 14-4 15,-8 14-24-15,-6 15-96 16,-12 7-239-16,0 4-378 16</inkml:trace>
  <inkml:trace contextRef="#ctx0" brushRef="#br0" timeOffset="96703.45">9960 11122 552 0,'0'0'770'0,"-140"96"-766"0,86-61 47 0,18-15 137 0,21-12-107 0,15-8-69 0,32-3 46 16,45-38-50-16,37-21-8 15,35-20-3-15,16-17-10 16,2 1-3-16,-4 3 16 15,-17 14 3-15,-18 12-3 16,-28 18-2-16,-31 13 2 0,-27 11-9 16,-22 11-48-16,-18 0-56 15,-2 4-99-15,-15 2-101 16,-20 0-306-16</inkml:trace>
  <inkml:trace contextRef="#ctx0" brushRef="#br0" timeOffset="96922.65">10455 9643 702 0,'0'0'412'16,"0"0"-379"-16,0 0 82 0,0 0 99 16,0 0-91-16,0 0-105 15,-52 36 43-15,77 14-39 16,8 2-20-16,7 0-4 15,4 2-29-15,2 8-95 16,-7 5-128-16,0 18 10 16,-11 18-214-16</inkml:trace>
  <inkml:trace contextRef="#ctx0" brushRef="#br0" timeOffset="97317.34">10234 12457 1076 0,'0'0'8'0,"-127"68"34"16,83-46 93-16,15-10-30 16,20-9-3-16,9-3-26 15,42-18 3-15,47-29-69 16,40-23-6-16,45-17 2 0,31-9-4 16,11-2 1-16,5-1-3 15,-10 3 2-15,-19 2 0 16,-23 9-1-16,-30 13 2 15,-37 15 0-15,-37 18-3 16,-30 13 0-16,-23 12-3 16,-12 1-54-16,-25 12-147 15,-31 1-181-15</inkml:trace>
  <inkml:trace contextRef="#ctx0" brushRef="#br0" timeOffset="97801.34">11036 12846 1423 0,'0'0'0'0,"0"0"-146"0,0 0 146 16,0 0 0-16,-40-125 17 0,71 103-7 0,9 6-3 16,5 12-1-16,-5 4 4 15,-3 8 7-15,-5 30 2 16,-10 15-8-16,-15 8-4 15,-7 6 2-15,0-3 10 16,-20-6 33-16,-7-10 27 16,0-12-17-16,-2-9 12 15,0-8-36-15,3-9 1 16,8-4-3-16,4-3-8 16,8-3-8-16,6 0-5 15,0 0-11-15,0 0-4 16,20-9-6-16,31-19 5 15,13-6-5-15,10-4-41 0,-2 4-32 16,-8 0-47-16,-4 4-105 16,-8-3-18-16,-8 4-181 15</inkml:trace>
  <inkml:trace contextRef="#ctx0" brushRef="#br0" timeOffset="98135.89">11694 12547 817 0,'0'0'358'16,"0"0"-355"-16,0 0 8 16,0 0 63-16,0 0-12 15,0 0 53-15,-75 40-54 0,73 0-24 16,2 8-7-16,0 2 0 16,12-2-20-16,15-2-3 15,6-1-4-15,9-7 0 16,2-10-2-16,1-5-1 15,0-10 2-15,-7-11-2 16,-2-2 0-16,-7-12 0 16,-6-18 2-16,-7-14 2 15,-13-6-2-15,-3-7 5 16,-7-3 3-16,-24 4 3 16,-9 8 1-16,-5 12-4 15,-3 14 4-15,-2 10-12 16,-1 10-2-16,-2 2-52 15,-1 4-172-15,3 18-157 0</inkml:trace>
  <inkml:trace contextRef="#ctx0" brushRef="#br0" timeOffset="99200.41">15363 10279 1008 0,'0'0'35'0,"0"0"99"0,-62-135 45 16,43 105 29-16,7 9-77 0,1 6-40 0,5 5-45 0,4 4 5 0,2 6-11 15,0 0-15-15,0-2-12 16,0 2-4-16,0 0-5 16,0 22-2-16,0 34 5 15,12 18 8-15,1 13 6 16,-4-4-15-16,-2-6-4 15,0-8-2-15,-4-7-1 16,4-15-3-16,3-8-8 16,-1-14-43-16,4-10-79 15,3-15-213-15,-1-7-30 16,-9-28-151-16</inkml:trace>
  <inkml:trace contextRef="#ctx0" brushRef="#br0" timeOffset="99403.99">15282 10184 938 0,'0'0'39'0,"0"0"-35"0,14-114 21 16,20 82 51-16,8 10-16 15,7 13-12-15,3 9 6 16,-4 15 12-16,-10 20 27 16,-18 14-58-16,-20 9-14 15,-6 3-21-15,-46 1-19 16,-12-6 9-16,-7-10-61 15,1-14-17-15,7-10-76 16,9-14-219-16</inkml:trace>
  <inkml:trace contextRef="#ctx0" brushRef="#br0" timeOffset="100117.46">15158 11624 70 0,'0'0'1003'0,"0"0"-973"0,0 0 134 0,0 0-23 0,0 0-22 0,0 0-25 0,-105-28-86 16,128 4-8-16,8 2-1 15,7 11-2-15,-1 11 1 16,1 0-1-16,-1 31 2 16,-12 15 1-16,-8 10 3 15,-17 5-1-15,0-1 6 16,-17-4 7 0,-19-8 24-16,-5-6-14 0,-4-12 16 15,7-10-15-15,3-8-3 16,4-5-1-16,10-7 4 15,8 0-15-15,7 0 6 0,6 0-9 16,0 0-8-16,0 0-4 16,15-11-5-16,28-3 7 15,12-4-2-15,7 6-1 16,4 4-33-16,-2 4-24 16,-2 0-71-16,1 0-242 15,-10 0 5-15,-8-4-387 16</inkml:trace>
  <inkml:trace contextRef="#ctx0" brushRef="#br0" timeOffset="100468.01">15666 11616 917 0,'0'0'49'0,"0"0"12"0,0 0 93 15,0 0-29-15,0 0-4 16,0 0-51-16,-37-22-36 15,37 34-12-15,-4 21-5 16,4 11 39-16,0 7-45 16,0 2-6-16,14-1-2 15,9-2-2-15,8-8 1 16,2-9-2-16,5-12 0 16,2-11-4-16,-1-10-13 15,3 0 17-15,-3-30 21 16,-3-16-16-16,-7-14-1 0,-13-5-2 15,-16-3 8 1,0 6 11-16,-20 10 7 16,-16 12-14-16,-2 14 3 0,-5 14-17 15,-3 11 0-15,-3 1-26 16,-7 13-85-16,-7 19-242 16,1 8-283-16</inkml:trace>
  <inkml:trace contextRef="#ctx0" brushRef="#br0" timeOffset="102450.75">10493 9374 175 0,'0'0'527'0,"0"0"-510"0,0 0 109 0,0 0-18 0,0 0 13 0,0 0-38 15,-148-78-28-15,97 100-3 16,-9 30-24-16,-3 24 27 15,6 19 27-15,14 11-16 0,21 4-35 16,22-8 20-16,0-2-33 16,38-5-13-16,24-6-3 15,18-11-2-15,14-17-1 16,9-18-13-16,6-27-22 16,0-16-57-16,-7-16 35 15,-12-40 13-15,-15-19 24 16,-13-19 17-16,-21-16 4 15,-24-17 1-15,-17-15 0 16,-19-5 0-16,-41 8-1 0,-27 28-14 16,-25 44-3-1,-21 46-20-15,-20 21-76 0,-6 44-167 16</inkml:trace>
  <inkml:trace contextRef="#ctx0" brushRef="#br0" timeOffset="103568.16">18070 9951 666 0,'0'0'486'0,"0"0"-386"0,0 0 112 0,0 0-40 0,0 0-47 0,0 0-83 0,-24 23-6 16,8 33-8-16,-2 13-18 15,7-4-5-15,2-4-4 16,2-10-1-16,1-6 0 16,4-17-6-16,0-12-4 15,-3-10-26-15,5-3-5 16,0-3-32-16,0-13 11 15,0-33 27-15,12-22 23 16,7-17 6-16,-1-3 6 16,-2 8 1-16,-1 14-1 0,-3 21 2 15,-4 19 5-15,-3 16 31 16,-3 10 13-16,6 0-10 16,11 35-27-16,10 25 8 15,9 16 43-15,6 7-48 16,3-3-11-16,2-8-6 15,2-6 0-15,-2-14-22 16,-11-14 0-16,-11-15-114 16,-11-12-116-16,-14-11-43 15,-2 0 52-15,-16-22-199 16</inkml:trace>
  <inkml:trace contextRef="#ctx0" brushRef="#br0" timeOffset="103734.07">17875 10243 990 0,'0'0'41'16,"0"0"59"-16,0 0 7 16,0 0-31-16,0 0-52 15,0 0-5-15,152 45-19 16,-33-86-5-16,19-10-119 16,2-2-131-16,-6 6-432 15</inkml:trace>
  <inkml:trace contextRef="#ctx0" brushRef="#br0" timeOffset="104422.27">18284 11671 1099 0,'0'0'69'0,"0"0"6"0,0 0 34 0,0 0-74 0,-61-109 29 0,61 87-43 0,21 2-20 0,7 8 0 0,1 7 3 16,5 5-4-16,0 3 2 15,-3 31 4-15,-9 15-1 16,-10 8 4-16,-12 8 3 15,0-4 18-15,-27-2 18 16,-11-7-11-16,-7-13-2 16,5-8 9-16,0-13 3 0,8-8-21 15,9-6-10 1,9-4-4-16,9 0 0 0,3 0-6 16,2 0-2-16,0 0 2 15,9 0-6-15,22-10-3 16,14-3-1-16,9 0-3 15,3 3 2-15,5 2-38 16,1-2-51-16,-5 0-88 16,-9 0-121-16,-9 2-95 15</inkml:trace>
  <inkml:trace contextRef="#ctx0" brushRef="#br0" timeOffset="104651.41">18768 11614 761 0,'0'0'179'0,"0"0"-141"0,0 0 83 16,0 0 32-16,0 0 16 15,0 0-10-15,-36-80-56 16,36 80-69-16,0 26-25 16,2 20 12-16,14 12 32 15,2 9-52-15,-1-1-1 16,-1 3-8-16,-5 2-138 15,-11-5-309-15,0-1-191 16</inkml:trace>
  <inkml:trace contextRef="#ctx0" brushRef="#br0" timeOffset="106551.47">14876 11601 179 0,'0'0'213'0,"0"0"-213"0,0 0-9 0,0 0-283 0,0 0 261 0</inkml:trace>
  <inkml:trace contextRef="#ctx0" brushRef="#br0" timeOffset="106851.77">15103 11071 906 0,'0'0'46'0,"0"0"17"16,0 0 60-16,-157 0 14 16,102 32 29-16,-1 16-39 15,0 16-35-15,7 21-11 16,7 11-32-16,9 11-18 15,8 14 17-15,14 2-28 0,11-1-11 16,0-2-5-16,16-9-4 16,24-14-1-16,11-10-2 15,11-17-14-15,19-20-45 16,6-20-114-16,0-25-140 16,-6-5-27-16,-4-31-502 15</inkml:trace>
  <inkml:trace contextRef="#ctx0" brushRef="#br0" timeOffset="107302.05">16082 11159 1166 0,'0'0'22'0,"0"0"68"0,0 0 29 0,0 0 7 0,0 0-89 0,0 0-36 16,101 67 46-16,-19 16 34 16,1 14-47-16,-16 13 2 15,-20 11-14-15,-20 0-9 16,-27 2-9-16,0-9-4 15,-37-16 0-15,-7-13-7 16,-5-17-49-16,-1-18-147 16,4-18-166-16,0-23-177 15</inkml:trace>
  <inkml:trace contextRef="#ctx0" brushRef="#br0" timeOffset="107851.44">16541 11034 1094 0,'0'0'11'0,"0"0"14"0,0 0 1 15,0 0-2-15,27-109-19 16,11 88 5-16,1 13 8 16,-2 8 7-16,-6 4-8 15,-10 30 0-15,-6 8-2 16,-11 1-8-16,-4-3 2 15,-4-8 14-15,-19-5 24 16,-1-8 16-16,0-5-24 16,6-6-10-16,5-3-19 15,5-4-6-15,6-1 2 0,2 0-6 16,0 0-3-16,8 0-10 16,17-3 10-16,14-6-1 15,-1 9 4-15,4 0 3 16,-5 2 1-16,-2 24 1 15,-9 5 3-15,-12-4 8 16,-12 2 7-16,-2-5 50 16,-23-1-5-16,-21-1-37 15,-10-2-22-15,-8-12-9 16,-5-8-2-16,3 0-25 16,-1-28-175-16,7-9-156 15,11-10-320-15</inkml:trace>
  <inkml:trace contextRef="#ctx0" brushRef="#br0" timeOffset="108566.96">18226 11369 655 0,'0'0'478'0,"0"0"-368"0,0 0 59 0,0 0-61 0,0 0-13 0,0 0-8 15,-136-26-1-15,96 77-49 16,-4 17 15-16,1 16-15 16,5 9-6-16,7 11-5 15,12 6-6-15,9-1-6 16,10-9-9-16,10-10-3 15,29-12-2-15,19-14-2 16,16-12-20-16,8-17-47 0,8-22-114 16,3-13-150-1,-6-13-8-15,-12-28-329 0</inkml:trace>
  <inkml:trace contextRef="#ctx0" brushRef="#br0" timeOffset="108885.8">18943 11365 1154 0,'0'0'30'0,"0"0"29"15,0 0 19-15,0 0 53 16,81 105 27-16,-35-31-61 16,-1 13-24-16,-11 7-20 15,-12 3-19-15,-15 7-15 16,-7-5-19-16,-12-10-1 16,-21-9-1-16,-5-16-59 15,0-16-155-15,0-21-190 16,-2-23-245-16</inkml:trace>
  <inkml:trace contextRef="#ctx0" brushRef="#br0" timeOffset="109468">19349 11028 1044 0,'0'0'12'0,"0"0"25"0,0 0 15 16,0 0 1-16,-22-106 0 16,46 84-41-16,5 6-3 15,4 6 1-15,-4 6-6 16,-4 4 5-16,-7 4-1 16,-7 22 9-16,-9 8 5 15,-2 7-1-15,0-4 7 16,-19-1-1-16,-8-6-6 15,4-7 1-15,3-9 1 16,7-8-3-16,4-2 1 0,7-3 0 16,2-1-10-1,0 0 0-15,0 0-2 0,4 0 3 16,23-11-8-16,9-1-7 16,6 4 6-16,-2 8-1 15,-2 0-1-15,-2 8 2 16,-9 14 1-16,-8 2 0 15,-18-1 10-15,-1 2 9 16,-20-1 28-16,-26 0-27 16,-7-1-11-16,-4-6-13 15,1-5 0-15,0-6-21 16,-4-6-132-16,-9 0-199 16,-17-28-325-16</inkml:trace>
  <inkml:trace contextRef="#ctx0" brushRef="#br0" timeOffset="117770.41">15238 13632 835 0,'0'0'85'0,"0"0"59"0,44-135 33 0,-44 85 2 0,0 6-12 0,-2 6-71 16,-25 7-21-16,-6 16-7 16,-9 11-33-16,-5 4-16 15,1 16-18-15,8 19 2 16,15 4-1-16,17 5-2 16,6 0 0-16,13 4-1 15,28-2-3-15,9-4 0 0,2 1-10 16,-4-6 6-16,-9 1 5 15,-15-1 2-15,-10-5 1 16,-11-7 1-16,-3 0 2 16,-6-2 3-16,-20-8-3 15,-8-3-2-15,-3-10 8 16,3-2 0-16,7 0 3 16,7-27-7-16,11-12-5 15,9-16-2-15,9-8-30 16,38-3-43-16,16 1-165 15,5 9-184-15,-7 18-324 16</inkml:trace>
  <inkml:trace contextRef="#ctx0" brushRef="#br0" timeOffset="118136.96">15588 13459 436 0,'0'0'622'0,"0"0"-578"15,0 0 94 1,0 0 36-16,0 0-75 0,0 0-70 16,-40-14-22-16,31 52 1 15,2 14 51-15,3 0-42 16,4-6 1-16,0-2-12 16,2-1-6-16,18-7-13 0,9-2 9 15,0-12 1 1,9-8-25-16,0-12-8 15,2-2-3-15,-2-4 20 16,-5-24-21-16,-6-6 31 0,-10-2 9 16,-7-10 7-16,-10-2 3 15,0-2 11-15,-14 1 6 16,-13 7 12-16,-8 10-3 16,-5 10-17-16,-2 10 2 15,1 12-21-15,4 0-39 16,3 16-53-16,5 22-83 15,9 2-71-15,9 0-285 16</inkml:trace>
  <inkml:trace contextRef="#ctx0" brushRef="#br0" timeOffset="118552.36">16027 13481 991 0,'0'0'62'16,"0"0"6"-16,0 0 39 16,0 0 8-16,0 0-37 15,0 0-36-15,0-54-15 16,0 66-16-16,-9 21-5 16,2 10 15-16,5 3-8 15,2-2-7-15,0-2-6 0,7-5 1 16,11-5-1-1,4-8-1-15,4-6-4 0,6-8-5 16,1-6 4-16,6-4-8 16,-6 0-5-16,0-19 8 15,-4-8 11-15,-9-8 0 16,-4-3 3-16,-8-4 1 16,-8-4 8-16,0 2-3 15,-16 0 7-15,-12 6 17 16,-5 10-7-16,-6 8-15 15,-1 10-11-15,-1 10-8 16,-2 0-21-16,3 28-138 0,4 14-75 16,12 4-272-1</inkml:trace>
  <inkml:trace contextRef="#ctx0" brushRef="#br0" timeOffset="118934.13">16520 13481 428 0,'0'0'617'0,"0"0"-583"0,0 0 40 0,0 0 47 0,0 0 14 0,0 0-74 15,-23-30-43-15,9 72-5 16,4 8 39-16,5 4-24 15,5-4-13 1,0-3-1-16,11-5-9 0,12-8-3 16,6-10-1-1,4-6-1-15,4-10-1 0,7-8 1 16,-2 0 1-16,2-23 1 16,-3-8 0-16,-4-13 5 15,-12-5 4-15,-10-2 20 16,-15-7 19-16,0-1-13 15,-17 3-28-15,-22 12-8 16,-7 14-2-16,-10 19-8 16,-11 11-115-16,-9 29-63 15,-8 25-174-15</inkml:trace>
  <inkml:trace contextRef="#ctx0" brushRef="#br0" timeOffset="124351.84">18590 13669 118 0,'0'0'5'0,"0"0"-4"0,0 0 357 0,0 0-260 0,0 0 66 0,108-114-11 0,-108 84-32 16,0-2 3-1,0 3-19-15,-8-4 7 0,-15 3-16 16,-4 1 13-16,-4 8 3 16,-5 4-71-16,-3 14-15 15,3 3-4-15,3 0-3 16,6 12-13-16,11 10-1 16,2 8-2-16,11 4-3 15,3 2 0-15,0-2-6 16,13-6-6-16,18-6-11 15,2-6-16-15,5-12-23 16,-2-4 7-16,-2 0 6 16,-8 0 3-16,-2-22 33 15,-6-4 13-15,-7-2 2 0,-1-1 5 16,-8 4 1-16,-2 7 21 16,0 8 23-16,0 7-12 15,0 3 43-15,0 0-43 16,0 0-12-16,0 7-8 15,-2 31-6-15,2 14 29 16,0 8-18-16,0-3-15 16,0-3 0-16,6-4-7 15,5 0-3-15,1-2 0 16,-1-2-9-16,-4-6-45 16,6-4-260-16,-2-16-192 15</inkml:trace>
  <inkml:trace contextRef="#ctx0" brushRef="#br0" timeOffset="124784.09">19055 13593 1089 0,'0'0'64'0,"0"0"7"0,0 0 46 0,-18-106-63 0,18 70-18 0,18 6-18 16,9 4-14-16,4 8-4 16,0 7 0-16,1 11 0 15,-6 3 0-15,-4 27 2 16,-8 20 7-16,-12 6 8 0,-2 3 2 16,0-5 6-16,-25-4 40 15,-8-13-27-15,-2-1-8 16,-1-5 13-16,1-7-25 15,2-6-3-15,9-6-2 16,6-5 0-16,10-7 6 16,3 0-7-16,5 0-2 15,0 0 2-15,0 0 2 16,11 0-1-16,23-3-10 16,11-7-2-16,12 0-1 0,3 2-1 15,0 3-22 1,-2 4-6-16,-4 1-97 0,-5 0-172 15,-11 0-142-15</inkml:trace>
  <inkml:trace contextRef="#ctx0" brushRef="#br0" timeOffset="125183.37">19768 13365 364 0,'0'0'621'16,"0"0"-568"-16,0 0 52 16,0 0 4-16,-125-68 1 15,101 68-22-15,1 25-30 0,4 22-16 16,2 5 14-16,9 10-8 16,4-4-3-16,4 1-29 15,0-7-9-15,0-5-7 16,15-5-7-16,11-7 4 15,8-9-5-15,9-4 7 16,-1-12-31-16,0-4-42 16,-1-6 40-16,-10 0 15 15,-4-6 10-15,-12-12 9 16,-9-4 0-16,-6-2 9 16,0 1 1-16,0 3 23 15,-19 7-3-15,-10 2 46 16,-7 7-54-16,-5 4-21 15,2 0-1-15,3 0-8 0,7 19-12 16,2 7-76-16,7 8-113 16,7 2-90-16,9-4-344 15</inkml:trace>
  <inkml:trace contextRef="#ctx0" brushRef="#br0" timeOffset="125460.03">20140 13355 112 0,'0'0'919'0,"0"0"-823"0,-31-116 42 0,26 95 0 0,3 10 31 16,2 4-7-16,0 5-128 0,0 2-16 15,0 14 5-15,0 28-3 16,0 19 17-16,5 5-28 16,5-2-4-16,0-4-1 15,-4 0-4-15,1 2-7 16,-7 7-40-16,0 5-203 16,-15-3-252-16</inkml:trace>
  <inkml:trace contextRef="#ctx0" brushRef="#br0" timeOffset="126170.23">15880 14449 635 0,'0'0'337'0,"0"0"-239"0,0 0 54 0,-24-112-2 0,24 104-28 16,-3 6 11-16,1 2-38 0,2 0-48 15,0 16-28-15,0 31-3 16,0 18 32-16,5 14-14 16,1-3-21-16,-2-6-9 15,4-2 0-15,-4-5-1 16,-2-3-3-16,-2-2-3 15,0-2-3-15,0-2-32 16,0-6-184-16,0-6-174 16,-4-16-66-16</inkml:trace>
  <inkml:trace contextRef="#ctx0" brushRef="#br0" timeOffset="126484.41">15675 14916 51 0,'0'0'955'0,"0"0"-867"0,0 0 28 15,0 0 6-15,-29-105 21 16,29 101-17-16,0 4-74 16,0 4-24-16,8 28-2 15,19 20 69-15,0 8-58 16,2-3-24-16,-4-4-3 16,-2-7-7-16,-3-11-3 15,-3-13 0-15,-6-8 2 16,1-10-2-16,0-4 1 15,7 0 0-15,12-34 3 16,1-13-1-16,5-15-3 16,-2 0 0-16,-3 8-10 0,-8 14-74 15,-1 10-193-15,-19 20-299 16</inkml:trace>
  <inkml:trace contextRef="#ctx0" brushRef="#br0" timeOffset="132517.79">15047 15968 785 0,'0'0'425'0,"0"0"-262"0,0 0 51 0,0 0-61 0,0 0-74 0,0 0-40 16,0 0-5-16,0 0 15 16,-58 102-23-16,67-52-13 15,-1 3-6-15,4-8-4 16,-3-1 1-16,-3-4-4 16,8 1-5-16,-1 3-14 15,5 0-71-15,2 2-230 16,2-17-149-16</inkml:trace>
  <inkml:trace contextRef="#ctx0" brushRef="#br0" timeOffset="132867.31">15386 16062 358 0,'0'0'699'15,"0"0"-605"-15,0 0-13 16,0 0 73-16,0 0-40 15,0 0-35-15,-61-40-56 16,45 72-6-16,1 12 62 16,1 8-30-16,8-6-32 15,6 2-6-15,0-4 2 16,0-8-7-16,20 1-6 0,7-10 12 16,6-4-12-16,3-7-2 15,2-10 2-15,-1-6 0 16,-6 0-15-1,-6-6 11-15,-9-12-1 16,-7-8 5-16,-9-1 18 0,0 4-17 16,-7 1 3-16,-19-1 9 15,-6 11-3-15,-1 7-6 16,2 5-2-16,2 0-2 16,2 9-14-16,0 23-96 15,9 8-214-15,1 5-209 16</inkml:trace>
  <inkml:trace contextRef="#ctx0" brushRef="#br0" timeOffset="133084.19">15818 16517 324 0,'0'0'911'0,"0"0"-831"0,0 0-58 0,0 0 99 0,0 0 53 0,0 0-39 0,-18 142-111 15,15-79-24-15,3-5-1 0,0-4-121 16,0-9-179 0,0-22-169-16</inkml:trace>
  <inkml:trace contextRef="#ctx0" brushRef="#br0" timeOffset="133451.57">16018 16096 1143 0,'0'0'37'16,"0"0"54"-16,0 0 50 15,0 0-9-15,0 0-43 16,0 0-65-16,-33 24-20 15,24 29 32-15,5 0-14 16,4-3-14-16,0-5-8 16,15-5-2-16,12-14 0 15,4-8-18-15,2-8-18 0,0-10 4 16,-4 0 22-16,-2-22 5 16,-8-10 7-16,-11-5 7 15,-6-11 3-15,-2 2 4 16,-4 2 16-16,-19 10 12 15,-3 11 12-15,-1 6-37 16,3 11-17-16,-1 6-6 16,1 0-43-16,-1 31-112 15,0 11-190-15,4-3-350 16</inkml:trace>
  <inkml:trace contextRef="#ctx0" brushRef="#br0" timeOffset="133851.51">16529 16173 568 0,'0'0'307'0,"0"0"-175"15,0 0-25-15,0 0 4 16,0 0-72-16,0 0 41 15,-90-23-10-15,80 50-9 16,2 0 1-16,8 3 13 16,0 3-45-16,2-7-14 15,21 2-7-15,6-6-1 0,0 0-7 16,0-13-1-16,-2 0-1 16,0-9-2-16,-4 0 4 15,2 0-1-15,-5-22 5 16,-7-6-4-16,-3-7 1 15,-10-1 4-15,0-3 11 16,-4-3 2-16,-19 11 9 16,-2 5 5-16,0 12-12 15,-1 6-3-15,-3 8-18 16,0 0-34-16,-5 29-114 16,9 8-256-16,6-1-374 0</inkml:trace>
  <inkml:trace contextRef="#ctx0" brushRef="#br0" timeOffset="134266.82">16949 16116 947 0,'0'0'101'0,"0"0"-13"0,0 0-4 0,0 0-41 0,0 0 25 0,0 0-33 0,-57 61 24 16,57-28-18-16,0 5 6 15,2-6-5-15,17-1 9 16,4-4-39-16,2-4-8 16,4-5-3-16,-2-6-1 15,2-2-14-15,-3-10 13 16,0 0 1-16,3-8 24 15,-2-17-3-15,-4-10-9 16,-6-5 25-16,-9-5 27 16,-8 1-30-16,0 0 20 15,-17 13-17-15,-8 4-10 16,2 12 14-16,0 4-36 0,1 9-2 16,5 2-3-16,-5 0-17 15,1 18-23-15,-6 6-40 16,-9 6-92-16,-3 5-201 15,-9-8-140-15</inkml:trace>
  <inkml:trace contextRef="#ctx0" brushRef="#br0" timeOffset="134934.29">14815 14794 769 0,'0'0'433'0,"0"0"-298"0,0 0 94 0,0 0-87 0,0 0-55 0,0 0-39 0,-5-10-33 16,47 50 6-16,10 7-7 15,0 0-12-15,-4-3-1 16,-5-2-1-16,-10-9 0 15,-6-9-1 1,-5-2-9-16,-8-3-44 0,-10-6-219 16,-4-5-131-16,0-8-245 15</inkml:trace>
  <inkml:trace contextRef="#ctx0" brushRef="#br0" timeOffset="135101.1">15058 14672 1067 0,'0'0'86'0,"0"0"0"0,0 0 89 16,0 0-70-16,0 0 7 16,-125 94-59-16,110-36-16 15,-1 5-28-15,-5 1-9 16,-5 6-12-16,-6-4-31 16,-12 2-147-16,-9-5-120 15,-8-13-278-15</inkml:trace>
  <inkml:trace contextRef="#ctx0" brushRef="#br0" timeOffset="135700.09">14222 14927 785 0,'0'0'169'0,"0"0"-99"0,0 0 70 0,0 0-24 0,0 0-24 0,-122-137-37 0,122 105-24 16,0 4-15-16,4 6-13 15,21 4-3-15,4 5-1 16,2 10-2-16,-2 3 0 16,-2 9 1-16,-8 29 2 15,-3 12 2-15,-11 8 3 0,-5 4 11 16,-2 1 25-16,-25-6 9 16,-7-3 48-16,-5-10-48 15,-2-4-28-15,5-12 4 16,9-9 7-16,10-10-7 15,11-6-4-15,6-3-11 16,0 0-6-16,23-4 4 16,38-24 6-16,28-7-15 15,23-9-76-15,4-4-258 16,-8-10-243-16</inkml:trace>
  <inkml:trace contextRef="#ctx0" brushRef="#br0" timeOffset="140150.56">16479 14185 950 0,'0'0'55'0,"0"0"84"0,0 0-12 0,0 0-19 0,-40-105 38 0,40 99-24 0,0 4-24 0,0 2-63 15,0 0-23-15,0 0-3 16,0 0 2-16,0 23-1 16,0 15 2-16,0 10 6 15,5 4-4-15,5 4-3 16,2 1-6-16,-1-6 3 15,1-2-4-15,-1-9-4 16,-1-8 1-16,-3-9 0 16,-2-6 0-16,-1-1-1 15,-1-10 0-15,-3-2 0 16,0-2 0-16,2-2 3 16,-2 0-3-16,0 0 0 0,0 0-1 15,0 0 2-15,0 0-1 16,0 0 4-16,2 0-4 15,-2 0 0-15,2 0 0 16,7 0-2-16,15 0 1 16,16 0 1-16,28 0-3 15,25 0 4-15,39 0-3 16,34-3 2-16,37-4 0 16,24 5 2-16,18-2-1 15,5 0 0-15,-3 0-1 16,-6-2-8-16,-13 2 8 15,-20-1-6-15,-20 1 6 16,-39 2 3-16,-39 1-2 0,-44 0 0 16,-32-2 0-1,-27 3-1-15,-7 0 4 0,0 0-2 16,0 0 5-16,0 0 2 16,0 0-9-16,0 0 0 15,0 0-6-15,0 0-65 16,0 0-120-16,0 0-87 15,-7 0-78-15,-14 0-589 16</inkml:trace>
  <inkml:trace contextRef="#ctx0" brushRef="#br0" timeOffset="140401.34">19389 14135 931 0,'0'0'46'0,"0"0"21"0,0 0 75 0,0 0-13 0,0 0 5 0,0 0-18 0,-13-64-73 16,13 80-32-16,0 18 15 16,13 10 77-16,-2 5-85 15,0 1-16-15,1 2-4 16,-4 1 2-16,-5 1-77 15,-3 0-92-15,0 3-136 0,-9-12-28 16,-18-6-452 0</inkml:trace>
  <inkml:trace contextRef="#ctx0" brushRef="#br0" timeOffset="142233.57">18153 15012 874 0,'0'0'110'0,"0"0"0"0,0 0-1 0,0 0 10 0,0-103 17 0,0 103 15 0,0 0-70 0,0 0-19 16,0 18-31-16,0 21 25 15,0 7-9-15,0 7-24 16,0-3-5-16,0-6-5 16,0-7-3-16,0-6-4 15,0-4-6-15,0-1 0 16,4 0-12-16,5 2-12 16,0 2-80-16,2-3-207 15,-4-4-111-15,1-14-314 16</inkml:trace>
  <inkml:trace contextRef="#ctx0" brushRef="#br0" timeOffset="142785.12">18471 15187 953 0,'0'0'79'15,"0"0"26"-15,0 0-28 16,0 0-10-16,0 0 27 15,-39-104-38-15,39 75-34 16,0 0-14-16,0 1-7 16,15 2-1-16,9 9-2 15,8 0-4-15,-1 15 2 16,4 2 0-16,-6 10 3 0,-6 30 1 16,-8 4 0-16,-9 10 1 15,-6-5 3-15,0-4-1 16,-17-4 20-1,-12-5 8-15,-4-4 16 0,-3-2 10 16,-2-9-32-16,6-6-9 16,11-5 7-16,3-4-10 15,7-4 6-15,6 2-2 16,5-4-17-16,0 0 5 16,0 0-5-16,0 0 4 15,18 0-4-15,15-4-3 16,10-2 2-16,5-2 1 15,4 4 0-15,-3-2 0 16,0 1 0-16,-2 1 2 16,-13 0 0-16,-10 4-2 0,-11-3 2 15,-6 3 4-15,-7 0 1 16,0 0 4-16,0 0 15 16,0 0-12-16,0 0 1 15,0 0-5-15,0 0-10 16,0 0-5-16,0 0-10 15,0 0-49-15,0 0-138 16,2 0-114-16,10-6-184 16</inkml:trace>
  <inkml:trace contextRef="#ctx0" brushRef="#br0" timeOffset="145619.46">19122 15016 610 0,'0'0'162'0,"0"0"-74"0,0 0 14 0,0 0 7 0,0 0-27 0,0 0 6 0,-13-71 0 15,1 71-11-15,-1 0-21 16,-9 0-44-16,-1 0 22 16,-1 17 14-16,0 12-14 15,0 5 5-15,5 2 36 16,6-4-47-16,8 7-10 15,5-2-7-15,0 3 13 16,11-1-21-16,14-3-1 16,4-10-2-16,6-2-2 15,3-10-5-15,1-2 5 16,-2-10-5-16,-8-2-5 16,-5 0-37-16,-4 0 39 15,-1-2-1-15,-6-15 0 0,-3-2 5 16,-2-3 3-16,-8 0 3 15,0 0 1-15,0 4-1 16,-12 4-14-16,-12 6 14 16,-5 3 0-16,-7 5-1 15,-2 0-3-15,5 5-2 16,6 9-2-16,8 6-26 16,3 4-73-16,7 6-86 15,7-2-44-15,2-2-255 16</inkml:trace>
  <inkml:trace contextRef="#ctx0" brushRef="#br0" timeOffset="146383.18">19519 14991 613 0,'0'0'158'0,"0"0"-33"0,0 0-24 0,0-104-25 0,0 85 12 16,0 2-23-16,0 3 6 0,0 6-4 16,0 3-13-1,0 2 31-15,0 3-23 0,0 0-24 16,0 0-11-16,0 0-2 15,0 8-2-15,0 20-13 16,0 20 23-16,0 9 2 16,4 6-21-16,0 1-5 15,3-4 3-15,0-5-5 16,-3-7-4-16,3-7-6 16,-5-1 0-16,0-9-4 15,-2 1-4-15,0-5-77 16,0 0-125-16,0 0-76 15,-8-10-72-15</inkml:trace>
  <inkml:trace contextRef="#ctx0" brushRef="#br0" timeOffset="156884.87">20020 14949 830 0,'0'0'66'0,"0"0"53"0,0 0 36 0,-56-106-67 0,54 92 23 0,2 3 20 0,0 9-36 0,0 1-17 0,0 1-37 15,0 0-19-15,11 15-12 16,16 20 52-16,6 5-15 16,5 4-34-16,2-4-5 15,3-2-3-15,-3 0 0 16,0-12-5-16,-5 2-4 16,-2-10 0-16,-1 4-21 15,-6-4-95-15,-3 4-153 16,-8-3-135-16,-10-10-275 15</inkml:trace>
  <inkml:trace contextRef="#ctx0" brushRef="#br0" timeOffset="157137.76">20347 14807 324 0,'0'0'649'0,"0"0"-529"15,0 0 2-15,0 0 47 16,0 0-32-16,0 0-39 15,-93-50 7-15,77 90-66 16,-4 14 31-16,0 8-34 16,0 0-19-16,-2-6-9 15,-5 0-7-15,-2-11 5 0,2-5-6 16,7-8-6 0,7-6-26-16,2-2-125 0,11-6-170 15,0-10-101-15</inkml:trace>
  <inkml:trace contextRef="#ctx0" brushRef="#br0" timeOffset="157619.59">20922 15008 16 0,'0'0'920'0,"0"0"-863"0,0 0 54 16,0 0-43-16,0 0 11 15,-82-127 6-15,82 98-32 16,0 6-36-16,0 1-15 16,15 8 0-16,5 5 3 15,1 5-4-15,2 4 0 16,0 0 0-16,0 18 1 15,-8 14 8-15,-4 6 7 16,-8 7 6-16,-3 4 17 16,0-3 7-16,-25 0 0 15,-4-4 31-15,-2-5-28 16,-3-2-13-16,3-10-6 0,4-5-9 16,5-7-2-1,7-7-7-15,8-2-7 0,7-4-3 16,0 0-2-16,0 0 0 15,1 0-2-15,34 0-19 16,15 0 14-16,20-10 4 16,8-7 2-16,2-1-10 15,-5 0-3-15,0 0-5 16,-9 4-13-16,-10 6-28 16,-16 4-51-16,-13 4-94 15,-21 0-60-15,-6 4-178 16</inkml:trace>
  <inkml:trace contextRef="#ctx0" brushRef="#br0" timeOffset="158501.13">21445 16441 495 0,'0'0'612'0,"0"0"-537"0,0 0 32 0,0 0-34 0,-53-103-22 0,53 77 24 16,22 4-75-16,7 8-7 16,2 0 1-16,-2 10 2 15,0 4 4-15,-4 0 1 16,-2 18 1-16,-6 12 19 0,-3 2 14 16,-8 9 1-16,-6-2-4 15,0 2 7-15,-11-1 3 16,-13 0 3-1,-10-4-16-15,1-5 8 0,-2-4-11 16,0-9-8-16,9-6-7 16,10-2 6-16,5-6-17 15,7 0 8-15,4-4-16 16,0 0 16-16,0 0-16 16,0 0 10-16,2 0-4 15,22 0-13-15,13 0 13 16,11 0 2-16,8 0 1 15,6-8 1-15,1 0-4 16,-5 2 1-16,-2-2 1 16,-10 3 0-16,-9 1 0 0,-4-1-5 15,-14 5 5 1,-5 0 0-16,-5 0 3 0,-5 0-6 16,-2 0-61-16,-2 0-42 15,0 0-139 1,0 0-146-16,0 0-515 0</inkml:trace>
  <inkml:trace contextRef="#ctx0" brushRef="#br0" timeOffset="159103.82">22419 15222 804 0,'0'0'298'0,"0"0"-140"0,0 0 4 0,0 0-2 0,-62-103-28 0,62 103-51 16,0 0-37-16,6 8-24 16,17 24-15-16,4 13 2 15,2 0-3-15,-7 8-4 16,-7 1-5-16,-8 8-21 16,-7 4-181-16,-11 7-127 15,-22-12-121-15</inkml:trace>
  <inkml:trace contextRef="#ctx0" brushRef="#br0" timeOffset="159568.24">20987 16361 1046 0,'0'0'88'0,"0"0"23"0,0 0 54 16,-9-117-117 0,15 81-20-16,12 2 21 0,5 10-24 15,-1 11-11-15,4 7-11 16,1 6-3-16,-2 0 0 15,0 21 1-15,-13 17 4 16,-7 2-1-16,-5 10 11 16,-5-6 1-16,-19 3 12 15,-10 0-2-15,-4-6 20 16,-1-5-29-16,-1-6-1 16,4-7 3-16,10-10 7 15,8-7 0-15,11-2-5 16,7-4-3-16,0 0-11 15,4 0-4-15,32 0-3 16,22 0-7-16,19-15 5 16,13 2-39-16,1-5-99 15,0-1-121-15,-6 0-89 0,-8-6-556 16</inkml:trace>
  <inkml:trace contextRef="#ctx0" brushRef="#br0" timeOffset="160701.57">20385 16393 462 0,'0'0'512'0,"0"0"-371"0,0 0-15 0,0 0-30 0,0 0-31 0,0 0 14 0,-127-10 7 0,119 38-25 16,8 2-14-16,0 6-11 15,21-7-16-15,20 0-10 16,10-3-9-16,2 2 5 16,-3 2 7-16,-9-3-9 15,-9-10-3-15,-14 1 15 16,-11-7 24-16,-7-4-23 15,0 7 22-15,-32 9-10 16,-11 3-20-16,-9-2-9 16,4-2-11-16,9-4-51 0,5-10-127 15,10-8-180-15,5-18-36 16</inkml:trace>
  <inkml:trace contextRef="#ctx0" brushRef="#br0" timeOffset="160884.53">20322 16374 639 0,'0'0'346'16,"0"0"-244"-16,0 0-25 16,0 0 12-16,0 0 1 15,142-120-20-15,-92 96-14 16,4-2-35-16,-10 1-13 16,-8 2-7-16,-12-2-1 0,-10 6-3 15,-12 0-36-15,-2 2-118 16,-4 3-200-16</inkml:trace>
  <inkml:trace contextRef="#ctx0" brushRef="#br0" timeOffset="161256.25">18964 15565 22 0,'0'0'0'0</inkml:trace>
  <inkml:trace contextRef="#ctx0" brushRef="#br0" timeOffset="161904.04">22738 15008 979 0,'0'0'87'0,"0"0"60"16,0 0-44-16,0 0-70 15,-176 50 44-15,81 38-19 16,-17 24-44-16,-22 20-14 15,-17 16-139-15,-5 1-239 16</inkml:trace>
  <inkml:trace contextRef="#ctx0" brushRef="#br0" timeOffset="163784.1">19666 16477 833 0,'0'0'64'0,"0"0"-8"0,0 0 82 0,-116-66-69 0,100 34-29 0,13 0 16 0,3-3-1 0,0 7-35 15,25 6-15-15,6 8-2 16,7 2-1-16,5 7-1 16,3 5 0-16,1 9 2 15,-5 27 3-15,-13 17 20 16,-12 6-2-16,-17 8 12 16,-8-1 5-16,-30-8 20 15,-13-8 10-15,0-10-10 16,5-10-27-16,10-16-6 15,4-5-14-15,8-9-6 16,6 0 0-16,7-13 2 16,8-15 4-16,3-7-13 0,0 0-1 15,19 7 0-15,8 10 0 16,4 14-5-16,4 4 5 16,9 6 0-16,-1 28 2 15,1 2 4-15,-1 4-4 16,-9 1-2-16,-7-1-5 15,-9 4-15-15,-8-3-214 16,-10-3-211-16,0-9-358 16</inkml:trace>
  <inkml:trace contextRef="#ctx0" brushRef="#br0" timeOffset="164067.63">19337 17256 552 0,'-124'19'550'0,"2"-5"-404"16,22 3 12-16,31-6-35 16,38-7 13-16,31-4-90 15,90 0 28-15,78-10-41 16,92-20-17-16,81-6-7 16,60-12 11-16,27-2 1 15,-7 5 8-15,-26 1 4 16,-46 12-4-16,-54 4-23 15,-60 6-6-15,-63 6-4 16,-68 6-3-16,-61 2-19 16,-43 2-27-16,-62 1-75 0,-54-2-298 15,-40 1-281-15</inkml:trace>
  <inkml:trace contextRef="#ctx0" brushRef="#br0" timeOffset="165334.2">1442 5645 552 0,'-116'64'432'0,"10"-8"-387"0,16-8 116 0,21-12-26 0,22-13-73 15,20-14 92-15,21-9-38 16,6-6-43-16,42-41-21 16,50-30-41-16,55-32-6 15,42-29-2-15,45-16-2 16,20-3 2-16,11 5 1 15,1 15-4-15,-12 15-8 16,-23 12 5-16,-32 16-6 16,-51 22-40-16,-50 27-65 15,-59 29-121-15,-39 16 40 16,-74 34 92-16,-68 37-229 16</inkml:trace>
  <inkml:trace contextRef="#ctx0" brushRef="#br0" timeOffset="165534.73">1050 5869 677 0,'-216'151'483'16,"55"-37"-465"-16,57-38 64 16,57-38 29-16,47-36-98 15,60-20-6-15,77-64 69 16,71-54-15-16,64-49-29 16,54-35-28-1,28-11 3-15,9 0 29 0,-7 15 17 16,-32 23-14-16,-42 27-39 15,-59 33-13-15,-61 39-19 16,-69 40-248-16,-80 32-176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0-10T13:39:09.77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15459 3092 608 0,'-121'0'394'0,"-1"0"-393"0,11 6 131 0,20-4 11 0,23 2-46 16,26-2 4-16,22 0-1 15,15 0-15-15,5 4-63 16,54 4-13-16,44 2 1 16,47-2 2-16,38-6-5 15,26-4-5-15,12 0 0 16,8 0 2-16,-9 0-3 0,-10 0-1 16,-23 0-10-16,-38 0-12 15,-37-8-91-15,-43 2-65 16,-46-6-13-16,-28 0 25 15,-69-2-42-15,-48 2-192 16</inkml:trace>
  <inkml:trace contextRef="#ctx0" brushRef="#br0" timeOffset="223.34">15145 3214 856 0,'-147'20'10'0,"47"3"90"15,41-10 12-15,43-3-59 16,26 1-40-16,67-6 4 15,50-5 41-15,50 0 25 0,34-8-51 16,16-14-13-16,10-2-6 16,-7 2 2-16,-26 4 7 15,-23 2-8-15,-36 6-14 16,-39 4 0-16,-31 2-34 16,-38 1-96-16,-37 0-70 15,-16-1-231-15</inkml:trace>
  <inkml:trace contextRef="#ctx0" brushRef="#br0" timeOffset="1007.38">21337 2933 997 0,'-139'0'126'0,"10"0"-112"0,22 0 117 0,23-1-33 0,34-2-1 0,29 1-20 15,21 2 1-15,48 0-31 0,59 0-26 16,64 0-14-16,66 0-1 16,44 0-4-16,26 0-2 15,-2 2-6-15,-20 2-4 16,-37 1 8-16,-41-4 0 16,-47-1-1-16,-46 0-62 15,-49 0-109-15,-57-4 19 16,-35-14 48-16,-73 2-27 15,-55 0-96-15,-43 0-108 16,-34 8 182-16</inkml:trace>
  <inkml:trace contextRef="#ctx0" brushRef="#br0" timeOffset="1189.96">21295 2882 620 0,'-199'13'235'0,"56"1"-76"0,55-2-64 16,53-1-33-16,38-2-18 15,83 2-23-15,60-4 16 16,65-4 7-16,53-3-29 15,34 0-7-15,18-3-6 16,-3-8 6-16,-22-2 2 16,-33 4-4-16,-39-1-6 15,-50-3-20-15,-51 1-133 16,-55-2-139-16,-59-4-465 16</inkml:trace>
  <inkml:trace contextRef="#ctx0" brushRef="#br0" timeOffset="4329.22">7345 7692 427 0,'0'0'336'0,"-32"-120"-244"0,19 61 79 0,2 9-6 0,-3 12-13 0,5 10-25 16,1 12 18-16,3 10-28 16,3 6-39-16,2 0-11 15,-3 0-35-15,3 4-5 16,0 34-6-16,0 20-10 15,0 20 4-15,0 5-4 16,0-6-5-16,0-6-4 0,0-5-2 16,0-6 0-16,6-9-7 15,6-7-39-15,4-13-77 16,4-12-188-16,4-13-26 16,1-6 32-16,2-14-167 15</inkml:trace>
  <inkml:trace contextRef="#ctx0" brushRef="#br0" timeOffset="4707.84">7511 7718 332 0,'0'0'508'16,"0"-108"-443"-16,0 55 50 0,0 9 29 15,0 9-41 1,0 12-2-16,0 9 11 0,0 9 4 16,0 5-52-16,0 0-41 15,0 0-19-15,0 21-2 16,0 17 3-16,0 14-3 15,0 1-2-15,0-7 0 16,2-10-2-16,3-11-16 16,-1-8-5-16,1-9-19 15,0-6 7-15,-3-2 9 16,2 0 2-16,9-2 4 16,10-19 13-16,6-4 7 15,4-1 0-15,3 4 4 16,-3 10-4-16,8 8 6 15,1 4 11-15,5 11 10 0,-7 24 8 16,-7 7-3-16,-13 1-3 16,-13-2 14-16,-7 1-14 15,-10-1-13-15,-21-5 2 16,-7-8-18-16,1-11-86 16,3-17-148-16,3-8-71 15,-2-32-286-15</inkml:trace>
  <inkml:trace contextRef="#ctx0" brushRef="#br0" timeOffset="4873.62">7603 7419 684 0,'0'0'273'0,"0"0"-247"0,0 0 107 0,0 0-49 0,0 0-49 0,143-26-15 0,-88 15-5 0,5 3-15 16,-2-9-49-16,-4 7-116 15,-15 1-284-15</inkml:trace>
  <inkml:trace contextRef="#ctx0" brushRef="#br0" timeOffset="5740.19">8603 6956 746 0,'0'0'152'0,"11"-104"9"15,-11 71 34-15,0 11-43 0,0 10-29 0,0 11 7 0,0 1-42 16,-2 0-26-16,-4 23-13 15,-10 58-35-15,-5 40-6 16,-8 37 18-16,0 22-8 16,1 2 21-16,-1 0-15 15,2-7-12-15,5-14-4 16,1-25-2-16,8-19-6 16,7-21-3-16,2-24-3 15,4-24-41-15,0-21-48 16,0-27-217-16,0-13-58 0,0-47-57 15</inkml:trace>
  <inkml:trace contextRef="#ctx0" brushRef="#br0" timeOffset="5991.55">8120 7556 406 0,'0'0'522'16,"0"0"-483"-16,0 0 37 15,0 0 30-15,0 0-77 16,0 0-13-16,-43 116 10 15,74-102 0-15,0-6-10 16,-2-8 1-16,-6 0 5 16,-9-2 11-16,-6-20 39 0,-8-6 23 15,0 2-41 1,0-2-21-16,-20 7 0 16,-5 7-4-16,4 4-29 0,0 9-9 15,5 1-149-15,7 1-58 16,3 22-84-16,4 7-344 15</inkml:trace>
  <inkml:trace contextRef="#ctx0" brushRef="#br0" timeOffset="6273.91">8623 7804 912 0,'0'0'125'15,"0"0"-109"-15,0 0 89 0,0 0-41 16,0 0-22-16,0 0-10 16,11 52-11-16,-2-48-6 15,-4-4-3-15,1 0 7 16,-6 0 0-16,0 0 24 16,0 0 85-16,0 0-48 15,0-6 9-15,-2-5-55 16,-13-2-13-16,-5 7-1 15,1 4-20-15,2 2-54 16,5 0-164-16,8-2-113 16,4 2-474-16</inkml:trace>
  <inkml:trace contextRef="#ctx0" brushRef="#br0" timeOffset="6544.97">9292 7672 1303 0,'0'0'1'16,"0"0"18"-16,0 0 258 16,0 0-196-16,0 0-71 15,0 0-1-15,13 16 0 16,43-16 13-16,10 0 8 15,6-4-30-15,-5-14-1 16,-9 1-39-16,-12-2-75 0,-10 2-124 16,-19 6-13-16,-17 9-126 15,0 2-113-15</inkml:trace>
  <inkml:trace contextRef="#ctx0" brushRef="#br0" timeOffset="6723.88">9371 7797 899 0,'0'0'102'0,"0"0"-47"15,0 0 120-15,0 0-65 16,0 0-78-16,0 0 2 16,0 44 5-16,66-53-18 15,16-19-21-15,3-6-21 16,-3 0-93-16,-11 2-67 0,-21 6-135 16,-22 5-494-16</inkml:trace>
  <inkml:trace contextRef="#ctx0" brushRef="#br0" timeOffset="7290.3">10416 7405 445 0,'0'0'553'0,"-37"-131"-523"0,26 72 122 0,3 16 38 0,6 15-9 0,0 11-70 0,2 10-9 16,0 5-28-16,-2 2-15 16,2 0-34-16,0 2-6 15,0 31-6-15,0 14 5 16,10 14 10-16,3 3-23 15,-3-4-3-15,4-2-1 0,-3-2-1 16,1-8-25-16,-1-5-58 16,2-20-149-16,-2-10-188 15</inkml:trace>
  <inkml:trace contextRef="#ctx0" brushRef="#br0" timeOffset="7659.89">10593 7218 443 0,'0'0'636'0,"0"0"-611"16,-7-108 156-16,3 90 32 16,2 12-103-16,0 6-5 0,-2 0-38 15,4 0-24 1,0 24-39-16,0 19-2 0,0 8 0 16,8 3-2-16,3-7 0 15,-4-10-4-15,2-7-51 16,-5-11 13-16,-2-9 16 15,-2-6 1-15,2-4 15 16,3 0-5-16,8 0-12 16,9-16 9-16,14-6 18 15,7 0 0-15,1 6 2 16,-1 11 1-16,-1 5 4 16,4 0 29-16,-5 25-4 15,-8 4 10-15,-14 0 20 16,-11 0-36-16,-8 2-1 15,-12 5-9-15,-23-4-9 0,-5-1-7 16,0-9-101-16,6-18-136 16,3-4-157-16,-1-13-236 15</inkml:trace>
  <inkml:trace contextRef="#ctx0" brushRef="#br0" timeOffset="7858.66">10646 7142 111 0,'0'0'933'0,"0"0"-918"16,0 0 114-16,0 0 15 16,-31-106-95-16,78 64-25 15,22-4 32-15,11-2-14 0,2 7-25 16,-10 5-3-16,-21 15-8 16,-22 7-6-16,-14 10-1 15,-10 4-10 1,-5 0-103-16,0 0-138 0,-36 27-208 15</inkml:trace>
  <inkml:trace contextRef="#ctx0" brushRef="#br0" timeOffset="8175.23">10114 8088 1119 0,'0'0'4'0,"0"0"49"16,-130 0 147-16,109 0-77 15,15-2-28-15,6-3-11 16,39-11-29-16,45-8-30 16,48-10-15-16,35-8-5 15,26 2-1-15,6 0 2 16,-5 5 8-16,-14 1-11 15,-22 4 1-15,-35 4-2 16,-40 10-2-16,-46 8-2 16,-37 8-69-16,-10 0-22 0,-57 11-207 15,-34 22-180 1</inkml:trace>
  <inkml:trace contextRef="#ctx0" brushRef="#br0" timeOffset="8457.91">10508 8226 1085 0,'0'0'20'16,"0"0"193"-16,0 0 57 15,0 0-157-15,0 0-23 16,0 0-17-16,-51-73-30 15,51 75-24-15,0 28-8 0,10 11-1 16,14 16 6-16,-5 0-15 16,1-1-1-16,3-3-2 15,-2-3-3-15,2-5-38 16,-3-7-93-16,-2-14-210 16,-2-13-71-16,-1-11-416 15</inkml:trace>
  <inkml:trace contextRef="#ctx0" brushRef="#br0" timeOffset="9056.67">10880 8207 667 0,'0'0'365'0,"0"0"-356"0,0 0 141 16,0 0 106-16,0 0-121 16,0 0-50-16,-65-58-22 15,63 58-6-15,2 6-44 16,0 32-12-16,0 11 3 15,0 9 1-15,4-8 1 16,16-10-6-16,8-8-1 16,0-8-2-16,6-10-8 15,4-11 1-15,-1-3-4 16,4-3-22-16,-8-23-5 16,-8-7 10-16,-14 0 5 15,-11-6 10-15,0 2 12 16,-29 1 4-16,-11 6-1 15,-7 11-6-15,1 3-8 0,3 8 15 16,11 1 7-16,13 3-4 16,14 1 0-16,5-3-3 15,5-4-19-15,35-2-54 16,16-4 65-16,8 2-5 16,-4 6-33-16,-6 4 34 15,-14 4 5-15,-9 0 6 16,-6 0 1-16,-8 0 3 15,-5 16 0-15,-4 14 7 16,-3 8 34-16,-3 10-14 16,-2 3-7-16,6-1-4 0,7-4-13 15,8-6-1 1,8-9-5-16,0-10 3 0,-1-11-3 16,0-10 0-16,-1 0 19 15,0-17-15-15,-1-16 1 16,-6-11 2-1,-11-9 5-15,-9-2 12 0,0-7 22 16,-29 5-18-16,-14 9-6 16,-9 16-9-16,-16 18-13 15,-7 14-29-15,-12 0-120 16,-7 0-259-16</inkml:trace>
  <inkml:trace contextRef="#ctx0" brushRef="#br0" timeOffset="10140.84">10372 7578 660 0,'0'0'335'0,"-118"68"-279"0,74-46 100 0,17-10-10 0,11-6-88 0,14-6-11 16,2 0-8-16,31-10-2 15,33-26-23-15,28-18-4 16,20-10-8-16,8-6-2 16,3 3 0-16,-1 6 4 15,-11 4-2-15,-10 5 2 16,-19 8 3-16,-20 14 17 0,-23 11 0 16,-22 11-5-16,-13 8-11 15,-4 0 9-15,0 0 24 16,-15 0-41-16,-16 0-71 15,-7 0-123-15,-5 6-131 16,1 2-375-16</inkml:trace>
  <inkml:trace contextRef="#ctx0" brushRef="#br0" timeOffset="10858.5">10316 6410 903 0,'0'0'44'0,"0"0"60"0,0 0 49 0,0 0-60 0,0 0-33 0,0 0-44 15,23-128-2-15,21 105 2 16,-1 8-8-16,-5 11 1 15,-5 4 2-15,-11 4 2 0,-9 22 7 16,-10 8 5-16,-3 4-9 16,-7 1-1-16,-20-3 3 15,-4-9-7-15,6-4 2 16,10-11-6-16,9-7 2 16,4-5-3-16,2 0-3 15,0 0 5-15,8-7-8 16,23-11-8-16,11 0 8 15,8 4-1-15,-3 12-3 16,2 2 4-16,-7 2 1 16,-11 18 1-16,-13 0 7 15,-16 4 6-15,-2 4 8 0,-47 6 13 16,-18 4-29-16,-8-4-7 16,4-6-25-16,5-6-30 15,10-8-134-15,5-8-54 16,7-6-135-16</inkml:trace>
  <inkml:trace contextRef="#ctx0" brushRef="#br0" timeOffset="11340.65">10481 8562 817 0,'0'0'329'0,"-178"101"-323"0,98-60 124 0,20-10 51 0,20-13-89 0,24-10-37 0,16-8-28 0,41 0 4 0,52-29-15 15,51-28 16-15,49-25-20 16,21-11-11-16,12 3 4 15,-3 8-5-15,-20 3-2 16,-20 9 0 0,-37 10 2-16,-43 17 0 0,-42 20 0 15,-40 13-30-15,-21 10-60 16,-42 2 29-16,-43 34-194 16,-33 14-173-16</inkml:trace>
  <inkml:trace contextRef="#ctx0" brushRef="#br0" timeOffset="11826.15">10904 9122 1079 0,'0'0'10'0,"0"0"-8"0,0 0 174 16,-122 10-53-16,107-10-53 16,11-10 6-16,4-5-46 15,0-2-20-15,8-4-10 0,23 2 0 16,9 4-2 0,-2 12-2-16,-2 3 4 0,-5 10 0 15,-8 23 1-15,-4 10-1 16,-14 7 1-16,-5 2 1 15,-9-2 0-15,-24-4-1 16,-3-4 2-16,-5-10-1 16,3-9-2-16,1-10 0 15,2-11 0-15,1-2 2 16,12 0-2-16,6-10 2 16,7 2-2-16,7 4 0 15,2 2-3-15,0 1 3 16,22 1 3-16,16 0 28 0,5 0 2 15,6 11-24 1,-3 7 1-16,-3 0-7 0,-3-1-3 16,-1-12-9-16,2-5-74 15,-3 0-187-15,-3-29-14 16,-8-11-156-16</inkml:trace>
  <inkml:trace contextRef="#ctx0" brushRef="#br0" timeOffset="12107.4">11201 8997 288 0,'0'0'606'0,"0"0"-487"16,0 0-61-16,0 0 112 16,0 0 29-16,0 0-60 0,-31-50-43 15,19 62-74 1,1 24-19-16,5 12 20 0,6 6-7 16,0 5-12-1,17-3-3-15,18-2 1 0,7-8-2 16,4-14-1-16,-1-9-2 15,-3-18-9-15,-7-5 5 16,-3-5-5-16,-6-28 3 16,-7-11 9-16,-13-16 1 15,-6-7 0-15,-11 4 6 16,-24 6-5-16,-9 13 0 16,-4 14-2-16,-1 12 0 15,-5 12-20-15,4 6-124 16,-4 0-182-16,-2 8-137 15</inkml:trace>
  <inkml:trace contextRef="#ctx0" brushRef="#br0" timeOffset="12844.86">15191 6920 896 0,'0'0'107'0,"0"-104"-14"0,-2 72 100 0,0 9-5 0,2 11-73 0,0 10-24 0,0 2-26 0,0 0-34 15,0 38-10-15,0 24 30 16,4 25-25-16,-4 9-16 16,0-2-4-16,0-7-5 15,0-13-1-15,0-12-4 16,0-12-31-16,0-11-130 16,0-12-84-16,3-18-21 15,2-9-2-15,-5-25-59 16,0-25 56-16</inkml:trace>
  <inkml:trace contextRef="#ctx0" brushRef="#br0" timeOffset="13007.54">15169 7099 493 0,'0'0'151'0,"-2"-157"26"16,4 95-28-16,23 16-58 15,9 9-47-15,3 15-7 16,3 8 6-16,2 13-9 16,1 1 7-16,-5 7-1 15,-7 22-17-15,-17 9-10 16,-14 8-6-16,-19 8-7 15,-34 2-54-15,-10-2-120 16,-10-4-76-16,1-8-426 16</inkml:trace>
  <inkml:trace contextRef="#ctx0" brushRef="#br0" timeOffset="13723.39">15087 8278 971 0,'0'0'19'0,"0"0"147"0,0 0-20 0,0 0-45 0,-116-35-38 16,116 8-38-16,0-8-11 0,9 5-14 15,17 3-7 1,5 8 4-16,1 11-3 0,-3 8 0 16,2 0-2-1,-2 18 2-15,0 20 4 0,-4 10 2 16,-9 7 1-16,-10 2 0 15,-6 2 2-15,-4-1 0 16,-25-2 1-16,-12-5 0 16,-1-10-1-16,-2-9-2 15,5-14 0-15,4-14 6 16,6-4-4-16,4-1 5 16,6-29 6-16,7-5-5 15,12-5-9-15,0 0-15 16,9 8 15-16,16 10-3 15,-3 10 2-15,0 5 1 0,5 7 2 16,2 0 10-16,4 23 11 16,3 9-7-16,-3 6-7 15,-2 0-9-15,1-4 0 16,-3-4-7-16,-2-7-90 16,2-17-93-16,0-6-10 15,2-5-164-15,0-27 14 16</inkml:trace>
  <inkml:trace contextRef="#ctx0" brushRef="#br0" timeOffset="14007.75">15515 8285 363 0,'0'0'319'15,"0"0"-226"-15,0 0 7 0,-14-111 52 16,3 100-14 0,2 7-40-16,5 2-11 0,0 2-7 15,1 0-22-15,-2 24-37 16,5 17-18-16,0 15 10 15,0 4-9-15,21-6-1 16,6 3-1-16,4-7-4 16,4-9-1-16,1-11 0 15,-3-13-12-15,-2-16-1 16,-2-1-7-16,-4-22 18 16,-7-16 5-16,-7-6 21 15,-11-8-10-15,0 0-2 16,-14 4-3-16,-17 5-6 15,-7 16-5-15,-4 7-49 0,-11 7-193 16,-3 9-225-16</inkml:trace>
  <inkml:trace contextRef="#ctx0" brushRef="#br0" timeOffset="15190.63">18587 6711 194 0,'0'0'571'0,"0"0"-492"0,0 0 72 0,0 0-6 0,0 0 2 0,0 0-36 16,24-75 31-16,-24 75-30 16,0 17-29-16,-2 25-25 15,-15 16-25-15,-8 11-2 16,-1-7-19-16,5-2-5 0,1-12-2 16,4-8-4-16,5-12 0 15,5-16-1-15,4-7-6 16,2-5-15-16,0 0-28 15,0-5 2-15,11-27 6 16,9-16 39-16,4-10 1 16,-4-7 0-16,1 9 0 15,-6 10 1-15,-1 10 2 16,-6 14 0-16,-1 10 3 16,-3 8 7-16,-4 4 18 15,10 0-9-15,5 30 3 16,9 14 16-16,5 12-15 15,-2 7-17-15,-2 1-1 16,-3-4-6-16,-4-6 1 16,-3-8-4-16,-3-14-1 0,-6-6-54 15,1-8-132 1,-3-5-111-16,-2-12 0 0,-2-1-128 16,0-3-186-16</inkml:trace>
  <inkml:trace contextRef="#ctx0" brushRef="#br0" timeOffset="15356.37">18469 6906 175 0,'0'0'251'0,"0"0"27"15,0 0-170-15,0 0-9 0,0 0-25 16,0 0-17 0,7 20-10-16,69-20-24 0,20-28-23 15,14-10-13-15,11-5-102 16,-5 1-190-16</inkml:trace>
  <inkml:trace contextRef="#ctx0" brushRef="#br0" timeOffset="47007.12">10642 5966 443 0,'0'0'281'0,"0"0"-259"0,0 0 101 0,-136-5-35 0,91 10-49 0,0 10 23 16,3 3 5-16,2 5-9 16,-2 2-11-16,-2 7-16 15,2 11-3-15,-1 2 13 16,5 8-9-16,5 3-7 0,6 0 5 16,11 1-11-1,8-4-7-15,8 3-6 0,0-1 2 16,3-3 0-1,18-2 4-15,6-8-6 0,2-5-2 16,6-5-3-16,3-6 0 16,7-5 0-16,3-2 3 15,4-9-4-15,4-2 0 16,-1-8-4-16,5 0-6 16,4 0-29-16,4-14-10 15,-1-5-7-15,-3-1 6 16,-3-4 6-16,-8-4 3 0,-4-4 2 15,-6-6 6-15,-4-6 1 16,-3-3 11-16,-5-12-3 16,-4-1 23-16,-9-5 1 15,-9 1 6-15,-9 2-4 16,0 4 5-16,-4 3 1 16,-28 4 2-16,-13 5 1 15,-15 4-7-15,-20 8-4 16,-15 7-7-16,-11 13-45 15,-4 14-77-15,2 0-180 16</inkml:trace>
  <inkml:trace contextRef="#ctx0" brushRef="#br0" timeOffset="48674.43">18708 8218 859 0,'0'0'42'0,"0"0"49"0,0 0 39 0,0 0-56 0,0 0-27 0,0 0-8 16,-108 31-1-16,75-24-4 15,-2-7-8-15,1 0-13 16,3 0 1-16,4-14-7 16,5-9 2-16,6-3-3 15,12-2 1-15,4-1-7 16,0 2-6-16,15 3-6 15,14 2-1-15,2 8 11 16,3 10-5-16,0 4 5 0,5 4-1 16,0 29-1-16,-6 16 3 15,-6 13 0-15,-14 13 2 16,-13 3 0-16,0 0 2 16,-9-2 1-16,-20-10-4 15,-4-12 4-15,2-14 2 16,-1-12-1-16,3-12 0 15,0-9-3-15,0-7 6 16,-2-4-6-16,4-25 6 16,5-6-6-16,7-2-1 15,8 3 2-15,7 2-3 0,0 8 0 16,0 7-2 0,0 6 2-16,13 7 3 0,10 4 1 15,10 0-1-15,7 22-2 16,2 16 6-16,-1 6 5 15,-4 5 0-15,-1-8-7 16,-1-2-5-16,-4-7-1 16,-2-7-5-16,-6-14-24 15,0-11-118-15,-8 0-73 16,-1-18-243-16</inkml:trace>
  <inkml:trace contextRef="#ctx0" brushRef="#br0" timeOffset="49206.48">18999 8262 817 0,'0'0'17'0,"0"0"76"0,0 0-13 0,0 0 0 0,0 0-45 0,-15-115-24 16,39 92-4-16,7 2 3 0,0 9-6 16,3 9 2-16,0 3-2 15,-8 7 1-15,-4 22-4 16,-11 8 2-16,-11 5 1 15,0 2 1-15,-13-2 7 16,-19-7 5-16,0-8 2 16,0-4 7-16,8-7 1 15,7-6-16-15,5-4-5 16,7-2 3-16,5-4-6 16,0 0-3-16,0 0-7 15,25 0-6-15,15 0 12 16,7 0 1-16,2 0 0 15,0 22 0-15,-5 14-1 0,-5 3 2 16,-11 4 0-16,-12-6 2 16,-16-7 12-16,0-4 12 15,-44-5 21 1,-26-4-24-16,-12-11-24 0,-7-6-20 16,0-6-82-16,2-26-83 15,6-9-266-15</inkml:trace>
  <inkml:trace contextRef="#ctx0" brushRef="#br0" timeOffset="54923.6">15205 9724 1041 0,'0'0'15'0,"0"0"87"0,0 0 32 0,-118 25-9 0,91-25-50 0,2 0 29 0,6-7-57 16,1-11-33-16,7-7 4 15,8 1-11-15,3-4-4 16,0 2-2-16,30 0-2 15,5 6-1-15,7 10-8 16,-2 10 2-16,3 4 3 16,-1 36 1-16,-5 14 4 15,-5 12-4-15,-12 8 4 16,-18-1 4-16,-2 0 2 16,-17-4-5-16,-27 0 5 0,-3-10-6 15,-3-12 1 1,-1-18-1-16,4-17 1 15,2-12 1-15,3-2-1 0,9-27 1 16,6-10-1-16,16-5-1 16,11 0-8-16,0 5 6 15,2 3-5-15,18 13 6 16,0 11 1-16,7 5 0 16,4 7 1-16,5 0-1 15,7 27 14-15,1 9-11 16,0 2 2-16,-3 6-3 15,-4-2-1-15,-1-6-1 16,-3-3 0-16,-2-8-31 16,-2-8-182-16,-4-9-45 15,-2-8-44-15,-4 0-296 0</inkml:trace>
  <inkml:trace contextRef="#ctx0" brushRef="#br0" timeOffset="55257.71">15604 9781 305 0,'0'0'557'0,"0"0"-511"0,0 0 118 0,0 0-45 0,0 0-18 0,0 0 1 16,-76-63-25-16,71 76-34 16,5 25-28-16,0 11-5 15,0 5-5-15,2-2-1 0,15 0-3 16,2-4 0-16,4-2-1 15,-1-8-2-15,5-8-7 16,4-14-16-16,2-10-6 16,3-6-17-16,-1-10 5 15,-1-22-10-15,-7-6 37 16,-11-5 16-16,-12-8 3 16,-4 3 2-16,-12-3 7 15,-20 7 7-15,-7 11 12 16,-7 8-10-16,-3 9-15 15,-3 10-6-15,-1 6-52 16,0 0-133-16,5 5-552 16</inkml:trace>
  <inkml:trace contextRef="#ctx0" brushRef="#br0" timeOffset="56125.78">18698 9842 469 0,'0'0'376'0,"0"0"-348"0,0 0-1 0,0 0 47 0,0 0 18 16,0 0-1-16,0 0-19 16,-135 9-17-16,112-20 3 0,8-10-10 15,1-2-36 1,10-5-2-16,4-1 3 0,2 2-11 16,23 2-2-16,6 9-3 15,2 8 1-15,1 8 1 16,1 6-6-16,1 37 7 15,-2 10 3-15,-10 11-1 16,-8 7-1-16,-14-3 4 16,-2-4 1-16,-11 0 2 15,-20-11 3-15,-6-14-1 16,6-6-5-16,4-20 1 16,1-7 7-16,2-6 4 15,-3-2-9-15,0-24 0 16,7-11 3-16,11-4-11 15,5 1 1-15,4 2-1 0,0 12 6 16,4 8 0-16,12 5-3 16,-3 8 3-16,7 5-3 15,7 5 1-15,7 26 7 16,1 13 6-16,-2 6 1 16,-1-6-4-16,-6-4-12 15,1-5 2-15,-3-16-4 16,-1-5-2-16,-1-14-28 15,5 0-198-15,-2-22-74 16,-2-21-251-16</inkml:trace>
  <inkml:trace contextRef="#ctx0" brushRef="#br0" timeOffset="56558.88">19043 9863 927 0,'0'0'13'0,"0"0"77"0,0 0-3 0,0 0-29 0,-8-114-21 0,39 89-25 0,3 6-9 16,6 9 2-16,-4 10 0 16,-7 0 2-16,-8 23 5 0,-7 15-4 15,-12 7-2 1,-2 5-3-16,-8-2 4 0,-21-5-2 15,-3-5 3-15,3-12 1 16,9-8-2-16,7-10 2 16,6-3-2-16,7-5-6 15,0 0 4-15,0 0-5 16,0-13-6-16,24-4-12 16,10 6 11-16,6 8 6 15,2 3 1-15,-1 7 0 16,-1 21 0-16,-7 6 1 15,-11 3 3-15,-13-8 7 16,-9 3 14-16,-9-2 14 16,-34-2-11-16,-21-2-28 15,-12-9-17-15,-10-11-73 0,-10-6-169 16,-3-2-493-16</inkml:trace>
  <inkml:trace contextRef="#ctx0" brushRef="#br0" timeOffset="58391.76">1808 3627 511 0,'0'0'699'0,"-187"2"-698"0,126 8 124 0,30-4 22 0,27-3-43 0,13 2-50 0,64 5 6 16,57 4-36-16,51-6 26 0,52-5-27 15,29-3-11 1,20-6-8-16,7-17-2 0,5-2 4 16,-4-2-1-16,-14 9 1 15,-20 2-6-15,-44 4-10 16,-48 10 7-16,-54 2 1 16,-50 0-48-16,-40 0-39 15,-20 0-4-15,-55 4-102 16,-49 15 4-16,-40 2-94 15,-32 2-98-15,-24-8-37 16</inkml:trace>
  <inkml:trace contextRef="#ctx0" brushRef="#br0" timeOffset="58690.75">1947 3657 585 0,'-137'16'413'0,"12"9"-402"16,25-2 42-16,28-5 61 0,23-8-50 15,23-7 27-15,26-3 26 16,4 1-75-16,54 3-3 16,49-4 14-16,60 0-17 15,52-5-14-15,45-21-8 16,26-1 5-16,7 1-7 16,3 1-3-16,-3 0-5 15,-17 1 4-15,-19 0-8 16,-33 1 0-16,-50 6-1 15,-45 1 1-15,-50 6-1 0,-39 6 1 16,-28 1-19 0,-16 2-6-16,-27-4 12 15,-37 2-116-15,-30 3-153 0,-11 0 13 16,-6 0-397-16</inkml:trace>
  <inkml:trace contextRef="#ctx0" brushRef="#br0" timeOffset="59607.91">6847 4034 968 0,'0'0'52'0,"0"0"75"0,0 0 60 0,0-114-54 0,0 108 3 0,0 6-3 0,-2 0-87 16,0 0-20-16,2 7-14 15,0 29-9-15,0 14 6 16,9 9-4-16,6-2-4 15,6-9-1-15,-2-10-8 0,2-11-11 16,1-12-42-16,-3-9-60 16,4-6 8-16,0-2 4 15,-6-28 67-15,-1-9 25 16,-10-6 12-16,-6 0 5 16,0 2 7-16,0 6 9 15,0 7 38-15,-6 10 12 16,-1 8 28-16,3 6 3 15,-1 6-13-15,3 0-42 16,2 0-18-16,0 26-14 16,0 20-3-16,9 15 10 15,9 9-9-15,-2-4-5 16,-1-2 4-16,-3-3-7 0,-2-5-4 16,0-9 0-1,1-8-21-15,-1-9-138 0,7-10-146 16,0-16-45-16,3-4-365 15</inkml:trace>
  <inkml:trace contextRef="#ctx0" brushRef="#br0" timeOffset="60157.14">7308 4096 55 0,'0'0'931'16,"0"0"-912"-16,0 0 193 15,0 0-60-15,0 0-27 16,0 0-1-16,-37-70-79 15,37 97-34-15,16 15-5 16,7 14 2-16,0-3-8 0,-7-6-1 16,-8-12 1-16,-5-8 0 15,-3-11-9-15,0-9-6 16,0-2-14-16,-3-5 11 16,-19-2 12-16,-3-26-9 15,4-12 8-15,9-6 3 16,12-4-3-16,0 3 4 15,2 7 0-15,23 11 3 16,4 8 1-16,9 11-1 16,4 10 3-16,5 0 0 15,4 26 4-15,-3 12 5 16,-6 5-4-16,-11-1-2 16,-11-4-5-16,-11-7-1 0,-7-6 0 15,-2-12 0-15,0-6-4 16,0-7 4-16,0 0 2 15,-7-10-2-15,-11-23 20 16,4-11-28-16,6-6 8 16,8-1-1-16,0 7 1 15,8 11-1-15,15 11 1 16,6 14-2-16,7 8 2 16,8 0 7-16,6 24 5 15,-6 19 18-15,-9 4-10 16,-12 4-6-16,-16-1-4 15,-7-4-10-15,0-5-1 16,-11 0-3-16,-10-2-96 16,2-8-194-16,5-11-129 0</inkml:trace>
  <inkml:trace contextRef="#ctx0" brushRef="#br0" timeOffset="60323.74">8122 4407 642 0,'0'0'416'0,"0"0"-407"0,0 0 146 0,0 0 14 0,0 0-82 0,0 0-35 0,0 116-48 0,-9-83-4 16,-3 3-105-16,2-6-212 0,-2-8-382 16</inkml:trace>
  <inkml:trace contextRef="#ctx0" brushRef="#br0" timeOffset="60740.31">8367 3971 666 0,'0'0'354'16,"0"0"-305"-16,0 0 194 15,0 0-48-15,0 0-69 16,0 0-67-16,-31-81-47 15,31 105-4-15,15 16-5 16,10 9 0-16,-3-1-2 0,-2-1-1 16,2-4-6-16,1-9-12 15,2-11-54-15,1-8-31 16,-2-11-23-16,-1-4 15 16,-3-8 54-16,-7-26 31 15,-4-10 25-15,-6-5 1 16,-3 4 28-16,0 6 30 15,0 7 37-15,0 12-6 16,-3 10 38-16,0 6 5 16,-1 4-66-16,4 0-32 15,0 0-14-15,0 27-11 16,0 10-2-16,16 13 3 16,1 7-5-16,4-1-5 15,-6 2-3-15,-1-6-7 0,1-4-72 16,-5-6-154-16,-2-12-113 15,-3-18-188-15</inkml:trace>
  <inkml:trace contextRef="#ctx0" brushRef="#br0" timeOffset="61278.21">8817 4066 723 0,'0'0'366'15,"0"0"-364"-15,0 0 167 16,0 0 2-16,0 0-63 15,0 0-18-15,-51-70-60 0,51 106-21 16,15 13 1-16,3 1-6 16,-3-4-4-16,-1-8-4 15,-7-7-2-15,-3-10-21 16,-2-10-28-16,-2-8-12 16,0-3 19-16,0-10 42 15,0-25-40-15,-13-10-5 16,2-5 44-16,8 4 5 15,3 5 2-15,0 10 9 16,0 9 3-16,14 7 6 16,9 9 2-16,5 6-4 15,13 4 6-15,1 26 15 16,3 10-10-16,-10 4-16 16,-4 0-3-16,-9-7-5 15,-8-7-3-15,-8-10-2 0,-6-8 0 16,0-5 1-16,0-7-2 15,-3 0 1-15,-14-7 1 16,2-27-2-16,2-12-2 16,6-6 5-16,7 3-7 15,0 7 7-15,22 8 4 16,8 14-2-16,5 6 9 16,2 14 4-16,2 0-5 15,1 16 35-15,-3 14 19 16,-3 11-41-16,-7-1-11 15,-11 6-7-15,-16 8-5 16,0 5-10-16,-35 12-104 0,-10-2-225 16,-3-17-403-1</inkml:trace>
  <inkml:trace contextRef="#ctx0" brushRef="#br0" timeOffset="61473.94">9659 4385 1370 0,'0'0'31'0,"0"0"-7"0,0 0 159 0,0 0-154 0,0 0-25 0,3 131-4 0,-8-87-35 15,-19 2-123-15,-5-4-243 16,-5-14-502-16</inkml:trace>
  <inkml:trace contextRef="#ctx0" brushRef="#br0" timeOffset="61908.02">9820 4028 307 0,'0'0'758'15,"0"0"-700"-15,0 0 183 0,0 0-145 16,0 0-65 0,0 0 4-16,2 4-27 0,4 42-2 15,10 8-2-15,4 0-4 16,4-6-4-16,8-11-5 16,1-7-17-16,2-12-24 15,2-9-39-15,-4-9-19 16,-2 0 66-16,-4-25 21 15,-7-13 14-15,-8-6 7 16,-8-2 1-16,-4-1 29 16,0 11 26-16,0 8 49 15,-3 8 21-15,-8 8-7 16,4 8-27-16,1 2-20 0,6 2-28 16,-2 0-23-1,2 2-12-15,0 29-8 0,2 13 3 16,18 12 2-16,4-2-6 15,-4-4 0-15,-1-2-2 16,-4-4-15-16,-4-6-93 16,-4-3-181-16,-3-15-69 15,-1-16-320-15</inkml:trace>
  <inkml:trace contextRef="#ctx0" brushRef="#br0" timeOffset="62442.61">10416 4053 805 0,'0'0'323'0,"0"0"-301"0,0 0 137 16,0 0-7-16,0 0-93 15,0 0 10-15,-50-21-45 16,54 62-4-16,17 9 12 16,0 2-26-16,-5-6-3 15,-3-4-3-15,-6-9-1 16,-2-8-6-16,-5-10-18 15,0-9-48-15,0-6 8 16,0 0 44-16,-14-21-37 16,-6-11-15-16,2-6 54 15,8 4 10-15,4 2 9 16,6 4 3-16,0 6 4 16,8 1 1-16,18 5-1 15,12 10 6-15,6 6 2 16,8 0 7-16,2 26 14 0,-4 9-6 15,-5 4-9-15,-9 0 3 16,-15-7-16-16,-9-6-1 16,-10-10-4-16,-2-8 0 15,0-6 5-15,-18-2-3 16,-6 0-5-16,0-23-1 16,5-12 1-16,13-11-10 15,6-11-4-15,0 6 7 16,20 5 2-16,16 12 4 15,8 15-1-15,8 16 2 0,-1 3 2 16,0 17 4-16,-4 28 1 16,-9 13 3-16,-9 6-10 15,-12-1-3-15,-14-2-19 16,-3-7-103-16,-10-6-98 16,-23-11-147-16</inkml:trace>
  <inkml:trace contextRef="#ctx0" brushRef="#br0" timeOffset="62874.4">7293 4650 1096 0,'-131'-4'166'0,"23"4"-138"0,41 0-9 0,37 0 26 0,27 0 24 0,18 2 5 15,68 17-7-15,62 8-26 16,58-1-9-16,62-6-20 15,43-3-10-15,30-10 3 16,32 3 11-16,11 0 8 0,7 0 16 16,-5 2-24-16,-29-2 0 15,-35 1-4-15,-56-2-4 16,-62 3 5-16,-61-1-13 16,-63-3-8-16,-43-2-21 15,-31-6-17-15,-9 0-41 16,-51 0-160-16,-32-2-72 15,-25-21-484-15</inkml:trace>
  <inkml:trace contextRef="#ctx0" brushRef="#br0" timeOffset="63357.13">11658 4259 1239 0,'0'0'13'0,"0"0"161"0,-147-6 41 0,131 1-158 0,16 5 4 15,12 0-42-15,46 0-13 16,25 0-5-16,31 0-1 16,9 0-14-16,-7-7-39 15,-16 0-66-15,-21 4-138 16,-29 1 9-16,-29-2-137 16,-21-2-180-16,-5-10 421 15</inkml:trace>
  <inkml:trace contextRef="#ctx0" brushRef="#br0" timeOffset="63462.06">12081 4073 180 0,'0'0'552'0,"0"0"-458"0,0 0 89 16,0 0 23-16,0 0-132 16,0 0-58-16,-31-43-11 15,71 86 48-15,-4 11-34 16,-11 10-19-16,-21 6-1 16,-4 8-58-16,-36 6-83 15,-26-4-179-15</inkml:trace>
  <inkml:trace contextRef="#ctx0" brushRef="#br0" timeOffset="66790.88">12928 3888 986 0,'0'0'10'0,"0"0"139"0,0-121 62 0,0 100-21 0,0 7-58 0,0 9-3 0,0 5-56 16,0 0-28-16,-4 0-6 16,1 0-19-16,-1 30-5 0,4 15-1 15,0 9-4-15,0 4-6 16,0-6-4-16,0-5 0 15,11 3-11-15,0-6-23 16,0-5-66-16,0-4-135 16,-2-9-100-16,-3-18 43 15,0-8-177-15</inkml:trace>
  <inkml:trace contextRef="#ctx0" brushRef="#br0" timeOffset="67124.48">12966 3992 308 0,'0'0'430'0,"-30"-112"-343"16,22 61 57-16,4 4 7 15,4 3-75-15,0 1-39 16,17 11-19-16,16 7 22 0,10 14-13 16,6 11-10-16,0 16-9 15,-7 29 10-15,-11 9-5 16,-19 6-5-16,-12-3-1 16,-8-6-1-16,-29-4 2 15,-12-8 2-15,2-9 0 16,3-8-1-16,11-11 1 15,10-6 1-15,14-5 8 16,7 0 8-16,2 0 18 16,0 0-12-16,0 0-21 15,11 0-12-15,18 0 0 16,13 23 33-16,5 13-29 0,2 8 9 16,0 4-10-16,-5 0 1 15,-3-6-4 1,-3-8-3-16,-3-8-40 15,3-7-202-15,5-18-98 0,-6-1-303 16</inkml:trace>
  <inkml:trace contextRef="#ctx0" brushRef="#br0" timeOffset="67376.42">13703 3571 960 0,'0'0'8'16,"0"-106"82"-16,-9 76 86 15,-2 9-17-15,4 14-2 16,3 2-22-16,0 5-31 0,-1 7-67 16,-1 49-13-16,-4 30-3 15,2 26 9-15,-2 4-12 16,7-9-3-16,-3-9 4 16,2-4-12-16,-2-9-7 15,-1-14-2 1,-2-13-14-16,0-9-30 0,-3-17-162 15,-3-10-198-15,-7-22 31 16,-4-9-232-16</inkml:trace>
  <inkml:trace contextRef="#ctx0" brushRef="#br0" timeOffset="67593.81">13404 3957 9 0,'0'0'938'0,"0"0"-848"15,0 0-10-15,0 0 8 16,0 0-71-16,0 0 2 0,-8 7 11 15,10-7 16-15,0 0 37 16,0 0-16-16,0 0-5 16,-2 0 15-16,0-7-21 15,0-12-10-15,0 2-39 16,0 6-7-16,0 11-72 16,0 0-122-16,0 0-89 15,6 24-151-15,22 6-166 16</inkml:trace>
  <inkml:trace contextRef="#ctx0" brushRef="#br0" timeOffset="67723.47">13823 4161 998 0,'0'0'82'0,"0"0"14"16,0 0 126-16,0 0-107 16,0 0-89-16,0 0-26 15,0 0-81-15,-4 0-200 16,-10 0-345-16</inkml:trace>
  <inkml:trace contextRef="#ctx0" brushRef="#br0" timeOffset="68016.09">12734 4609 1391 0,'0'0'1'0,"-161"13"16"15,119-12 198-15,21-1-117 16,21 0-58-16,6 5 14 16,51 1-23-16,44-4-15 15,41-2 2-15,21 0-16 16,8-8-1-16,-11-9 12 16,-14 4-3-16,-17-1 3 15,-20 0-7-15,-13 0-3 16,-21 1-3-16,-25 4-16 15,-23 3-40-15,-23 1-90 16,-4 5-100-16,-33 0-146 0,-21 3-368 16</inkml:trace>
  <inkml:trace contextRef="#ctx0" brushRef="#br0" timeOffset="68458.98">13227 4874 922 0,'0'0'106'16,"0"0"-55"-16,0 0 145 16,0 0-84-16,0 0-78 15,0 0-32-15,31-108 7 16,15 103 3-16,1 5-2 16,-7 9 6-16,-11 24-7 0,-14 9-5 15,-15 5-2-15,0 6 2 16,-23-7-2-16,-16-8 0 15,-1-8-1-15,3-10 1 16,3-10-1-16,12-7 2 16,7-3 1-16,7 0-3 15,8 0-1-15,0-7-2 16,29-9-22-16,14-2 16 16,6 3 8-16,4 13 0 15,-1 2 3-15,-4 7 3 16,-5 21 8-16,-12 6 11 15,-11 2 23-15,-20-2-18 16,0 2 13-16,-27-6 20 16,-21 1-22-16,-11-12-20 0,-5-10-13 15,-1-9-4 1,1-6-4-16,2-29-2 0,10-6-42 16,16-8-112-16,23-7-166 15,13-7-252-15</inkml:trace>
  <inkml:trace contextRef="#ctx0" brushRef="#br0" timeOffset="68773.77">14397 4514 1197 0,'0'0'9'0,"0"0"35"0,0 0 125 0,0 0-99 0,0 0-51 0,0 0 7 0,153 0 52 16,-82-7-50-16,-2-4-19 0,-4-3-9 15,-12-1-6 1,-15 4-60-16,-15 4-165 0,-21 7-25 16,-2 0-217-16</inkml:trace>
  <inkml:trace contextRef="#ctx0" brushRef="#br0" timeOffset="69107.69">14505 4598 11 0,'0'0'823'0,"0"0"-705"16,0 0 25-16,0 0-18 15,0 0-58-15,0 0-42 16,4 36-2-16,73-50 15 16,7-12-38-16,-2-2-12 15,-7 5-118-15,-23 6-33 16,-16 7-48-16,-20-3 53 16,-16 2 80-16,0-5 59 15,-18-7 19-15,-14-1 82 0,3 2 48 16,10 1 3-16,5 8-21 15,10 7-26-15,4 2 0 16,0 4-31-16,0 0-14 16,14 0-21-16,17 6 13 15,4 16 59-15,-3 10-34 16,-13 4-36-16,-16 3 13 16,-3 6-34-16,-36 6-1 15,-19 8-72-15,-11-2-174 16,-3-8-147-16</inkml:trace>
  <inkml:trace contextRef="#ctx0" brushRef="#br0" timeOffset="69574.83">15909 3698 1175 0,'0'0'41'0,"0"0"118"0,0 0 157 0,0 0-190 0,0 0-81 0,0 0-22 15,-12-31 0-15,12 85-6 16,0 13 17-16,10 5-20 0,-4-6-14 16,-1 0 0-16,-1-4-12 15,-4-3-24-15,4-9-71 16,-1-6-177-16,-1-16-96 16,3-17-179-16</inkml:trace>
  <inkml:trace contextRef="#ctx0" brushRef="#br0" timeOffset="69923.52">16143 3920 575 0,'0'0'389'0,"0"0"-315"15,0 0 99-15,0 0-42 16,0 0-27-16,0 0-32 16,-5-80-31-16,3 80-41 0,0 6-17 15,-2 18-15-15,2 2 28 16,2-1-21-16,0-8-4 15,0-7 0-15,0-1 18 16,0-7-7-16,6-2 8 16,12 0 10-16,6 0 8 15,5 0 6-15,4 0 5 16,-2 0 14-16,6 0-3 16,1 5-4-16,1 17 18 15,-1 1-4-15,-13 0 10 16,-9-1-27-16,-16 1 4 15,0-2-10-15,-29 2-13 16,-18-3-4-16,-7-7-89 16,-9-6-165-16,1-7-83 0,9-19-301 15,10-22 241-15</inkml:trace>
  <inkml:trace contextRef="#ctx0" brushRef="#br0" timeOffset="70057.44">16203 3702 930 0,'0'0'29'0,"0"0"7"16,0 0 94-16,0 0-69 16,143-14-52-16,-95 15-9 15,-5 19-50-15,-7 6-255 16,-9 6-360-16</inkml:trace>
  <inkml:trace contextRef="#ctx0" brushRef="#br0" timeOffset="70291.44">16868 3626 901 0,'0'0'103'16,"0"0"115"-16,0 0-16 16,0 0-28-16,0 0-97 15,0 0-29-15,-13 15-2 16,0 46-16-16,-3 14 5 15,1 2-18-15,-1-10-16 0,1 0-1 16,2-4-1-16,-5-5-24 16,-2-3-92-16,-9-8-256 15,-5-16-95-15</inkml:trace>
  <inkml:trace contextRef="#ctx0" brushRef="#br0" timeOffset="70458.72">16589 3838 1129 0,'0'0'91'0,"0"0"-86"15,0 0 53-15,0 0-58 16,0 0-94-16,0 0-112 16,62-54-36-16,-20 68-238 0,10 17 314 15</inkml:trace>
  <inkml:trace contextRef="#ctx0" brushRef="#br0" timeOffset="70557.52">16972 4042 768 0,'0'0'150'0,"0"0"-64"16,0 0 73-16,0 0-61 15,0 0-98-15,0 0-68 16,-27 42-254-16,7-42-445 16</inkml:trace>
  <inkml:trace contextRef="#ctx0" brushRef="#br0" timeOffset="70826.87">15720 4506 1370 0,'0'0'12'16,"0"0"-1"-16,0 0 196 15,0 0-116-15,0 0-65 16,0 0-18-16,40 10 43 15,85-10-9-15,41 0-22 16,21 0-13-16,8-5-7 16,-6 1-1-16,-20 0 1 15,-20 3 3-15,-24-2-3 16,-34 3-1-16,-37 0-26 16,-36 0-143-16,-18 0-207 15,-43 3-14-15</inkml:trace>
  <inkml:trace contextRef="#ctx0" brushRef="#br0" timeOffset="71226.05">16352 4885 913 0,'0'0'64'0,"0"0"39"15,0 0 47-15,0 0-88 16,0 0-48-16,0 0-4 15,85-99 14-15,-47 99-1 16,-5 6-2-16,-10 26 6 0,-13 11-6 16,-10 0-12-16,-4 1 0 15,-25-7 2 1,-4-11-7-16,4-8 3 0,4-8 1 16,12-8-1-16,9-2-7 15,4 0 0-15,4 0-6 16,27-8-2-16,11 0 5 15,3 6-2-15,-1 2 4 16,-6 5 1-16,-7 12 3 16,-10 3 7-16,-17 4 20 15,-4-2 11-15,-27 2 51 16,-26 4-33-16,-14-2-42 16,-6-5-15-16,-1-9-2 15,2-12-2-15,14 0-99 16,23-39-152-16,31-19-193 0</inkml:trace>
  <inkml:trace contextRef="#ctx0" brushRef="#br0" timeOffset="71457.71">17645 4426 581 0,'0'0'669'0,"0"0"-669"0,0 0 67 0,0 0 18 0,0 0-84 0,0 0 0 15,58-7-2-15,-12-1-17 16,-5 0-155-16,-17 6-146 16,-19 2-304-16,-5 6 377 15</inkml:trace>
  <inkml:trace contextRef="#ctx0" brushRef="#br0" timeOffset="71574.42">17591 4636 901 0,'0'0'72'0,"0"0"-35"15,0 0 88-15,0 0-71 16,154-42-43-16,-70 8-11 16,10-6-129-16,0-8-576 15</inkml:trace>
  <inkml:trace contextRef="#ctx0" brushRef="#br0" timeOffset="72257.83">18862 4023 900 0,'0'0'297'0,"0"0"-214"0,0 0 199 0,0 0-140 0,0 0-47 0,0 0-68 0,-46-63-3 0,46 73-11 16,0 27-8-16,0 9-2 15,3 5-1-15,-1-1-2 16,-2-8-3-16,0-4-3 16,0-13-22-16,0-11-15 15,0-8-34-15,0-6 32 16,0 0 29-16,0 0 2 15,0-10-1-15,9-14-12 0,4-4 20 16,6 2 6-16,2 6 1 16,4 6 0-16,4 10 4 15,4 4 7-15,9 0 10 16,5 15 27-16,-2 15-4 16,-7 6-6-16,-16-3 0 15,-13-4-21-15,-9-2-11 16,-7-4-6-16,-24 0-6 15,-9-6-102-15,-6-2-156 16,-2-9-44-16,4-6-160 16</inkml:trace>
  <inkml:trace contextRef="#ctx0" brushRef="#br0" timeOffset="72424.69">18812 4060 862 0,'0'0'79'0,"0"0"50"0,0 0 6 16,38-103-42-16,7 78-52 15,8 6-24-15,3 4-17 16,6 9-1-16,-2 6-82 16,0 0-138-16,-6 21-189 15,-12 4-63-15,-4 1 349 16</inkml:trace>
  <inkml:trace contextRef="#ctx0" brushRef="#br0" timeOffset="72642.42">19612 3836 436 0,'0'0'491'0,"0"0"-403"0,0 0 90 16,-16-109-2-16,9 102 29 15,5 7-87-15,0 0-49 16,2 14-29-16,-2 36-17 16,-3 16 12-16,-3 12-20 15,1-2-1-15,-2 1-12 16,-2-1 1-16,-1-2-3 15,2-13-1-15,-9-7-19 16,0-2-175-16,-4-16-217 16,-6-17-233-16</inkml:trace>
  <inkml:trace contextRef="#ctx0" brushRef="#br0" timeOffset="72791.53">19340 4054 1187 0,'0'0'8'0,"0"0"-8"16,0 0 0-16,0 0-2 16,0 0-289-16,0 0-458 15</inkml:trace>
  <inkml:trace contextRef="#ctx0" brushRef="#br0" timeOffset="72908.17">19835 4323 428 0,'0'0'743'0,"0"0"-712"16,0 0 123-16,0 0 0 0,0 0-140 16,0 0-14-16,-67-18-305 15</inkml:trace>
  <inkml:trace contextRef="#ctx0" brushRef="#br0" timeOffset="74293.62">10445 11847 53 0,'0'0'888'0,"0"0"-824"0,-37-110 83 0,30 87 4 0,1 12 19 16,4 4-47-16,0 7-37 0,2 0-28 15,0 0-44-15,0 32-9 16,0 15 12-16,0 12-15 16,6 2 0-16,3-13-2 15,-1-12-10-15,2-12 10 16,-6-11-5-16,0-6 2 15,-1-5-17-15,-1-2 3 16,6-6-10-16,11-24 4 16,3-10 16-16,7-4 6 15,5 5 0-15,1 12 2 16,7 10-1-16,10 14 1 16,-2 3 3-16,-3 14 0 15,-9 18 4-15,-15 8-3 0,-15 2 10 16,-8 4-7-16,-19 4 26 15,-28-2-34-15,-5-6-5 16,8-13-19-16,6-11-78 16,9-11-173-16,2-7-30 15,-2-14-270-15</inkml:trace>
  <inkml:trace contextRef="#ctx0" brushRef="#br0" timeOffset="74473.62">10453 11633 206 0,'0'0'831'16,"0"0"-803"-16,0 0 80 0,0 0-26 16,0 0-18-16,38-109-32 15,20 82-11-15,10 4-4 16,3 5-14 0,-4 8-3-16,-7 10-20 0,-8 0-136 15,-19 20-123-15,-17 15-389 16</inkml:trace>
  <inkml:trace contextRef="#ctx0" brushRef="#br0" timeOffset="74774.42">10285 12394 862 0,'0'0'177'0,"-125"37"-141"16,79-22 82-16,10-7 73 15,21-8-25-15,15 0-79 16,17-1-12-16,57-30-43 16,46-13-24-16,47-14 0 15,36-6-6-15,11 5 6 16,2 8-2-16,-14 11-6 16,-27 13-2-16,-42 13 1 15,-50 14 1-15,-50 0-20 16,-33 18-148-16,-27 25-87 15,-44 4-33-15,-24 6-327 16</inkml:trace>
  <inkml:trace contextRef="#ctx0" brushRef="#br0" timeOffset="75023.58">10591 12683 1158 0,'0'0'18'0,"0"0"57"15,0 0 199-15,0 0-72 16,0 0-100-16,0 0-74 16,-50-88-15-16,50 112-3 0,0 23-8 15,0 18 5-15,10 6-5 16,11-4 1-16,10-2-3 15,6-2-46-15,9-4-207 16,1-18-203-16,-2-18-281 16</inkml:trace>
  <inkml:trace contextRef="#ctx0" brushRef="#br0" timeOffset="75558.22">10944 12691 941 0,'0'0'159'15,"0"0"-136"-15,0 0 68 16,-115-64 84-16,97 64-66 0,5 0-24 16,7 24-55-1,-2 18-10-15,8 8 21 0,0 3-32 16,10-8-8-16,16-4-1 16,10-9-16-16,4-10 10 15,2-8 0-15,-1-12-12 16,-10-2-17-16,-5-2-17 15,-12-16 4-15,-14-11 32 16,0-1-7-16,-21 0 14 16,-16-2 9-16,-8 4-1 15,2 3 1-15,8 2 0 16,15 2 0-16,17-2 2 0,3-2-6 16,29 0-17-16,25 0-11 15,11 8-9-15,-1 7-13 16,-4 10 13-16,-8 0 34 15,-11 30 7-15,-9 9 0 16,-12 4 6-16,-7 3 14 16,-1-2 9-16,-3-3 1 15,4-8-4-15,7-7-2 16,9-5-4-16,5-14-4 16,3-7-3-16,-1 0 0 15,-2-25 17-15,-10-10-12 16,-8-5 17-16,-16-6 18 15,0-5-2-15,-23 0 9 16,-23 2-21-16,-8 10 8 16,-6 11-47-16,0 12 0 0,4 11 0 15,10 5-80-15,9 0-156 16,4 5-182-16</inkml:trace>
  <inkml:trace contextRef="#ctx0" brushRef="#br0" timeOffset="75874.17">10287 11841 1029 0,'0'0'241'0,"-118"30"-231"0,85-16 86 0,18-10 62 0,15-4-86 0,28-6-45 0,46-28-13 0,26-18-9 16,20-14 0-16,7-5-4 15,-2 5 3-15,-9 11-4 16,-18 12 3-16,-28 15-3 16,-33 11-6-16,-24 12-191 15,-13-4-23-15,-11-2 31 16,-26-14-306-16</inkml:trace>
  <inkml:trace contextRef="#ctx0" brushRef="#br0" timeOffset="76040.46">10453 10656 987 0,'0'0'57'0,"0"0"97"16,0 0-1-16,0 0-10 15,0 0-76-15,0 0-5 16,-31 13-41-16,57 44-2 15,12 10-7-15,6 2-10 16,0 6-2-16,2 0-52 16,-4 8-139-16,7 11-53 15,-9 9-43-15,1 14-218 16</inkml:trace>
  <inkml:trace contextRef="#ctx0" brushRef="#br0" timeOffset="76340.42">10522 13064 590 0,'0'0'512'0,"-156"20"-501"16,86-13 23-16,15-4 152 16,20-3-63-16,23 0-9 15,12 0-30-15,40-22-39 16,47-16-32-16,40-14-8 15,42-11 0-15,14 2-2 16,6 2-2-16,1 5-1 16,-16 6 0-16,-20 9 3 0,-32 8 0 15,-40 13-1-15,-39 8-2 16,-35 10-1-16,-8 0-8 16,-33 12-129-16,-34 14-304 15,-17 8-357-15</inkml:trace>
  <inkml:trace contextRef="#ctx0" brushRef="#br0" timeOffset="77041.14">11266 13535 1065 0,'0'0'293'15,"0"0"-288"-15,0 0-5 16,-52-114 16-16,52 70 10 16,29 4-16-16,14 8-7 15,-1 14-1-15,-2 11 3 16,-9 7 35-16,-8 29-27 16,-10 19-11-16,-13 14 0 15,0 2 11-15,-18-4 6 16,-15-10 2-16,-7-14 22 15,6-12 20-15,5-9-18 16,5-7 15-16,10-4-26 16,6-4 12-16,8 0-17 15,0 0-17-15,0 0-5 16,10 0-7-16,31 0 2 0,12-12-5 16,11-10-6-16,2 2-61 15,-13-3-82-15,-6 6-77 16,-7-5-68-16,-9-5-72 15,-9-1-20-15,-9-2 31 16,-13 6 358-16,0 0 76 16,0 1-21-16,-8-2 296 15,-1-3-163-15,5 7-25 16,1 8 1-16,3 4-30 0,0 8-14 16,0-1-24-1,-3 2-53-15,3 0-14 0,0 24-22 16,0 15 1-16,21 16 10 15,-1-1 1-15,5-8-17 16,8-4-4-16,5-15-3 16,4-9 5-16,-2-13-1 15,-4-5-1-15,-2 0 0 16,-5-19 2-16,-10-12 4 16,-7-9 3-16,-10-6 10 15,-2-8 4-15,-14 3 14 16,-16 10 0-16,-2 11-5 15,-4 16 6-15,-1 14-20 16,-1 0-16-16,-1 18-3 16,6 16-6-16,6 4-126 0,10 1-161 15,-4 3-115-15</inkml:trace>
  <inkml:trace contextRef="#ctx0" brushRef="#br0" timeOffset="82840.75">15145 11333 583 0,'0'0'391'0,"0"0"-373"0,-116 35 6 0,67-25 83 0,4-6-19 0,10-4-26 0,6 0-22 16,8-3-3-1,6-14-13-15,3-9 22 0,10-3-33 16,2 1-10-16,0 0-3 16,18 6 1-16,5 7-1 15,1 8 0-15,5 7 1 16,7 0-3-16,6 32 4 16,2 14 0-16,1 12 7 15,-9 5-1-15,-13 3 9 16,-17-4 1-16,-6 0 1 15,-20-4 35-15,-20-8-27 16,-7-7-11-16,0-15-6 0,5-10 0 16,6-14 2-16,5-4 0 15,5-4-6-15,5-28 2 16,11-12 2-16,10-11-9 16,0-1 0-16,0 8-1 15,17 10 1-15,8 14-1 16,1 10 2-16,6 10-2 15,3 4 0-15,3 4 3 16,5 24-1-16,-4 6 3 16,-1 6 0-16,-2 0-3 15,-7 3-1-15,-2-6-2 16,-3-2-9-16,-1-7-121 16,6-14-180-16,2-12-39 15,0-2-310-15</inkml:trace>
  <inkml:trace contextRef="#ctx0" brushRef="#br0" timeOffset="83140.74">15457 11365 836 0,'0'0'66'0,"0"0"39"0,0 0 53 0,0 0-14 0,0 0-18 0,0 0-40 16,-87-47-26-16,78 86-31 15,7 10 0-15,2 1-15 16,8 2-6-16,19-4-4 15,2-3-3-15,5-6-1 0,1-12 0 16,1-11 0 0,-1-12 0-16,-4-4 0 0,-2-20 0 15,-6-19 0-15,-7-11 2 16,-10-6-1-16,-6-2 5 16,-6 3-3-16,-27 10-1 15,-4 9-1-15,-5 14 3 16,-2 8-1-16,1 14-3 15,1 0-9-15,7 22-81 16,6 7-259-16,10 7-485 16</inkml:trace>
  <inkml:trace contextRef="#ctx0" brushRef="#br0" timeOffset="83909.09">19276 11468 38 0,'0'0'490'16,"0"0"-431"-16,-138 21 129 0,97-21-20 0,3 0-65 0,3-17-27 15,6-5-31-15,4-2-14 16,12 1 4-16,9 2-9 0,4-4 0 15,0 5-6-15,19 2-16 16,8 8-2-16,2 8 0 16,2 2-1-16,5 8 1 15,-3 27 1-15,-4 15 11 16,-8 9 2-16,-11 6 5 16,-10 1 47-16,0-2-24 15,-29-10-6-15,-6-8 9 16,-1-13-24-16,3-15-11 15,6-12-2-15,0-6 3 16,3 0-5-16,6-24 2 16,4-12-1-16,12-11-2 0,2 1-4 15,0 8 1 1,19 8-4-16,3 12 0 0,2 10 1 16,5 8-1-16,6 4 1 15,4 28 0-15,2 8 1 16,0 7-1-16,-6-1-1 15,-6-1-1-15,-2-2-7 16,0-7-67-16,-1-6-228 16,2-14-13-16,-4-14-249 15</inkml:trace>
  <inkml:trace contextRef="#ctx0" brushRef="#br0" timeOffset="84107.5">19502 11312 650 0,'0'0'125'0,"0"0"67"0,0 0-16 0,0 0-47 0,0 0 56 0,0 0-80 0,-37-69-49 15,37 111 3-15,0 12-5 16,5 3-34-16,12 3-20 16,-4 8 0-16,-5 9-21 15,-8 11-65-15,0-6-334 16,-25-10-445-16</inkml:trace>
  <inkml:trace contextRef="#ctx0" brushRef="#br0" timeOffset="84708.64">13304 12687 975 0,'-122'-22'20'0,"9"10"-12"0,18 4 78 0,22 2 19 0,24 0 6 0,27 6-31 16,22 0-2-16,33 0-30 0,66 25-3 15,72 8-32-15,71 5-7 16,77-8-5-16,85-6 1 16,84-18 0-1,77-6 2-15,66-4-3 0,41-22-1 16,8-4 9-16,-9 4-8 15,-29 2 23-15,-59 9 17 16,-65 4-14-16,-75 11 1 16,-91 0-14-16,-96 2-13 15,-98 14-1-15,-91 2-8 16,-67-2-81-16,-36-5-118 16,-51-11-25-16,-31-2-365 15</inkml:trace>
  <inkml:trace contextRef="#ctx0" brushRef="#br0" timeOffset="85557.24">13531 12168 723 0,'0'0'502'0,"0"0"-454"0,0 0 180 0,0 0-43 0,0 0-91 0,0 0-71 0,-33-28-8 0,86 72 17 15,12 4-21-15,-1 0-2 16,-3 5-9-16,-10-2-1 16,-9-2-7-16,-3-5-81 15,-6-10-241-15,-9-12-32 16,-12-21-239-16</inkml:trace>
  <inkml:trace contextRef="#ctx0" brushRef="#br0" timeOffset="85724.59">13861 12141 1067 0,'0'0'23'16,"0"0"58"-16,0 0 104 0,0 0-15 16,-120-41-83-16,91 87-47 15,0 11 14-15,5 14-39 16,-1 2-15-16,1 7-13 16,-5 0-35-16,2-3-154 15,-7-14-132-15,-1-23-250 16</inkml:trace>
  <inkml:trace contextRef="#ctx0" brushRef="#br0" timeOffset="86123.82">13768 11610 352 0,'0'0'691'16,"-76"-140"-672"-16,10 98 37 0,-17 14 39 15,-17 14 9-15,-8 14 32 16,0 10 9-16,2 41-69 16,11 39 7-16,12 29-32 15,21 30-6-15,20 17-18 16,17 13-7-16,25 4-10 16,12-1-4-16,54-16-4 15,37-26-2-15,30-24 1 16,18-29-1-16,11-33-7 15,-2-28 6-15,-4-26-5 16,-7-32 0-16,-7-43-3 16,-10-31 9-16,-21-20 2 0,-26-23 1 15,-43-14 2-15,-42-16-4 16,-21-17 1 0,-60-10-4-16,-27 17 0 0,-23 24 0 15,-16 44-4-15,-13 60-19 16,-13 53-52-16,-8 31-105 15,5 58-180-15,9 26-157 16</inkml:trace>
  <inkml:trace contextRef="#ctx0" brushRef="#br0" timeOffset="86724.65">14650 13868 835 0,'0'0'168'0,"0"-102"-65"0,-15 62 16 0,-7 8 15 0,-10 11-62 16,-4 16-14-16,0 5-27 16,-1 0-3-16,6 19-3 15,12 12-5-15,13 7-9 16,6 3-9-16,14 8 8 16,26 1-7-16,11 2 2 15,-2-3 20-15,-2-3-25 16,-14-9 0-16,-13-2-24 0,-17-3 24 15,-3-2 28 1,-21-4-18-16,-16-7 10 0,-8-2-11 16,5-17 32-16,7 0-22 15,12-17-9-15,17-20 0 16,4-17-2-16,22-8-8 16,20 0-34-16,3 5-97 15,4 17-135-15,-2 10-89 16,-5 14-205-16</inkml:trace>
  <inkml:trace contextRef="#ctx0" brushRef="#br0" timeOffset="87042.38">14933 13796 878 0,'0'0'118'0,"0"0"7"16,0 0 29-16,0 0-13 15,0 0-22-15,0 0-94 16,-31-26-20-16,31 64 4 15,0 10 9-15,0 2-11 16,6 1-5-16,13-6 0 16,5-3-2-16,0-8 1 15,7-10-1-15,-2-11-2 16,2-9 1-16,-2-4 0 16,-2-5 1-16,-2-29 1 15,-5-7 6-15,-11-12-7 16,-9-5 7-16,0 0 1 15,-16 0 13-15,-17 8 2 0,-7 14 10 16,-4 13-18-16,-1 19-15 16,-2 4-9-16,2 37-64 15,3 13-202-15,9 3-187 16</inkml:trace>
  <inkml:trace contextRef="#ctx0" brushRef="#br0" timeOffset="87457.43">15430 13714 437 0,'0'0'645'15,"0"0"-615"-15,0 0 62 16,0 0 21-16,0 0-57 15,0 0-24-15,-40-18-23 16,20 54 16-16,4 6 4 16,7 8-16-16,7-4-7 15,2 0-1-15,0 0-2 16,11-10 0-16,11-4-2 16,7-5-1-16,2-12 0 0,0-9 2 15,1-6 0 1,-3 0 5-16,-5-6-2 0,1-19-5 15,-10-10 4-15,-3-5 4 16,-8-4 10-16,-4-1 8 16,0-4 2-16,-11 4-3 15,-15 3-18-15,-3 15-7 16,-5 15-1-16,-7 12-34 16,-3 12-176-16,-5 21-147 15</inkml:trace>
  <inkml:trace contextRef="#ctx0" brushRef="#br0" timeOffset="87860.58">15829 13770 961 0,'0'0'18'0,"0"0"44"0,0 0 71 0,0 0-23 0,0 0-35 16,0 0-47-16,0-29-13 15,0 62 0-15,0 9 12 16,0 6 24-16,4-4-40 16,8-2 1-16,3-3-4 15,3-6-4-15,4-7 2 0,4-8-3 16,4-7 2-1,1-11 1-15,0 0-3 0,-4 0 4 16,2-22-3-16,-9-11 7 16,-5-5 7-16,-8-7 15 15,-7-5 35-15,0 0-21 16,-22 1-3-16,-9 8-38 16,-2 14-6-16,1 10 11 15,-2 11-13-15,3 6 2 16,-2 4-54-16,4 27-154 15,-3 1-205-15</inkml:trace>
  <inkml:trace contextRef="#ctx0" brushRef="#br0" timeOffset="90159.24">18806 13516 1013 0,'0'0'70'0,"0"0"67"0,0 0 62 0,0 0 9 0,0 0-50 15,0 0-89-15,0 0-29 16,-50-77-5-16,50 81-3 16,0 25-21-16,0 15 9 15,0 9-6-15,0 4-8 16,7 3-3-16,-2-2-3 0,-3 0-1 15,3-4-6-15,-1-4-49 16,7-2-69-16,7-13-308 16,1-17-120-16</inkml:trace>
  <inkml:trace contextRef="#ctx0" brushRef="#br0" timeOffset="90390.65">19039 13521 1065 0,'0'0'70'16,"0"0"40"-16,0 0 64 16,0 0 19-16,0 0-50 15,0 0-83-15,-40-88-38 0,40 104-5 16,2 22-7-16,14 12 21 16,2 9-8-16,0 3-11 15,-1-2-9-15,-3 0-2 16,-1-2-1-16,-3-4-2 15,-6 4-25-15,2 2-195 16,-6-11-223-16,0-13-318 16</inkml:trace>
  <inkml:trace contextRef="#ctx0" brushRef="#br0" timeOffset="90691.44">19398 13553 677 0,'0'0'271'0,"0"0"-228"16,0 0 66-16,0 0 19 16,0 0 26-16,0 0 14 15,-25-95-67-15,25 95-16 16,0 0-18-16,0 3-45 15,0 23-18-15,5 12 26 16,9 8-9-16,-1 5-15 16,-5 3-4-16,4 4 0 15,-6 2-2-15,3 2-10 16,-5 6-100-16,0-8-247 0,-4-11-228 16</inkml:trace>
  <inkml:trace contextRef="#ctx0" brushRef="#br0" timeOffset="91208.2">19728 13549 385 0,'0'0'629'16,"0"0"-557"-16,0 0 31 15,0 0 23-15,0 0-19 16,0 0-36-16,-31-56-51 15,24 78-4-15,2 15 7 16,5 11 9-16,0 5-18 16,8 2-3-16,18-3-4 15,7-2-6-15,6-6 5 16,0-12-4-16,-1-10-2 16,0-8 0-16,0-14-1 0,-2 0 1 15,-3-18 0-15,-6-16 2 16,-4-8 0-16,-13-6-1 15,-10-10 4-15,0-2 0 16,0 1 2-16,-22 9-2 16,-3 18 13-16,-1 10 0 15,-3 12 3-15,-4 10-21 16,-4 2-7-16,-5 34-53 16,5 10-208-16,3 3-283 15</inkml:trace>
  <inkml:trace contextRef="#ctx0" brushRef="#br0" timeOffset="91691.07">20672 13569 1131 0,'0'0'15'0,"0"0"8"0,0 0 41 0,-53-128 34 0,17 102-16 16,-4 6-20-16,-2 8-33 0,-4 6 6 16,5 6-19-16,3 0-9 15,9 6-2-15,7 19 0 16,11 4-5-16,9 9 3 15,2-2-3-15,0 2 0 16,24-1 0-16,12-8 0 16,2-7-4-16,4-7-1 15,-1-14-11-15,-4-1-3 16,-1 0 1-16,-9-17 12 16,-6-5 6-16,-5-1 0 15,-7 1 6-15,0 5 6 16,-6 4 29-16,-3 3 23 15,0 8 70-15,0 2-68 0,2 0-42 16,4 20-19-16,5 22-4 16,5 19 6-16,-1 11-6 15,-1 12-1-15,-11 16-3 16,-3 9-125-16,-21-3-441 16</inkml:trace>
  <inkml:trace contextRef="#ctx0" brushRef="#br0" timeOffset="94626.91">14027 2082 232 0,'0'0'57'0,"0"0"102"0,0 0-80 0,135-61-13 0,-97 31 93 0,-5-3-33 0,-4-4-15 0,-8 1-18 16,-17 0-11-1,-4-5-10-15,-13-1 28 0,-32 2 3 16,-20-2-48-16,-20 4-11 15,-17 8-3-15,-22 10-14 16,-24 12-7-16,-30 8 4 16,-29 22 9-16,-36 32 8 15,-29 28 24-15,-10 32-17 16,1 22-9-16,30 13-9 16,56 12-3-16,61-1-8 15,66 1-7-15,62 1-8 16,31-12-2-16,71-12 2 15,49-19-8-15,48-27 3 16,55-32-6-16,42-34-13 0,32-26-3 16,19-37-8-16,-2-41-26 15,-18-23 4-15,-31-18-40 16,-47-21 40-16,-65-15 33 16,-60-16 11-16,-71-10 8 15,-47-5-9-15,-63 7-35 16,-70 23-89-16,-50 36-69 15,-51 32 94-15,-38 33-38 16,-24 21-359-16</inkml:trace>
  <inkml:trace contextRef="#ctx0" brushRef="#br0" timeOffset="95640.75">15174 15618 249 0,'0'0'447'0,"-45"-134"-308"0,32 50-28 0,2-8-22 0,1 2 6 0,6 9 32 15,0 15-8-15,4 16 62 16,-5 18-71-16,5 14-46 15,0 13-3-15,-2 5-13 16,2 0-27-16,0 23-13 16,0 23 2-16,0 24 19 15,20 15-9-15,2 9 8 0,3 5-13 16,-3-2-9-16,0-6-3 16,-4-3-6-16,-7-8 4 15,-3-4-2-15,-4-12-14 16,-4-7-51-16,0-12-119 15,0-14-168-15,-20-17 62 16,-18-14-126-16,-12-4 16 16</inkml:trace>
  <inkml:trace contextRef="#ctx0" brushRef="#br0" timeOffset="95877.44">14848 15873 752 0,'0'0'215'16,"0"0"-36"-16,0 0-50 15,0 0-31-15,0 0-57 16,0 0-9-16,-46 25 75 15,83 13-49-15,5-2-6 0,5-4-40 16,-2-2-6-16,0-6-3 16,-2-3 0-16,1-8 1 15,-6-9 4-15,-5-4 1 16,-2-3 22-16,3-32 29 16,3-11-45-16,4-17-10 15,3-9 3-15,2 1-7 16,2 4-1-16,-6 11-10 15,-6 18-101-15,-14 20-196 16,-16 18-118-16</inkml:trace>
  <inkml:trace contextRef="#ctx0" brushRef="#br0" timeOffset="96360.53">14935 16910 1034 0,'0'0'121'0,"-4"-102"-30"0,-25 74 9 0,-9 11-16 0,-9 17 10 16,-4 0-50-16,-2 30-27 15,1 14 2-15,14 6 32 16,16 3-23-16,22 1-20 16,0-4-3-16,43-6-1 15,19 1-4-15,11-10 2 16,6 2-2-16,-10-7 0 15,-19 2 0-15,-19-6 2 16,-23-2 0-16,-8 10 3 16,-36-6 15-16,-16 2 0 15,-7-12-1-15,3-14 13 0,7-4-7 16,11-8 7-16,11-23-29 16,18-10-3-16,9-11-5 15,20-2-88-15,27 0-102 16,6-4-162-16,6 9-335 15</inkml:trace>
  <inkml:trace contextRef="#ctx0" brushRef="#br0" timeOffset="96723.41">15236 17012 1052 0,'0'0'74'15,"0"0"22"-15,0 0 14 0,0 0-6 16,0 0-33-16,0 0-55 16,-14 32 16-16,12 22 11 15,2 9-22-15,0-6-11 16,0-4 0-16,2-7-1 16,21-7-5-16,6-8-3 15,9-13 2-15,4-14-3 16,5-4 5-16,0-4 1 15,-5-26 0-15,-2-12-3 16,-11-6 1-16,-11-14-2 16,-18 0 4-16,0 3 30 0,-23-3-12 15,-14 12-10 1,-7 6-7-16,-6 22-4 0,3 22-3 16,1 0-10-16,4 26-53 15,7 14-225-15,14-4-101 16</inkml:trace>
  <inkml:trace contextRef="#ctx0" brushRef="#br0" timeOffset="97107.44">15739 17067 98 0,'0'0'957'0,"0"0"-916"15,0 0 35-15,-8-103 0 0,8 97 10 16,0 6 28-16,0 0-76 16,0 15-28-16,0 24 10 15,0 7 53-15,0 7-44 16,13-3-16-16,7-6-4 16,9-8-4-16,2-6-3 15,2-8-1-15,1-11 0 16,-3-11-1-16,-2 0 6 15,0-11-4-15,-6-20 6 16,-4-8-5-16,-7-7 0 16,-12-2 2-16,0-7 14 0,-12 1 4 15,-17 7-2-15,-2 5-15 16,-2 21 3 0,-3 17-9-16,-4 4-5 0,3 30-25 15,-2 14-148-15,6 2-203 16,6-5-387-16</inkml:trace>
  <inkml:trace contextRef="#ctx0" brushRef="#br0" timeOffset="97458.22">16361 16968 494 0,'0'0'586'0,"0"0"-567"0,0 0 10 15,0 0 25-15,0 0 55 16,0 0-42-16,-63 8-41 16,59 39 0-16,4 0-5 15,0 3-4-15,18-2-3 16,14-4-1-16,5-7-6 16,5-9 20-16,1-10-16 15,-5-7-3-15,-5-11-1 16,-6 0 7-16,-4 0 14 15,-6-25 24-15,-3-7 5 16,-8-16-19-16,-6-6 6 16,0-9-11-16,-23 5 5 15,-8 0-24-15,-8 14-8 16,-3 7-6-16,-1 16 0 0,-3 15-49 16,-4 6-145-16,-10 0-216 15,-9 6-632-15</inkml:trace>
  <inkml:trace contextRef="#ctx0" brushRef="#br0" timeOffset="97924.43">13892 15379 810 0,'0'0'306'0,"0"0"-186"0,0 0 21 0,0 0 33 0,0 0-55 0,0 0-2 16,127 45-73-16,-64-15-19 15,-5 2-16-15,-9 3-9 16,-5 1 0-16,-3-6-6 16,-8-2-35-16,-4-5-144 15,-11-6-203-15,-12-17-43 16</inkml:trace>
  <inkml:trace contextRef="#ctx0" brushRef="#br0" timeOffset="98090.7">14264 15272 106 0,'0'0'1013'16,"0"0"-936"-16,0 0-39 16,0 0 77-16,0 0-28 15,-80 115-34-15,60-56-41 16,-7 11-12-16,-8 7-30 16,-9-2-57-16,-16-4-162 15,-8-8-269-15</inkml:trace>
  <inkml:trace contextRef="#ctx0" brushRef="#br0" timeOffset="98374.98">13315 15341 156 0,'0'0'746'16,"0"0"-606"-16,0 0-6 16,0 0 16-16,0 0 84 15,0 0-127-15,-44-93-73 16,44 107-24-16,13 17 3 16,12 19-2-16,-1 11-3 15,-1 8-8-15,-6 1-1 16,-2 8-7-16,1 2-93 0,-8-6-273 15,-8-10-216 1</inkml:trace>
  <inkml:trace contextRef="#ctx0" brushRef="#br0" timeOffset="100142.84">16045 14458 916 0,'0'0'45'0,"0"0"75"0,0 0-11 0,0 0-15 0,0 0 27 0,0 0-25 16,-21-76-70-16,21 85-11 0,0 26 6 16,0 15 17-16,0 4 13 15,0 2-25-15,3 2-10 16,6 2 1-16,-2 7-6 15,-1-5-3-15,1-4-5 16,-2-4 3-16,-3-14-6 16,2-9 1-16,-4-4 2 15,2-12-3-15,-2-7-1 16,0-1 1-16,0-5 1 16,0 0-1-16,0 0-1 15,3-2 1-15,3 0-1 16,10 4 3-16,14-4-2 0,18 0 3 15,14 0-3-15,13 0 0 16,20 0-4-16,25 0 3 16,26 0-5-16,35-10 0 15,31-2 3-15,24 3 3 16,25 0 1-16,15-3 4 16,5 6 0-16,2 2-5 15,-4 4-2-15,-15-6 2 16,-19 0-1-16,-22 5 1 15,-26-8 5-15,-33 5-3 16,-27-2-1-16,-35 2-1 16,-35 0-2-16,-30 0 2 15,-21 2 3-15,-9 2 7 0,-7 0 33 16,0-3 1-16,0-1-10 16,0 2-19-16,0-2-9 15,0 4-1-15,0 0-5 16,0-3-6-16,0 3-10 15,0 0-52-15,0 0-57 16,0 0-187-16,0 0-68 16,-2 0-479-16</inkml:trace>
  <inkml:trace contextRef="#ctx0" brushRef="#br0" timeOffset="100467.71">19997 14329 520 0,'0'0'281'0,"0"0"-165"0,0 0 22 0,0 0 4 0,0 0 36 0,0 0-10 0,-13-82-124 16,13 116-12-16,4 17 31 15,8 13-16 1,5 2-34-16,-1 11-13 0,-3 11-5 16,-4 12-4-16,-7 3-205 15,-2-11-209-15</inkml:trace>
  <inkml:trace contextRef="#ctx0" brushRef="#br0" timeOffset="109273.65">18619 15937 687 0,'0'0'510'0,"0"0"-416"0,0 0 37 0,0 0-6 16,0 0-44-16,0 0-26 0,0 0 2 15,2-72-52-15,29 50-2 16,0 12-3-16,-2 2 1 16,-4 8-1-16,-8 0-5 15,-1 10-9-15,-5 16 14 16,-5 9 34-16,-6 5-28 15,0 1-5-15,-10 0 4 16,-17-5 3-16,0-3-5 16,2-10 2-16,4-4 0 15,7-6-2-15,5-9 0 0,7-4-2 16,2 0 0-16,0 0-1 16,4 0-3-16,21 0-37 15,8 0 23-15,7 0 17 16,0 0 0-16,-4 4-5 15,-8 19 5-15,-7-4 12 16,-7 7 0-16,-14-4 12 16,0 0-11-16,-14 0 6 15,-20 0 0-15,-7-4-2 16,-5-8-6-16,0-6-1 16,1-4-1-16,3 0-7 15,7-5-2-15,10-16-3 0,12-7-33 16,13-8-159-16,0-8-263 15,17 8-110-15</inkml:trace>
  <inkml:trace contextRef="#ctx0" brushRef="#br0" timeOffset="109506.52">19138 15762 1171 0,'0'0'168'0,"0"0"9"0,0 0-28 0,0 0-16 0,0 0-89 0,0 0-24 0,-16 42-4 0,16 13 46 16,0 5-31-16,0-2-17 16,13-5-7-16,3-3-7 15,4-1 0-15,2-5-11 16,2-5-39-16,1-3-139 15,-8-8-278-15,0-11-223 16</inkml:trace>
  <inkml:trace contextRef="#ctx0" brushRef="#br0" timeOffset="109873.44">19552 15887 1088 0,'0'0'67'16,"0"0"-10"-16,0 0 66 0,0 0 4 16,0 0-43-1,0 0-44-15,-65-18-27 0,61 51-2 16,2 11 13-16,2 3 0 16,0 0-13-16,2-3-4 15,13-8-3-15,6-6-3 16,1-12-2-16,2-5 1 15,5-8-10-15,2-5-19 16,2 0 22-16,-1-9 4 16,-8-16 3-16,-6-7 1 0,-7-14 8 15,-11 2 10-15,0-10 9 16,-2 9 34-16,-25 1-20 16,-2 13-14-16,2 10-2 15,1 11-26 1,6 10-4-16,-5 0-60 0,3 8-128 15,-7 14-161-15,5 10-281 16</inkml:trace>
  <inkml:trace contextRef="#ctx0" brushRef="#br0" timeOffset="110357.76">20269 15968 566 0,'0'0'583'0,"0"0"-528"0,-15-125 26 0,-8 97 30 0,-6 6 34 0,0 8-77 16,-2 14-43-16,-4 0-18 15,-1 14 0-15,3 12-6 16,6 10-1-16,13 5 0 15,12-1-4-15,2-4 2 16,9 0-12-16,20-10-11 0,3-8-48 16,1-14-5-1,0-4 15-15,-1 0 7 0,-1-22 24 16,-7-13 29-16,-4-1 3 16,-6-4 11-16,-8 4 23 15,-4 8 23-15,-2 11 38 16,0 8 22-16,0 9 21 15,0 0-54-15,0 0-40 16,0 4-23-16,0 28-10 16,0 12 9-16,0 15 4 15,9-1-14-15,7-4-9 16,-1 4-1-16,1 0-9 16,-1 0-46-16,-3 1-159 15,-8-11-220-15,3-8-185 16</inkml:trace>
  <inkml:trace contextRef="#ctx0" brushRef="#br0" timeOffset="110624">20701 15821 1122 0,'0'0'41'0,"0"0"69"0,0 0 71 0,0 0-35 0,0 0-16 0,0 0-81 16,-42-46-16-16,78 64 16 0,9 14-3 15,5 2-28-15,-2 5-5 16,-4 0-6-16,-4 1-3 16,-3-4-3-16,0-1-2 15,-6-9-24-15,-2-8-42 16,-6-8-160-16,-13-6-148 15,-3-4-117-15</inkml:trace>
  <inkml:trace contextRef="#ctx0" brushRef="#br0" timeOffset="110823.76">21020 15781 814 0,'0'0'280'15,"0"0"-239"-15,0 0 29 0,0 0 31 16,-113-6 55-1,88 46-75-15,2 14-20 0,4 8 22 16,-2 0-58-16,1-1-18 16,3-3-7-16,-4-6-19 15,6-4-53-15,-1-10-139 16,3-8-101-16,9-12-310 16</inkml:trace>
  <inkml:trace contextRef="#ctx0" brushRef="#br0" timeOffset="111110.22">21484 15661 978 0,'0'0'123'0,"0"0"-19"16,0 0 75-16,0 0-9 16,0 0-6-16,0 0-80 15,-16-81-46-15,16 112 1 16,2 17 2-16,16 9-12 16,-1 6-17-16,4 1-12 15,-5 6-4-15,-1 3-14 16,-6-1-89-16,-9-1-160 0,0-6-202 15</inkml:trace>
  <inkml:trace contextRef="#ctx0" brushRef="#br0" timeOffset="112474">19752 17481 1225 0,'0'0'90'0,"0"0"-11"0,0 0 58 0,0 0-63 0,-78-102 8 0,81 74-27 0,31-2-32 15,14 2-7-15,8 12-16 16,-5 6 0-16,-8 10 0 16,-8 0-11-16,-13 14 6 15,-6 11 5-15,-12 12 15 16,-4 3-13-16,-6 4 0 0,-21 1 2 15,-6-9-3-15,-1-8 1 16,7-6 0-16,9-10 2 16,9-6-4-16,7-2-1 15,2-4 0-15,0 0-4 16,7 4-5-16,26-1-40 16,10 8 50-16,8 1-3 15,-2-2 2-15,-7 4 0 16,-9-2 1-16,-8 2 3 15,-11 0 10-15,-14 4 0 16,0-2 19-16,-10 6-17 16,-26-2-1-16,-9 3-2 15,-9-2-5-15,-2-9 4 0,0-6-5 16,6-6-1-16,0 0-5 16,8 0-2-16,11-18-23 15,4-14-206-15,12-12-236 16</inkml:trace>
  <inkml:trace contextRef="#ctx0" brushRef="#br0" timeOffset="113824.05">20455 17256 499 0,'0'0'542'0,"0"0"-369"0,0 0 11 0,0 0 35 0,0 0-82 0,0 0-60 0,-32-25-41 0,32 25-14 16,0 14-7-1,12 22-1-15,5 12 5 0,1 6-16 16,-1-6-3-16,-1 2-6 16,-3-1-45-16,-1-3-89 15,-1-6-123-15,-7-14-17 16,-2-8-58-16,5-18-162 16,5 0 237-16</inkml:trace>
  <inkml:trace contextRef="#ctx0" brushRef="#br0" timeOffset="114146.67">20715 17293 479 0,'0'0'449'0,"0"0"-292"16,0 0-49-16,0 0 8 15,0 0 73-15,0 0-96 16,-4-70-50 0,4 96-18-16,0 14 2 0,0 10-16 15,2 3 2-15,13-8-10 16,8-9-3-16,0-5-3 15,7-9-11-15,2-9 7 16,1-13-4-16,0 0-11 16,3-3 3-16,-5-25 18 15,-6-13 1-15,-10-11 3 16,-11-2 9-16,-4-3 9 16,0-2 16-16,-22 5 8 15,-4 14 2-15,-6 9-5 16,-3 17-8-16,2 6-34 0,-8 8-3 15,1 0-70 1,2 35-47-16,-2 9-154 0,2 10-53 16,7-4-345-16</inkml:trace>
  <inkml:trace contextRef="#ctx0" brushRef="#br0" timeOffset="114573.75">21392 17245 1317 0,'0'0'82'0,"9"-108"-15"15,-9 69-17-15,0 8-14 16,-9 4 121-16,-11 13-82 16,-7 8-54-16,-2 6-19 15,-2 0-2-15,2 24-2 16,10 6 1-16,9 7 0 15,10-1-4-15,0-6-1 16,27-6-6-16,2-8-25 16,4-10-3-16,-6-6 17 15,-2 0 15-15,-9-6 7 16,1-20 1-16,-8 0 1 16,-2-6 20-16,-5 5 26 15,-2 5-6-15,0 8 18 16,0 11-12-16,0-2 12 15,0 5-22-15,0 5-17 0,5 30-2 16,10 18 3-16,3 10-16 16,1 4-5-16,0-4 0 15,-1 4 0-15,-5 4-3 16,-2-3-100-16,-8-6-148 16,-3-14-282-16,0-16-297 15</inkml:trace>
  <inkml:trace contextRef="#ctx0" brushRef="#br0" timeOffset="114973.87">21706 16954 721 0,'0'0'554'16,"-118"-170"-515"-16,45 104 3 16,-14-1 23-16,-23 14-51 15,-27 4 53-15,-34 21-10 16,-32 16 30-16,-34 12-39 15,-25 39 0-15,-26 28 24 16,-8 31-3-16,-5 26-7 16,8 25-7-16,31 20-8 15,50 15-47-15,71 7 0 16,75 10 0-16,66 19 0 16,74 6 0-16,84-3 0 15,67-28 0-15,62-53 0 16,63-52 0-16,55-50 0 0,45-40 0 15,40-46 0 1,-2-64 0-16,-18-57 0 0,-44-47 0 16,-71-33 0-16,-89-19 0 15,-104-8 0-15,-123-2 0 16,-94-1 0-16,-141 9 0 16,-105 58 0-16,-96 85 0 15,-71 94-181-15,-49 58-384 16</inkml:trace>
  <inkml:trace contextRef="#ctx0" brushRef="#br0" timeOffset="116074.49">1768 6360 1081 0,'0'0'2'0,"-210"61"49"0,98-25 129 0,1 8-35 0,8-4 28 0,26-10-57 16,30-12-34-16,36-18-39 15,20 0-16-15,71-44 14 16,47-29-22-16,60-31-12 15,52-30-6-15,34-21 3 16,28-1-4-16,-4 6-7 16,-23 13 6-16,-47 27-5 15,-57 24-20-15,-68 30-96 16,-65 31-93-16,-41 25-19 16,-96 41 42-16,-62 47-161 15,-66 37-401-15</inkml:trace>
  <inkml:trace contextRef="#ctx0" brushRef="#br0" timeOffset="116224.42">1217 6717 703 0,'-207'150'570'0,"64"-54"-518"16,101-55 132-16,80-53-87 15,111-76-65-15,76-53-31 16,74-47 0-16,52-34 2 16,44-21-3-16,20 0 4 15,-16 8-12-15,-46 33-32 16,-87 44-334-16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04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41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98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9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37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387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0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06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777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1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71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56291-5681-42A0-8BDE-0CB1C23C0416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8BADB-310A-4565-91AF-8E862A37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0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AEBA-9483-4B24-A763-1A3BB5C44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Compound Interest 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E7AFC-B640-4391-8C66-9589B7766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01951"/>
            <a:ext cx="3595456" cy="454818"/>
          </a:xfr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Calisto MT" panose="02040603050505030304" pitchFamily="18" charset="0"/>
              </a:rPr>
              <a:t>Quantitative Aptitude</a:t>
            </a:r>
            <a:endParaRPr lang="en-IN" sz="2800" dirty="0">
              <a:latin typeface="Calisto MT" panose="0204060305050503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6FA4F6-108C-B309-BBF2-FF134FF5B5AC}"/>
                  </a:ext>
                </a:extLst>
              </p14:cNvPr>
              <p14:cNvContentPartPr/>
              <p14:nvPr/>
            </p14:nvContentPartPr>
            <p14:xfrm>
              <a:off x="4469400" y="3600"/>
              <a:ext cx="4797000" cy="2077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6FA4F6-108C-B309-BBF2-FF134FF5B5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60040" y="-5760"/>
                <a:ext cx="4815720" cy="20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CE2008-FFD1-B9A8-8C9E-1A76D69F13A4}"/>
                  </a:ext>
                </a:extLst>
              </p14:cNvPr>
              <p14:cNvContentPartPr/>
              <p14:nvPr/>
            </p14:nvContentPartPr>
            <p14:xfrm>
              <a:off x="970920" y="3777480"/>
              <a:ext cx="3646080" cy="2059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CE2008-FFD1-B9A8-8C9E-1A76D69F13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1560" y="3768120"/>
                <a:ext cx="3664800" cy="20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690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B820-ED6B-4978-8CD6-23CECEC2D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E6402-0781-4DE4-AB68-B26E247A0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858229-7E81-C056-54D8-4E471D033298}"/>
                  </a:ext>
                </a:extLst>
              </p14:cNvPr>
              <p14:cNvContentPartPr/>
              <p14:nvPr/>
            </p14:nvContentPartPr>
            <p14:xfrm>
              <a:off x="61920" y="744840"/>
              <a:ext cx="8450640" cy="6113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858229-7E81-C056-54D8-4E471D0332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60" y="735480"/>
                <a:ext cx="8469360" cy="61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356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1. Find the compound interest on Rs. 2000 at 5% per annum for 2 years compounded annually?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488274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205</a:t>
            </a:r>
          </a:p>
          <a:p>
            <a:pPr marL="514350" indent="-514350">
              <a:buAutoNum type="alphaUcParenR"/>
            </a:pPr>
            <a:r>
              <a:rPr lang="en-US" sz="2000" dirty="0"/>
              <a:t>210</a:t>
            </a:r>
          </a:p>
          <a:p>
            <a:pPr marL="514350" indent="-514350">
              <a:buAutoNum type="alphaUcParenR"/>
            </a:pPr>
            <a:r>
              <a:rPr lang="en-US" sz="2000" dirty="0"/>
              <a:t>220</a:t>
            </a:r>
          </a:p>
          <a:p>
            <a:pPr marL="514350" indent="-514350">
              <a:buAutoNum type="alphaUcParenR"/>
            </a:pPr>
            <a:r>
              <a:rPr lang="en-US" sz="2000" dirty="0"/>
              <a:t>230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C9E39B-13B6-5ADE-1924-C11B2B0CA194}"/>
                  </a:ext>
                </a:extLst>
              </p14:cNvPr>
              <p14:cNvContentPartPr/>
              <p14:nvPr/>
            </p14:nvContentPartPr>
            <p14:xfrm>
              <a:off x="267840" y="1006200"/>
              <a:ext cx="8692200" cy="5852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C9E39B-13B6-5ADE-1924-C11B2B0CA1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8480" y="996840"/>
                <a:ext cx="8710920" cy="587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448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2. Find the compound interest on Rs. 5000 at 2% per annum for 2 years compounded annually?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985" y="1479396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202</a:t>
            </a:r>
          </a:p>
          <a:p>
            <a:pPr marL="514350" indent="-514350">
              <a:buAutoNum type="alphaUcParenR"/>
            </a:pPr>
            <a:r>
              <a:rPr lang="en-US" sz="2000" dirty="0"/>
              <a:t>222</a:t>
            </a:r>
          </a:p>
          <a:p>
            <a:pPr marL="514350" indent="-514350">
              <a:buAutoNum type="alphaUcParenR"/>
            </a:pPr>
            <a:r>
              <a:rPr lang="en-US" sz="2000" dirty="0"/>
              <a:t>210</a:t>
            </a:r>
          </a:p>
          <a:p>
            <a:pPr marL="514350" indent="-514350">
              <a:buAutoNum type="alphaUcParenR"/>
            </a:pPr>
            <a:r>
              <a:rPr lang="en-US" sz="2000" dirty="0"/>
              <a:t>220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6901770-7182-B2CD-95AE-B4A8E934AA71}"/>
                  </a:ext>
                </a:extLst>
              </p14:cNvPr>
              <p14:cNvContentPartPr/>
              <p14:nvPr/>
            </p14:nvContentPartPr>
            <p14:xfrm>
              <a:off x="114840" y="981720"/>
              <a:ext cx="8886960" cy="587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6901770-7182-B2CD-95AE-B4A8E934AA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480" y="972360"/>
                <a:ext cx="8905680" cy="589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672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3D5255"/>
                </a:solidFill>
                <a:latin typeface="OpenSans"/>
              </a:rPr>
              <a:t>3. </a:t>
            </a:r>
            <a:r>
              <a:rPr lang="en-US" sz="2000" b="0" i="0" dirty="0">
                <a:solidFill>
                  <a:srgbClr val="3D5255"/>
                </a:solidFill>
                <a:effectLst/>
                <a:latin typeface="OpenSans"/>
              </a:rPr>
              <a:t>Compute the compound interest on Rs. 12,000 for 1 years ate 20% p.a. when compounded half-yearly.</a:t>
            </a:r>
            <a:br>
              <a:rPr lang="en-US" sz="2000" dirty="0"/>
            </a:b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936" y="1399497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2500</a:t>
            </a:r>
          </a:p>
          <a:p>
            <a:pPr marL="514350" indent="-514350">
              <a:buAutoNum type="alphaUcParenR"/>
            </a:pPr>
            <a:r>
              <a:rPr lang="en-US" sz="2000" dirty="0"/>
              <a:t>2520</a:t>
            </a:r>
          </a:p>
          <a:p>
            <a:pPr marL="514350" indent="-514350">
              <a:buAutoNum type="alphaUcParenR"/>
            </a:pPr>
            <a:r>
              <a:rPr lang="en-US" sz="2000" dirty="0"/>
              <a:t>2540</a:t>
            </a:r>
          </a:p>
          <a:p>
            <a:pPr marL="514350" indent="-514350">
              <a:buAutoNum type="alphaUcParenR"/>
            </a:pPr>
            <a:r>
              <a:rPr lang="en-US" sz="2000" dirty="0"/>
              <a:t>2300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3FDA3F-75DC-F580-A6E4-68C1A17ECF67}"/>
                  </a:ext>
                </a:extLst>
              </p14:cNvPr>
              <p14:cNvContentPartPr/>
              <p14:nvPr/>
            </p14:nvContentPartPr>
            <p14:xfrm>
              <a:off x="65160" y="686880"/>
              <a:ext cx="8988840" cy="6171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3FDA3F-75DC-F580-A6E4-68C1A17ECF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800" y="677520"/>
                <a:ext cx="9007560" cy="619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0933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390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4. If ram deposited Rs. 2000 in savings account at the rate of 20 percent per annum compounded half-yearly, how much money will be in the account after one year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9382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3530</a:t>
            </a:r>
          </a:p>
          <a:p>
            <a:pPr marL="514350" indent="-514350">
              <a:buAutoNum type="alphaUcParenR"/>
            </a:pPr>
            <a:r>
              <a:rPr lang="en-US" sz="2000" dirty="0"/>
              <a:t>Rs. 2420</a:t>
            </a:r>
          </a:p>
          <a:p>
            <a:pPr marL="514350" indent="-514350">
              <a:buAutoNum type="alphaUcParenR"/>
            </a:pPr>
            <a:r>
              <a:rPr lang="en-US" sz="2000" dirty="0"/>
              <a:t>Rs. 2630</a:t>
            </a:r>
          </a:p>
          <a:p>
            <a:pPr marL="514350" indent="-514350">
              <a:buAutoNum type="alphaUcParenR"/>
            </a:pPr>
            <a:r>
              <a:rPr lang="en-US" sz="2000" dirty="0"/>
              <a:t>Rs. 3870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674E72B-A0E3-CEC8-9F9F-D884C6B39535}"/>
                  </a:ext>
                </a:extLst>
              </p14:cNvPr>
              <p14:cNvContentPartPr/>
              <p14:nvPr/>
            </p14:nvContentPartPr>
            <p14:xfrm>
              <a:off x="255960" y="938520"/>
              <a:ext cx="8930520" cy="5919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674E72B-A0E3-CEC8-9F9F-D884C6B395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600" y="929160"/>
                <a:ext cx="8949240" cy="593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75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863" y="468720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5. The compound interest on Rs. 5000 for 3 years at 10% per annum will amount to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437" y="1674705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5000</a:t>
            </a:r>
          </a:p>
          <a:p>
            <a:pPr marL="514350" indent="-514350">
              <a:buAutoNum type="alphaUcParenR"/>
            </a:pPr>
            <a:r>
              <a:rPr lang="en-US" sz="2000" dirty="0"/>
              <a:t>2500</a:t>
            </a:r>
          </a:p>
          <a:p>
            <a:pPr marL="514350" indent="-514350">
              <a:buAutoNum type="alphaUcParenR"/>
            </a:pPr>
            <a:r>
              <a:rPr lang="en-US" sz="2000" dirty="0"/>
              <a:t>1655</a:t>
            </a:r>
          </a:p>
          <a:p>
            <a:pPr marL="514350" indent="-514350">
              <a:buAutoNum type="alphaUcParenR"/>
            </a:pPr>
            <a:r>
              <a:rPr lang="en-US" sz="2000" dirty="0"/>
              <a:t>1500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426467-D521-342E-7B7E-B2018B7F7C30}"/>
                  </a:ext>
                </a:extLst>
              </p14:cNvPr>
              <p14:cNvContentPartPr/>
              <p14:nvPr/>
            </p14:nvContentPartPr>
            <p14:xfrm>
              <a:off x="208080" y="334800"/>
              <a:ext cx="8489880" cy="6383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426467-D521-342E-7B7E-B2018B7F7C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720" y="325440"/>
                <a:ext cx="8508600" cy="64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043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129" y="444600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6. In what time will Rs. 1000 becomes Rs. 1331 at 10% per annum compounded Annually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9295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3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2(1/2)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2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3(1/2) years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B88CDF-9597-CCFA-95C4-9068F514B1DF}"/>
                  </a:ext>
                </a:extLst>
              </p14:cNvPr>
              <p14:cNvContentPartPr/>
              <p14:nvPr/>
            </p14:nvContentPartPr>
            <p14:xfrm>
              <a:off x="125280" y="1024200"/>
              <a:ext cx="8323920" cy="583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B88CDF-9597-CCFA-95C4-9068F514B1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920" y="1014840"/>
                <a:ext cx="8342640" cy="585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13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4F8B-1480-467A-83A8-0A3AD2B7D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7. In how many years will a sum of Rs. 320 amount to Rs. 405. if interest is compounded at 12.5% per annum?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868C1-5997-47EA-85B2-77F667C64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41540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2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1 year</a:t>
            </a:r>
          </a:p>
          <a:p>
            <a:pPr marL="514350" indent="-514350">
              <a:buAutoNum type="alphaUcParenR"/>
            </a:pPr>
            <a:r>
              <a:rPr lang="en-US" sz="2000" dirty="0"/>
              <a:t>1(1/2)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2(1/2) years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05B6FE-36C1-3231-BC02-7C4881573448}"/>
                  </a:ext>
                </a:extLst>
              </p14:cNvPr>
              <p14:cNvContentPartPr/>
              <p14:nvPr/>
            </p14:nvContentPartPr>
            <p14:xfrm>
              <a:off x="244800" y="999720"/>
              <a:ext cx="8911080" cy="5858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05B6FE-36C1-3231-BC02-7C48815734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440" y="990360"/>
                <a:ext cx="8929800" cy="587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9283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8. Rs. 8000 invested at Compound interest  gives Rs. 9261 as interest after 3 years, the rate of interest per annum?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74" y="1568172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10%</a:t>
            </a:r>
          </a:p>
          <a:p>
            <a:pPr marL="514350" indent="-514350">
              <a:buAutoNum type="alphaUcParenR"/>
            </a:pPr>
            <a:r>
              <a:rPr lang="en-US" sz="2000" dirty="0"/>
              <a:t>6%</a:t>
            </a:r>
          </a:p>
          <a:p>
            <a:pPr marL="514350" indent="-514350">
              <a:buAutoNum type="alphaUcParenR"/>
            </a:pPr>
            <a:r>
              <a:rPr lang="en-US" sz="2000" dirty="0"/>
              <a:t>5%</a:t>
            </a:r>
          </a:p>
          <a:p>
            <a:pPr marL="514350" indent="-514350">
              <a:buAutoNum type="alphaUcParenR"/>
            </a:pPr>
            <a:r>
              <a:rPr lang="en-US" sz="2000" dirty="0"/>
              <a:t>1%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5AE4C6-3AF0-C790-2C56-215CD1E2A278}"/>
                  </a:ext>
                </a:extLst>
              </p14:cNvPr>
              <p14:cNvContentPartPr/>
              <p14:nvPr/>
            </p14:nvContentPartPr>
            <p14:xfrm>
              <a:off x="284400" y="576000"/>
              <a:ext cx="7999560" cy="6282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5AE4C6-3AF0-C790-2C56-215CD1E2A2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040" y="566640"/>
                <a:ext cx="8018280" cy="630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4426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2340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9. A sum of money triples itself in 5 years at compound interest. In how many years will it become 81 times of itself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41540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15</a:t>
            </a:r>
          </a:p>
          <a:p>
            <a:pPr marL="514350" indent="-514350">
              <a:buAutoNum type="alphaUcParenR"/>
            </a:pPr>
            <a:r>
              <a:rPr lang="en-US" sz="2000" dirty="0"/>
              <a:t>20</a:t>
            </a:r>
          </a:p>
          <a:p>
            <a:pPr marL="514350" indent="-514350">
              <a:buAutoNum type="alphaUcParenR"/>
            </a:pPr>
            <a:r>
              <a:rPr lang="en-US" sz="2000" dirty="0"/>
              <a:t>25</a:t>
            </a:r>
          </a:p>
          <a:p>
            <a:pPr marL="514350" indent="-514350">
              <a:buAutoNum type="alphaUcParenR"/>
            </a:pPr>
            <a:r>
              <a:rPr lang="en-US" sz="2000" dirty="0"/>
              <a:t>30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F22194-5C6B-2626-9A54-039D9B5907A7}"/>
                  </a:ext>
                </a:extLst>
              </p14:cNvPr>
              <p14:cNvContentPartPr/>
              <p14:nvPr/>
            </p14:nvContentPartPr>
            <p14:xfrm>
              <a:off x="245520" y="936720"/>
              <a:ext cx="8821440" cy="5921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F22194-5C6B-2626-9A54-039D9B5907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6160" y="927360"/>
                <a:ext cx="8840160" cy="594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286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2340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10. A sum of money double itself in 5 years at compound interest. In how many years will it become 8 times of itself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41540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15</a:t>
            </a:r>
          </a:p>
          <a:p>
            <a:pPr marL="514350" indent="-514350">
              <a:buAutoNum type="alphaUcParenR"/>
            </a:pPr>
            <a:r>
              <a:rPr lang="en-US" sz="2000" dirty="0"/>
              <a:t>20</a:t>
            </a:r>
          </a:p>
          <a:p>
            <a:pPr marL="514350" indent="-514350">
              <a:buAutoNum type="alphaUcParenR"/>
            </a:pPr>
            <a:r>
              <a:rPr lang="en-US" sz="2000" dirty="0"/>
              <a:t>25</a:t>
            </a:r>
          </a:p>
          <a:p>
            <a:pPr marL="514350" indent="-514350">
              <a:buAutoNum type="alphaUcParenR"/>
            </a:pPr>
            <a:r>
              <a:rPr lang="en-US" sz="2000" dirty="0"/>
              <a:t>30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C630A1-9EA2-06F9-2276-551AC87A8196}"/>
                  </a:ext>
                </a:extLst>
              </p14:cNvPr>
              <p14:cNvContentPartPr/>
              <p14:nvPr/>
            </p14:nvContentPartPr>
            <p14:xfrm>
              <a:off x="310680" y="1267560"/>
              <a:ext cx="8524440" cy="2670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C630A1-9EA2-06F9-2276-551AC87A81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320" y="1258200"/>
                <a:ext cx="8543160" cy="268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989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21048"/>
            <a:ext cx="78867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11. A sum of money is invested for 3 years at compound interest, the rate of interest being 20% p.a., 10% p.a. and 25% p.a. for the first, second and third years respectively. If the amount becomes Rs.3300, then find the sum.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68169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Rs.2000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Rs.2400</a:t>
            </a:r>
          </a:p>
          <a:p>
            <a:pPr marL="514350" indent="-514350">
              <a:buAutoNum type="alphaUcParenR"/>
            </a:pPr>
            <a:r>
              <a:rPr lang="en-US" sz="2000" dirty="0"/>
              <a:t>Rs.2500</a:t>
            </a:r>
          </a:p>
          <a:p>
            <a:pPr marL="514350" indent="-514350">
              <a:buAutoNum type="alphaUcParenR"/>
            </a:pPr>
            <a:r>
              <a:rPr lang="en-US" sz="2000" dirty="0"/>
              <a:t>Rs.3000</a:t>
            </a:r>
            <a:br>
              <a:rPr lang="en-US" sz="2000" dirty="0"/>
            </a:b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A20329-E1ED-9F4C-145A-F8C031240D47}"/>
                  </a:ext>
                </a:extLst>
              </p14:cNvPr>
              <p14:cNvContentPartPr/>
              <p14:nvPr/>
            </p14:nvContentPartPr>
            <p14:xfrm>
              <a:off x="240840" y="1306440"/>
              <a:ext cx="8977680" cy="5551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A20329-E1ED-9F4C-145A-F8C031240D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480" y="1297080"/>
                <a:ext cx="8996400" cy="557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5787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12. A sum invested at 20% p.a. compound interest gives an interest of Rs.5544 in 2 years.  What is the sum invested?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7151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Rs.12000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Rs.12600</a:t>
            </a:r>
          </a:p>
          <a:p>
            <a:pPr marL="514350" indent="-514350">
              <a:buAutoNum type="alphaUcParenR"/>
            </a:pPr>
            <a:r>
              <a:rPr lang="en-US" sz="2000" dirty="0"/>
              <a:t>Rs.13000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Rs.13600</a:t>
            </a:r>
            <a:br>
              <a:rPr lang="en-US" sz="2000" dirty="0"/>
            </a:b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BD054F-53AB-0BCC-6E3D-3B39C5E73623}"/>
                  </a:ext>
                </a:extLst>
              </p14:cNvPr>
              <p14:cNvContentPartPr/>
              <p14:nvPr/>
            </p14:nvContentPartPr>
            <p14:xfrm>
              <a:off x="205560" y="335520"/>
              <a:ext cx="8483400" cy="652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BD054F-53AB-0BCC-6E3D-3B39C5E736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200" y="326160"/>
                <a:ext cx="8502120" cy="654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6939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13. Find the Compound interest on Rs. 10,000 at 20% per annum for 6 months. Compounded Quarterly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41" y="1514907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4353</a:t>
            </a:r>
          </a:p>
          <a:p>
            <a:pPr marL="514350" indent="-514350">
              <a:buAutoNum type="alphaUcParenR"/>
            </a:pPr>
            <a:r>
              <a:rPr lang="en-US" sz="2000" dirty="0"/>
              <a:t>Rs. 1329</a:t>
            </a:r>
          </a:p>
          <a:p>
            <a:pPr marL="514350" indent="-514350">
              <a:buAutoNum type="alphaUcParenR"/>
            </a:pPr>
            <a:r>
              <a:rPr lang="en-US" sz="2000" dirty="0"/>
              <a:t>Rs. 1025</a:t>
            </a:r>
          </a:p>
          <a:p>
            <a:pPr marL="514350" indent="-514350">
              <a:buAutoNum type="alphaUcParenR"/>
            </a:pPr>
            <a:r>
              <a:rPr lang="en-US" sz="2000" dirty="0"/>
              <a:t>Rs. 2649</a:t>
            </a:r>
          </a:p>
          <a:p>
            <a:pPr marL="514350" indent="-514350">
              <a:buAutoNum type="alphaUcParenR"/>
            </a:pP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BC4FD1-1690-BD1F-6ECF-602397F886FE}"/>
                  </a:ext>
                </a:extLst>
              </p14:cNvPr>
              <p14:cNvContentPartPr/>
              <p14:nvPr/>
            </p14:nvContentPartPr>
            <p14:xfrm>
              <a:off x="220320" y="950040"/>
              <a:ext cx="8476920" cy="5790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BC4FD1-1690-BD1F-6ECF-602397F886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960" y="940680"/>
                <a:ext cx="8495640" cy="580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5028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14. Find the compound interest on Rs. 16,000 at 20% per annum for 9 months compounded quarterly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7050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2522</a:t>
            </a:r>
          </a:p>
          <a:p>
            <a:pPr marL="514350" indent="-514350">
              <a:buAutoNum type="alphaUcParenR"/>
            </a:pPr>
            <a:r>
              <a:rPr lang="en-US" sz="2000" dirty="0"/>
              <a:t>2422</a:t>
            </a:r>
          </a:p>
          <a:p>
            <a:pPr marL="514350" indent="-514350">
              <a:buAutoNum type="alphaUcParenR"/>
            </a:pPr>
            <a:r>
              <a:rPr lang="en-US" sz="2000" dirty="0"/>
              <a:t>2682</a:t>
            </a:r>
          </a:p>
          <a:p>
            <a:pPr marL="514350" indent="-514350">
              <a:buAutoNum type="alphaUcParenR"/>
            </a:pPr>
            <a:r>
              <a:rPr lang="en-US" sz="2000" dirty="0"/>
              <a:t>1261</a:t>
            </a: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C884C2-3345-E08D-0B8D-D23802A2FF97}"/>
                  </a:ext>
                </a:extLst>
              </p14:cNvPr>
              <p14:cNvContentPartPr/>
              <p14:nvPr/>
            </p14:nvContentPartPr>
            <p14:xfrm>
              <a:off x="187920" y="963720"/>
              <a:ext cx="8359200" cy="5272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C884C2-3345-E08D-0B8D-D23802A2FF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560" y="954360"/>
                <a:ext cx="8377920" cy="529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2556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2191-11BB-4289-B88C-D443A94A1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15. Find the compound interest on Rs. 8000 at 15% per annum for 2 years 4 months, compounded annually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A81BB-3D40-4F65-A1B8-294FC8C19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9295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2109</a:t>
            </a:r>
          </a:p>
          <a:p>
            <a:pPr marL="514350" indent="-514350">
              <a:buAutoNum type="alphaUcParenR"/>
            </a:pPr>
            <a:r>
              <a:rPr lang="en-US" sz="2000" dirty="0"/>
              <a:t>3109</a:t>
            </a:r>
          </a:p>
          <a:p>
            <a:pPr marL="514350" indent="-514350">
              <a:buAutoNum type="alphaUcParenR"/>
            </a:pPr>
            <a:r>
              <a:rPr lang="en-US" sz="2000" dirty="0"/>
              <a:t>4109</a:t>
            </a:r>
          </a:p>
          <a:p>
            <a:pPr marL="514350" indent="-514350">
              <a:buAutoNum type="alphaUcParenR"/>
            </a:pPr>
            <a:r>
              <a:rPr lang="en-US" sz="2000" dirty="0"/>
              <a:t>6109</a:t>
            </a: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9C0CB1-A47F-B243-589F-37FB428D79AC}"/>
                  </a:ext>
                </a:extLst>
              </p14:cNvPr>
              <p14:cNvContentPartPr/>
              <p14:nvPr/>
            </p14:nvContentPartPr>
            <p14:xfrm>
              <a:off x="297000" y="566640"/>
              <a:ext cx="8195400" cy="622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9C0CB1-A47F-B243-589F-37FB428D79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7640" y="557280"/>
                <a:ext cx="8214120" cy="624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168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2000" dirty="0"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1A54A1-447A-40A2-8DD2-174726312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824" y="1108514"/>
            <a:ext cx="6477000" cy="4010025"/>
          </a:xfrm>
        </p:spPr>
      </p:pic>
    </p:spTree>
    <p:extLst>
      <p:ext uri="{BB962C8B-B14F-4D97-AF65-F5344CB8AC3E}">
        <p14:creationId xmlns:p14="http://schemas.microsoft.com/office/powerpoint/2010/main" val="192805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1575</TotalTime>
  <Words>518</Words>
  <Application>Microsoft Office PowerPoint</Application>
  <PresentationFormat>On-screen Show (4:3)</PresentationFormat>
  <Paragraphs>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Calisto MT</vt:lpstr>
      <vt:lpstr>Georgia</vt:lpstr>
      <vt:lpstr>OpenSans</vt:lpstr>
      <vt:lpstr>Office Theme</vt:lpstr>
      <vt:lpstr>Compound Interest </vt:lpstr>
      <vt:lpstr>PowerPoint Presentation</vt:lpstr>
      <vt:lpstr>1. Find the compound interest on Rs. 2000 at 5% per annum for 2 years compounded annually?</vt:lpstr>
      <vt:lpstr>2. Find the compound interest on Rs. 5000 at 2% per annum for 2 years compounded annually?</vt:lpstr>
      <vt:lpstr>3. Compute the compound interest on Rs. 12,000 for 1 years ate 20% p.a. when compounded half-yearly. </vt:lpstr>
      <vt:lpstr>4. If ram deposited Rs. 2000 in savings account at the rate of 20 percent per annum compounded half-yearly, how much money will be in the account after one year</vt:lpstr>
      <vt:lpstr>5. The compound interest on Rs. 5000 for 3 years at 10% per annum will amount to</vt:lpstr>
      <vt:lpstr>6. In what time will Rs. 1000 becomes Rs. 1331 at 10% per annum compounded Annually</vt:lpstr>
      <vt:lpstr>7. In how many years will a sum of Rs. 320 amount to Rs. 405. if interest is compounded at 12.5% per annum?</vt:lpstr>
      <vt:lpstr>8. Rs. 8000 invested at Compound interest  gives Rs. 9261 as interest after 3 years, the rate of interest per annum?</vt:lpstr>
      <vt:lpstr>9. A sum of money triples itself in 5 years at compound interest. In how many years will it become 81 times of itself</vt:lpstr>
      <vt:lpstr>10. A sum of money double itself in 5 years at compound interest. In how many years will it become 8 times of itself</vt:lpstr>
      <vt:lpstr>11. A sum of money is invested for 3 years at compound interest, the rate of interest being 20% p.a., 10% p.a. and 25% p.a. for the first, second and third years respectively. If the amount becomes Rs.3300, then find the sum.</vt:lpstr>
      <vt:lpstr>12. A sum invested at 20% p.a. compound interest gives an interest of Rs.5544 in 2 years.  What is the sum invested?</vt:lpstr>
      <vt:lpstr>13. Find the Compound interest on Rs. 10,000 at 20% per annum for 6 months. Compounded Quarterly</vt:lpstr>
      <vt:lpstr>14. Find the compound interest on Rs. 16,000 at 20% per annum for 9 months compounded quarterly</vt:lpstr>
      <vt:lpstr>15. Find the compound interest on Rs. 8000 at 15% per annum for 2 years 4 months, compounded annually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Interest</dc:title>
  <dc:creator>Pavithra Kura</dc:creator>
  <cp:lastModifiedBy>Pavithra Kura</cp:lastModifiedBy>
  <cp:revision>18</cp:revision>
  <dcterms:created xsi:type="dcterms:W3CDTF">2021-12-20T17:46:09Z</dcterms:created>
  <dcterms:modified xsi:type="dcterms:W3CDTF">2024-10-10T14:04:01Z</dcterms:modified>
</cp:coreProperties>
</file>