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sldIdLst>
    <p:sldId id="256" r:id="rId2"/>
    <p:sldId id="309" r:id="rId3"/>
    <p:sldId id="326" r:id="rId4"/>
    <p:sldId id="329" r:id="rId5"/>
    <p:sldId id="322" r:id="rId6"/>
    <p:sldId id="330" r:id="rId7"/>
    <p:sldId id="301" r:id="rId8"/>
    <p:sldId id="321" r:id="rId9"/>
    <p:sldId id="328" r:id="rId10"/>
    <p:sldId id="331" r:id="rId11"/>
    <p:sldId id="332" r:id="rId12"/>
    <p:sldId id="333" r:id="rId13"/>
    <p:sldId id="28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KUMAR GANTA" userId="04d4457b2c6f4d58" providerId="LiveId" clId="{415B0607-3D18-4380-816B-9D66A004EED0}"/>
    <pc:docChg chg="custSel addSld modSld">
      <pc:chgData name="KIRAN KUMAR GANTA" userId="04d4457b2c6f4d58" providerId="LiveId" clId="{415B0607-3D18-4380-816B-9D66A004EED0}" dt="2022-12-03T13:27:18.705" v="6110" actId="20577"/>
      <pc:docMkLst>
        <pc:docMk/>
      </pc:docMkLst>
      <pc:sldChg chg="modSp mod">
        <pc:chgData name="KIRAN KUMAR GANTA" userId="04d4457b2c6f4d58" providerId="LiveId" clId="{415B0607-3D18-4380-816B-9D66A004EED0}" dt="2022-11-22T09:44:02.084" v="109" actId="113"/>
        <pc:sldMkLst>
          <pc:docMk/>
          <pc:sldMk cId="2745039445" sldId="259"/>
        </pc:sldMkLst>
        <pc:spChg chg="mod">
          <ac:chgData name="KIRAN KUMAR GANTA" userId="04d4457b2c6f4d58" providerId="LiveId" clId="{415B0607-3D18-4380-816B-9D66A004EED0}" dt="2022-11-22T09:44:02.084" v="109" actId="113"/>
          <ac:spMkLst>
            <pc:docMk/>
            <pc:sldMk cId="2745039445" sldId="259"/>
            <ac:spMk id="3" creationId="{3F7F7275-821A-7B23-BE3E-B9410147340D}"/>
          </ac:spMkLst>
        </pc:spChg>
      </pc:sldChg>
      <pc:sldChg chg="delSp modSp new mod">
        <pc:chgData name="KIRAN KUMAR GANTA" userId="04d4457b2c6f4d58" providerId="LiveId" clId="{415B0607-3D18-4380-816B-9D66A004EED0}" dt="2022-11-22T09:45:58.981" v="253" actId="113"/>
        <pc:sldMkLst>
          <pc:docMk/>
          <pc:sldMk cId="3259336835" sldId="260"/>
        </pc:sldMkLst>
        <pc:spChg chg="del mod">
          <ac:chgData name="KIRAN KUMAR GANTA" userId="04d4457b2c6f4d58" providerId="LiveId" clId="{415B0607-3D18-4380-816B-9D66A004EED0}" dt="2022-11-22T09:44:16.597" v="112" actId="478"/>
          <ac:spMkLst>
            <pc:docMk/>
            <pc:sldMk cId="3259336835" sldId="260"/>
            <ac:spMk id="2" creationId="{C99E18C2-BC0C-7ED6-C1EA-F75EE7BAD2FC}"/>
          </ac:spMkLst>
        </pc:spChg>
        <pc:spChg chg="mod">
          <ac:chgData name="KIRAN KUMAR GANTA" userId="04d4457b2c6f4d58" providerId="LiveId" clId="{415B0607-3D18-4380-816B-9D66A004EED0}" dt="2022-11-22T09:45:58.981" v="253" actId="113"/>
          <ac:spMkLst>
            <pc:docMk/>
            <pc:sldMk cId="3259336835" sldId="260"/>
            <ac:spMk id="3" creationId="{BD0CAEFC-D594-A38A-CE5E-25A0316665E1}"/>
          </ac:spMkLst>
        </pc:spChg>
      </pc:sldChg>
      <pc:sldChg chg="delSp modSp new mod">
        <pc:chgData name="KIRAN KUMAR GANTA" userId="04d4457b2c6f4d58" providerId="LiveId" clId="{415B0607-3D18-4380-816B-9D66A004EED0}" dt="2022-11-22T09:47:48.159" v="368" actId="113"/>
        <pc:sldMkLst>
          <pc:docMk/>
          <pc:sldMk cId="3231654361" sldId="261"/>
        </pc:sldMkLst>
        <pc:spChg chg="del mod">
          <ac:chgData name="KIRAN KUMAR GANTA" userId="04d4457b2c6f4d58" providerId="LiveId" clId="{415B0607-3D18-4380-816B-9D66A004EED0}" dt="2022-11-22T09:46:11.354" v="256" actId="478"/>
          <ac:spMkLst>
            <pc:docMk/>
            <pc:sldMk cId="3231654361" sldId="261"/>
            <ac:spMk id="2" creationId="{B92F98AE-B313-6351-8B77-07F241C7A521}"/>
          </ac:spMkLst>
        </pc:spChg>
        <pc:spChg chg="mod">
          <ac:chgData name="KIRAN KUMAR GANTA" userId="04d4457b2c6f4d58" providerId="LiveId" clId="{415B0607-3D18-4380-816B-9D66A004EED0}" dt="2022-11-22T09:47:48.159" v="368" actId="113"/>
          <ac:spMkLst>
            <pc:docMk/>
            <pc:sldMk cId="3231654361" sldId="261"/>
            <ac:spMk id="3" creationId="{0A237550-1DE1-9F96-6294-BBF931B4F42B}"/>
          </ac:spMkLst>
        </pc:spChg>
      </pc:sldChg>
      <pc:sldChg chg="delSp modSp new mod">
        <pc:chgData name="KIRAN KUMAR GANTA" userId="04d4457b2c6f4d58" providerId="LiveId" clId="{415B0607-3D18-4380-816B-9D66A004EED0}" dt="2022-11-22T09:49:35.756" v="490" actId="113"/>
        <pc:sldMkLst>
          <pc:docMk/>
          <pc:sldMk cId="2471644895" sldId="262"/>
        </pc:sldMkLst>
        <pc:spChg chg="del mod">
          <ac:chgData name="KIRAN KUMAR GANTA" userId="04d4457b2c6f4d58" providerId="LiveId" clId="{415B0607-3D18-4380-816B-9D66A004EED0}" dt="2022-11-22T09:48:00.071" v="371" actId="478"/>
          <ac:spMkLst>
            <pc:docMk/>
            <pc:sldMk cId="2471644895" sldId="262"/>
            <ac:spMk id="2" creationId="{000AA207-4125-EFA2-9E98-39906A0019E9}"/>
          </ac:spMkLst>
        </pc:spChg>
        <pc:spChg chg="mod">
          <ac:chgData name="KIRAN KUMAR GANTA" userId="04d4457b2c6f4d58" providerId="LiveId" clId="{415B0607-3D18-4380-816B-9D66A004EED0}" dt="2022-11-22T09:49:35.756" v="490" actId="113"/>
          <ac:spMkLst>
            <pc:docMk/>
            <pc:sldMk cId="2471644895" sldId="262"/>
            <ac:spMk id="3" creationId="{ED5E6109-DE52-D3E6-2B6D-0F9DD5E9BD64}"/>
          </ac:spMkLst>
        </pc:spChg>
      </pc:sldChg>
      <pc:sldChg chg="delSp modSp new mod">
        <pc:chgData name="KIRAN KUMAR GANTA" userId="04d4457b2c6f4d58" providerId="LiveId" clId="{415B0607-3D18-4380-816B-9D66A004EED0}" dt="2022-11-22T09:51:13.335" v="609" actId="113"/>
        <pc:sldMkLst>
          <pc:docMk/>
          <pc:sldMk cId="3406206606" sldId="263"/>
        </pc:sldMkLst>
        <pc:spChg chg="del mod">
          <ac:chgData name="KIRAN KUMAR GANTA" userId="04d4457b2c6f4d58" providerId="LiveId" clId="{415B0607-3D18-4380-816B-9D66A004EED0}" dt="2022-11-22T09:49:42.789" v="493" actId="478"/>
          <ac:spMkLst>
            <pc:docMk/>
            <pc:sldMk cId="3406206606" sldId="263"/>
            <ac:spMk id="2" creationId="{47AD252D-8EA7-E794-9CA2-A244515ADA72}"/>
          </ac:spMkLst>
        </pc:spChg>
        <pc:spChg chg="mod">
          <ac:chgData name="KIRAN KUMAR GANTA" userId="04d4457b2c6f4d58" providerId="LiveId" clId="{415B0607-3D18-4380-816B-9D66A004EED0}" dt="2022-11-22T09:51:13.335" v="609" actId="113"/>
          <ac:spMkLst>
            <pc:docMk/>
            <pc:sldMk cId="3406206606" sldId="263"/>
            <ac:spMk id="3" creationId="{83435682-F3C7-456E-8725-FBF18D75BED0}"/>
          </ac:spMkLst>
        </pc:spChg>
      </pc:sldChg>
      <pc:sldChg chg="delSp modSp new mod">
        <pc:chgData name="KIRAN KUMAR GANTA" userId="04d4457b2c6f4d58" providerId="LiveId" clId="{415B0607-3D18-4380-816B-9D66A004EED0}" dt="2022-11-22T09:52:56.447" v="734" actId="113"/>
        <pc:sldMkLst>
          <pc:docMk/>
          <pc:sldMk cId="2366335118" sldId="264"/>
        </pc:sldMkLst>
        <pc:spChg chg="del mod">
          <ac:chgData name="KIRAN KUMAR GANTA" userId="04d4457b2c6f4d58" providerId="LiveId" clId="{415B0607-3D18-4380-816B-9D66A004EED0}" dt="2022-11-22T09:51:26.456" v="612" actId="478"/>
          <ac:spMkLst>
            <pc:docMk/>
            <pc:sldMk cId="2366335118" sldId="264"/>
            <ac:spMk id="2" creationId="{700A2CCF-64AC-D193-C5D6-C51F72224C5B}"/>
          </ac:spMkLst>
        </pc:spChg>
        <pc:spChg chg="mod">
          <ac:chgData name="KIRAN KUMAR GANTA" userId="04d4457b2c6f4d58" providerId="LiveId" clId="{415B0607-3D18-4380-816B-9D66A004EED0}" dt="2022-11-22T09:52:56.447" v="734" actId="113"/>
          <ac:spMkLst>
            <pc:docMk/>
            <pc:sldMk cId="2366335118" sldId="264"/>
            <ac:spMk id="3" creationId="{12232249-F00A-336E-BF6A-27A16CE2F241}"/>
          </ac:spMkLst>
        </pc:spChg>
      </pc:sldChg>
      <pc:sldChg chg="delSp modSp new mod">
        <pc:chgData name="KIRAN KUMAR GANTA" userId="04d4457b2c6f4d58" providerId="LiveId" clId="{415B0607-3D18-4380-816B-9D66A004EED0}" dt="2022-11-22T09:54:43.339" v="856" actId="113"/>
        <pc:sldMkLst>
          <pc:docMk/>
          <pc:sldMk cId="3726046492" sldId="265"/>
        </pc:sldMkLst>
        <pc:spChg chg="del mod">
          <ac:chgData name="KIRAN KUMAR GANTA" userId="04d4457b2c6f4d58" providerId="LiveId" clId="{415B0607-3D18-4380-816B-9D66A004EED0}" dt="2022-11-22T09:53:05.392" v="737" actId="478"/>
          <ac:spMkLst>
            <pc:docMk/>
            <pc:sldMk cId="3726046492" sldId="265"/>
            <ac:spMk id="2" creationId="{A1B099E4-C240-C94B-53B7-D1EE52C04EBE}"/>
          </ac:spMkLst>
        </pc:spChg>
        <pc:spChg chg="mod">
          <ac:chgData name="KIRAN KUMAR GANTA" userId="04d4457b2c6f4d58" providerId="LiveId" clId="{415B0607-3D18-4380-816B-9D66A004EED0}" dt="2022-11-22T09:54:43.339" v="856" actId="113"/>
          <ac:spMkLst>
            <pc:docMk/>
            <pc:sldMk cId="3726046492" sldId="265"/>
            <ac:spMk id="3" creationId="{9F32EDFA-9473-79EE-0F35-48D6FE17308F}"/>
          </ac:spMkLst>
        </pc:spChg>
      </pc:sldChg>
      <pc:sldChg chg="delSp modSp new mod">
        <pc:chgData name="KIRAN KUMAR GANTA" userId="04d4457b2c6f4d58" providerId="LiveId" clId="{415B0607-3D18-4380-816B-9D66A004EED0}" dt="2022-11-22T09:56:56.173" v="987" actId="113"/>
        <pc:sldMkLst>
          <pc:docMk/>
          <pc:sldMk cId="1208186571" sldId="266"/>
        </pc:sldMkLst>
        <pc:spChg chg="del mod">
          <ac:chgData name="KIRAN KUMAR GANTA" userId="04d4457b2c6f4d58" providerId="LiveId" clId="{415B0607-3D18-4380-816B-9D66A004EED0}" dt="2022-11-22T09:55:10.225" v="859" actId="478"/>
          <ac:spMkLst>
            <pc:docMk/>
            <pc:sldMk cId="1208186571" sldId="266"/>
            <ac:spMk id="2" creationId="{51117EEC-5E2D-DC41-081A-DE5B29DCAD03}"/>
          </ac:spMkLst>
        </pc:spChg>
        <pc:spChg chg="mod">
          <ac:chgData name="KIRAN KUMAR GANTA" userId="04d4457b2c6f4d58" providerId="LiveId" clId="{415B0607-3D18-4380-816B-9D66A004EED0}" dt="2022-11-22T09:56:56.173" v="987" actId="113"/>
          <ac:spMkLst>
            <pc:docMk/>
            <pc:sldMk cId="1208186571" sldId="266"/>
            <ac:spMk id="3" creationId="{F1C208E4-8FE0-3F9B-F449-7A80C294134C}"/>
          </ac:spMkLst>
        </pc:spChg>
      </pc:sldChg>
      <pc:sldChg chg="delSp modSp new mod">
        <pc:chgData name="KIRAN KUMAR GANTA" userId="04d4457b2c6f4d58" providerId="LiveId" clId="{415B0607-3D18-4380-816B-9D66A004EED0}" dt="2022-11-22T09:59:46.615" v="1143" actId="113"/>
        <pc:sldMkLst>
          <pc:docMk/>
          <pc:sldMk cId="1105230622" sldId="267"/>
        </pc:sldMkLst>
        <pc:spChg chg="del mod">
          <ac:chgData name="KIRAN KUMAR GANTA" userId="04d4457b2c6f4d58" providerId="LiveId" clId="{415B0607-3D18-4380-816B-9D66A004EED0}" dt="2022-11-22T09:57:06.958" v="990" actId="478"/>
          <ac:spMkLst>
            <pc:docMk/>
            <pc:sldMk cId="1105230622" sldId="267"/>
            <ac:spMk id="2" creationId="{A9803699-48FA-E108-82F9-8F99BEB1DDE4}"/>
          </ac:spMkLst>
        </pc:spChg>
        <pc:spChg chg="mod">
          <ac:chgData name="KIRAN KUMAR GANTA" userId="04d4457b2c6f4d58" providerId="LiveId" clId="{415B0607-3D18-4380-816B-9D66A004EED0}" dt="2022-11-22T09:59:46.615" v="1143" actId="113"/>
          <ac:spMkLst>
            <pc:docMk/>
            <pc:sldMk cId="1105230622" sldId="267"/>
            <ac:spMk id="3" creationId="{4FE0DC40-B0EA-D63B-E4B6-70164DE9D2E3}"/>
          </ac:spMkLst>
        </pc:spChg>
      </pc:sldChg>
      <pc:sldChg chg="delSp modSp new mod">
        <pc:chgData name="KIRAN KUMAR GANTA" userId="04d4457b2c6f4d58" providerId="LiveId" clId="{415B0607-3D18-4380-816B-9D66A004EED0}" dt="2022-11-22T10:02:17.532" v="1283" actId="113"/>
        <pc:sldMkLst>
          <pc:docMk/>
          <pc:sldMk cId="921741312" sldId="268"/>
        </pc:sldMkLst>
        <pc:spChg chg="del mod">
          <ac:chgData name="KIRAN KUMAR GANTA" userId="04d4457b2c6f4d58" providerId="LiveId" clId="{415B0607-3D18-4380-816B-9D66A004EED0}" dt="2022-11-22T09:59:55.647" v="1146" actId="478"/>
          <ac:spMkLst>
            <pc:docMk/>
            <pc:sldMk cId="921741312" sldId="268"/>
            <ac:spMk id="2" creationId="{04D77D2A-BBD0-DE84-C6A0-43773C1F5757}"/>
          </ac:spMkLst>
        </pc:spChg>
        <pc:spChg chg="mod">
          <ac:chgData name="KIRAN KUMAR GANTA" userId="04d4457b2c6f4d58" providerId="LiveId" clId="{415B0607-3D18-4380-816B-9D66A004EED0}" dt="2022-11-22T10:02:17.532" v="1283" actId="113"/>
          <ac:spMkLst>
            <pc:docMk/>
            <pc:sldMk cId="921741312" sldId="268"/>
            <ac:spMk id="3" creationId="{837DD3FD-F0EB-8CF6-8476-A685D9C43EF1}"/>
          </ac:spMkLst>
        </pc:spChg>
      </pc:sldChg>
      <pc:sldChg chg="delSp modSp new mod">
        <pc:chgData name="KIRAN KUMAR GANTA" userId="04d4457b2c6f4d58" providerId="LiveId" clId="{415B0607-3D18-4380-816B-9D66A004EED0}" dt="2022-11-22T10:04:53.768" v="1456" actId="113"/>
        <pc:sldMkLst>
          <pc:docMk/>
          <pc:sldMk cId="3188229740" sldId="269"/>
        </pc:sldMkLst>
        <pc:spChg chg="del mod">
          <ac:chgData name="KIRAN KUMAR GANTA" userId="04d4457b2c6f4d58" providerId="LiveId" clId="{415B0607-3D18-4380-816B-9D66A004EED0}" dt="2022-11-22T10:02:25.180" v="1286" actId="478"/>
          <ac:spMkLst>
            <pc:docMk/>
            <pc:sldMk cId="3188229740" sldId="269"/>
            <ac:spMk id="2" creationId="{65A2866E-01DA-5730-F139-DAEA0DF26248}"/>
          </ac:spMkLst>
        </pc:spChg>
        <pc:spChg chg="mod">
          <ac:chgData name="KIRAN KUMAR GANTA" userId="04d4457b2c6f4d58" providerId="LiveId" clId="{415B0607-3D18-4380-816B-9D66A004EED0}" dt="2022-11-22T10:04:53.768" v="1456" actId="113"/>
          <ac:spMkLst>
            <pc:docMk/>
            <pc:sldMk cId="3188229740" sldId="269"/>
            <ac:spMk id="3" creationId="{4D6EDC61-D907-181C-909A-F0EF15A8407C}"/>
          </ac:spMkLst>
        </pc:spChg>
      </pc:sldChg>
      <pc:sldChg chg="delSp modSp new mod">
        <pc:chgData name="KIRAN KUMAR GANTA" userId="04d4457b2c6f4d58" providerId="LiveId" clId="{415B0607-3D18-4380-816B-9D66A004EED0}" dt="2022-11-22T10:07:37.006" v="1631" actId="123"/>
        <pc:sldMkLst>
          <pc:docMk/>
          <pc:sldMk cId="1343770880" sldId="270"/>
        </pc:sldMkLst>
        <pc:spChg chg="del mod">
          <ac:chgData name="KIRAN KUMAR GANTA" userId="04d4457b2c6f4d58" providerId="LiveId" clId="{415B0607-3D18-4380-816B-9D66A004EED0}" dt="2022-11-22T10:05:03.868" v="1459" actId="478"/>
          <ac:spMkLst>
            <pc:docMk/>
            <pc:sldMk cId="1343770880" sldId="270"/>
            <ac:spMk id="2" creationId="{70195E2B-9811-C77D-1275-65B827A46264}"/>
          </ac:spMkLst>
        </pc:spChg>
        <pc:spChg chg="mod">
          <ac:chgData name="KIRAN KUMAR GANTA" userId="04d4457b2c6f4d58" providerId="LiveId" clId="{415B0607-3D18-4380-816B-9D66A004EED0}" dt="2022-11-22T10:07:37.006" v="1631" actId="123"/>
          <ac:spMkLst>
            <pc:docMk/>
            <pc:sldMk cId="1343770880" sldId="270"/>
            <ac:spMk id="3" creationId="{1FEB0B71-DE53-634B-274E-6F27A9B49692}"/>
          </ac:spMkLst>
        </pc:spChg>
      </pc:sldChg>
      <pc:sldChg chg="delSp modSp new mod">
        <pc:chgData name="KIRAN KUMAR GANTA" userId="04d4457b2c6f4d58" providerId="LiveId" clId="{415B0607-3D18-4380-816B-9D66A004EED0}" dt="2022-11-22T10:10:35.974" v="1858" actId="123"/>
        <pc:sldMkLst>
          <pc:docMk/>
          <pc:sldMk cId="2758500736" sldId="271"/>
        </pc:sldMkLst>
        <pc:spChg chg="del mod">
          <ac:chgData name="KIRAN KUMAR GANTA" userId="04d4457b2c6f4d58" providerId="LiveId" clId="{415B0607-3D18-4380-816B-9D66A004EED0}" dt="2022-11-22T10:07:47.174" v="1634" actId="478"/>
          <ac:spMkLst>
            <pc:docMk/>
            <pc:sldMk cId="2758500736" sldId="271"/>
            <ac:spMk id="2" creationId="{EFDCD9D6-3741-07CB-6466-D105E37F06DA}"/>
          </ac:spMkLst>
        </pc:spChg>
        <pc:spChg chg="mod">
          <ac:chgData name="KIRAN KUMAR GANTA" userId="04d4457b2c6f4d58" providerId="LiveId" clId="{415B0607-3D18-4380-816B-9D66A004EED0}" dt="2022-11-22T10:10:35.974" v="1858" actId="123"/>
          <ac:spMkLst>
            <pc:docMk/>
            <pc:sldMk cId="2758500736" sldId="271"/>
            <ac:spMk id="3" creationId="{84B8E209-D197-54D2-FA90-614220DCAA3C}"/>
          </ac:spMkLst>
        </pc:spChg>
      </pc:sldChg>
      <pc:sldChg chg="delSp modSp new mod">
        <pc:chgData name="KIRAN KUMAR GANTA" userId="04d4457b2c6f4d58" providerId="LiveId" clId="{415B0607-3D18-4380-816B-9D66A004EED0}" dt="2022-11-22T10:13:59.747" v="2077" actId="123"/>
        <pc:sldMkLst>
          <pc:docMk/>
          <pc:sldMk cId="3653190127" sldId="272"/>
        </pc:sldMkLst>
        <pc:spChg chg="del mod">
          <ac:chgData name="KIRAN KUMAR GANTA" userId="04d4457b2c6f4d58" providerId="LiveId" clId="{415B0607-3D18-4380-816B-9D66A004EED0}" dt="2022-11-22T10:10:43.954" v="1861" actId="478"/>
          <ac:spMkLst>
            <pc:docMk/>
            <pc:sldMk cId="3653190127" sldId="272"/>
            <ac:spMk id="2" creationId="{78291E25-DB65-D67D-55E1-1C04E811F0A3}"/>
          </ac:spMkLst>
        </pc:spChg>
        <pc:spChg chg="mod">
          <ac:chgData name="KIRAN KUMAR GANTA" userId="04d4457b2c6f4d58" providerId="LiveId" clId="{415B0607-3D18-4380-816B-9D66A004EED0}" dt="2022-11-22T10:13:59.747" v="2077" actId="123"/>
          <ac:spMkLst>
            <pc:docMk/>
            <pc:sldMk cId="3653190127" sldId="272"/>
            <ac:spMk id="3" creationId="{506F231C-6208-F025-E6AF-A625BE35EB83}"/>
          </ac:spMkLst>
        </pc:spChg>
      </pc:sldChg>
      <pc:sldChg chg="addSp delSp modSp new mod">
        <pc:chgData name="KIRAN KUMAR GANTA" userId="04d4457b2c6f4d58" providerId="LiveId" clId="{415B0607-3D18-4380-816B-9D66A004EED0}" dt="2022-11-23T00:22:07.413" v="2634" actId="123"/>
        <pc:sldMkLst>
          <pc:docMk/>
          <pc:sldMk cId="3695859695" sldId="273"/>
        </pc:sldMkLst>
        <pc:spChg chg="del mod">
          <ac:chgData name="KIRAN KUMAR GANTA" userId="04d4457b2c6f4d58" providerId="LiveId" clId="{415B0607-3D18-4380-816B-9D66A004EED0}" dt="2022-11-22T10:14:55.718" v="2080" actId="478"/>
          <ac:spMkLst>
            <pc:docMk/>
            <pc:sldMk cId="3695859695" sldId="273"/>
            <ac:spMk id="2" creationId="{94BB2080-21D0-F1DE-A9D1-FCD4990E2124}"/>
          </ac:spMkLst>
        </pc:spChg>
        <pc:spChg chg="mod">
          <ac:chgData name="KIRAN KUMAR GANTA" userId="04d4457b2c6f4d58" providerId="LiveId" clId="{415B0607-3D18-4380-816B-9D66A004EED0}" dt="2022-11-23T00:22:07.413" v="2634" actId="123"/>
          <ac:spMkLst>
            <pc:docMk/>
            <pc:sldMk cId="3695859695" sldId="273"/>
            <ac:spMk id="3" creationId="{08FB23B5-8DA9-7542-5D8E-8BA2B36C5599}"/>
          </ac:spMkLst>
        </pc:spChg>
        <pc:spChg chg="add mod">
          <ac:chgData name="KIRAN KUMAR GANTA" userId="04d4457b2c6f4d58" providerId="LiveId" clId="{415B0607-3D18-4380-816B-9D66A004EED0}" dt="2022-11-22T10:47:23.601" v="2338" actId="20577"/>
          <ac:spMkLst>
            <pc:docMk/>
            <pc:sldMk cId="3695859695" sldId="273"/>
            <ac:spMk id="4" creationId="{0386C79C-5562-CBCF-7E50-5E77E83F5C66}"/>
          </ac:spMkLst>
        </pc:spChg>
      </pc:sldChg>
      <pc:sldChg chg="delSp modSp new mod">
        <pc:chgData name="KIRAN KUMAR GANTA" userId="04d4457b2c6f4d58" providerId="LiveId" clId="{415B0607-3D18-4380-816B-9D66A004EED0}" dt="2022-11-23T00:25:42.108" v="2859" actId="123"/>
        <pc:sldMkLst>
          <pc:docMk/>
          <pc:sldMk cId="2026968352" sldId="274"/>
        </pc:sldMkLst>
        <pc:spChg chg="del mod">
          <ac:chgData name="KIRAN KUMAR GANTA" userId="04d4457b2c6f4d58" providerId="LiveId" clId="{415B0607-3D18-4380-816B-9D66A004EED0}" dt="2022-11-23T00:22:23.940" v="2637" actId="478"/>
          <ac:spMkLst>
            <pc:docMk/>
            <pc:sldMk cId="2026968352" sldId="274"/>
            <ac:spMk id="2" creationId="{150100BA-6C40-A5E0-D970-7D222207E89F}"/>
          </ac:spMkLst>
        </pc:spChg>
        <pc:spChg chg="mod">
          <ac:chgData name="KIRAN KUMAR GANTA" userId="04d4457b2c6f4d58" providerId="LiveId" clId="{415B0607-3D18-4380-816B-9D66A004EED0}" dt="2022-11-23T00:25:42.108" v="2859" actId="123"/>
          <ac:spMkLst>
            <pc:docMk/>
            <pc:sldMk cId="2026968352" sldId="274"/>
            <ac:spMk id="3" creationId="{668703F4-1813-892A-D70C-11718D503101}"/>
          </ac:spMkLst>
        </pc:spChg>
      </pc:sldChg>
      <pc:sldChg chg="delSp modSp new mod">
        <pc:chgData name="KIRAN KUMAR GANTA" userId="04d4457b2c6f4d58" providerId="LiveId" clId="{415B0607-3D18-4380-816B-9D66A004EED0}" dt="2022-11-23T00:28:56.357" v="3087" actId="123"/>
        <pc:sldMkLst>
          <pc:docMk/>
          <pc:sldMk cId="2957383491" sldId="275"/>
        </pc:sldMkLst>
        <pc:spChg chg="del mod">
          <ac:chgData name="KIRAN KUMAR GANTA" userId="04d4457b2c6f4d58" providerId="LiveId" clId="{415B0607-3D18-4380-816B-9D66A004EED0}" dt="2022-11-23T00:25:52.933" v="2862" actId="478"/>
          <ac:spMkLst>
            <pc:docMk/>
            <pc:sldMk cId="2957383491" sldId="275"/>
            <ac:spMk id="2" creationId="{6B4DC175-5F8F-02D1-67EF-989E7DD6CB0E}"/>
          </ac:spMkLst>
        </pc:spChg>
        <pc:spChg chg="mod">
          <ac:chgData name="KIRAN KUMAR GANTA" userId="04d4457b2c6f4d58" providerId="LiveId" clId="{415B0607-3D18-4380-816B-9D66A004EED0}" dt="2022-11-23T00:28:56.357" v="3087" actId="123"/>
          <ac:spMkLst>
            <pc:docMk/>
            <pc:sldMk cId="2957383491" sldId="275"/>
            <ac:spMk id="3" creationId="{9C531A27-11BB-3D0C-6631-5379D78E199B}"/>
          </ac:spMkLst>
        </pc:spChg>
      </pc:sldChg>
      <pc:sldChg chg="delSp modSp new mod">
        <pc:chgData name="KIRAN KUMAR GANTA" userId="04d4457b2c6f4d58" providerId="LiveId" clId="{415B0607-3D18-4380-816B-9D66A004EED0}" dt="2022-11-23T00:34:22.033" v="3367" actId="14100"/>
        <pc:sldMkLst>
          <pc:docMk/>
          <pc:sldMk cId="2146524995" sldId="276"/>
        </pc:sldMkLst>
        <pc:spChg chg="del">
          <ac:chgData name="KIRAN KUMAR GANTA" userId="04d4457b2c6f4d58" providerId="LiveId" clId="{415B0607-3D18-4380-816B-9D66A004EED0}" dt="2022-11-23T00:29:08.611" v="3089" actId="478"/>
          <ac:spMkLst>
            <pc:docMk/>
            <pc:sldMk cId="2146524995" sldId="276"/>
            <ac:spMk id="2" creationId="{16BE8993-1ECF-8345-24B7-572F81021BD5}"/>
          </ac:spMkLst>
        </pc:spChg>
        <pc:spChg chg="mod">
          <ac:chgData name="KIRAN KUMAR GANTA" userId="04d4457b2c6f4d58" providerId="LiveId" clId="{415B0607-3D18-4380-816B-9D66A004EED0}" dt="2022-11-23T00:34:22.033" v="3367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delSp modSp new mod">
        <pc:chgData name="KIRAN KUMAR GANTA" userId="04d4457b2c6f4d58" providerId="LiveId" clId="{415B0607-3D18-4380-816B-9D66A004EED0}" dt="2022-11-23T00:41:50.348" v="3594" actId="123"/>
        <pc:sldMkLst>
          <pc:docMk/>
          <pc:sldMk cId="1414182164" sldId="277"/>
        </pc:sldMkLst>
        <pc:spChg chg="del mod">
          <ac:chgData name="KIRAN KUMAR GANTA" userId="04d4457b2c6f4d58" providerId="LiveId" clId="{415B0607-3D18-4380-816B-9D66A004EED0}" dt="2022-11-23T00:34:40.034" v="3370" actId="478"/>
          <ac:spMkLst>
            <pc:docMk/>
            <pc:sldMk cId="1414182164" sldId="277"/>
            <ac:spMk id="2" creationId="{6251E59C-7F51-2616-1C3F-48746BCD2CA9}"/>
          </ac:spMkLst>
        </pc:spChg>
        <pc:spChg chg="mod">
          <ac:chgData name="KIRAN KUMAR GANTA" userId="04d4457b2c6f4d58" providerId="LiveId" clId="{415B0607-3D18-4380-816B-9D66A004EED0}" dt="2022-11-23T00:41:50.348" v="3594" actId="123"/>
          <ac:spMkLst>
            <pc:docMk/>
            <pc:sldMk cId="1414182164" sldId="277"/>
            <ac:spMk id="3" creationId="{BBA4833D-A393-F722-CAA9-C34A2200418A}"/>
          </ac:spMkLst>
        </pc:spChg>
      </pc:sldChg>
      <pc:sldChg chg="delSp modSp new mod">
        <pc:chgData name="KIRAN KUMAR GANTA" userId="04d4457b2c6f4d58" providerId="LiveId" clId="{415B0607-3D18-4380-816B-9D66A004EED0}" dt="2022-11-23T00:45:58.846" v="3789" actId="123"/>
        <pc:sldMkLst>
          <pc:docMk/>
          <pc:sldMk cId="3434561862" sldId="278"/>
        </pc:sldMkLst>
        <pc:spChg chg="del mod">
          <ac:chgData name="KIRAN KUMAR GANTA" userId="04d4457b2c6f4d58" providerId="LiveId" clId="{415B0607-3D18-4380-816B-9D66A004EED0}" dt="2022-11-23T00:42:01.803" v="3597" actId="478"/>
          <ac:spMkLst>
            <pc:docMk/>
            <pc:sldMk cId="3434561862" sldId="278"/>
            <ac:spMk id="2" creationId="{51FD3476-EC2A-18A1-8DFC-50FFB694F4A4}"/>
          </ac:spMkLst>
        </pc:spChg>
        <pc:spChg chg="mod">
          <ac:chgData name="KIRAN KUMAR GANTA" userId="04d4457b2c6f4d58" providerId="LiveId" clId="{415B0607-3D18-4380-816B-9D66A004EED0}" dt="2022-11-23T00:45:58.846" v="3789" actId="123"/>
          <ac:spMkLst>
            <pc:docMk/>
            <pc:sldMk cId="3434561862" sldId="278"/>
            <ac:spMk id="3" creationId="{F1CC810F-4B1C-0B6C-E977-549B0ADCCC3B}"/>
          </ac:spMkLst>
        </pc:spChg>
      </pc:sldChg>
      <pc:sldChg chg="delSp modSp new mod">
        <pc:chgData name="KIRAN KUMAR GANTA" userId="04d4457b2c6f4d58" providerId="LiveId" clId="{415B0607-3D18-4380-816B-9D66A004EED0}" dt="2022-11-23T00:48:57.612" v="3974" actId="123"/>
        <pc:sldMkLst>
          <pc:docMk/>
          <pc:sldMk cId="3425082150" sldId="279"/>
        </pc:sldMkLst>
        <pc:spChg chg="del mod">
          <ac:chgData name="KIRAN KUMAR GANTA" userId="04d4457b2c6f4d58" providerId="LiveId" clId="{415B0607-3D18-4380-816B-9D66A004EED0}" dt="2022-11-23T00:46:06.762" v="3792" actId="478"/>
          <ac:spMkLst>
            <pc:docMk/>
            <pc:sldMk cId="3425082150" sldId="279"/>
            <ac:spMk id="2" creationId="{04D80463-BE7B-ED63-7CF7-8B00AAF58365}"/>
          </ac:spMkLst>
        </pc:spChg>
        <pc:spChg chg="mod">
          <ac:chgData name="KIRAN KUMAR GANTA" userId="04d4457b2c6f4d58" providerId="LiveId" clId="{415B0607-3D18-4380-816B-9D66A004EED0}" dt="2022-11-23T00:48:57.612" v="3974" actId="123"/>
          <ac:spMkLst>
            <pc:docMk/>
            <pc:sldMk cId="3425082150" sldId="279"/>
            <ac:spMk id="3" creationId="{98EAFA4C-BD9E-0554-C08A-C8929C9E1305}"/>
          </ac:spMkLst>
        </pc:spChg>
      </pc:sldChg>
      <pc:sldChg chg="delSp modSp new mod">
        <pc:chgData name="KIRAN KUMAR GANTA" userId="04d4457b2c6f4d58" providerId="LiveId" clId="{415B0607-3D18-4380-816B-9D66A004EED0}" dt="2022-11-23T00:51:35.466" v="4163" actId="123"/>
        <pc:sldMkLst>
          <pc:docMk/>
          <pc:sldMk cId="2076612004" sldId="280"/>
        </pc:sldMkLst>
        <pc:spChg chg="del mod">
          <ac:chgData name="KIRAN KUMAR GANTA" userId="04d4457b2c6f4d58" providerId="LiveId" clId="{415B0607-3D18-4380-816B-9D66A004EED0}" dt="2022-11-23T00:49:08.086" v="3977" actId="478"/>
          <ac:spMkLst>
            <pc:docMk/>
            <pc:sldMk cId="2076612004" sldId="280"/>
            <ac:spMk id="2" creationId="{32E994F3-2019-6BB5-6074-5471C45CE759}"/>
          </ac:spMkLst>
        </pc:spChg>
        <pc:spChg chg="mod">
          <ac:chgData name="KIRAN KUMAR GANTA" userId="04d4457b2c6f4d58" providerId="LiveId" clId="{415B0607-3D18-4380-816B-9D66A004EED0}" dt="2022-11-23T00:51:35.466" v="4163" actId="123"/>
          <ac:spMkLst>
            <pc:docMk/>
            <pc:sldMk cId="2076612004" sldId="280"/>
            <ac:spMk id="3" creationId="{C9242765-0CE3-2B9A-CE0B-990E2FFC66CC}"/>
          </ac:spMkLst>
        </pc:spChg>
      </pc:sldChg>
      <pc:sldChg chg="delSp modSp new mod">
        <pc:chgData name="KIRAN KUMAR GANTA" userId="04d4457b2c6f4d58" providerId="LiveId" clId="{415B0607-3D18-4380-816B-9D66A004EED0}" dt="2022-11-23T00:55:14.908" v="4405" actId="123"/>
        <pc:sldMkLst>
          <pc:docMk/>
          <pc:sldMk cId="2711076953" sldId="281"/>
        </pc:sldMkLst>
        <pc:spChg chg="del mod">
          <ac:chgData name="KIRAN KUMAR GANTA" userId="04d4457b2c6f4d58" providerId="LiveId" clId="{415B0607-3D18-4380-816B-9D66A004EED0}" dt="2022-11-23T00:51:44.714" v="4166" actId="478"/>
          <ac:spMkLst>
            <pc:docMk/>
            <pc:sldMk cId="2711076953" sldId="281"/>
            <ac:spMk id="2" creationId="{FF2080A3-272E-BDE3-98DB-B27B0EF8FD2A}"/>
          </ac:spMkLst>
        </pc:spChg>
        <pc:spChg chg="mod">
          <ac:chgData name="KIRAN KUMAR GANTA" userId="04d4457b2c6f4d58" providerId="LiveId" clId="{415B0607-3D18-4380-816B-9D66A004EED0}" dt="2022-11-23T00:55:14.908" v="4405" actId="123"/>
          <ac:spMkLst>
            <pc:docMk/>
            <pc:sldMk cId="2711076953" sldId="281"/>
            <ac:spMk id="3" creationId="{D50209E1-216A-4AEC-B69A-024ED48ABF25}"/>
          </ac:spMkLst>
        </pc:spChg>
      </pc:sldChg>
      <pc:sldChg chg="delSp modSp new mod">
        <pc:chgData name="KIRAN KUMAR GANTA" userId="04d4457b2c6f4d58" providerId="LiveId" clId="{415B0607-3D18-4380-816B-9D66A004EED0}" dt="2022-11-23T00:58:55.957" v="4644" actId="123"/>
        <pc:sldMkLst>
          <pc:docMk/>
          <pc:sldMk cId="2851204071" sldId="282"/>
        </pc:sldMkLst>
        <pc:spChg chg="del mod">
          <ac:chgData name="KIRAN KUMAR GANTA" userId="04d4457b2c6f4d58" providerId="LiveId" clId="{415B0607-3D18-4380-816B-9D66A004EED0}" dt="2022-11-23T00:55:24.765" v="4408" actId="478"/>
          <ac:spMkLst>
            <pc:docMk/>
            <pc:sldMk cId="2851204071" sldId="282"/>
            <ac:spMk id="2" creationId="{AE04B9A2-5ECE-C2B2-E826-56D8B800CA23}"/>
          </ac:spMkLst>
        </pc:spChg>
        <pc:spChg chg="mod">
          <ac:chgData name="KIRAN KUMAR GANTA" userId="04d4457b2c6f4d58" providerId="LiveId" clId="{415B0607-3D18-4380-816B-9D66A004EED0}" dt="2022-11-23T00:58:55.957" v="4644" actId="123"/>
          <ac:spMkLst>
            <pc:docMk/>
            <pc:sldMk cId="2851204071" sldId="282"/>
            <ac:spMk id="3" creationId="{F12BD6D4-CBAA-AEA2-A98E-E5FE37EC7961}"/>
          </ac:spMkLst>
        </pc:spChg>
      </pc:sldChg>
      <pc:sldChg chg="delSp modSp new mod">
        <pc:chgData name="KIRAN KUMAR GANTA" userId="04d4457b2c6f4d58" providerId="LiveId" clId="{415B0607-3D18-4380-816B-9D66A004EED0}" dt="2022-11-23T01:04:41.489" v="4902" actId="123"/>
        <pc:sldMkLst>
          <pc:docMk/>
          <pc:sldMk cId="554223680" sldId="283"/>
        </pc:sldMkLst>
        <pc:spChg chg="del mod">
          <ac:chgData name="KIRAN KUMAR GANTA" userId="04d4457b2c6f4d58" providerId="LiveId" clId="{415B0607-3D18-4380-816B-9D66A004EED0}" dt="2022-11-23T00:59:08.369" v="4647" actId="478"/>
          <ac:spMkLst>
            <pc:docMk/>
            <pc:sldMk cId="554223680" sldId="283"/>
            <ac:spMk id="2" creationId="{196DAEF5-56C2-DB92-93AA-6780322E9EF4}"/>
          </ac:spMkLst>
        </pc:spChg>
        <pc:spChg chg="mod">
          <ac:chgData name="KIRAN KUMAR GANTA" userId="04d4457b2c6f4d58" providerId="LiveId" clId="{415B0607-3D18-4380-816B-9D66A004EED0}" dt="2022-11-23T01:04:41.489" v="4902" actId="123"/>
          <ac:spMkLst>
            <pc:docMk/>
            <pc:sldMk cId="554223680" sldId="283"/>
            <ac:spMk id="3" creationId="{07EFD1C8-9DB6-76A3-652E-782D67431108}"/>
          </ac:spMkLst>
        </pc:spChg>
      </pc:sldChg>
      <pc:sldChg chg="delSp modSp new mod">
        <pc:chgData name="KIRAN KUMAR GANTA" userId="04d4457b2c6f4d58" providerId="LiveId" clId="{415B0607-3D18-4380-816B-9D66A004EED0}" dt="2022-11-23T01:08:07.642" v="5138" actId="123"/>
        <pc:sldMkLst>
          <pc:docMk/>
          <pc:sldMk cId="3048807994" sldId="284"/>
        </pc:sldMkLst>
        <pc:spChg chg="del mod">
          <ac:chgData name="KIRAN KUMAR GANTA" userId="04d4457b2c6f4d58" providerId="LiveId" clId="{415B0607-3D18-4380-816B-9D66A004EED0}" dt="2022-11-23T01:04:50.569" v="4905" actId="478"/>
          <ac:spMkLst>
            <pc:docMk/>
            <pc:sldMk cId="3048807994" sldId="284"/>
            <ac:spMk id="2" creationId="{3EB8A20C-1B53-A039-533F-016C23B9E282}"/>
          </ac:spMkLst>
        </pc:spChg>
        <pc:spChg chg="mod">
          <ac:chgData name="KIRAN KUMAR GANTA" userId="04d4457b2c6f4d58" providerId="LiveId" clId="{415B0607-3D18-4380-816B-9D66A004EED0}" dt="2022-11-23T01:08:07.642" v="5138" actId="123"/>
          <ac:spMkLst>
            <pc:docMk/>
            <pc:sldMk cId="3048807994" sldId="284"/>
            <ac:spMk id="3" creationId="{F1A50A26-F082-840C-73DB-10EA2A889E6D}"/>
          </ac:spMkLst>
        </pc:spChg>
      </pc:sldChg>
      <pc:sldChg chg="delSp modSp new mod">
        <pc:chgData name="KIRAN KUMAR GANTA" userId="04d4457b2c6f4d58" providerId="LiveId" clId="{415B0607-3D18-4380-816B-9D66A004EED0}" dt="2022-11-23T01:13:14.652" v="5413" actId="123"/>
        <pc:sldMkLst>
          <pc:docMk/>
          <pc:sldMk cId="3989849634" sldId="285"/>
        </pc:sldMkLst>
        <pc:spChg chg="del mod">
          <ac:chgData name="KIRAN KUMAR GANTA" userId="04d4457b2c6f4d58" providerId="LiveId" clId="{415B0607-3D18-4380-816B-9D66A004EED0}" dt="2022-11-23T01:08:17.001" v="5141" actId="478"/>
          <ac:spMkLst>
            <pc:docMk/>
            <pc:sldMk cId="3989849634" sldId="285"/>
            <ac:spMk id="2" creationId="{14128927-5B53-CE8A-5136-7B4C64070892}"/>
          </ac:spMkLst>
        </pc:spChg>
        <pc:spChg chg="mod">
          <ac:chgData name="KIRAN KUMAR GANTA" userId="04d4457b2c6f4d58" providerId="LiveId" clId="{415B0607-3D18-4380-816B-9D66A004EED0}" dt="2022-11-23T01:13:14.652" v="5413" actId="123"/>
          <ac:spMkLst>
            <pc:docMk/>
            <pc:sldMk cId="3989849634" sldId="285"/>
            <ac:spMk id="3" creationId="{E585D727-34B0-2473-5288-8831680C0560}"/>
          </ac:spMkLst>
        </pc:spChg>
      </pc:sldChg>
      <pc:sldChg chg="delSp modSp new mod">
        <pc:chgData name="KIRAN KUMAR GANTA" userId="04d4457b2c6f4d58" providerId="LiveId" clId="{415B0607-3D18-4380-816B-9D66A004EED0}" dt="2022-11-23T01:20:11.285" v="5761" actId="123"/>
        <pc:sldMkLst>
          <pc:docMk/>
          <pc:sldMk cId="2385653247" sldId="286"/>
        </pc:sldMkLst>
        <pc:spChg chg="del mod">
          <ac:chgData name="KIRAN KUMAR GANTA" userId="04d4457b2c6f4d58" providerId="LiveId" clId="{415B0607-3D18-4380-816B-9D66A004EED0}" dt="2022-11-23T01:13:23.214" v="5416" actId="478"/>
          <ac:spMkLst>
            <pc:docMk/>
            <pc:sldMk cId="2385653247" sldId="286"/>
            <ac:spMk id="2" creationId="{F5D3699B-8D4A-41D8-1DB2-8CA44D85E84E}"/>
          </ac:spMkLst>
        </pc:spChg>
        <pc:spChg chg="mod">
          <ac:chgData name="KIRAN KUMAR GANTA" userId="04d4457b2c6f4d58" providerId="LiveId" clId="{415B0607-3D18-4380-816B-9D66A004EED0}" dt="2022-11-23T01:20:11.285" v="5761" actId="123"/>
          <ac:spMkLst>
            <pc:docMk/>
            <pc:sldMk cId="2385653247" sldId="286"/>
            <ac:spMk id="3" creationId="{365A3785-C94D-22E4-D230-91E8CF97454C}"/>
          </ac:spMkLst>
        </pc:spChg>
      </pc:sldChg>
      <pc:sldChg chg="delSp modSp new mod">
        <pc:chgData name="KIRAN KUMAR GANTA" userId="04d4457b2c6f4d58" providerId="LiveId" clId="{415B0607-3D18-4380-816B-9D66A004EED0}" dt="2022-11-23T01:26:34.543" v="6035" actId="20577"/>
        <pc:sldMkLst>
          <pc:docMk/>
          <pc:sldMk cId="1075459983" sldId="287"/>
        </pc:sldMkLst>
        <pc:spChg chg="del mod">
          <ac:chgData name="KIRAN KUMAR GANTA" userId="04d4457b2c6f4d58" providerId="LiveId" clId="{415B0607-3D18-4380-816B-9D66A004EED0}" dt="2022-11-23T01:20:52.199" v="5764" actId="478"/>
          <ac:spMkLst>
            <pc:docMk/>
            <pc:sldMk cId="1075459983" sldId="287"/>
            <ac:spMk id="2" creationId="{618C51CF-C869-B4C1-72A7-13CFA0C2E98F}"/>
          </ac:spMkLst>
        </pc:spChg>
        <pc:spChg chg="mod">
          <ac:chgData name="KIRAN KUMAR GANTA" userId="04d4457b2c6f4d58" providerId="LiveId" clId="{415B0607-3D18-4380-816B-9D66A004EED0}" dt="2022-11-23T01:26:34.543" v="6035" actId="20577"/>
          <ac:spMkLst>
            <pc:docMk/>
            <pc:sldMk cId="1075459983" sldId="287"/>
            <ac:spMk id="3" creationId="{67861C45-1915-7E28-1458-CDD63317952B}"/>
          </ac:spMkLst>
        </pc:spChg>
      </pc:sldChg>
      <pc:sldChg chg="delSp modSp new mod">
        <pc:chgData name="KIRAN KUMAR GANTA" userId="04d4457b2c6f4d58" providerId="LiveId" clId="{415B0607-3D18-4380-816B-9D66A004EED0}" dt="2022-12-03T13:27:18.705" v="6110" actId="20577"/>
        <pc:sldMkLst>
          <pc:docMk/>
          <pc:sldMk cId="2121323624" sldId="288"/>
        </pc:sldMkLst>
        <pc:spChg chg="del mod">
          <ac:chgData name="KIRAN KUMAR GANTA" userId="04d4457b2c6f4d58" providerId="LiveId" clId="{415B0607-3D18-4380-816B-9D66A004EED0}" dt="2022-11-23T01:26:04.018" v="6032" actId="478"/>
          <ac:spMkLst>
            <pc:docMk/>
            <pc:sldMk cId="2121323624" sldId="288"/>
            <ac:spMk id="2" creationId="{D085BAA4-022D-23C4-1CB1-74F0D72F0B4B}"/>
          </ac:spMkLst>
        </pc:spChg>
        <pc:spChg chg="mod">
          <ac:chgData name="KIRAN KUMAR GANTA" userId="04d4457b2c6f4d58" providerId="LiveId" clId="{415B0607-3D18-4380-816B-9D66A004EED0}" dt="2022-12-03T13:27:18.705" v="6110" actId="20577"/>
          <ac:spMkLst>
            <pc:docMk/>
            <pc:sldMk cId="2121323624" sldId="288"/>
            <ac:spMk id="3" creationId="{D2CB2731-D2D5-7C95-FAB3-D88A823FF975}"/>
          </ac:spMkLst>
        </pc:spChg>
      </pc:sldChg>
    </pc:docChg>
  </pc:docChgLst>
  <pc:docChgLst>
    <pc:chgData name="KIRAN KUMAR GANTA" userId="04d4457b2c6f4d58" providerId="LiveId" clId="{7732D2CA-B0F2-4067-A0C8-DF1E5A25DBD1}"/>
    <pc:docChg chg="modSld">
      <pc:chgData name="KIRAN KUMAR GANTA" userId="04d4457b2c6f4d58" providerId="LiveId" clId="{7732D2CA-B0F2-4067-A0C8-DF1E5A25DBD1}" dt="2023-02-24T17:12:34.270" v="113" actId="14100"/>
      <pc:docMkLst>
        <pc:docMk/>
      </pc:docMkLst>
      <pc:sldChg chg="modSp mod">
        <pc:chgData name="KIRAN KUMAR GANTA" userId="04d4457b2c6f4d58" providerId="LiveId" clId="{7732D2CA-B0F2-4067-A0C8-DF1E5A25DBD1}" dt="2023-02-24T17:03:12.634" v="5" actId="20577"/>
        <pc:sldMkLst>
          <pc:docMk/>
          <pc:sldMk cId="254231029" sldId="257"/>
        </pc:sldMkLst>
        <pc:spChg chg="mod">
          <ac:chgData name="KIRAN KUMAR GANTA" userId="04d4457b2c6f4d58" providerId="LiveId" clId="{7732D2CA-B0F2-4067-A0C8-DF1E5A25DBD1}" dt="2023-02-24T17:03:12.634" v="5" actId="20577"/>
          <ac:spMkLst>
            <pc:docMk/>
            <pc:sldMk cId="254231029" sldId="257"/>
            <ac:spMk id="3" creationId="{8D25DC3E-2454-8DA3-9DD3-8254F51563EE}"/>
          </ac:spMkLst>
        </pc:spChg>
      </pc:sldChg>
      <pc:sldChg chg="modSp mod">
        <pc:chgData name="KIRAN KUMAR GANTA" userId="04d4457b2c6f4d58" providerId="LiveId" clId="{7732D2CA-B0F2-4067-A0C8-DF1E5A25DBD1}" dt="2023-02-24T17:03:31.551" v="8" actId="14100"/>
        <pc:sldMkLst>
          <pc:docMk/>
          <pc:sldMk cId="692752379" sldId="258"/>
        </pc:sldMkLst>
        <pc:spChg chg="mod">
          <ac:chgData name="KIRAN KUMAR GANTA" userId="04d4457b2c6f4d58" providerId="LiveId" clId="{7732D2CA-B0F2-4067-A0C8-DF1E5A25DBD1}" dt="2023-02-24T17:03:31.551" v="8" actId="14100"/>
          <ac:spMkLst>
            <pc:docMk/>
            <pc:sldMk cId="692752379" sldId="258"/>
            <ac:spMk id="3" creationId="{69CE144C-5F01-EF62-C9C7-477277A47638}"/>
          </ac:spMkLst>
        </pc:spChg>
      </pc:sldChg>
      <pc:sldChg chg="modSp mod">
        <pc:chgData name="KIRAN KUMAR GANTA" userId="04d4457b2c6f4d58" providerId="LiveId" clId="{7732D2CA-B0F2-4067-A0C8-DF1E5A25DBD1}" dt="2023-02-24T17:03:46.565" v="11" actId="14100"/>
        <pc:sldMkLst>
          <pc:docMk/>
          <pc:sldMk cId="2745039445" sldId="259"/>
        </pc:sldMkLst>
        <pc:spChg chg="mod">
          <ac:chgData name="KIRAN KUMAR GANTA" userId="04d4457b2c6f4d58" providerId="LiveId" clId="{7732D2CA-B0F2-4067-A0C8-DF1E5A25DBD1}" dt="2023-02-24T17:03:46.565" v="11" actId="14100"/>
          <ac:spMkLst>
            <pc:docMk/>
            <pc:sldMk cId="2745039445" sldId="259"/>
            <ac:spMk id="3" creationId="{3F7F7275-821A-7B23-BE3E-B9410147340D}"/>
          </ac:spMkLst>
        </pc:spChg>
      </pc:sldChg>
      <pc:sldChg chg="modSp mod">
        <pc:chgData name="KIRAN KUMAR GANTA" userId="04d4457b2c6f4d58" providerId="LiveId" clId="{7732D2CA-B0F2-4067-A0C8-DF1E5A25DBD1}" dt="2023-02-24T17:04:02.466" v="14" actId="14100"/>
        <pc:sldMkLst>
          <pc:docMk/>
          <pc:sldMk cId="3259336835" sldId="260"/>
        </pc:sldMkLst>
        <pc:spChg chg="mod">
          <ac:chgData name="KIRAN KUMAR GANTA" userId="04d4457b2c6f4d58" providerId="LiveId" clId="{7732D2CA-B0F2-4067-A0C8-DF1E5A25DBD1}" dt="2023-02-24T17:04:02.466" v="14" actId="14100"/>
          <ac:spMkLst>
            <pc:docMk/>
            <pc:sldMk cId="3259336835" sldId="260"/>
            <ac:spMk id="3" creationId="{BD0CAEFC-D594-A38A-CE5E-25A0316665E1}"/>
          </ac:spMkLst>
        </pc:spChg>
      </pc:sldChg>
      <pc:sldChg chg="modSp mod">
        <pc:chgData name="KIRAN KUMAR GANTA" userId="04d4457b2c6f4d58" providerId="LiveId" clId="{7732D2CA-B0F2-4067-A0C8-DF1E5A25DBD1}" dt="2023-02-24T17:04:16.622" v="17" actId="14100"/>
        <pc:sldMkLst>
          <pc:docMk/>
          <pc:sldMk cId="3231654361" sldId="261"/>
        </pc:sldMkLst>
        <pc:spChg chg="mod">
          <ac:chgData name="KIRAN KUMAR GANTA" userId="04d4457b2c6f4d58" providerId="LiveId" clId="{7732D2CA-B0F2-4067-A0C8-DF1E5A25DBD1}" dt="2023-02-24T17:04:16.622" v="17" actId="14100"/>
          <ac:spMkLst>
            <pc:docMk/>
            <pc:sldMk cId="3231654361" sldId="261"/>
            <ac:spMk id="3" creationId="{0A237550-1DE1-9F96-6294-BBF931B4F42B}"/>
          </ac:spMkLst>
        </pc:spChg>
      </pc:sldChg>
      <pc:sldChg chg="modSp mod">
        <pc:chgData name="KIRAN KUMAR GANTA" userId="04d4457b2c6f4d58" providerId="LiveId" clId="{7732D2CA-B0F2-4067-A0C8-DF1E5A25DBD1}" dt="2023-02-24T17:04:30.103" v="20" actId="14100"/>
        <pc:sldMkLst>
          <pc:docMk/>
          <pc:sldMk cId="2471644895" sldId="262"/>
        </pc:sldMkLst>
        <pc:spChg chg="mod">
          <ac:chgData name="KIRAN KUMAR GANTA" userId="04d4457b2c6f4d58" providerId="LiveId" clId="{7732D2CA-B0F2-4067-A0C8-DF1E5A25DBD1}" dt="2023-02-24T17:04:30.103" v="20" actId="14100"/>
          <ac:spMkLst>
            <pc:docMk/>
            <pc:sldMk cId="2471644895" sldId="262"/>
            <ac:spMk id="3" creationId="{ED5E6109-DE52-D3E6-2B6D-0F9DD5E9BD64}"/>
          </ac:spMkLst>
        </pc:spChg>
      </pc:sldChg>
      <pc:sldChg chg="modSp mod">
        <pc:chgData name="KIRAN KUMAR GANTA" userId="04d4457b2c6f4d58" providerId="LiveId" clId="{7732D2CA-B0F2-4067-A0C8-DF1E5A25DBD1}" dt="2023-02-24T17:04:43.647" v="23" actId="14100"/>
        <pc:sldMkLst>
          <pc:docMk/>
          <pc:sldMk cId="3406206606" sldId="263"/>
        </pc:sldMkLst>
        <pc:spChg chg="mod">
          <ac:chgData name="KIRAN KUMAR GANTA" userId="04d4457b2c6f4d58" providerId="LiveId" clId="{7732D2CA-B0F2-4067-A0C8-DF1E5A25DBD1}" dt="2023-02-24T17:04:43.647" v="23" actId="14100"/>
          <ac:spMkLst>
            <pc:docMk/>
            <pc:sldMk cId="3406206606" sldId="263"/>
            <ac:spMk id="3" creationId="{83435682-F3C7-456E-8725-FBF18D75BED0}"/>
          </ac:spMkLst>
        </pc:spChg>
      </pc:sldChg>
      <pc:sldChg chg="modSp mod">
        <pc:chgData name="KIRAN KUMAR GANTA" userId="04d4457b2c6f4d58" providerId="LiveId" clId="{7732D2CA-B0F2-4067-A0C8-DF1E5A25DBD1}" dt="2023-02-24T17:04:59.908" v="26" actId="14100"/>
        <pc:sldMkLst>
          <pc:docMk/>
          <pc:sldMk cId="2366335118" sldId="264"/>
        </pc:sldMkLst>
        <pc:spChg chg="mod">
          <ac:chgData name="KIRAN KUMAR GANTA" userId="04d4457b2c6f4d58" providerId="LiveId" clId="{7732D2CA-B0F2-4067-A0C8-DF1E5A25DBD1}" dt="2023-02-24T17:04:59.908" v="26" actId="14100"/>
          <ac:spMkLst>
            <pc:docMk/>
            <pc:sldMk cId="2366335118" sldId="264"/>
            <ac:spMk id="3" creationId="{12232249-F00A-336E-BF6A-27A16CE2F241}"/>
          </ac:spMkLst>
        </pc:spChg>
      </pc:sldChg>
      <pc:sldChg chg="modSp mod">
        <pc:chgData name="KIRAN KUMAR GANTA" userId="04d4457b2c6f4d58" providerId="LiveId" clId="{7732D2CA-B0F2-4067-A0C8-DF1E5A25DBD1}" dt="2023-02-24T17:05:19.355" v="30" actId="14100"/>
        <pc:sldMkLst>
          <pc:docMk/>
          <pc:sldMk cId="3726046492" sldId="265"/>
        </pc:sldMkLst>
        <pc:spChg chg="mod">
          <ac:chgData name="KIRAN KUMAR GANTA" userId="04d4457b2c6f4d58" providerId="LiveId" clId="{7732D2CA-B0F2-4067-A0C8-DF1E5A25DBD1}" dt="2023-02-24T17:05:19.355" v="30" actId="14100"/>
          <ac:spMkLst>
            <pc:docMk/>
            <pc:sldMk cId="3726046492" sldId="265"/>
            <ac:spMk id="3" creationId="{9F32EDFA-9473-79EE-0F35-48D6FE17308F}"/>
          </ac:spMkLst>
        </pc:spChg>
      </pc:sldChg>
      <pc:sldChg chg="modSp mod">
        <pc:chgData name="KIRAN KUMAR GANTA" userId="04d4457b2c6f4d58" providerId="LiveId" clId="{7732D2CA-B0F2-4067-A0C8-DF1E5A25DBD1}" dt="2023-02-24T17:05:39.297" v="34" actId="14100"/>
        <pc:sldMkLst>
          <pc:docMk/>
          <pc:sldMk cId="1208186571" sldId="266"/>
        </pc:sldMkLst>
        <pc:spChg chg="mod">
          <ac:chgData name="KIRAN KUMAR GANTA" userId="04d4457b2c6f4d58" providerId="LiveId" clId="{7732D2CA-B0F2-4067-A0C8-DF1E5A25DBD1}" dt="2023-02-24T17:05:39.297" v="34" actId="14100"/>
          <ac:spMkLst>
            <pc:docMk/>
            <pc:sldMk cId="1208186571" sldId="266"/>
            <ac:spMk id="3" creationId="{F1C208E4-8FE0-3F9B-F449-7A80C294134C}"/>
          </ac:spMkLst>
        </pc:spChg>
      </pc:sldChg>
      <pc:sldChg chg="modSp mod">
        <pc:chgData name="KIRAN KUMAR GANTA" userId="04d4457b2c6f4d58" providerId="LiveId" clId="{7732D2CA-B0F2-4067-A0C8-DF1E5A25DBD1}" dt="2023-02-24T17:05:59.654" v="37" actId="14100"/>
        <pc:sldMkLst>
          <pc:docMk/>
          <pc:sldMk cId="1105230622" sldId="267"/>
        </pc:sldMkLst>
        <pc:spChg chg="mod">
          <ac:chgData name="KIRAN KUMAR GANTA" userId="04d4457b2c6f4d58" providerId="LiveId" clId="{7732D2CA-B0F2-4067-A0C8-DF1E5A25DBD1}" dt="2023-02-24T17:05:59.654" v="37" actId="14100"/>
          <ac:spMkLst>
            <pc:docMk/>
            <pc:sldMk cId="1105230622" sldId="267"/>
            <ac:spMk id="3" creationId="{4FE0DC40-B0EA-D63B-E4B6-70164DE9D2E3}"/>
          </ac:spMkLst>
        </pc:spChg>
      </pc:sldChg>
      <pc:sldChg chg="modSp mod">
        <pc:chgData name="KIRAN KUMAR GANTA" userId="04d4457b2c6f4d58" providerId="LiveId" clId="{7732D2CA-B0F2-4067-A0C8-DF1E5A25DBD1}" dt="2023-02-24T17:06:15.554" v="40" actId="14100"/>
        <pc:sldMkLst>
          <pc:docMk/>
          <pc:sldMk cId="921741312" sldId="268"/>
        </pc:sldMkLst>
        <pc:spChg chg="mod">
          <ac:chgData name="KIRAN KUMAR GANTA" userId="04d4457b2c6f4d58" providerId="LiveId" clId="{7732D2CA-B0F2-4067-A0C8-DF1E5A25DBD1}" dt="2023-02-24T17:06:15.554" v="40" actId="14100"/>
          <ac:spMkLst>
            <pc:docMk/>
            <pc:sldMk cId="921741312" sldId="268"/>
            <ac:spMk id="3" creationId="{837DD3FD-F0EB-8CF6-8476-A685D9C43EF1}"/>
          </ac:spMkLst>
        </pc:spChg>
      </pc:sldChg>
      <pc:sldChg chg="modSp mod">
        <pc:chgData name="KIRAN KUMAR GANTA" userId="04d4457b2c6f4d58" providerId="LiveId" clId="{7732D2CA-B0F2-4067-A0C8-DF1E5A25DBD1}" dt="2023-02-24T17:06:38.871" v="43" actId="14100"/>
        <pc:sldMkLst>
          <pc:docMk/>
          <pc:sldMk cId="3188229740" sldId="269"/>
        </pc:sldMkLst>
        <pc:spChg chg="mod">
          <ac:chgData name="KIRAN KUMAR GANTA" userId="04d4457b2c6f4d58" providerId="LiveId" clId="{7732D2CA-B0F2-4067-A0C8-DF1E5A25DBD1}" dt="2023-02-24T17:06:38.871" v="43" actId="14100"/>
          <ac:spMkLst>
            <pc:docMk/>
            <pc:sldMk cId="3188229740" sldId="269"/>
            <ac:spMk id="3" creationId="{4D6EDC61-D907-181C-909A-F0EF15A8407C}"/>
          </ac:spMkLst>
        </pc:spChg>
      </pc:sldChg>
      <pc:sldChg chg="modSp mod">
        <pc:chgData name="KIRAN KUMAR GANTA" userId="04d4457b2c6f4d58" providerId="LiveId" clId="{7732D2CA-B0F2-4067-A0C8-DF1E5A25DBD1}" dt="2023-02-24T17:06:54.493" v="46" actId="14100"/>
        <pc:sldMkLst>
          <pc:docMk/>
          <pc:sldMk cId="1343770880" sldId="270"/>
        </pc:sldMkLst>
        <pc:spChg chg="mod">
          <ac:chgData name="KIRAN KUMAR GANTA" userId="04d4457b2c6f4d58" providerId="LiveId" clId="{7732D2CA-B0F2-4067-A0C8-DF1E5A25DBD1}" dt="2023-02-24T17:06:54.493" v="46" actId="14100"/>
          <ac:spMkLst>
            <pc:docMk/>
            <pc:sldMk cId="1343770880" sldId="270"/>
            <ac:spMk id="3" creationId="{1FEB0B71-DE53-634B-274E-6F27A9B49692}"/>
          </ac:spMkLst>
        </pc:spChg>
      </pc:sldChg>
      <pc:sldChg chg="modSp mod">
        <pc:chgData name="KIRAN KUMAR GANTA" userId="04d4457b2c6f4d58" providerId="LiveId" clId="{7732D2CA-B0F2-4067-A0C8-DF1E5A25DBD1}" dt="2023-02-24T17:07:10.669" v="49" actId="14100"/>
        <pc:sldMkLst>
          <pc:docMk/>
          <pc:sldMk cId="2758500736" sldId="271"/>
        </pc:sldMkLst>
        <pc:spChg chg="mod">
          <ac:chgData name="KIRAN KUMAR GANTA" userId="04d4457b2c6f4d58" providerId="LiveId" clId="{7732D2CA-B0F2-4067-A0C8-DF1E5A25DBD1}" dt="2023-02-24T17:07:10.669" v="49" actId="14100"/>
          <ac:spMkLst>
            <pc:docMk/>
            <pc:sldMk cId="2758500736" sldId="271"/>
            <ac:spMk id="3" creationId="{84B8E209-D197-54D2-FA90-614220DCAA3C}"/>
          </ac:spMkLst>
        </pc:spChg>
      </pc:sldChg>
      <pc:sldChg chg="modSp mod">
        <pc:chgData name="KIRAN KUMAR GANTA" userId="04d4457b2c6f4d58" providerId="LiveId" clId="{7732D2CA-B0F2-4067-A0C8-DF1E5A25DBD1}" dt="2023-02-24T17:07:27.253" v="52" actId="14100"/>
        <pc:sldMkLst>
          <pc:docMk/>
          <pc:sldMk cId="3653190127" sldId="272"/>
        </pc:sldMkLst>
        <pc:spChg chg="mod">
          <ac:chgData name="KIRAN KUMAR GANTA" userId="04d4457b2c6f4d58" providerId="LiveId" clId="{7732D2CA-B0F2-4067-A0C8-DF1E5A25DBD1}" dt="2023-02-24T17:07:27.253" v="52" actId="14100"/>
          <ac:spMkLst>
            <pc:docMk/>
            <pc:sldMk cId="3653190127" sldId="272"/>
            <ac:spMk id="3" creationId="{506F231C-6208-F025-E6AF-A625BE35EB83}"/>
          </ac:spMkLst>
        </pc:spChg>
      </pc:sldChg>
      <pc:sldChg chg="modSp mod">
        <pc:chgData name="KIRAN KUMAR GANTA" userId="04d4457b2c6f4d58" providerId="LiveId" clId="{7732D2CA-B0F2-4067-A0C8-DF1E5A25DBD1}" dt="2023-02-24T17:07:49.071" v="56" actId="14100"/>
        <pc:sldMkLst>
          <pc:docMk/>
          <pc:sldMk cId="3695859695" sldId="273"/>
        </pc:sldMkLst>
        <pc:spChg chg="mod">
          <ac:chgData name="KIRAN KUMAR GANTA" userId="04d4457b2c6f4d58" providerId="LiveId" clId="{7732D2CA-B0F2-4067-A0C8-DF1E5A25DBD1}" dt="2023-02-24T17:07:49.071" v="56" actId="14100"/>
          <ac:spMkLst>
            <pc:docMk/>
            <pc:sldMk cId="3695859695" sldId="273"/>
            <ac:spMk id="3" creationId="{08FB23B5-8DA9-7542-5D8E-8BA2B36C5599}"/>
          </ac:spMkLst>
        </pc:spChg>
      </pc:sldChg>
      <pc:sldChg chg="modSp mod">
        <pc:chgData name="KIRAN KUMAR GANTA" userId="04d4457b2c6f4d58" providerId="LiveId" clId="{7732D2CA-B0F2-4067-A0C8-DF1E5A25DBD1}" dt="2023-02-24T17:08:11.762" v="60" actId="14100"/>
        <pc:sldMkLst>
          <pc:docMk/>
          <pc:sldMk cId="2026968352" sldId="274"/>
        </pc:sldMkLst>
        <pc:spChg chg="mod">
          <ac:chgData name="KIRAN KUMAR GANTA" userId="04d4457b2c6f4d58" providerId="LiveId" clId="{7732D2CA-B0F2-4067-A0C8-DF1E5A25DBD1}" dt="2023-02-24T17:08:11.762" v="60" actId="14100"/>
          <ac:spMkLst>
            <pc:docMk/>
            <pc:sldMk cId="2026968352" sldId="274"/>
            <ac:spMk id="3" creationId="{668703F4-1813-892A-D70C-11718D503101}"/>
          </ac:spMkLst>
        </pc:spChg>
      </pc:sldChg>
      <pc:sldChg chg="modSp mod">
        <pc:chgData name="KIRAN KUMAR GANTA" userId="04d4457b2c6f4d58" providerId="LiveId" clId="{7732D2CA-B0F2-4067-A0C8-DF1E5A25DBD1}" dt="2023-02-24T17:08:29.604" v="64" actId="14100"/>
        <pc:sldMkLst>
          <pc:docMk/>
          <pc:sldMk cId="2957383491" sldId="275"/>
        </pc:sldMkLst>
        <pc:spChg chg="mod">
          <ac:chgData name="KIRAN KUMAR GANTA" userId="04d4457b2c6f4d58" providerId="LiveId" clId="{7732D2CA-B0F2-4067-A0C8-DF1E5A25DBD1}" dt="2023-02-24T17:08:29.604" v="64" actId="14100"/>
          <ac:spMkLst>
            <pc:docMk/>
            <pc:sldMk cId="2957383491" sldId="275"/>
            <ac:spMk id="3" creationId="{9C531A27-11BB-3D0C-6631-5379D78E199B}"/>
          </ac:spMkLst>
        </pc:spChg>
      </pc:sldChg>
      <pc:sldChg chg="modSp mod">
        <pc:chgData name="KIRAN KUMAR GANTA" userId="04d4457b2c6f4d58" providerId="LiveId" clId="{7732D2CA-B0F2-4067-A0C8-DF1E5A25DBD1}" dt="2023-02-24T17:08:47.273" v="68" actId="14100"/>
        <pc:sldMkLst>
          <pc:docMk/>
          <pc:sldMk cId="2146524995" sldId="276"/>
        </pc:sldMkLst>
        <pc:spChg chg="mod">
          <ac:chgData name="KIRAN KUMAR GANTA" userId="04d4457b2c6f4d58" providerId="LiveId" clId="{7732D2CA-B0F2-4067-A0C8-DF1E5A25DBD1}" dt="2023-02-24T17:08:47.273" v="68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modSp mod">
        <pc:chgData name="KIRAN KUMAR GANTA" userId="04d4457b2c6f4d58" providerId="LiveId" clId="{7732D2CA-B0F2-4067-A0C8-DF1E5A25DBD1}" dt="2023-02-24T17:09:06.537" v="72" actId="14100"/>
        <pc:sldMkLst>
          <pc:docMk/>
          <pc:sldMk cId="1414182164" sldId="277"/>
        </pc:sldMkLst>
        <pc:spChg chg="mod">
          <ac:chgData name="KIRAN KUMAR GANTA" userId="04d4457b2c6f4d58" providerId="LiveId" clId="{7732D2CA-B0F2-4067-A0C8-DF1E5A25DBD1}" dt="2023-02-24T17:09:06.537" v="72" actId="14100"/>
          <ac:spMkLst>
            <pc:docMk/>
            <pc:sldMk cId="1414182164" sldId="277"/>
            <ac:spMk id="3" creationId="{BBA4833D-A393-F722-CAA9-C34A2200418A}"/>
          </ac:spMkLst>
        </pc:spChg>
      </pc:sldChg>
      <pc:sldChg chg="modSp mod">
        <pc:chgData name="KIRAN KUMAR GANTA" userId="04d4457b2c6f4d58" providerId="LiveId" clId="{7732D2CA-B0F2-4067-A0C8-DF1E5A25DBD1}" dt="2023-02-24T17:09:32.334" v="76" actId="14100"/>
        <pc:sldMkLst>
          <pc:docMk/>
          <pc:sldMk cId="3434561862" sldId="278"/>
        </pc:sldMkLst>
        <pc:spChg chg="mod">
          <ac:chgData name="KIRAN KUMAR GANTA" userId="04d4457b2c6f4d58" providerId="LiveId" clId="{7732D2CA-B0F2-4067-A0C8-DF1E5A25DBD1}" dt="2023-02-24T17:09:32.334" v="76" actId="14100"/>
          <ac:spMkLst>
            <pc:docMk/>
            <pc:sldMk cId="3434561862" sldId="278"/>
            <ac:spMk id="3" creationId="{F1CC810F-4B1C-0B6C-E977-549B0ADCCC3B}"/>
          </ac:spMkLst>
        </pc:spChg>
      </pc:sldChg>
      <pc:sldChg chg="modSp mod">
        <pc:chgData name="KIRAN KUMAR GANTA" userId="04d4457b2c6f4d58" providerId="LiveId" clId="{7732D2CA-B0F2-4067-A0C8-DF1E5A25DBD1}" dt="2023-02-24T17:09:48.758" v="80" actId="14100"/>
        <pc:sldMkLst>
          <pc:docMk/>
          <pc:sldMk cId="3425082150" sldId="279"/>
        </pc:sldMkLst>
        <pc:spChg chg="mod">
          <ac:chgData name="KIRAN KUMAR GANTA" userId="04d4457b2c6f4d58" providerId="LiveId" clId="{7732D2CA-B0F2-4067-A0C8-DF1E5A25DBD1}" dt="2023-02-24T17:09:48.758" v="80" actId="14100"/>
          <ac:spMkLst>
            <pc:docMk/>
            <pc:sldMk cId="3425082150" sldId="279"/>
            <ac:spMk id="3" creationId="{98EAFA4C-BD9E-0554-C08A-C8929C9E1305}"/>
          </ac:spMkLst>
        </pc:spChg>
      </pc:sldChg>
      <pc:sldChg chg="modSp mod">
        <pc:chgData name="KIRAN KUMAR GANTA" userId="04d4457b2c6f4d58" providerId="LiveId" clId="{7732D2CA-B0F2-4067-A0C8-DF1E5A25DBD1}" dt="2023-02-24T17:10:06.144" v="84" actId="14100"/>
        <pc:sldMkLst>
          <pc:docMk/>
          <pc:sldMk cId="2076612004" sldId="280"/>
        </pc:sldMkLst>
        <pc:spChg chg="mod">
          <ac:chgData name="KIRAN KUMAR GANTA" userId="04d4457b2c6f4d58" providerId="LiveId" clId="{7732D2CA-B0F2-4067-A0C8-DF1E5A25DBD1}" dt="2023-02-24T17:10:06.144" v="84" actId="14100"/>
          <ac:spMkLst>
            <pc:docMk/>
            <pc:sldMk cId="2076612004" sldId="280"/>
            <ac:spMk id="3" creationId="{C9242765-0CE3-2B9A-CE0B-990E2FFC66CC}"/>
          </ac:spMkLst>
        </pc:spChg>
      </pc:sldChg>
      <pc:sldChg chg="modSp mod">
        <pc:chgData name="KIRAN KUMAR GANTA" userId="04d4457b2c6f4d58" providerId="LiveId" clId="{7732D2CA-B0F2-4067-A0C8-DF1E5A25DBD1}" dt="2023-02-24T17:10:30.935" v="89" actId="14100"/>
        <pc:sldMkLst>
          <pc:docMk/>
          <pc:sldMk cId="2711076953" sldId="281"/>
        </pc:sldMkLst>
        <pc:spChg chg="mod">
          <ac:chgData name="KIRAN KUMAR GANTA" userId="04d4457b2c6f4d58" providerId="LiveId" clId="{7732D2CA-B0F2-4067-A0C8-DF1E5A25DBD1}" dt="2023-02-24T17:10:30.935" v="89" actId="14100"/>
          <ac:spMkLst>
            <pc:docMk/>
            <pc:sldMk cId="2711076953" sldId="281"/>
            <ac:spMk id="3" creationId="{D50209E1-216A-4AEC-B69A-024ED48ABF25}"/>
          </ac:spMkLst>
        </pc:spChg>
      </pc:sldChg>
      <pc:sldChg chg="modSp mod">
        <pc:chgData name="KIRAN KUMAR GANTA" userId="04d4457b2c6f4d58" providerId="LiveId" clId="{7732D2CA-B0F2-4067-A0C8-DF1E5A25DBD1}" dt="2023-02-24T17:10:48.382" v="93" actId="14100"/>
        <pc:sldMkLst>
          <pc:docMk/>
          <pc:sldMk cId="2851204071" sldId="282"/>
        </pc:sldMkLst>
        <pc:spChg chg="mod">
          <ac:chgData name="KIRAN KUMAR GANTA" userId="04d4457b2c6f4d58" providerId="LiveId" clId="{7732D2CA-B0F2-4067-A0C8-DF1E5A25DBD1}" dt="2023-02-24T17:10:48.382" v="93" actId="14100"/>
          <ac:spMkLst>
            <pc:docMk/>
            <pc:sldMk cId="2851204071" sldId="282"/>
            <ac:spMk id="3" creationId="{F12BD6D4-CBAA-AEA2-A98E-E5FE37EC7961}"/>
          </ac:spMkLst>
        </pc:spChg>
      </pc:sldChg>
      <pc:sldChg chg="modSp mod">
        <pc:chgData name="KIRAN KUMAR GANTA" userId="04d4457b2c6f4d58" providerId="LiveId" clId="{7732D2CA-B0F2-4067-A0C8-DF1E5A25DBD1}" dt="2023-02-24T17:11:15.358" v="97" actId="14100"/>
        <pc:sldMkLst>
          <pc:docMk/>
          <pc:sldMk cId="554223680" sldId="283"/>
        </pc:sldMkLst>
        <pc:spChg chg="mod">
          <ac:chgData name="KIRAN KUMAR GANTA" userId="04d4457b2c6f4d58" providerId="LiveId" clId="{7732D2CA-B0F2-4067-A0C8-DF1E5A25DBD1}" dt="2023-02-24T17:11:15.358" v="97" actId="14100"/>
          <ac:spMkLst>
            <pc:docMk/>
            <pc:sldMk cId="554223680" sldId="283"/>
            <ac:spMk id="3" creationId="{07EFD1C8-9DB6-76A3-652E-782D67431108}"/>
          </ac:spMkLst>
        </pc:spChg>
      </pc:sldChg>
      <pc:sldChg chg="modSp mod">
        <pc:chgData name="KIRAN KUMAR GANTA" userId="04d4457b2c6f4d58" providerId="LiveId" clId="{7732D2CA-B0F2-4067-A0C8-DF1E5A25DBD1}" dt="2023-02-24T17:11:35.047" v="101" actId="14100"/>
        <pc:sldMkLst>
          <pc:docMk/>
          <pc:sldMk cId="3048807994" sldId="284"/>
        </pc:sldMkLst>
        <pc:spChg chg="mod">
          <ac:chgData name="KIRAN KUMAR GANTA" userId="04d4457b2c6f4d58" providerId="LiveId" clId="{7732D2CA-B0F2-4067-A0C8-DF1E5A25DBD1}" dt="2023-02-24T17:11:35.047" v="101" actId="14100"/>
          <ac:spMkLst>
            <pc:docMk/>
            <pc:sldMk cId="3048807994" sldId="284"/>
            <ac:spMk id="3" creationId="{F1A50A26-F082-840C-73DB-10EA2A889E6D}"/>
          </ac:spMkLst>
        </pc:spChg>
      </pc:sldChg>
      <pc:sldChg chg="modSp mod">
        <pc:chgData name="KIRAN KUMAR GANTA" userId="04d4457b2c6f4d58" providerId="LiveId" clId="{7732D2CA-B0F2-4067-A0C8-DF1E5A25DBD1}" dt="2023-02-24T17:11:55.034" v="105" actId="14100"/>
        <pc:sldMkLst>
          <pc:docMk/>
          <pc:sldMk cId="3989849634" sldId="285"/>
        </pc:sldMkLst>
        <pc:spChg chg="mod">
          <ac:chgData name="KIRAN KUMAR GANTA" userId="04d4457b2c6f4d58" providerId="LiveId" clId="{7732D2CA-B0F2-4067-A0C8-DF1E5A25DBD1}" dt="2023-02-24T17:11:55.034" v="105" actId="14100"/>
          <ac:spMkLst>
            <pc:docMk/>
            <pc:sldMk cId="3989849634" sldId="285"/>
            <ac:spMk id="3" creationId="{E585D727-34B0-2473-5288-8831680C0560}"/>
          </ac:spMkLst>
        </pc:spChg>
      </pc:sldChg>
      <pc:sldChg chg="modSp mod">
        <pc:chgData name="KIRAN KUMAR GANTA" userId="04d4457b2c6f4d58" providerId="LiveId" clId="{7732D2CA-B0F2-4067-A0C8-DF1E5A25DBD1}" dt="2023-02-24T17:12:13.890" v="109" actId="14100"/>
        <pc:sldMkLst>
          <pc:docMk/>
          <pc:sldMk cId="2385653247" sldId="286"/>
        </pc:sldMkLst>
        <pc:spChg chg="mod">
          <ac:chgData name="KIRAN KUMAR GANTA" userId="04d4457b2c6f4d58" providerId="LiveId" clId="{7732D2CA-B0F2-4067-A0C8-DF1E5A25DBD1}" dt="2023-02-24T17:12:13.890" v="109" actId="14100"/>
          <ac:spMkLst>
            <pc:docMk/>
            <pc:sldMk cId="2385653247" sldId="286"/>
            <ac:spMk id="3" creationId="{365A3785-C94D-22E4-D230-91E8CF97454C}"/>
          </ac:spMkLst>
        </pc:spChg>
      </pc:sldChg>
      <pc:sldChg chg="modSp mod">
        <pc:chgData name="KIRAN KUMAR GANTA" userId="04d4457b2c6f4d58" providerId="LiveId" clId="{7732D2CA-B0F2-4067-A0C8-DF1E5A25DBD1}" dt="2023-02-24T17:12:34.270" v="113" actId="14100"/>
        <pc:sldMkLst>
          <pc:docMk/>
          <pc:sldMk cId="1075459983" sldId="287"/>
        </pc:sldMkLst>
        <pc:spChg chg="mod">
          <ac:chgData name="KIRAN KUMAR GANTA" userId="04d4457b2c6f4d58" providerId="LiveId" clId="{7732D2CA-B0F2-4067-A0C8-DF1E5A25DBD1}" dt="2023-02-24T17:12:34.270" v="113" actId="14100"/>
          <ac:spMkLst>
            <pc:docMk/>
            <pc:sldMk cId="1075459983" sldId="287"/>
            <ac:spMk id="3" creationId="{67861C45-1915-7E28-1458-CDD6331795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859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17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19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50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7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44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00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35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5625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47809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36138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198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66764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987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603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14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1068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76A0A9-866E-35A2-B545-C7DB27F4E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1AC1FED5-8C91-B88B-5048-E1C2B47A1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527DE88-029D-7DEF-48A9-4A2AB0B5D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869" y="1563093"/>
            <a:ext cx="9001462" cy="930049"/>
          </a:xfrm>
        </p:spPr>
        <p:txBody>
          <a:bodyPr>
            <a:normAutofit/>
          </a:bodyPr>
          <a:lstStyle/>
          <a:p>
            <a:r>
              <a:rPr lang="en-US" sz="3400" dirty="0"/>
              <a:t>Discount</a:t>
            </a:r>
            <a:endParaRPr lang="en-IN" sz="3400" dirty="0"/>
          </a:p>
        </p:txBody>
      </p:sp>
    </p:spTree>
    <p:extLst>
      <p:ext uri="{BB962C8B-B14F-4D97-AF65-F5344CB8AC3E}">
        <p14:creationId xmlns:p14="http://schemas.microsoft.com/office/powerpoint/2010/main" val="309622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26226-37B8-21DD-9279-01B830804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153BD35-383C-99AF-19C8-AAF4C5188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255828" y="5018314"/>
            <a:ext cx="45719" cy="108857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9B093BA2-3407-242D-10C6-B2A584613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08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61F10-F4D5-A709-9174-43D1C9E90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4F96FC0-E503-1EB6-56AC-1564BBDB5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4E4024-2028-FCB3-2F4F-B05EA774EACC}"/>
              </a:ext>
            </a:extLst>
          </p:cNvPr>
          <p:cNvSpPr txBox="1"/>
          <p:nvPr/>
        </p:nvSpPr>
        <p:spPr>
          <a:xfrm>
            <a:off x="446314" y="352923"/>
            <a:ext cx="9535885" cy="3079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+mj-lt"/>
              </a:rPr>
              <a:t>1. A shopkeeper gives 2 successive discounts of 10% and 20% on MRP. Effective discount % is :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+mj-lt"/>
              </a:rPr>
              <a:t>A.28 %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+mj-lt"/>
              </a:rPr>
              <a:t>B.22 %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+mj-lt"/>
              </a:rPr>
              <a:t>C.27 %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+mj-lt"/>
              </a:rPr>
              <a:t>D.25 %</a:t>
            </a:r>
          </a:p>
        </p:txBody>
      </p:sp>
    </p:spTree>
    <p:extLst>
      <p:ext uri="{BB962C8B-B14F-4D97-AF65-F5344CB8AC3E}">
        <p14:creationId xmlns:p14="http://schemas.microsoft.com/office/powerpoint/2010/main" val="380845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35A7-2968-CB12-81E9-032B57718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06D458B-DF60-C8F0-F26C-73955AC4B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420C6-B21B-591B-8BAA-14A2C4832A67}"/>
              </a:ext>
            </a:extLst>
          </p:cNvPr>
          <p:cNvSpPr txBox="1"/>
          <p:nvPr/>
        </p:nvSpPr>
        <p:spPr>
          <a:xfrm>
            <a:off x="446314" y="352923"/>
            <a:ext cx="9535885" cy="358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+mj-lt"/>
              </a:rPr>
              <a:t>2. Find the single discount from the successive discounts of </a:t>
            </a:r>
            <a:r>
              <a:rPr lang="en-IN" sz="2200" b="1" dirty="0">
                <a:latin typeface="Bookman Old Style" pitchFamily="18" charset="0"/>
                <a:cs typeface="Times New Roman" panose="02020603050405020304" pitchFamily="18" charset="0"/>
              </a:rPr>
              <a:t>10% , 20% &amp; 25%</a:t>
            </a:r>
          </a:p>
          <a:p>
            <a:pPr algn="just">
              <a:lnSpc>
                <a:spcPct val="150000"/>
              </a:lnSpc>
            </a:pPr>
            <a:r>
              <a:rPr lang="en-IN" sz="2200" b="1" dirty="0">
                <a:latin typeface="Bookman Old Style" pitchFamily="18" charset="0"/>
                <a:cs typeface="Times New Roman" panose="02020603050405020304" pitchFamily="18" charset="0"/>
              </a:rPr>
              <a:t> a. 46%      </a:t>
            </a:r>
          </a:p>
          <a:p>
            <a:pPr algn="just">
              <a:lnSpc>
                <a:spcPct val="150000"/>
              </a:lnSpc>
            </a:pPr>
            <a:r>
              <a:rPr lang="en-IN" sz="2200" b="1" dirty="0">
                <a:latin typeface="Bookman Old Style" pitchFamily="18" charset="0"/>
                <a:cs typeface="Times New Roman" panose="02020603050405020304" pitchFamily="18" charset="0"/>
              </a:rPr>
              <a:t> b. 54%       </a:t>
            </a:r>
          </a:p>
          <a:p>
            <a:pPr algn="just">
              <a:lnSpc>
                <a:spcPct val="150000"/>
              </a:lnSpc>
            </a:pPr>
            <a:r>
              <a:rPr lang="en-IN" sz="2200" b="1" dirty="0">
                <a:latin typeface="Bookman Old Style" pitchFamily="18" charset="0"/>
                <a:cs typeface="Times New Roman" panose="02020603050405020304" pitchFamily="18" charset="0"/>
              </a:rPr>
              <a:t> c. 50%       </a:t>
            </a:r>
          </a:p>
          <a:p>
            <a:pPr algn="just">
              <a:lnSpc>
                <a:spcPct val="150000"/>
              </a:lnSpc>
            </a:pPr>
            <a:r>
              <a:rPr lang="en-IN" sz="2200" b="1" dirty="0">
                <a:latin typeface="Bookman Old Style" pitchFamily="18" charset="0"/>
                <a:cs typeface="Times New Roman" panose="02020603050405020304" pitchFamily="18" charset="0"/>
              </a:rPr>
              <a:t>d. 44%</a:t>
            </a:r>
          </a:p>
          <a:p>
            <a:pPr>
              <a:lnSpc>
                <a:spcPct val="150000"/>
              </a:lnSpc>
            </a:pPr>
            <a:endParaRPr lang="en-IN" sz="2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90349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F5FF9-184E-D716-8F35-E2A78C0DE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4DAF5-966D-0C1D-35DF-9217D084B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74" y="300636"/>
            <a:ext cx="9596683" cy="51882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3. </a:t>
            </a:r>
            <a:r>
              <a:rPr lang="en-US" sz="2200" b="1" dirty="0">
                <a:latin typeface="Bookman Old Style" pitchFamily="18" charset="0"/>
                <a:cs typeface="Times New Roman" panose="02020603050405020304" pitchFamily="18" charset="0"/>
              </a:rPr>
              <a:t>If two successive discounts of 20% and 10% are given on a watch worth Rs. 3000, Find selling price of the watch?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0916566-9F3D-4C72-3D89-69722AFF5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0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B0B84-C3EF-1063-FF27-EDBB6A64B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14FFD-C577-13B8-D8D5-DAC69B8BF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74" y="300636"/>
            <a:ext cx="9596683" cy="51882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4. </a:t>
            </a: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After two successive discounts of  20% and  10%  a mobile was sold for Rs.3600 . Then Marked price is 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a. 4000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b. 3500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c. 6000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d. 5000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2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5AF239B-4345-6830-2432-90B22C603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580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E8FE-5550-76D0-AF6B-6B5AD2986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BFFB9-6387-FE24-0EBC-2583D3E28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74" y="300636"/>
            <a:ext cx="9596683" cy="51882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5. </a:t>
            </a:r>
            <a:r>
              <a:rPr lang="en-US" sz="2200" b="1" dirty="0">
                <a:latin typeface="Bookman Old Style" pitchFamily="18" charset="0"/>
                <a:cs typeface="Times New Roman" panose="02020603050405020304" pitchFamily="18" charset="0"/>
              </a:rPr>
              <a:t>A shopkeeper marks an item at Rs. 40000. He gives a discount of 20% and then gives additional y% discount on the reduced price. If the final selling price is Rs. 26880, find the value of y?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F1187DF-9EE6-53FB-41EC-4600E11F6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2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DE3E7-07F3-B5D9-2963-86E94C5FD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E4B7-8245-1386-CA2F-ACBB3C535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74" y="300636"/>
            <a:ext cx="9596683" cy="51882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anose="02050604050505020204" pitchFamily="18" charset="0"/>
                <a:cs typeface="Times New Roman" panose="02020603050405020304" pitchFamily="18" charset="0"/>
              </a:rPr>
              <a:t>6. </a:t>
            </a: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 shopkeeper allows a discount of 40% on his articles and still makes a profit of 20%. How much cost price does shopkeeper pay for an article whose marked price is ₹ 2,400?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A. 1728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B. 1200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C. 1440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D. 1800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19F936B-D91A-F38E-9B58-3135AD153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45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E9D92-6A91-2060-AD72-6C2FB5F2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24228-748E-E2F1-108B-B21235AA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74" y="300636"/>
            <a:ext cx="9596683" cy="51882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7. </a:t>
            </a: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A dealer was giving a 20% discount on the marked price of a phone. Raman used his credit card and got a further rebate of Rs. 300. If the dealer had purchased the phone for Rs. 5000 and made a 10% profit on the sale, how much high was the marked price than the cost price?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A. 45%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B. 35%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C. 40%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D. 50%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011217F-801D-2F50-30F5-D520CF293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91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09F36-6C22-9945-2699-6524102EF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BBF26-308D-F3E0-2DBA-56ECE7C03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74" y="300636"/>
            <a:ext cx="7561055" cy="618725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1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8. If 33 % of profit is required after giving 5 % rebate then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1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</a:t>
            </a:r>
            <a:r>
              <a:rPr lang="en-IN" sz="21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en-IN" sz="21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. what % of the cost price should be the marked price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1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   a. 130       b. 120        c. 140         d. 150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1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ii. How much % marked price is more than cost price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1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    a. 40           b. 20         c. 30       d. 60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1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iii. What is the ratio of cost price and marked price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1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   a. 2:3           b. 3:4        c. 5:6         d. 5:7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1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9E85D70-3A20-21DE-A93B-23321F7DA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79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B0264-CBA8-B919-4903-56578218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755B5-8A01-79F6-1D89-7932168B2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74" y="300636"/>
            <a:ext cx="9781740" cy="618725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1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9. </a:t>
            </a: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The cost price of manufacturing an article was Rs.900 . The trader wants to gain 25% after giving a discount of 10 % . Find the marked price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1000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b. 1250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 c. 1150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d. 1350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1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1771AB9-5DEA-218B-B8CD-C0C7545C5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70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E57DE-D546-15E3-7185-BBBB84588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CE0D4-7F66-3544-0765-AFD91E7E38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1974" y="300636"/>
                <a:ext cx="9825283" cy="618725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100" b="1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10. </a:t>
                </a: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By selling an article for Rs.1170  a man allow 10% discount and earn 30% profit . If article is sold at 0% discount what should be the profit ?</a:t>
                </a:r>
              </a:p>
              <a:p>
                <a:pPr marL="457200" indent="-457200" algn="just">
                  <a:lnSpc>
                    <a:spcPct val="150000"/>
                  </a:lnSpc>
                  <a:buAutoNum type="alphaLcPeriod"/>
                </a:pP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44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%        </a:t>
                </a:r>
              </a:p>
              <a:p>
                <a:pPr marL="457200" indent="-457200" algn="just">
                  <a:lnSpc>
                    <a:spcPct val="150000"/>
                  </a:lnSpc>
                  <a:buAutoNum type="alphaLcPeriod"/>
                </a:pP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b. 33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%    </a:t>
                </a:r>
              </a:p>
              <a:p>
                <a:pPr marL="457200" indent="-457200" algn="just">
                  <a:lnSpc>
                    <a:spcPct val="150000"/>
                  </a:lnSpc>
                  <a:buAutoNum type="alphaLcPeriod"/>
                </a:pP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  c. 55%     </a:t>
                </a:r>
              </a:p>
              <a:p>
                <a:pPr marL="457200" indent="-457200" algn="just">
                  <a:lnSpc>
                    <a:spcPct val="150000"/>
                  </a:lnSpc>
                  <a:buAutoNum type="alphaLcPeriod"/>
                </a:pP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d.50%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100" b="1" dirty="0">
                  <a:latin typeface="Bookman Old Style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CE0D4-7F66-3544-0765-AFD91E7E3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1974" y="300636"/>
                <a:ext cx="9825283" cy="6187250"/>
              </a:xfrm>
              <a:blipFill>
                <a:blip r:embed="rId2"/>
                <a:stretch>
                  <a:fillRect l="-1055" r="-13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00AC36B-FA8E-4F24-9B51-1905F3328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59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CB20316-8E6F-4A0C-309F-DC56D61F6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511" y="110213"/>
            <a:ext cx="1681480" cy="14528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5D3678-82EE-54B8-6920-CFFC6D22B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081" y="2498836"/>
            <a:ext cx="3658205" cy="61447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400" b="1" dirty="0">
                <a:effectLst/>
              </a:rPr>
              <a:t>THE END</a:t>
            </a:r>
            <a:endParaRPr lang="en-IN" sz="3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21323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1894</TotalTime>
  <Words>528</Words>
  <Application>Microsoft Office PowerPoint</Application>
  <PresentationFormat>Widescreen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Cambria Math</vt:lpstr>
      <vt:lpstr>Rockwell</vt:lpstr>
      <vt:lpstr>Damask</vt:lpstr>
      <vt:lpstr>Discount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AVERAGES </dc:title>
  <dc:creator>KIRAN KUMAR GANTA</dc:creator>
  <cp:lastModifiedBy>harikrishnareddy pagadam</cp:lastModifiedBy>
  <cp:revision>133</cp:revision>
  <dcterms:created xsi:type="dcterms:W3CDTF">2022-11-22T09:07:37Z</dcterms:created>
  <dcterms:modified xsi:type="dcterms:W3CDTF">2026-05-18T13:51:26Z</dcterms:modified>
</cp:coreProperties>
</file>