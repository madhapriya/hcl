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3" r:id="rId1"/>
  </p:sldMasterIdLst>
  <p:sldIdLst>
    <p:sldId id="256" r:id="rId2"/>
    <p:sldId id="257" r:id="rId3"/>
    <p:sldId id="290" r:id="rId4"/>
    <p:sldId id="291" r:id="rId5"/>
    <p:sldId id="289"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92" r:id="rId21"/>
    <p:sldId id="272" r:id="rId22"/>
    <p:sldId id="273" r:id="rId23"/>
    <p:sldId id="274" r:id="rId24"/>
    <p:sldId id="275" r:id="rId25"/>
    <p:sldId id="276" r:id="rId26"/>
    <p:sldId id="277" r:id="rId27"/>
    <p:sldId id="278" r:id="rId28"/>
    <p:sldId id="279" r:id="rId29"/>
    <p:sldId id="293" r:id="rId30"/>
    <p:sldId id="295" r:id="rId31"/>
    <p:sldId id="280" r:id="rId32"/>
    <p:sldId id="281" r:id="rId33"/>
    <p:sldId id="296" r:id="rId34"/>
    <p:sldId id="288"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KUMAR GANTA" userId="04d4457b2c6f4d58" providerId="LiveId" clId="{415B0607-3D18-4380-816B-9D66A004EED0}"/>
    <pc:docChg chg="custSel addSld modSld">
      <pc:chgData name="KIRAN KUMAR GANTA" userId="04d4457b2c6f4d58" providerId="LiveId" clId="{415B0607-3D18-4380-816B-9D66A004EED0}" dt="2022-12-03T13:27:18.705" v="6110" actId="20577"/>
      <pc:docMkLst>
        <pc:docMk/>
      </pc:docMkLst>
      <pc:sldChg chg="modSp mod">
        <pc:chgData name="KIRAN KUMAR GANTA" userId="04d4457b2c6f4d58" providerId="LiveId" clId="{415B0607-3D18-4380-816B-9D66A004EED0}" dt="2022-11-22T09:44:02.084" v="109" actId="113"/>
        <pc:sldMkLst>
          <pc:docMk/>
          <pc:sldMk cId="2745039445" sldId="259"/>
        </pc:sldMkLst>
        <pc:spChg chg="mod">
          <ac:chgData name="KIRAN KUMAR GANTA" userId="04d4457b2c6f4d58" providerId="LiveId" clId="{415B0607-3D18-4380-816B-9D66A004EED0}" dt="2022-11-22T09:44:02.084" v="109" actId="113"/>
          <ac:spMkLst>
            <pc:docMk/>
            <pc:sldMk cId="2745039445" sldId="259"/>
            <ac:spMk id="3" creationId="{3F7F7275-821A-7B23-BE3E-B9410147340D}"/>
          </ac:spMkLst>
        </pc:spChg>
      </pc:sldChg>
      <pc:sldChg chg="delSp modSp new mod">
        <pc:chgData name="KIRAN KUMAR GANTA" userId="04d4457b2c6f4d58" providerId="LiveId" clId="{415B0607-3D18-4380-816B-9D66A004EED0}" dt="2022-11-22T09:45:58.981" v="253" actId="113"/>
        <pc:sldMkLst>
          <pc:docMk/>
          <pc:sldMk cId="3259336835" sldId="260"/>
        </pc:sldMkLst>
        <pc:spChg chg="del mod">
          <ac:chgData name="KIRAN KUMAR GANTA" userId="04d4457b2c6f4d58" providerId="LiveId" clId="{415B0607-3D18-4380-816B-9D66A004EED0}" dt="2022-11-22T09:44:16.597" v="112" actId="478"/>
          <ac:spMkLst>
            <pc:docMk/>
            <pc:sldMk cId="3259336835" sldId="260"/>
            <ac:spMk id="2" creationId="{C99E18C2-BC0C-7ED6-C1EA-F75EE7BAD2FC}"/>
          </ac:spMkLst>
        </pc:spChg>
        <pc:spChg chg="mod">
          <ac:chgData name="KIRAN KUMAR GANTA" userId="04d4457b2c6f4d58" providerId="LiveId" clId="{415B0607-3D18-4380-816B-9D66A004EED0}" dt="2022-11-22T09:45:58.981" v="253" actId="113"/>
          <ac:spMkLst>
            <pc:docMk/>
            <pc:sldMk cId="3259336835" sldId="260"/>
            <ac:spMk id="3" creationId="{BD0CAEFC-D594-A38A-CE5E-25A0316665E1}"/>
          </ac:spMkLst>
        </pc:spChg>
      </pc:sldChg>
      <pc:sldChg chg="delSp modSp new mod">
        <pc:chgData name="KIRAN KUMAR GANTA" userId="04d4457b2c6f4d58" providerId="LiveId" clId="{415B0607-3D18-4380-816B-9D66A004EED0}" dt="2022-11-22T09:47:48.159" v="368" actId="113"/>
        <pc:sldMkLst>
          <pc:docMk/>
          <pc:sldMk cId="3231654361" sldId="261"/>
        </pc:sldMkLst>
        <pc:spChg chg="del mod">
          <ac:chgData name="KIRAN KUMAR GANTA" userId="04d4457b2c6f4d58" providerId="LiveId" clId="{415B0607-3D18-4380-816B-9D66A004EED0}" dt="2022-11-22T09:46:11.354" v="256" actId="478"/>
          <ac:spMkLst>
            <pc:docMk/>
            <pc:sldMk cId="3231654361" sldId="261"/>
            <ac:spMk id="2" creationId="{B92F98AE-B313-6351-8B77-07F241C7A521}"/>
          </ac:spMkLst>
        </pc:spChg>
        <pc:spChg chg="mod">
          <ac:chgData name="KIRAN KUMAR GANTA" userId="04d4457b2c6f4d58" providerId="LiveId" clId="{415B0607-3D18-4380-816B-9D66A004EED0}" dt="2022-11-22T09:47:48.159" v="368" actId="113"/>
          <ac:spMkLst>
            <pc:docMk/>
            <pc:sldMk cId="3231654361" sldId="261"/>
            <ac:spMk id="3" creationId="{0A237550-1DE1-9F96-6294-BBF931B4F42B}"/>
          </ac:spMkLst>
        </pc:spChg>
      </pc:sldChg>
      <pc:sldChg chg="delSp modSp new mod">
        <pc:chgData name="KIRAN KUMAR GANTA" userId="04d4457b2c6f4d58" providerId="LiveId" clId="{415B0607-3D18-4380-816B-9D66A004EED0}" dt="2022-11-22T09:49:35.756" v="490" actId="113"/>
        <pc:sldMkLst>
          <pc:docMk/>
          <pc:sldMk cId="2471644895" sldId="262"/>
        </pc:sldMkLst>
        <pc:spChg chg="del mod">
          <ac:chgData name="KIRAN KUMAR GANTA" userId="04d4457b2c6f4d58" providerId="LiveId" clId="{415B0607-3D18-4380-816B-9D66A004EED0}" dt="2022-11-22T09:48:00.071" v="371" actId="478"/>
          <ac:spMkLst>
            <pc:docMk/>
            <pc:sldMk cId="2471644895" sldId="262"/>
            <ac:spMk id="2" creationId="{000AA207-4125-EFA2-9E98-39906A0019E9}"/>
          </ac:spMkLst>
        </pc:spChg>
        <pc:spChg chg="mod">
          <ac:chgData name="KIRAN KUMAR GANTA" userId="04d4457b2c6f4d58" providerId="LiveId" clId="{415B0607-3D18-4380-816B-9D66A004EED0}" dt="2022-11-22T09:49:35.756" v="490" actId="113"/>
          <ac:spMkLst>
            <pc:docMk/>
            <pc:sldMk cId="2471644895" sldId="262"/>
            <ac:spMk id="3" creationId="{ED5E6109-DE52-D3E6-2B6D-0F9DD5E9BD64}"/>
          </ac:spMkLst>
        </pc:spChg>
      </pc:sldChg>
      <pc:sldChg chg="delSp modSp new mod">
        <pc:chgData name="KIRAN KUMAR GANTA" userId="04d4457b2c6f4d58" providerId="LiveId" clId="{415B0607-3D18-4380-816B-9D66A004EED0}" dt="2022-11-22T09:51:13.335" v="609" actId="113"/>
        <pc:sldMkLst>
          <pc:docMk/>
          <pc:sldMk cId="3406206606" sldId="263"/>
        </pc:sldMkLst>
        <pc:spChg chg="del mod">
          <ac:chgData name="KIRAN KUMAR GANTA" userId="04d4457b2c6f4d58" providerId="LiveId" clId="{415B0607-3D18-4380-816B-9D66A004EED0}" dt="2022-11-22T09:49:42.789" v="493" actId="478"/>
          <ac:spMkLst>
            <pc:docMk/>
            <pc:sldMk cId="3406206606" sldId="263"/>
            <ac:spMk id="2" creationId="{47AD252D-8EA7-E794-9CA2-A244515ADA72}"/>
          </ac:spMkLst>
        </pc:spChg>
        <pc:spChg chg="mod">
          <ac:chgData name="KIRAN KUMAR GANTA" userId="04d4457b2c6f4d58" providerId="LiveId" clId="{415B0607-3D18-4380-816B-9D66A004EED0}" dt="2022-11-22T09:51:13.335" v="609" actId="113"/>
          <ac:spMkLst>
            <pc:docMk/>
            <pc:sldMk cId="3406206606" sldId="263"/>
            <ac:spMk id="3" creationId="{83435682-F3C7-456E-8725-FBF18D75BED0}"/>
          </ac:spMkLst>
        </pc:spChg>
      </pc:sldChg>
      <pc:sldChg chg="delSp modSp new mod">
        <pc:chgData name="KIRAN KUMAR GANTA" userId="04d4457b2c6f4d58" providerId="LiveId" clId="{415B0607-3D18-4380-816B-9D66A004EED0}" dt="2022-11-22T09:52:56.447" v="734" actId="113"/>
        <pc:sldMkLst>
          <pc:docMk/>
          <pc:sldMk cId="2366335118" sldId="264"/>
        </pc:sldMkLst>
        <pc:spChg chg="del mod">
          <ac:chgData name="KIRAN KUMAR GANTA" userId="04d4457b2c6f4d58" providerId="LiveId" clId="{415B0607-3D18-4380-816B-9D66A004EED0}" dt="2022-11-22T09:51:26.456" v="612" actId="478"/>
          <ac:spMkLst>
            <pc:docMk/>
            <pc:sldMk cId="2366335118" sldId="264"/>
            <ac:spMk id="2" creationId="{700A2CCF-64AC-D193-C5D6-C51F72224C5B}"/>
          </ac:spMkLst>
        </pc:spChg>
        <pc:spChg chg="mod">
          <ac:chgData name="KIRAN KUMAR GANTA" userId="04d4457b2c6f4d58" providerId="LiveId" clId="{415B0607-3D18-4380-816B-9D66A004EED0}" dt="2022-11-22T09:52:56.447" v="734" actId="113"/>
          <ac:spMkLst>
            <pc:docMk/>
            <pc:sldMk cId="2366335118" sldId="264"/>
            <ac:spMk id="3" creationId="{12232249-F00A-336E-BF6A-27A16CE2F241}"/>
          </ac:spMkLst>
        </pc:spChg>
      </pc:sldChg>
      <pc:sldChg chg="delSp modSp new mod">
        <pc:chgData name="KIRAN KUMAR GANTA" userId="04d4457b2c6f4d58" providerId="LiveId" clId="{415B0607-3D18-4380-816B-9D66A004EED0}" dt="2022-11-22T09:54:43.339" v="856" actId="113"/>
        <pc:sldMkLst>
          <pc:docMk/>
          <pc:sldMk cId="3726046492" sldId="265"/>
        </pc:sldMkLst>
        <pc:spChg chg="del mod">
          <ac:chgData name="KIRAN KUMAR GANTA" userId="04d4457b2c6f4d58" providerId="LiveId" clId="{415B0607-3D18-4380-816B-9D66A004EED0}" dt="2022-11-22T09:53:05.392" v="737" actId="478"/>
          <ac:spMkLst>
            <pc:docMk/>
            <pc:sldMk cId="3726046492" sldId="265"/>
            <ac:spMk id="2" creationId="{A1B099E4-C240-C94B-53B7-D1EE52C04EBE}"/>
          </ac:spMkLst>
        </pc:spChg>
        <pc:spChg chg="mod">
          <ac:chgData name="KIRAN KUMAR GANTA" userId="04d4457b2c6f4d58" providerId="LiveId" clId="{415B0607-3D18-4380-816B-9D66A004EED0}" dt="2022-11-22T09:54:43.339" v="856" actId="113"/>
          <ac:spMkLst>
            <pc:docMk/>
            <pc:sldMk cId="3726046492" sldId="265"/>
            <ac:spMk id="3" creationId="{9F32EDFA-9473-79EE-0F35-48D6FE17308F}"/>
          </ac:spMkLst>
        </pc:spChg>
      </pc:sldChg>
      <pc:sldChg chg="delSp modSp new mod">
        <pc:chgData name="KIRAN KUMAR GANTA" userId="04d4457b2c6f4d58" providerId="LiveId" clId="{415B0607-3D18-4380-816B-9D66A004EED0}" dt="2022-11-22T09:56:56.173" v="987" actId="113"/>
        <pc:sldMkLst>
          <pc:docMk/>
          <pc:sldMk cId="1208186571" sldId="266"/>
        </pc:sldMkLst>
        <pc:spChg chg="del mod">
          <ac:chgData name="KIRAN KUMAR GANTA" userId="04d4457b2c6f4d58" providerId="LiveId" clId="{415B0607-3D18-4380-816B-9D66A004EED0}" dt="2022-11-22T09:55:10.225" v="859" actId="478"/>
          <ac:spMkLst>
            <pc:docMk/>
            <pc:sldMk cId="1208186571" sldId="266"/>
            <ac:spMk id="2" creationId="{51117EEC-5E2D-DC41-081A-DE5B29DCAD03}"/>
          </ac:spMkLst>
        </pc:spChg>
        <pc:spChg chg="mod">
          <ac:chgData name="KIRAN KUMAR GANTA" userId="04d4457b2c6f4d58" providerId="LiveId" clId="{415B0607-3D18-4380-816B-9D66A004EED0}" dt="2022-11-22T09:56:56.173" v="987" actId="113"/>
          <ac:spMkLst>
            <pc:docMk/>
            <pc:sldMk cId="1208186571" sldId="266"/>
            <ac:spMk id="3" creationId="{F1C208E4-8FE0-3F9B-F449-7A80C294134C}"/>
          </ac:spMkLst>
        </pc:spChg>
      </pc:sldChg>
      <pc:sldChg chg="delSp modSp new mod">
        <pc:chgData name="KIRAN KUMAR GANTA" userId="04d4457b2c6f4d58" providerId="LiveId" clId="{415B0607-3D18-4380-816B-9D66A004EED0}" dt="2022-11-22T09:59:46.615" v="1143" actId="113"/>
        <pc:sldMkLst>
          <pc:docMk/>
          <pc:sldMk cId="1105230622" sldId="267"/>
        </pc:sldMkLst>
        <pc:spChg chg="del mod">
          <ac:chgData name="KIRAN KUMAR GANTA" userId="04d4457b2c6f4d58" providerId="LiveId" clId="{415B0607-3D18-4380-816B-9D66A004EED0}" dt="2022-11-22T09:57:06.958" v="990" actId="478"/>
          <ac:spMkLst>
            <pc:docMk/>
            <pc:sldMk cId="1105230622" sldId="267"/>
            <ac:spMk id="2" creationId="{A9803699-48FA-E108-82F9-8F99BEB1DDE4}"/>
          </ac:spMkLst>
        </pc:spChg>
        <pc:spChg chg="mod">
          <ac:chgData name="KIRAN KUMAR GANTA" userId="04d4457b2c6f4d58" providerId="LiveId" clId="{415B0607-3D18-4380-816B-9D66A004EED0}" dt="2022-11-22T09:59:46.615" v="1143" actId="113"/>
          <ac:spMkLst>
            <pc:docMk/>
            <pc:sldMk cId="1105230622" sldId="267"/>
            <ac:spMk id="3" creationId="{4FE0DC40-B0EA-D63B-E4B6-70164DE9D2E3}"/>
          </ac:spMkLst>
        </pc:spChg>
      </pc:sldChg>
      <pc:sldChg chg="delSp modSp new mod">
        <pc:chgData name="KIRAN KUMAR GANTA" userId="04d4457b2c6f4d58" providerId="LiveId" clId="{415B0607-3D18-4380-816B-9D66A004EED0}" dt="2022-11-22T10:02:17.532" v="1283" actId="113"/>
        <pc:sldMkLst>
          <pc:docMk/>
          <pc:sldMk cId="921741312" sldId="268"/>
        </pc:sldMkLst>
        <pc:spChg chg="del mod">
          <ac:chgData name="KIRAN KUMAR GANTA" userId="04d4457b2c6f4d58" providerId="LiveId" clId="{415B0607-3D18-4380-816B-9D66A004EED0}" dt="2022-11-22T09:59:55.647" v="1146" actId="478"/>
          <ac:spMkLst>
            <pc:docMk/>
            <pc:sldMk cId="921741312" sldId="268"/>
            <ac:spMk id="2" creationId="{04D77D2A-BBD0-DE84-C6A0-43773C1F5757}"/>
          </ac:spMkLst>
        </pc:spChg>
        <pc:spChg chg="mod">
          <ac:chgData name="KIRAN KUMAR GANTA" userId="04d4457b2c6f4d58" providerId="LiveId" clId="{415B0607-3D18-4380-816B-9D66A004EED0}" dt="2022-11-22T10:02:17.532" v="1283" actId="113"/>
          <ac:spMkLst>
            <pc:docMk/>
            <pc:sldMk cId="921741312" sldId="268"/>
            <ac:spMk id="3" creationId="{837DD3FD-F0EB-8CF6-8476-A685D9C43EF1}"/>
          </ac:spMkLst>
        </pc:spChg>
      </pc:sldChg>
      <pc:sldChg chg="delSp modSp new mod">
        <pc:chgData name="KIRAN KUMAR GANTA" userId="04d4457b2c6f4d58" providerId="LiveId" clId="{415B0607-3D18-4380-816B-9D66A004EED0}" dt="2022-11-22T10:04:53.768" v="1456" actId="113"/>
        <pc:sldMkLst>
          <pc:docMk/>
          <pc:sldMk cId="3188229740" sldId="269"/>
        </pc:sldMkLst>
        <pc:spChg chg="del mod">
          <ac:chgData name="KIRAN KUMAR GANTA" userId="04d4457b2c6f4d58" providerId="LiveId" clId="{415B0607-3D18-4380-816B-9D66A004EED0}" dt="2022-11-22T10:02:25.180" v="1286" actId="478"/>
          <ac:spMkLst>
            <pc:docMk/>
            <pc:sldMk cId="3188229740" sldId="269"/>
            <ac:spMk id="2" creationId="{65A2866E-01DA-5730-F139-DAEA0DF26248}"/>
          </ac:spMkLst>
        </pc:spChg>
        <pc:spChg chg="mod">
          <ac:chgData name="KIRAN KUMAR GANTA" userId="04d4457b2c6f4d58" providerId="LiveId" clId="{415B0607-3D18-4380-816B-9D66A004EED0}" dt="2022-11-22T10:04:53.768" v="1456" actId="113"/>
          <ac:spMkLst>
            <pc:docMk/>
            <pc:sldMk cId="3188229740" sldId="269"/>
            <ac:spMk id="3" creationId="{4D6EDC61-D907-181C-909A-F0EF15A8407C}"/>
          </ac:spMkLst>
        </pc:spChg>
      </pc:sldChg>
      <pc:sldChg chg="delSp modSp new mod">
        <pc:chgData name="KIRAN KUMAR GANTA" userId="04d4457b2c6f4d58" providerId="LiveId" clId="{415B0607-3D18-4380-816B-9D66A004EED0}" dt="2022-11-22T10:07:37.006" v="1631" actId="123"/>
        <pc:sldMkLst>
          <pc:docMk/>
          <pc:sldMk cId="1343770880" sldId="270"/>
        </pc:sldMkLst>
        <pc:spChg chg="del mod">
          <ac:chgData name="KIRAN KUMAR GANTA" userId="04d4457b2c6f4d58" providerId="LiveId" clId="{415B0607-3D18-4380-816B-9D66A004EED0}" dt="2022-11-22T10:05:03.868" v="1459" actId="478"/>
          <ac:spMkLst>
            <pc:docMk/>
            <pc:sldMk cId="1343770880" sldId="270"/>
            <ac:spMk id="2" creationId="{70195E2B-9811-C77D-1275-65B827A46264}"/>
          </ac:spMkLst>
        </pc:spChg>
        <pc:spChg chg="mod">
          <ac:chgData name="KIRAN KUMAR GANTA" userId="04d4457b2c6f4d58" providerId="LiveId" clId="{415B0607-3D18-4380-816B-9D66A004EED0}" dt="2022-11-22T10:07:37.006" v="1631" actId="123"/>
          <ac:spMkLst>
            <pc:docMk/>
            <pc:sldMk cId="1343770880" sldId="270"/>
            <ac:spMk id="3" creationId="{1FEB0B71-DE53-634B-274E-6F27A9B49692}"/>
          </ac:spMkLst>
        </pc:spChg>
      </pc:sldChg>
      <pc:sldChg chg="delSp modSp new mod">
        <pc:chgData name="KIRAN KUMAR GANTA" userId="04d4457b2c6f4d58" providerId="LiveId" clId="{415B0607-3D18-4380-816B-9D66A004EED0}" dt="2022-11-22T10:10:35.974" v="1858" actId="123"/>
        <pc:sldMkLst>
          <pc:docMk/>
          <pc:sldMk cId="2758500736" sldId="271"/>
        </pc:sldMkLst>
        <pc:spChg chg="del mod">
          <ac:chgData name="KIRAN KUMAR GANTA" userId="04d4457b2c6f4d58" providerId="LiveId" clId="{415B0607-3D18-4380-816B-9D66A004EED0}" dt="2022-11-22T10:07:47.174" v="1634" actId="478"/>
          <ac:spMkLst>
            <pc:docMk/>
            <pc:sldMk cId="2758500736" sldId="271"/>
            <ac:spMk id="2" creationId="{EFDCD9D6-3741-07CB-6466-D105E37F06DA}"/>
          </ac:spMkLst>
        </pc:spChg>
        <pc:spChg chg="mod">
          <ac:chgData name="KIRAN KUMAR GANTA" userId="04d4457b2c6f4d58" providerId="LiveId" clId="{415B0607-3D18-4380-816B-9D66A004EED0}" dt="2022-11-22T10:10:35.974" v="1858" actId="123"/>
          <ac:spMkLst>
            <pc:docMk/>
            <pc:sldMk cId="2758500736" sldId="271"/>
            <ac:spMk id="3" creationId="{84B8E209-D197-54D2-FA90-614220DCAA3C}"/>
          </ac:spMkLst>
        </pc:spChg>
      </pc:sldChg>
      <pc:sldChg chg="delSp modSp new mod">
        <pc:chgData name="KIRAN KUMAR GANTA" userId="04d4457b2c6f4d58" providerId="LiveId" clId="{415B0607-3D18-4380-816B-9D66A004EED0}" dt="2022-11-22T10:13:59.747" v="2077" actId="123"/>
        <pc:sldMkLst>
          <pc:docMk/>
          <pc:sldMk cId="3653190127" sldId="272"/>
        </pc:sldMkLst>
        <pc:spChg chg="del mod">
          <ac:chgData name="KIRAN KUMAR GANTA" userId="04d4457b2c6f4d58" providerId="LiveId" clId="{415B0607-3D18-4380-816B-9D66A004EED0}" dt="2022-11-22T10:10:43.954" v="1861" actId="478"/>
          <ac:spMkLst>
            <pc:docMk/>
            <pc:sldMk cId="3653190127" sldId="272"/>
            <ac:spMk id="2" creationId="{78291E25-DB65-D67D-55E1-1C04E811F0A3}"/>
          </ac:spMkLst>
        </pc:spChg>
        <pc:spChg chg="mod">
          <ac:chgData name="KIRAN KUMAR GANTA" userId="04d4457b2c6f4d58" providerId="LiveId" clId="{415B0607-3D18-4380-816B-9D66A004EED0}" dt="2022-11-22T10:13:59.747" v="2077" actId="123"/>
          <ac:spMkLst>
            <pc:docMk/>
            <pc:sldMk cId="3653190127" sldId="272"/>
            <ac:spMk id="3" creationId="{506F231C-6208-F025-E6AF-A625BE35EB83}"/>
          </ac:spMkLst>
        </pc:spChg>
      </pc:sldChg>
      <pc:sldChg chg="addSp delSp modSp new mod">
        <pc:chgData name="KIRAN KUMAR GANTA" userId="04d4457b2c6f4d58" providerId="LiveId" clId="{415B0607-3D18-4380-816B-9D66A004EED0}" dt="2022-11-23T00:22:07.413" v="2634" actId="123"/>
        <pc:sldMkLst>
          <pc:docMk/>
          <pc:sldMk cId="3695859695" sldId="273"/>
        </pc:sldMkLst>
        <pc:spChg chg="del mod">
          <ac:chgData name="KIRAN KUMAR GANTA" userId="04d4457b2c6f4d58" providerId="LiveId" clId="{415B0607-3D18-4380-816B-9D66A004EED0}" dt="2022-11-22T10:14:55.718" v="2080" actId="478"/>
          <ac:spMkLst>
            <pc:docMk/>
            <pc:sldMk cId="3695859695" sldId="273"/>
            <ac:spMk id="2" creationId="{94BB2080-21D0-F1DE-A9D1-FCD4990E2124}"/>
          </ac:spMkLst>
        </pc:spChg>
        <pc:spChg chg="mod">
          <ac:chgData name="KIRAN KUMAR GANTA" userId="04d4457b2c6f4d58" providerId="LiveId" clId="{415B0607-3D18-4380-816B-9D66A004EED0}" dt="2022-11-23T00:22:07.413" v="2634" actId="123"/>
          <ac:spMkLst>
            <pc:docMk/>
            <pc:sldMk cId="3695859695" sldId="273"/>
            <ac:spMk id="3" creationId="{08FB23B5-8DA9-7542-5D8E-8BA2B36C5599}"/>
          </ac:spMkLst>
        </pc:spChg>
        <pc:spChg chg="add mod">
          <ac:chgData name="KIRAN KUMAR GANTA" userId="04d4457b2c6f4d58" providerId="LiveId" clId="{415B0607-3D18-4380-816B-9D66A004EED0}" dt="2022-11-22T10:47:23.601" v="2338" actId="20577"/>
          <ac:spMkLst>
            <pc:docMk/>
            <pc:sldMk cId="3695859695" sldId="273"/>
            <ac:spMk id="4" creationId="{0386C79C-5562-CBCF-7E50-5E77E83F5C66}"/>
          </ac:spMkLst>
        </pc:spChg>
      </pc:sldChg>
      <pc:sldChg chg="delSp modSp new mod">
        <pc:chgData name="KIRAN KUMAR GANTA" userId="04d4457b2c6f4d58" providerId="LiveId" clId="{415B0607-3D18-4380-816B-9D66A004EED0}" dt="2022-11-23T00:25:42.108" v="2859" actId="123"/>
        <pc:sldMkLst>
          <pc:docMk/>
          <pc:sldMk cId="2026968352" sldId="274"/>
        </pc:sldMkLst>
        <pc:spChg chg="del mod">
          <ac:chgData name="KIRAN KUMAR GANTA" userId="04d4457b2c6f4d58" providerId="LiveId" clId="{415B0607-3D18-4380-816B-9D66A004EED0}" dt="2022-11-23T00:22:23.940" v="2637" actId="478"/>
          <ac:spMkLst>
            <pc:docMk/>
            <pc:sldMk cId="2026968352" sldId="274"/>
            <ac:spMk id="2" creationId="{150100BA-6C40-A5E0-D970-7D222207E89F}"/>
          </ac:spMkLst>
        </pc:spChg>
        <pc:spChg chg="mod">
          <ac:chgData name="KIRAN KUMAR GANTA" userId="04d4457b2c6f4d58" providerId="LiveId" clId="{415B0607-3D18-4380-816B-9D66A004EED0}" dt="2022-11-23T00:25:42.108" v="2859" actId="123"/>
          <ac:spMkLst>
            <pc:docMk/>
            <pc:sldMk cId="2026968352" sldId="274"/>
            <ac:spMk id="3" creationId="{668703F4-1813-892A-D70C-11718D503101}"/>
          </ac:spMkLst>
        </pc:spChg>
      </pc:sldChg>
      <pc:sldChg chg="delSp modSp new mod">
        <pc:chgData name="KIRAN KUMAR GANTA" userId="04d4457b2c6f4d58" providerId="LiveId" clId="{415B0607-3D18-4380-816B-9D66A004EED0}" dt="2022-11-23T00:28:56.357" v="3087" actId="123"/>
        <pc:sldMkLst>
          <pc:docMk/>
          <pc:sldMk cId="2957383491" sldId="275"/>
        </pc:sldMkLst>
        <pc:spChg chg="del mod">
          <ac:chgData name="KIRAN KUMAR GANTA" userId="04d4457b2c6f4d58" providerId="LiveId" clId="{415B0607-3D18-4380-816B-9D66A004EED0}" dt="2022-11-23T00:25:52.933" v="2862" actId="478"/>
          <ac:spMkLst>
            <pc:docMk/>
            <pc:sldMk cId="2957383491" sldId="275"/>
            <ac:spMk id="2" creationId="{6B4DC175-5F8F-02D1-67EF-989E7DD6CB0E}"/>
          </ac:spMkLst>
        </pc:spChg>
        <pc:spChg chg="mod">
          <ac:chgData name="KIRAN KUMAR GANTA" userId="04d4457b2c6f4d58" providerId="LiveId" clId="{415B0607-3D18-4380-816B-9D66A004EED0}" dt="2022-11-23T00:28:56.357" v="3087" actId="123"/>
          <ac:spMkLst>
            <pc:docMk/>
            <pc:sldMk cId="2957383491" sldId="275"/>
            <ac:spMk id="3" creationId="{9C531A27-11BB-3D0C-6631-5379D78E199B}"/>
          </ac:spMkLst>
        </pc:spChg>
      </pc:sldChg>
      <pc:sldChg chg="delSp modSp new mod">
        <pc:chgData name="KIRAN KUMAR GANTA" userId="04d4457b2c6f4d58" providerId="LiveId" clId="{415B0607-3D18-4380-816B-9D66A004EED0}" dt="2022-11-23T00:34:22.033" v="3367" actId="14100"/>
        <pc:sldMkLst>
          <pc:docMk/>
          <pc:sldMk cId="2146524995" sldId="276"/>
        </pc:sldMkLst>
        <pc:spChg chg="del">
          <ac:chgData name="KIRAN KUMAR GANTA" userId="04d4457b2c6f4d58" providerId="LiveId" clId="{415B0607-3D18-4380-816B-9D66A004EED0}" dt="2022-11-23T00:29:08.611" v="3089" actId="478"/>
          <ac:spMkLst>
            <pc:docMk/>
            <pc:sldMk cId="2146524995" sldId="276"/>
            <ac:spMk id="2" creationId="{16BE8993-1ECF-8345-24B7-572F81021BD5}"/>
          </ac:spMkLst>
        </pc:spChg>
        <pc:spChg chg="mod">
          <ac:chgData name="KIRAN KUMAR GANTA" userId="04d4457b2c6f4d58" providerId="LiveId" clId="{415B0607-3D18-4380-816B-9D66A004EED0}" dt="2022-11-23T00:34:22.033" v="3367" actId="14100"/>
          <ac:spMkLst>
            <pc:docMk/>
            <pc:sldMk cId="2146524995" sldId="276"/>
            <ac:spMk id="3" creationId="{03CF843A-ACC6-4F63-ED60-590DDF5B439D}"/>
          </ac:spMkLst>
        </pc:spChg>
      </pc:sldChg>
      <pc:sldChg chg="delSp modSp new mod">
        <pc:chgData name="KIRAN KUMAR GANTA" userId="04d4457b2c6f4d58" providerId="LiveId" clId="{415B0607-3D18-4380-816B-9D66A004EED0}" dt="2022-11-23T00:41:50.348" v="3594" actId="123"/>
        <pc:sldMkLst>
          <pc:docMk/>
          <pc:sldMk cId="1414182164" sldId="277"/>
        </pc:sldMkLst>
        <pc:spChg chg="del mod">
          <ac:chgData name="KIRAN KUMAR GANTA" userId="04d4457b2c6f4d58" providerId="LiveId" clId="{415B0607-3D18-4380-816B-9D66A004EED0}" dt="2022-11-23T00:34:40.034" v="3370" actId="478"/>
          <ac:spMkLst>
            <pc:docMk/>
            <pc:sldMk cId="1414182164" sldId="277"/>
            <ac:spMk id="2" creationId="{6251E59C-7F51-2616-1C3F-48746BCD2CA9}"/>
          </ac:spMkLst>
        </pc:spChg>
        <pc:spChg chg="mod">
          <ac:chgData name="KIRAN KUMAR GANTA" userId="04d4457b2c6f4d58" providerId="LiveId" clId="{415B0607-3D18-4380-816B-9D66A004EED0}" dt="2022-11-23T00:41:50.348" v="3594" actId="123"/>
          <ac:spMkLst>
            <pc:docMk/>
            <pc:sldMk cId="1414182164" sldId="277"/>
            <ac:spMk id="3" creationId="{BBA4833D-A393-F722-CAA9-C34A2200418A}"/>
          </ac:spMkLst>
        </pc:spChg>
      </pc:sldChg>
      <pc:sldChg chg="delSp modSp new mod">
        <pc:chgData name="KIRAN KUMAR GANTA" userId="04d4457b2c6f4d58" providerId="LiveId" clId="{415B0607-3D18-4380-816B-9D66A004EED0}" dt="2022-11-23T00:45:58.846" v="3789" actId="123"/>
        <pc:sldMkLst>
          <pc:docMk/>
          <pc:sldMk cId="3434561862" sldId="278"/>
        </pc:sldMkLst>
        <pc:spChg chg="del mod">
          <ac:chgData name="KIRAN KUMAR GANTA" userId="04d4457b2c6f4d58" providerId="LiveId" clId="{415B0607-3D18-4380-816B-9D66A004EED0}" dt="2022-11-23T00:42:01.803" v="3597" actId="478"/>
          <ac:spMkLst>
            <pc:docMk/>
            <pc:sldMk cId="3434561862" sldId="278"/>
            <ac:spMk id="2" creationId="{51FD3476-EC2A-18A1-8DFC-50FFB694F4A4}"/>
          </ac:spMkLst>
        </pc:spChg>
        <pc:spChg chg="mod">
          <ac:chgData name="KIRAN KUMAR GANTA" userId="04d4457b2c6f4d58" providerId="LiveId" clId="{415B0607-3D18-4380-816B-9D66A004EED0}" dt="2022-11-23T00:45:58.846" v="3789" actId="123"/>
          <ac:spMkLst>
            <pc:docMk/>
            <pc:sldMk cId="3434561862" sldId="278"/>
            <ac:spMk id="3" creationId="{F1CC810F-4B1C-0B6C-E977-549B0ADCCC3B}"/>
          </ac:spMkLst>
        </pc:spChg>
      </pc:sldChg>
      <pc:sldChg chg="delSp modSp new mod">
        <pc:chgData name="KIRAN KUMAR GANTA" userId="04d4457b2c6f4d58" providerId="LiveId" clId="{415B0607-3D18-4380-816B-9D66A004EED0}" dt="2022-11-23T00:48:57.612" v="3974" actId="123"/>
        <pc:sldMkLst>
          <pc:docMk/>
          <pc:sldMk cId="3425082150" sldId="279"/>
        </pc:sldMkLst>
        <pc:spChg chg="del mod">
          <ac:chgData name="KIRAN KUMAR GANTA" userId="04d4457b2c6f4d58" providerId="LiveId" clId="{415B0607-3D18-4380-816B-9D66A004EED0}" dt="2022-11-23T00:46:06.762" v="3792" actId="478"/>
          <ac:spMkLst>
            <pc:docMk/>
            <pc:sldMk cId="3425082150" sldId="279"/>
            <ac:spMk id="2" creationId="{04D80463-BE7B-ED63-7CF7-8B00AAF58365}"/>
          </ac:spMkLst>
        </pc:spChg>
        <pc:spChg chg="mod">
          <ac:chgData name="KIRAN KUMAR GANTA" userId="04d4457b2c6f4d58" providerId="LiveId" clId="{415B0607-3D18-4380-816B-9D66A004EED0}" dt="2022-11-23T00:48:57.612" v="3974" actId="123"/>
          <ac:spMkLst>
            <pc:docMk/>
            <pc:sldMk cId="3425082150" sldId="279"/>
            <ac:spMk id="3" creationId="{98EAFA4C-BD9E-0554-C08A-C8929C9E1305}"/>
          </ac:spMkLst>
        </pc:spChg>
      </pc:sldChg>
      <pc:sldChg chg="delSp modSp new mod">
        <pc:chgData name="KIRAN KUMAR GANTA" userId="04d4457b2c6f4d58" providerId="LiveId" clId="{415B0607-3D18-4380-816B-9D66A004EED0}" dt="2022-11-23T00:51:35.466" v="4163" actId="123"/>
        <pc:sldMkLst>
          <pc:docMk/>
          <pc:sldMk cId="2076612004" sldId="280"/>
        </pc:sldMkLst>
        <pc:spChg chg="del mod">
          <ac:chgData name="KIRAN KUMAR GANTA" userId="04d4457b2c6f4d58" providerId="LiveId" clId="{415B0607-3D18-4380-816B-9D66A004EED0}" dt="2022-11-23T00:49:08.086" v="3977" actId="478"/>
          <ac:spMkLst>
            <pc:docMk/>
            <pc:sldMk cId="2076612004" sldId="280"/>
            <ac:spMk id="2" creationId="{32E994F3-2019-6BB5-6074-5471C45CE759}"/>
          </ac:spMkLst>
        </pc:spChg>
        <pc:spChg chg="mod">
          <ac:chgData name="KIRAN KUMAR GANTA" userId="04d4457b2c6f4d58" providerId="LiveId" clId="{415B0607-3D18-4380-816B-9D66A004EED0}" dt="2022-11-23T00:51:35.466" v="4163" actId="123"/>
          <ac:spMkLst>
            <pc:docMk/>
            <pc:sldMk cId="2076612004" sldId="280"/>
            <ac:spMk id="3" creationId="{C9242765-0CE3-2B9A-CE0B-990E2FFC66CC}"/>
          </ac:spMkLst>
        </pc:spChg>
      </pc:sldChg>
      <pc:sldChg chg="delSp modSp new mod">
        <pc:chgData name="KIRAN KUMAR GANTA" userId="04d4457b2c6f4d58" providerId="LiveId" clId="{415B0607-3D18-4380-816B-9D66A004EED0}" dt="2022-11-23T00:55:14.908" v="4405" actId="123"/>
        <pc:sldMkLst>
          <pc:docMk/>
          <pc:sldMk cId="2711076953" sldId="281"/>
        </pc:sldMkLst>
        <pc:spChg chg="del mod">
          <ac:chgData name="KIRAN KUMAR GANTA" userId="04d4457b2c6f4d58" providerId="LiveId" clId="{415B0607-3D18-4380-816B-9D66A004EED0}" dt="2022-11-23T00:51:44.714" v="4166" actId="478"/>
          <ac:spMkLst>
            <pc:docMk/>
            <pc:sldMk cId="2711076953" sldId="281"/>
            <ac:spMk id="2" creationId="{FF2080A3-272E-BDE3-98DB-B27B0EF8FD2A}"/>
          </ac:spMkLst>
        </pc:spChg>
        <pc:spChg chg="mod">
          <ac:chgData name="KIRAN KUMAR GANTA" userId="04d4457b2c6f4d58" providerId="LiveId" clId="{415B0607-3D18-4380-816B-9D66A004EED0}" dt="2022-11-23T00:55:14.908" v="4405" actId="123"/>
          <ac:spMkLst>
            <pc:docMk/>
            <pc:sldMk cId="2711076953" sldId="281"/>
            <ac:spMk id="3" creationId="{D50209E1-216A-4AEC-B69A-024ED48ABF25}"/>
          </ac:spMkLst>
        </pc:spChg>
      </pc:sldChg>
      <pc:sldChg chg="delSp modSp new mod">
        <pc:chgData name="KIRAN KUMAR GANTA" userId="04d4457b2c6f4d58" providerId="LiveId" clId="{415B0607-3D18-4380-816B-9D66A004EED0}" dt="2022-11-23T00:58:55.957" v="4644" actId="123"/>
        <pc:sldMkLst>
          <pc:docMk/>
          <pc:sldMk cId="2851204071" sldId="282"/>
        </pc:sldMkLst>
        <pc:spChg chg="del mod">
          <ac:chgData name="KIRAN KUMAR GANTA" userId="04d4457b2c6f4d58" providerId="LiveId" clId="{415B0607-3D18-4380-816B-9D66A004EED0}" dt="2022-11-23T00:55:24.765" v="4408" actId="478"/>
          <ac:spMkLst>
            <pc:docMk/>
            <pc:sldMk cId="2851204071" sldId="282"/>
            <ac:spMk id="2" creationId="{AE04B9A2-5ECE-C2B2-E826-56D8B800CA23}"/>
          </ac:spMkLst>
        </pc:spChg>
        <pc:spChg chg="mod">
          <ac:chgData name="KIRAN KUMAR GANTA" userId="04d4457b2c6f4d58" providerId="LiveId" clId="{415B0607-3D18-4380-816B-9D66A004EED0}" dt="2022-11-23T00:58:55.957" v="4644" actId="123"/>
          <ac:spMkLst>
            <pc:docMk/>
            <pc:sldMk cId="2851204071" sldId="282"/>
            <ac:spMk id="3" creationId="{F12BD6D4-CBAA-AEA2-A98E-E5FE37EC7961}"/>
          </ac:spMkLst>
        </pc:spChg>
      </pc:sldChg>
      <pc:sldChg chg="delSp modSp new mod">
        <pc:chgData name="KIRAN KUMAR GANTA" userId="04d4457b2c6f4d58" providerId="LiveId" clId="{415B0607-3D18-4380-816B-9D66A004EED0}" dt="2022-11-23T01:04:41.489" v="4902" actId="123"/>
        <pc:sldMkLst>
          <pc:docMk/>
          <pc:sldMk cId="554223680" sldId="283"/>
        </pc:sldMkLst>
        <pc:spChg chg="del mod">
          <ac:chgData name="KIRAN KUMAR GANTA" userId="04d4457b2c6f4d58" providerId="LiveId" clId="{415B0607-3D18-4380-816B-9D66A004EED0}" dt="2022-11-23T00:59:08.369" v="4647" actId="478"/>
          <ac:spMkLst>
            <pc:docMk/>
            <pc:sldMk cId="554223680" sldId="283"/>
            <ac:spMk id="2" creationId="{196DAEF5-56C2-DB92-93AA-6780322E9EF4}"/>
          </ac:spMkLst>
        </pc:spChg>
        <pc:spChg chg="mod">
          <ac:chgData name="KIRAN KUMAR GANTA" userId="04d4457b2c6f4d58" providerId="LiveId" clId="{415B0607-3D18-4380-816B-9D66A004EED0}" dt="2022-11-23T01:04:41.489" v="4902" actId="123"/>
          <ac:spMkLst>
            <pc:docMk/>
            <pc:sldMk cId="554223680" sldId="283"/>
            <ac:spMk id="3" creationId="{07EFD1C8-9DB6-76A3-652E-782D67431108}"/>
          </ac:spMkLst>
        </pc:spChg>
      </pc:sldChg>
      <pc:sldChg chg="delSp modSp new mod">
        <pc:chgData name="KIRAN KUMAR GANTA" userId="04d4457b2c6f4d58" providerId="LiveId" clId="{415B0607-3D18-4380-816B-9D66A004EED0}" dt="2022-11-23T01:08:07.642" v="5138" actId="123"/>
        <pc:sldMkLst>
          <pc:docMk/>
          <pc:sldMk cId="3048807994" sldId="284"/>
        </pc:sldMkLst>
        <pc:spChg chg="del mod">
          <ac:chgData name="KIRAN KUMAR GANTA" userId="04d4457b2c6f4d58" providerId="LiveId" clId="{415B0607-3D18-4380-816B-9D66A004EED0}" dt="2022-11-23T01:04:50.569" v="4905" actId="478"/>
          <ac:spMkLst>
            <pc:docMk/>
            <pc:sldMk cId="3048807994" sldId="284"/>
            <ac:spMk id="2" creationId="{3EB8A20C-1B53-A039-533F-016C23B9E282}"/>
          </ac:spMkLst>
        </pc:spChg>
        <pc:spChg chg="mod">
          <ac:chgData name="KIRAN KUMAR GANTA" userId="04d4457b2c6f4d58" providerId="LiveId" clId="{415B0607-3D18-4380-816B-9D66A004EED0}" dt="2022-11-23T01:08:07.642" v="5138" actId="123"/>
          <ac:spMkLst>
            <pc:docMk/>
            <pc:sldMk cId="3048807994" sldId="284"/>
            <ac:spMk id="3" creationId="{F1A50A26-F082-840C-73DB-10EA2A889E6D}"/>
          </ac:spMkLst>
        </pc:spChg>
      </pc:sldChg>
      <pc:sldChg chg="delSp modSp new mod">
        <pc:chgData name="KIRAN KUMAR GANTA" userId="04d4457b2c6f4d58" providerId="LiveId" clId="{415B0607-3D18-4380-816B-9D66A004EED0}" dt="2022-11-23T01:13:14.652" v="5413" actId="123"/>
        <pc:sldMkLst>
          <pc:docMk/>
          <pc:sldMk cId="3989849634" sldId="285"/>
        </pc:sldMkLst>
        <pc:spChg chg="del mod">
          <ac:chgData name="KIRAN KUMAR GANTA" userId="04d4457b2c6f4d58" providerId="LiveId" clId="{415B0607-3D18-4380-816B-9D66A004EED0}" dt="2022-11-23T01:08:17.001" v="5141" actId="478"/>
          <ac:spMkLst>
            <pc:docMk/>
            <pc:sldMk cId="3989849634" sldId="285"/>
            <ac:spMk id="2" creationId="{14128927-5B53-CE8A-5136-7B4C64070892}"/>
          </ac:spMkLst>
        </pc:spChg>
        <pc:spChg chg="mod">
          <ac:chgData name="KIRAN KUMAR GANTA" userId="04d4457b2c6f4d58" providerId="LiveId" clId="{415B0607-3D18-4380-816B-9D66A004EED0}" dt="2022-11-23T01:13:14.652" v="5413" actId="123"/>
          <ac:spMkLst>
            <pc:docMk/>
            <pc:sldMk cId="3989849634" sldId="285"/>
            <ac:spMk id="3" creationId="{E585D727-34B0-2473-5288-8831680C0560}"/>
          </ac:spMkLst>
        </pc:spChg>
      </pc:sldChg>
      <pc:sldChg chg="delSp modSp new mod">
        <pc:chgData name="KIRAN KUMAR GANTA" userId="04d4457b2c6f4d58" providerId="LiveId" clId="{415B0607-3D18-4380-816B-9D66A004EED0}" dt="2022-11-23T01:20:11.285" v="5761" actId="123"/>
        <pc:sldMkLst>
          <pc:docMk/>
          <pc:sldMk cId="2385653247" sldId="286"/>
        </pc:sldMkLst>
        <pc:spChg chg="del mod">
          <ac:chgData name="KIRAN KUMAR GANTA" userId="04d4457b2c6f4d58" providerId="LiveId" clId="{415B0607-3D18-4380-816B-9D66A004EED0}" dt="2022-11-23T01:13:23.214" v="5416" actId="478"/>
          <ac:spMkLst>
            <pc:docMk/>
            <pc:sldMk cId="2385653247" sldId="286"/>
            <ac:spMk id="2" creationId="{F5D3699B-8D4A-41D8-1DB2-8CA44D85E84E}"/>
          </ac:spMkLst>
        </pc:spChg>
        <pc:spChg chg="mod">
          <ac:chgData name="KIRAN KUMAR GANTA" userId="04d4457b2c6f4d58" providerId="LiveId" clId="{415B0607-3D18-4380-816B-9D66A004EED0}" dt="2022-11-23T01:20:11.285" v="5761" actId="123"/>
          <ac:spMkLst>
            <pc:docMk/>
            <pc:sldMk cId="2385653247" sldId="286"/>
            <ac:spMk id="3" creationId="{365A3785-C94D-22E4-D230-91E8CF97454C}"/>
          </ac:spMkLst>
        </pc:spChg>
      </pc:sldChg>
      <pc:sldChg chg="delSp modSp new mod">
        <pc:chgData name="KIRAN KUMAR GANTA" userId="04d4457b2c6f4d58" providerId="LiveId" clId="{415B0607-3D18-4380-816B-9D66A004EED0}" dt="2022-11-23T01:26:34.543" v="6035" actId="20577"/>
        <pc:sldMkLst>
          <pc:docMk/>
          <pc:sldMk cId="1075459983" sldId="287"/>
        </pc:sldMkLst>
        <pc:spChg chg="del mod">
          <ac:chgData name="KIRAN KUMAR GANTA" userId="04d4457b2c6f4d58" providerId="LiveId" clId="{415B0607-3D18-4380-816B-9D66A004EED0}" dt="2022-11-23T01:20:52.199" v="5764" actId="478"/>
          <ac:spMkLst>
            <pc:docMk/>
            <pc:sldMk cId="1075459983" sldId="287"/>
            <ac:spMk id="2" creationId="{618C51CF-C869-B4C1-72A7-13CFA0C2E98F}"/>
          </ac:spMkLst>
        </pc:spChg>
        <pc:spChg chg="mod">
          <ac:chgData name="KIRAN KUMAR GANTA" userId="04d4457b2c6f4d58" providerId="LiveId" clId="{415B0607-3D18-4380-816B-9D66A004EED0}" dt="2022-11-23T01:26:34.543" v="6035" actId="20577"/>
          <ac:spMkLst>
            <pc:docMk/>
            <pc:sldMk cId="1075459983" sldId="287"/>
            <ac:spMk id="3" creationId="{67861C45-1915-7E28-1458-CDD63317952B}"/>
          </ac:spMkLst>
        </pc:spChg>
      </pc:sldChg>
      <pc:sldChg chg="delSp modSp new mod">
        <pc:chgData name="KIRAN KUMAR GANTA" userId="04d4457b2c6f4d58" providerId="LiveId" clId="{415B0607-3D18-4380-816B-9D66A004EED0}" dt="2022-12-03T13:27:18.705" v="6110" actId="20577"/>
        <pc:sldMkLst>
          <pc:docMk/>
          <pc:sldMk cId="2121323624" sldId="288"/>
        </pc:sldMkLst>
        <pc:spChg chg="del mod">
          <ac:chgData name="KIRAN KUMAR GANTA" userId="04d4457b2c6f4d58" providerId="LiveId" clId="{415B0607-3D18-4380-816B-9D66A004EED0}" dt="2022-11-23T01:26:04.018" v="6032" actId="478"/>
          <ac:spMkLst>
            <pc:docMk/>
            <pc:sldMk cId="2121323624" sldId="288"/>
            <ac:spMk id="2" creationId="{D085BAA4-022D-23C4-1CB1-74F0D72F0B4B}"/>
          </ac:spMkLst>
        </pc:spChg>
        <pc:spChg chg="mod">
          <ac:chgData name="KIRAN KUMAR GANTA" userId="04d4457b2c6f4d58" providerId="LiveId" clId="{415B0607-3D18-4380-816B-9D66A004EED0}" dt="2022-12-03T13:27:18.705" v="6110" actId="20577"/>
          <ac:spMkLst>
            <pc:docMk/>
            <pc:sldMk cId="2121323624" sldId="288"/>
            <ac:spMk id="3" creationId="{D2CB2731-D2D5-7C95-FAB3-D88A823FF975}"/>
          </ac:spMkLst>
        </pc:spChg>
      </pc:sldChg>
    </pc:docChg>
  </pc:docChgLst>
  <pc:docChgLst>
    <pc:chgData name="KIRAN KUMAR GANTA" userId="04d4457b2c6f4d58" providerId="LiveId" clId="{7732D2CA-B0F2-4067-A0C8-DF1E5A25DBD1}"/>
    <pc:docChg chg="modSld">
      <pc:chgData name="KIRAN KUMAR GANTA" userId="04d4457b2c6f4d58" providerId="LiveId" clId="{7732D2CA-B0F2-4067-A0C8-DF1E5A25DBD1}" dt="2023-02-24T17:12:34.270" v="113" actId="14100"/>
      <pc:docMkLst>
        <pc:docMk/>
      </pc:docMkLst>
      <pc:sldChg chg="modSp mod">
        <pc:chgData name="KIRAN KUMAR GANTA" userId="04d4457b2c6f4d58" providerId="LiveId" clId="{7732D2CA-B0F2-4067-A0C8-DF1E5A25DBD1}" dt="2023-02-24T17:03:12.634" v="5" actId="20577"/>
        <pc:sldMkLst>
          <pc:docMk/>
          <pc:sldMk cId="254231029" sldId="257"/>
        </pc:sldMkLst>
        <pc:spChg chg="mod">
          <ac:chgData name="KIRAN KUMAR GANTA" userId="04d4457b2c6f4d58" providerId="LiveId" clId="{7732D2CA-B0F2-4067-A0C8-DF1E5A25DBD1}" dt="2023-02-24T17:03:12.634" v="5" actId="20577"/>
          <ac:spMkLst>
            <pc:docMk/>
            <pc:sldMk cId="254231029" sldId="257"/>
            <ac:spMk id="3" creationId="{8D25DC3E-2454-8DA3-9DD3-8254F51563EE}"/>
          </ac:spMkLst>
        </pc:spChg>
      </pc:sldChg>
      <pc:sldChg chg="modSp mod">
        <pc:chgData name="KIRAN KUMAR GANTA" userId="04d4457b2c6f4d58" providerId="LiveId" clId="{7732D2CA-B0F2-4067-A0C8-DF1E5A25DBD1}" dt="2023-02-24T17:03:31.551" v="8" actId="14100"/>
        <pc:sldMkLst>
          <pc:docMk/>
          <pc:sldMk cId="692752379" sldId="258"/>
        </pc:sldMkLst>
        <pc:spChg chg="mod">
          <ac:chgData name="KIRAN KUMAR GANTA" userId="04d4457b2c6f4d58" providerId="LiveId" clId="{7732D2CA-B0F2-4067-A0C8-DF1E5A25DBD1}" dt="2023-02-24T17:03:31.551" v="8" actId="14100"/>
          <ac:spMkLst>
            <pc:docMk/>
            <pc:sldMk cId="692752379" sldId="258"/>
            <ac:spMk id="3" creationId="{69CE144C-5F01-EF62-C9C7-477277A47638}"/>
          </ac:spMkLst>
        </pc:spChg>
      </pc:sldChg>
      <pc:sldChg chg="modSp mod">
        <pc:chgData name="KIRAN KUMAR GANTA" userId="04d4457b2c6f4d58" providerId="LiveId" clId="{7732D2CA-B0F2-4067-A0C8-DF1E5A25DBD1}" dt="2023-02-24T17:03:46.565" v="11" actId="14100"/>
        <pc:sldMkLst>
          <pc:docMk/>
          <pc:sldMk cId="2745039445" sldId="259"/>
        </pc:sldMkLst>
        <pc:spChg chg="mod">
          <ac:chgData name="KIRAN KUMAR GANTA" userId="04d4457b2c6f4d58" providerId="LiveId" clId="{7732D2CA-B0F2-4067-A0C8-DF1E5A25DBD1}" dt="2023-02-24T17:03:46.565" v="11" actId="14100"/>
          <ac:spMkLst>
            <pc:docMk/>
            <pc:sldMk cId="2745039445" sldId="259"/>
            <ac:spMk id="3" creationId="{3F7F7275-821A-7B23-BE3E-B9410147340D}"/>
          </ac:spMkLst>
        </pc:spChg>
      </pc:sldChg>
      <pc:sldChg chg="modSp mod">
        <pc:chgData name="KIRAN KUMAR GANTA" userId="04d4457b2c6f4d58" providerId="LiveId" clId="{7732D2CA-B0F2-4067-A0C8-DF1E5A25DBD1}" dt="2023-02-24T17:04:02.466" v="14" actId="14100"/>
        <pc:sldMkLst>
          <pc:docMk/>
          <pc:sldMk cId="3259336835" sldId="260"/>
        </pc:sldMkLst>
        <pc:spChg chg="mod">
          <ac:chgData name="KIRAN KUMAR GANTA" userId="04d4457b2c6f4d58" providerId="LiveId" clId="{7732D2CA-B0F2-4067-A0C8-DF1E5A25DBD1}" dt="2023-02-24T17:04:02.466" v="14" actId="14100"/>
          <ac:spMkLst>
            <pc:docMk/>
            <pc:sldMk cId="3259336835" sldId="260"/>
            <ac:spMk id="3" creationId="{BD0CAEFC-D594-A38A-CE5E-25A0316665E1}"/>
          </ac:spMkLst>
        </pc:spChg>
      </pc:sldChg>
      <pc:sldChg chg="modSp mod">
        <pc:chgData name="KIRAN KUMAR GANTA" userId="04d4457b2c6f4d58" providerId="LiveId" clId="{7732D2CA-B0F2-4067-A0C8-DF1E5A25DBD1}" dt="2023-02-24T17:04:16.622" v="17" actId="14100"/>
        <pc:sldMkLst>
          <pc:docMk/>
          <pc:sldMk cId="3231654361" sldId="261"/>
        </pc:sldMkLst>
        <pc:spChg chg="mod">
          <ac:chgData name="KIRAN KUMAR GANTA" userId="04d4457b2c6f4d58" providerId="LiveId" clId="{7732D2CA-B0F2-4067-A0C8-DF1E5A25DBD1}" dt="2023-02-24T17:04:16.622" v="17" actId="14100"/>
          <ac:spMkLst>
            <pc:docMk/>
            <pc:sldMk cId="3231654361" sldId="261"/>
            <ac:spMk id="3" creationId="{0A237550-1DE1-9F96-6294-BBF931B4F42B}"/>
          </ac:spMkLst>
        </pc:spChg>
      </pc:sldChg>
      <pc:sldChg chg="modSp mod">
        <pc:chgData name="KIRAN KUMAR GANTA" userId="04d4457b2c6f4d58" providerId="LiveId" clId="{7732D2CA-B0F2-4067-A0C8-DF1E5A25DBD1}" dt="2023-02-24T17:04:30.103" v="20" actId="14100"/>
        <pc:sldMkLst>
          <pc:docMk/>
          <pc:sldMk cId="2471644895" sldId="262"/>
        </pc:sldMkLst>
        <pc:spChg chg="mod">
          <ac:chgData name="KIRAN KUMAR GANTA" userId="04d4457b2c6f4d58" providerId="LiveId" clId="{7732D2CA-B0F2-4067-A0C8-DF1E5A25DBD1}" dt="2023-02-24T17:04:30.103" v="20" actId="14100"/>
          <ac:spMkLst>
            <pc:docMk/>
            <pc:sldMk cId="2471644895" sldId="262"/>
            <ac:spMk id="3" creationId="{ED5E6109-DE52-D3E6-2B6D-0F9DD5E9BD64}"/>
          </ac:spMkLst>
        </pc:spChg>
      </pc:sldChg>
      <pc:sldChg chg="modSp mod">
        <pc:chgData name="KIRAN KUMAR GANTA" userId="04d4457b2c6f4d58" providerId="LiveId" clId="{7732D2CA-B0F2-4067-A0C8-DF1E5A25DBD1}" dt="2023-02-24T17:04:43.647" v="23" actId="14100"/>
        <pc:sldMkLst>
          <pc:docMk/>
          <pc:sldMk cId="3406206606" sldId="263"/>
        </pc:sldMkLst>
        <pc:spChg chg="mod">
          <ac:chgData name="KIRAN KUMAR GANTA" userId="04d4457b2c6f4d58" providerId="LiveId" clId="{7732D2CA-B0F2-4067-A0C8-DF1E5A25DBD1}" dt="2023-02-24T17:04:43.647" v="23" actId="14100"/>
          <ac:spMkLst>
            <pc:docMk/>
            <pc:sldMk cId="3406206606" sldId="263"/>
            <ac:spMk id="3" creationId="{83435682-F3C7-456E-8725-FBF18D75BED0}"/>
          </ac:spMkLst>
        </pc:spChg>
      </pc:sldChg>
      <pc:sldChg chg="modSp mod">
        <pc:chgData name="KIRAN KUMAR GANTA" userId="04d4457b2c6f4d58" providerId="LiveId" clId="{7732D2CA-B0F2-4067-A0C8-DF1E5A25DBD1}" dt="2023-02-24T17:04:59.908" v="26" actId="14100"/>
        <pc:sldMkLst>
          <pc:docMk/>
          <pc:sldMk cId="2366335118" sldId="264"/>
        </pc:sldMkLst>
        <pc:spChg chg="mod">
          <ac:chgData name="KIRAN KUMAR GANTA" userId="04d4457b2c6f4d58" providerId="LiveId" clId="{7732D2CA-B0F2-4067-A0C8-DF1E5A25DBD1}" dt="2023-02-24T17:04:59.908" v="26" actId="14100"/>
          <ac:spMkLst>
            <pc:docMk/>
            <pc:sldMk cId="2366335118" sldId="264"/>
            <ac:spMk id="3" creationId="{12232249-F00A-336E-BF6A-27A16CE2F241}"/>
          </ac:spMkLst>
        </pc:spChg>
      </pc:sldChg>
      <pc:sldChg chg="modSp mod">
        <pc:chgData name="KIRAN KUMAR GANTA" userId="04d4457b2c6f4d58" providerId="LiveId" clId="{7732D2CA-B0F2-4067-A0C8-DF1E5A25DBD1}" dt="2023-02-24T17:05:19.355" v="30" actId="14100"/>
        <pc:sldMkLst>
          <pc:docMk/>
          <pc:sldMk cId="3726046492" sldId="265"/>
        </pc:sldMkLst>
        <pc:spChg chg="mod">
          <ac:chgData name="KIRAN KUMAR GANTA" userId="04d4457b2c6f4d58" providerId="LiveId" clId="{7732D2CA-B0F2-4067-A0C8-DF1E5A25DBD1}" dt="2023-02-24T17:05:19.355" v="30" actId="14100"/>
          <ac:spMkLst>
            <pc:docMk/>
            <pc:sldMk cId="3726046492" sldId="265"/>
            <ac:spMk id="3" creationId="{9F32EDFA-9473-79EE-0F35-48D6FE17308F}"/>
          </ac:spMkLst>
        </pc:spChg>
      </pc:sldChg>
      <pc:sldChg chg="modSp mod">
        <pc:chgData name="KIRAN KUMAR GANTA" userId="04d4457b2c6f4d58" providerId="LiveId" clId="{7732D2CA-B0F2-4067-A0C8-DF1E5A25DBD1}" dt="2023-02-24T17:05:39.297" v="34" actId="14100"/>
        <pc:sldMkLst>
          <pc:docMk/>
          <pc:sldMk cId="1208186571" sldId="266"/>
        </pc:sldMkLst>
        <pc:spChg chg="mod">
          <ac:chgData name="KIRAN KUMAR GANTA" userId="04d4457b2c6f4d58" providerId="LiveId" clId="{7732D2CA-B0F2-4067-A0C8-DF1E5A25DBD1}" dt="2023-02-24T17:05:39.297" v="34" actId="14100"/>
          <ac:spMkLst>
            <pc:docMk/>
            <pc:sldMk cId="1208186571" sldId="266"/>
            <ac:spMk id="3" creationId="{F1C208E4-8FE0-3F9B-F449-7A80C294134C}"/>
          </ac:spMkLst>
        </pc:spChg>
      </pc:sldChg>
      <pc:sldChg chg="modSp mod">
        <pc:chgData name="KIRAN KUMAR GANTA" userId="04d4457b2c6f4d58" providerId="LiveId" clId="{7732D2CA-B0F2-4067-A0C8-DF1E5A25DBD1}" dt="2023-02-24T17:05:59.654" v="37" actId="14100"/>
        <pc:sldMkLst>
          <pc:docMk/>
          <pc:sldMk cId="1105230622" sldId="267"/>
        </pc:sldMkLst>
        <pc:spChg chg="mod">
          <ac:chgData name="KIRAN KUMAR GANTA" userId="04d4457b2c6f4d58" providerId="LiveId" clId="{7732D2CA-B0F2-4067-A0C8-DF1E5A25DBD1}" dt="2023-02-24T17:05:59.654" v="37" actId="14100"/>
          <ac:spMkLst>
            <pc:docMk/>
            <pc:sldMk cId="1105230622" sldId="267"/>
            <ac:spMk id="3" creationId="{4FE0DC40-B0EA-D63B-E4B6-70164DE9D2E3}"/>
          </ac:spMkLst>
        </pc:spChg>
      </pc:sldChg>
      <pc:sldChg chg="modSp mod">
        <pc:chgData name="KIRAN KUMAR GANTA" userId="04d4457b2c6f4d58" providerId="LiveId" clId="{7732D2CA-B0F2-4067-A0C8-DF1E5A25DBD1}" dt="2023-02-24T17:06:15.554" v="40" actId="14100"/>
        <pc:sldMkLst>
          <pc:docMk/>
          <pc:sldMk cId="921741312" sldId="268"/>
        </pc:sldMkLst>
        <pc:spChg chg="mod">
          <ac:chgData name="KIRAN KUMAR GANTA" userId="04d4457b2c6f4d58" providerId="LiveId" clId="{7732D2CA-B0F2-4067-A0C8-DF1E5A25DBD1}" dt="2023-02-24T17:06:15.554" v="40" actId="14100"/>
          <ac:spMkLst>
            <pc:docMk/>
            <pc:sldMk cId="921741312" sldId="268"/>
            <ac:spMk id="3" creationId="{837DD3FD-F0EB-8CF6-8476-A685D9C43EF1}"/>
          </ac:spMkLst>
        </pc:spChg>
      </pc:sldChg>
      <pc:sldChg chg="modSp mod">
        <pc:chgData name="KIRAN KUMAR GANTA" userId="04d4457b2c6f4d58" providerId="LiveId" clId="{7732D2CA-B0F2-4067-A0C8-DF1E5A25DBD1}" dt="2023-02-24T17:06:38.871" v="43" actId="14100"/>
        <pc:sldMkLst>
          <pc:docMk/>
          <pc:sldMk cId="3188229740" sldId="269"/>
        </pc:sldMkLst>
        <pc:spChg chg="mod">
          <ac:chgData name="KIRAN KUMAR GANTA" userId="04d4457b2c6f4d58" providerId="LiveId" clId="{7732D2CA-B0F2-4067-A0C8-DF1E5A25DBD1}" dt="2023-02-24T17:06:38.871" v="43" actId="14100"/>
          <ac:spMkLst>
            <pc:docMk/>
            <pc:sldMk cId="3188229740" sldId="269"/>
            <ac:spMk id="3" creationId="{4D6EDC61-D907-181C-909A-F0EF15A8407C}"/>
          </ac:spMkLst>
        </pc:spChg>
      </pc:sldChg>
      <pc:sldChg chg="modSp mod">
        <pc:chgData name="KIRAN KUMAR GANTA" userId="04d4457b2c6f4d58" providerId="LiveId" clId="{7732D2CA-B0F2-4067-A0C8-DF1E5A25DBD1}" dt="2023-02-24T17:06:54.493" v="46" actId="14100"/>
        <pc:sldMkLst>
          <pc:docMk/>
          <pc:sldMk cId="1343770880" sldId="270"/>
        </pc:sldMkLst>
        <pc:spChg chg="mod">
          <ac:chgData name="KIRAN KUMAR GANTA" userId="04d4457b2c6f4d58" providerId="LiveId" clId="{7732D2CA-B0F2-4067-A0C8-DF1E5A25DBD1}" dt="2023-02-24T17:06:54.493" v="46" actId="14100"/>
          <ac:spMkLst>
            <pc:docMk/>
            <pc:sldMk cId="1343770880" sldId="270"/>
            <ac:spMk id="3" creationId="{1FEB0B71-DE53-634B-274E-6F27A9B49692}"/>
          </ac:spMkLst>
        </pc:spChg>
      </pc:sldChg>
      <pc:sldChg chg="modSp mod">
        <pc:chgData name="KIRAN KUMAR GANTA" userId="04d4457b2c6f4d58" providerId="LiveId" clId="{7732D2CA-B0F2-4067-A0C8-DF1E5A25DBD1}" dt="2023-02-24T17:07:10.669" v="49" actId="14100"/>
        <pc:sldMkLst>
          <pc:docMk/>
          <pc:sldMk cId="2758500736" sldId="271"/>
        </pc:sldMkLst>
        <pc:spChg chg="mod">
          <ac:chgData name="KIRAN KUMAR GANTA" userId="04d4457b2c6f4d58" providerId="LiveId" clId="{7732D2CA-B0F2-4067-A0C8-DF1E5A25DBD1}" dt="2023-02-24T17:07:10.669" v="49" actId="14100"/>
          <ac:spMkLst>
            <pc:docMk/>
            <pc:sldMk cId="2758500736" sldId="271"/>
            <ac:spMk id="3" creationId="{84B8E209-D197-54D2-FA90-614220DCAA3C}"/>
          </ac:spMkLst>
        </pc:spChg>
      </pc:sldChg>
      <pc:sldChg chg="modSp mod">
        <pc:chgData name="KIRAN KUMAR GANTA" userId="04d4457b2c6f4d58" providerId="LiveId" clId="{7732D2CA-B0F2-4067-A0C8-DF1E5A25DBD1}" dt="2023-02-24T17:07:27.253" v="52" actId="14100"/>
        <pc:sldMkLst>
          <pc:docMk/>
          <pc:sldMk cId="3653190127" sldId="272"/>
        </pc:sldMkLst>
        <pc:spChg chg="mod">
          <ac:chgData name="KIRAN KUMAR GANTA" userId="04d4457b2c6f4d58" providerId="LiveId" clId="{7732D2CA-B0F2-4067-A0C8-DF1E5A25DBD1}" dt="2023-02-24T17:07:27.253" v="52" actId="14100"/>
          <ac:spMkLst>
            <pc:docMk/>
            <pc:sldMk cId="3653190127" sldId="272"/>
            <ac:spMk id="3" creationId="{506F231C-6208-F025-E6AF-A625BE35EB83}"/>
          </ac:spMkLst>
        </pc:spChg>
      </pc:sldChg>
      <pc:sldChg chg="modSp mod">
        <pc:chgData name="KIRAN KUMAR GANTA" userId="04d4457b2c6f4d58" providerId="LiveId" clId="{7732D2CA-B0F2-4067-A0C8-DF1E5A25DBD1}" dt="2023-02-24T17:07:49.071" v="56" actId="14100"/>
        <pc:sldMkLst>
          <pc:docMk/>
          <pc:sldMk cId="3695859695" sldId="273"/>
        </pc:sldMkLst>
        <pc:spChg chg="mod">
          <ac:chgData name="KIRAN KUMAR GANTA" userId="04d4457b2c6f4d58" providerId="LiveId" clId="{7732D2CA-B0F2-4067-A0C8-DF1E5A25DBD1}" dt="2023-02-24T17:07:49.071" v="56" actId="14100"/>
          <ac:spMkLst>
            <pc:docMk/>
            <pc:sldMk cId="3695859695" sldId="273"/>
            <ac:spMk id="3" creationId="{08FB23B5-8DA9-7542-5D8E-8BA2B36C5599}"/>
          </ac:spMkLst>
        </pc:spChg>
      </pc:sldChg>
      <pc:sldChg chg="modSp mod">
        <pc:chgData name="KIRAN KUMAR GANTA" userId="04d4457b2c6f4d58" providerId="LiveId" clId="{7732D2CA-B0F2-4067-A0C8-DF1E5A25DBD1}" dt="2023-02-24T17:08:11.762" v="60" actId="14100"/>
        <pc:sldMkLst>
          <pc:docMk/>
          <pc:sldMk cId="2026968352" sldId="274"/>
        </pc:sldMkLst>
        <pc:spChg chg="mod">
          <ac:chgData name="KIRAN KUMAR GANTA" userId="04d4457b2c6f4d58" providerId="LiveId" clId="{7732D2CA-B0F2-4067-A0C8-DF1E5A25DBD1}" dt="2023-02-24T17:08:11.762" v="60" actId="14100"/>
          <ac:spMkLst>
            <pc:docMk/>
            <pc:sldMk cId="2026968352" sldId="274"/>
            <ac:spMk id="3" creationId="{668703F4-1813-892A-D70C-11718D503101}"/>
          </ac:spMkLst>
        </pc:spChg>
      </pc:sldChg>
      <pc:sldChg chg="modSp mod">
        <pc:chgData name="KIRAN KUMAR GANTA" userId="04d4457b2c6f4d58" providerId="LiveId" clId="{7732D2CA-B0F2-4067-A0C8-DF1E5A25DBD1}" dt="2023-02-24T17:08:29.604" v="64" actId="14100"/>
        <pc:sldMkLst>
          <pc:docMk/>
          <pc:sldMk cId="2957383491" sldId="275"/>
        </pc:sldMkLst>
        <pc:spChg chg="mod">
          <ac:chgData name="KIRAN KUMAR GANTA" userId="04d4457b2c6f4d58" providerId="LiveId" clId="{7732D2CA-B0F2-4067-A0C8-DF1E5A25DBD1}" dt="2023-02-24T17:08:29.604" v="64" actId="14100"/>
          <ac:spMkLst>
            <pc:docMk/>
            <pc:sldMk cId="2957383491" sldId="275"/>
            <ac:spMk id="3" creationId="{9C531A27-11BB-3D0C-6631-5379D78E199B}"/>
          </ac:spMkLst>
        </pc:spChg>
      </pc:sldChg>
      <pc:sldChg chg="modSp mod">
        <pc:chgData name="KIRAN KUMAR GANTA" userId="04d4457b2c6f4d58" providerId="LiveId" clId="{7732D2CA-B0F2-4067-A0C8-DF1E5A25DBD1}" dt="2023-02-24T17:08:47.273" v="68" actId="14100"/>
        <pc:sldMkLst>
          <pc:docMk/>
          <pc:sldMk cId="2146524995" sldId="276"/>
        </pc:sldMkLst>
        <pc:spChg chg="mod">
          <ac:chgData name="KIRAN KUMAR GANTA" userId="04d4457b2c6f4d58" providerId="LiveId" clId="{7732D2CA-B0F2-4067-A0C8-DF1E5A25DBD1}" dt="2023-02-24T17:08:47.273" v="68" actId="14100"/>
          <ac:spMkLst>
            <pc:docMk/>
            <pc:sldMk cId="2146524995" sldId="276"/>
            <ac:spMk id="3" creationId="{03CF843A-ACC6-4F63-ED60-590DDF5B439D}"/>
          </ac:spMkLst>
        </pc:spChg>
      </pc:sldChg>
      <pc:sldChg chg="modSp mod">
        <pc:chgData name="KIRAN KUMAR GANTA" userId="04d4457b2c6f4d58" providerId="LiveId" clId="{7732D2CA-B0F2-4067-A0C8-DF1E5A25DBD1}" dt="2023-02-24T17:09:06.537" v="72" actId="14100"/>
        <pc:sldMkLst>
          <pc:docMk/>
          <pc:sldMk cId="1414182164" sldId="277"/>
        </pc:sldMkLst>
        <pc:spChg chg="mod">
          <ac:chgData name="KIRAN KUMAR GANTA" userId="04d4457b2c6f4d58" providerId="LiveId" clId="{7732D2CA-B0F2-4067-A0C8-DF1E5A25DBD1}" dt="2023-02-24T17:09:06.537" v="72" actId="14100"/>
          <ac:spMkLst>
            <pc:docMk/>
            <pc:sldMk cId="1414182164" sldId="277"/>
            <ac:spMk id="3" creationId="{BBA4833D-A393-F722-CAA9-C34A2200418A}"/>
          </ac:spMkLst>
        </pc:spChg>
      </pc:sldChg>
      <pc:sldChg chg="modSp mod">
        <pc:chgData name="KIRAN KUMAR GANTA" userId="04d4457b2c6f4d58" providerId="LiveId" clId="{7732D2CA-B0F2-4067-A0C8-DF1E5A25DBD1}" dt="2023-02-24T17:09:32.334" v="76" actId="14100"/>
        <pc:sldMkLst>
          <pc:docMk/>
          <pc:sldMk cId="3434561862" sldId="278"/>
        </pc:sldMkLst>
        <pc:spChg chg="mod">
          <ac:chgData name="KIRAN KUMAR GANTA" userId="04d4457b2c6f4d58" providerId="LiveId" clId="{7732D2CA-B0F2-4067-A0C8-DF1E5A25DBD1}" dt="2023-02-24T17:09:32.334" v="76" actId="14100"/>
          <ac:spMkLst>
            <pc:docMk/>
            <pc:sldMk cId="3434561862" sldId="278"/>
            <ac:spMk id="3" creationId="{F1CC810F-4B1C-0B6C-E977-549B0ADCCC3B}"/>
          </ac:spMkLst>
        </pc:spChg>
      </pc:sldChg>
      <pc:sldChg chg="modSp mod">
        <pc:chgData name="KIRAN KUMAR GANTA" userId="04d4457b2c6f4d58" providerId="LiveId" clId="{7732D2CA-B0F2-4067-A0C8-DF1E5A25DBD1}" dt="2023-02-24T17:09:48.758" v="80" actId="14100"/>
        <pc:sldMkLst>
          <pc:docMk/>
          <pc:sldMk cId="3425082150" sldId="279"/>
        </pc:sldMkLst>
        <pc:spChg chg="mod">
          <ac:chgData name="KIRAN KUMAR GANTA" userId="04d4457b2c6f4d58" providerId="LiveId" clId="{7732D2CA-B0F2-4067-A0C8-DF1E5A25DBD1}" dt="2023-02-24T17:09:48.758" v="80" actId="14100"/>
          <ac:spMkLst>
            <pc:docMk/>
            <pc:sldMk cId="3425082150" sldId="279"/>
            <ac:spMk id="3" creationId="{98EAFA4C-BD9E-0554-C08A-C8929C9E1305}"/>
          </ac:spMkLst>
        </pc:spChg>
      </pc:sldChg>
      <pc:sldChg chg="modSp mod">
        <pc:chgData name="KIRAN KUMAR GANTA" userId="04d4457b2c6f4d58" providerId="LiveId" clId="{7732D2CA-B0F2-4067-A0C8-DF1E5A25DBD1}" dt="2023-02-24T17:10:06.144" v="84" actId="14100"/>
        <pc:sldMkLst>
          <pc:docMk/>
          <pc:sldMk cId="2076612004" sldId="280"/>
        </pc:sldMkLst>
        <pc:spChg chg="mod">
          <ac:chgData name="KIRAN KUMAR GANTA" userId="04d4457b2c6f4d58" providerId="LiveId" clId="{7732D2CA-B0F2-4067-A0C8-DF1E5A25DBD1}" dt="2023-02-24T17:10:06.144" v="84" actId="14100"/>
          <ac:spMkLst>
            <pc:docMk/>
            <pc:sldMk cId="2076612004" sldId="280"/>
            <ac:spMk id="3" creationId="{C9242765-0CE3-2B9A-CE0B-990E2FFC66CC}"/>
          </ac:spMkLst>
        </pc:spChg>
      </pc:sldChg>
      <pc:sldChg chg="modSp mod">
        <pc:chgData name="KIRAN KUMAR GANTA" userId="04d4457b2c6f4d58" providerId="LiveId" clId="{7732D2CA-B0F2-4067-A0C8-DF1E5A25DBD1}" dt="2023-02-24T17:10:30.935" v="89" actId="14100"/>
        <pc:sldMkLst>
          <pc:docMk/>
          <pc:sldMk cId="2711076953" sldId="281"/>
        </pc:sldMkLst>
        <pc:spChg chg="mod">
          <ac:chgData name="KIRAN KUMAR GANTA" userId="04d4457b2c6f4d58" providerId="LiveId" clId="{7732D2CA-B0F2-4067-A0C8-DF1E5A25DBD1}" dt="2023-02-24T17:10:30.935" v="89" actId="14100"/>
          <ac:spMkLst>
            <pc:docMk/>
            <pc:sldMk cId="2711076953" sldId="281"/>
            <ac:spMk id="3" creationId="{D50209E1-216A-4AEC-B69A-024ED48ABF25}"/>
          </ac:spMkLst>
        </pc:spChg>
      </pc:sldChg>
      <pc:sldChg chg="modSp mod">
        <pc:chgData name="KIRAN KUMAR GANTA" userId="04d4457b2c6f4d58" providerId="LiveId" clId="{7732D2CA-B0F2-4067-A0C8-DF1E5A25DBD1}" dt="2023-02-24T17:10:48.382" v="93" actId="14100"/>
        <pc:sldMkLst>
          <pc:docMk/>
          <pc:sldMk cId="2851204071" sldId="282"/>
        </pc:sldMkLst>
        <pc:spChg chg="mod">
          <ac:chgData name="KIRAN KUMAR GANTA" userId="04d4457b2c6f4d58" providerId="LiveId" clId="{7732D2CA-B0F2-4067-A0C8-DF1E5A25DBD1}" dt="2023-02-24T17:10:48.382" v="93" actId="14100"/>
          <ac:spMkLst>
            <pc:docMk/>
            <pc:sldMk cId="2851204071" sldId="282"/>
            <ac:spMk id="3" creationId="{F12BD6D4-CBAA-AEA2-A98E-E5FE37EC7961}"/>
          </ac:spMkLst>
        </pc:spChg>
      </pc:sldChg>
      <pc:sldChg chg="modSp mod">
        <pc:chgData name="KIRAN KUMAR GANTA" userId="04d4457b2c6f4d58" providerId="LiveId" clId="{7732D2CA-B0F2-4067-A0C8-DF1E5A25DBD1}" dt="2023-02-24T17:11:15.358" v="97" actId="14100"/>
        <pc:sldMkLst>
          <pc:docMk/>
          <pc:sldMk cId="554223680" sldId="283"/>
        </pc:sldMkLst>
        <pc:spChg chg="mod">
          <ac:chgData name="KIRAN KUMAR GANTA" userId="04d4457b2c6f4d58" providerId="LiveId" clId="{7732D2CA-B0F2-4067-A0C8-DF1E5A25DBD1}" dt="2023-02-24T17:11:15.358" v="97" actId="14100"/>
          <ac:spMkLst>
            <pc:docMk/>
            <pc:sldMk cId="554223680" sldId="283"/>
            <ac:spMk id="3" creationId="{07EFD1C8-9DB6-76A3-652E-782D67431108}"/>
          </ac:spMkLst>
        </pc:spChg>
      </pc:sldChg>
      <pc:sldChg chg="modSp mod">
        <pc:chgData name="KIRAN KUMAR GANTA" userId="04d4457b2c6f4d58" providerId="LiveId" clId="{7732D2CA-B0F2-4067-A0C8-DF1E5A25DBD1}" dt="2023-02-24T17:11:35.047" v="101" actId="14100"/>
        <pc:sldMkLst>
          <pc:docMk/>
          <pc:sldMk cId="3048807994" sldId="284"/>
        </pc:sldMkLst>
        <pc:spChg chg="mod">
          <ac:chgData name="KIRAN KUMAR GANTA" userId="04d4457b2c6f4d58" providerId="LiveId" clId="{7732D2CA-B0F2-4067-A0C8-DF1E5A25DBD1}" dt="2023-02-24T17:11:35.047" v="101" actId="14100"/>
          <ac:spMkLst>
            <pc:docMk/>
            <pc:sldMk cId="3048807994" sldId="284"/>
            <ac:spMk id="3" creationId="{F1A50A26-F082-840C-73DB-10EA2A889E6D}"/>
          </ac:spMkLst>
        </pc:spChg>
      </pc:sldChg>
      <pc:sldChg chg="modSp mod">
        <pc:chgData name="KIRAN KUMAR GANTA" userId="04d4457b2c6f4d58" providerId="LiveId" clId="{7732D2CA-B0F2-4067-A0C8-DF1E5A25DBD1}" dt="2023-02-24T17:11:55.034" v="105" actId="14100"/>
        <pc:sldMkLst>
          <pc:docMk/>
          <pc:sldMk cId="3989849634" sldId="285"/>
        </pc:sldMkLst>
        <pc:spChg chg="mod">
          <ac:chgData name="KIRAN KUMAR GANTA" userId="04d4457b2c6f4d58" providerId="LiveId" clId="{7732D2CA-B0F2-4067-A0C8-DF1E5A25DBD1}" dt="2023-02-24T17:11:55.034" v="105" actId="14100"/>
          <ac:spMkLst>
            <pc:docMk/>
            <pc:sldMk cId="3989849634" sldId="285"/>
            <ac:spMk id="3" creationId="{E585D727-34B0-2473-5288-8831680C0560}"/>
          </ac:spMkLst>
        </pc:spChg>
      </pc:sldChg>
      <pc:sldChg chg="modSp mod">
        <pc:chgData name="KIRAN KUMAR GANTA" userId="04d4457b2c6f4d58" providerId="LiveId" clId="{7732D2CA-B0F2-4067-A0C8-DF1E5A25DBD1}" dt="2023-02-24T17:12:13.890" v="109" actId="14100"/>
        <pc:sldMkLst>
          <pc:docMk/>
          <pc:sldMk cId="2385653247" sldId="286"/>
        </pc:sldMkLst>
        <pc:spChg chg="mod">
          <ac:chgData name="KIRAN KUMAR GANTA" userId="04d4457b2c6f4d58" providerId="LiveId" clId="{7732D2CA-B0F2-4067-A0C8-DF1E5A25DBD1}" dt="2023-02-24T17:12:13.890" v="109" actId="14100"/>
          <ac:spMkLst>
            <pc:docMk/>
            <pc:sldMk cId="2385653247" sldId="286"/>
            <ac:spMk id="3" creationId="{365A3785-C94D-22E4-D230-91E8CF97454C}"/>
          </ac:spMkLst>
        </pc:spChg>
      </pc:sldChg>
      <pc:sldChg chg="modSp mod">
        <pc:chgData name="KIRAN KUMAR GANTA" userId="04d4457b2c6f4d58" providerId="LiveId" clId="{7732D2CA-B0F2-4067-A0C8-DF1E5A25DBD1}" dt="2023-02-24T17:12:34.270" v="113" actId="14100"/>
        <pc:sldMkLst>
          <pc:docMk/>
          <pc:sldMk cId="1075459983" sldId="287"/>
        </pc:sldMkLst>
        <pc:spChg chg="mod">
          <ac:chgData name="KIRAN KUMAR GANTA" userId="04d4457b2c6f4d58" providerId="LiveId" clId="{7732D2CA-B0F2-4067-A0C8-DF1E5A25DBD1}" dt="2023-02-24T17:12:34.270" v="113" actId="14100"/>
          <ac:spMkLst>
            <pc:docMk/>
            <pc:sldMk cId="1075459983" sldId="287"/>
            <ac:spMk id="3" creationId="{67861C45-1915-7E28-1458-CDD63317952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7393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77331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615121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69105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054209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466970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85976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96566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046471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3025874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63192344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2134058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3537062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1894571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0808534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5195827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62177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509A250-FF31-4206-8172-F9D3106AACB1}" type="datetimeFigureOut">
              <a:rPr lang="en-US" smtClean="0"/>
              <a:t>5/30/2026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595707946"/>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376A0A9-866E-35A2-B545-C7DB27F4E71E}"/>
              </a:ext>
            </a:extLst>
          </p:cNvPr>
          <p:cNvSpPr>
            <a:spLocks noGrp="1"/>
          </p:cNvSpPr>
          <p:nvPr>
            <p:ph type="subTitle" idx="1"/>
          </p:nvPr>
        </p:nvSpPr>
        <p:spPr>
          <a:xfrm>
            <a:off x="1657931" y="2067560"/>
            <a:ext cx="8229600" cy="685800"/>
          </a:xfrm>
        </p:spPr>
        <p:txBody>
          <a:bodyPr>
            <a:normAutofit/>
          </a:bodyPr>
          <a:lstStyle/>
          <a:p>
            <a:r>
              <a:rPr lang="en-US" sz="3000" b="1" dirty="0">
                <a:effectLst/>
              </a:rPr>
              <a:t>Time, Speed and Distance</a:t>
            </a:r>
            <a:endParaRPr lang="en-IN" sz="3000" b="1" dirty="0">
              <a:effectLst/>
            </a:endParaRPr>
          </a:p>
        </p:txBody>
      </p:sp>
      <p:pic>
        <p:nvPicPr>
          <p:cNvPr id="7" name="Picture 6" descr="A yellow and blue sign with words">
            <a:extLst>
              <a:ext uri="{FF2B5EF4-FFF2-40B4-BE49-F238E27FC236}">
                <a16:creationId xmlns:a16="http://schemas.microsoft.com/office/drawing/2014/main" id="{D37FE6BF-0398-2503-814A-B6C702260E00}"/>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09622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014F7C6E-A774-40A1-3D8C-26C27509F19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54231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C2760-419E-1E3A-95F8-E5B1BD23F2E2}"/>
            </a:ext>
          </a:extLst>
        </p:cNvPr>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92B51ABC-B56F-537B-A12D-0A366586B2E8}"/>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232792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93C6E-2396-0A6C-CA41-181F6AD8EBAF}"/>
            </a:ext>
          </a:extLst>
        </p:cNvPr>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80FE06CD-EAC0-BDA8-3C91-B08597782063}"/>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7653002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5CA7F-A99A-703A-F082-BFC0FE055E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95F567-B245-4D38-F101-96C6E8BE907E}"/>
              </a:ext>
            </a:extLst>
          </p:cNvPr>
          <p:cNvSpPr>
            <a:spLocks noGrp="1"/>
          </p:cNvSpPr>
          <p:nvPr>
            <p:ph idx="1"/>
          </p:nvPr>
        </p:nvSpPr>
        <p:spPr>
          <a:xfrm>
            <a:off x="310101" y="473508"/>
            <a:ext cx="9108220" cy="3417771"/>
          </a:xfrm>
        </p:spPr>
        <p:txBody>
          <a:bodyPr>
            <a:noAutofit/>
          </a:bodyPr>
          <a:lstStyle/>
          <a:p>
            <a:pPr marL="0" indent="0">
              <a:buNone/>
            </a:pPr>
            <a:r>
              <a:rPr lang="en-IN" sz="2300" b="1" dirty="0">
                <a:effectLst/>
                <a:latin typeface="+mj-lt"/>
                <a:cs typeface="Times New Roman" panose="02020603050405020304" pitchFamily="18" charset="0"/>
              </a:rPr>
              <a:t>1.</a:t>
            </a:r>
            <a:r>
              <a:rPr lang="en-US" sz="2300" b="1" dirty="0">
                <a:effectLst/>
                <a:latin typeface="+mj-lt"/>
              </a:rPr>
              <a:t> Find the time taken to cover a distance of 180 km by a car moving at 20 meters/second.</a:t>
            </a:r>
          </a:p>
          <a:p>
            <a:pPr marL="0" indent="0">
              <a:buNone/>
            </a:pPr>
            <a:r>
              <a:rPr lang="en-IN" sz="2300" b="1" dirty="0">
                <a:effectLst/>
                <a:latin typeface="+mj-lt"/>
              </a:rPr>
              <a:t>A. 3.5 hours</a:t>
            </a:r>
          </a:p>
          <a:p>
            <a:pPr marL="0" indent="0">
              <a:buNone/>
            </a:pPr>
            <a:r>
              <a:rPr lang="en-IN" sz="2300" b="1" dirty="0">
                <a:effectLst/>
                <a:latin typeface="+mj-lt"/>
              </a:rPr>
              <a:t>B. 2 hours</a:t>
            </a:r>
          </a:p>
          <a:p>
            <a:pPr marL="0" indent="0">
              <a:buNone/>
            </a:pPr>
            <a:r>
              <a:rPr lang="en-IN" sz="2300" b="1" dirty="0">
                <a:effectLst/>
                <a:latin typeface="+mj-lt"/>
              </a:rPr>
              <a:t>C. 3 hours</a:t>
            </a:r>
          </a:p>
          <a:p>
            <a:pPr marL="0" indent="0">
              <a:buNone/>
            </a:pPr>
            <a:r>
              <a:rPr lang="en-IN" sz="2300" b="1" dirty="0">
                <a:effectLst/>
                <a:latin typeface="+mj-lt"/>
              </a:rPr>
              <a:t>D. 2.5 hours</a:t>
            </a:r>
          </a:p>
        </p:txBody>
      </p:sp>
      <p:pic>
        <p:nvPicPr>
          <p:cNvPr id="2" name="Picture 1" descr="A yellow and blue sign with words">
            <a:extLst>
              <a:ext uri="{FF2B5EF4-FFF2-40B4-BE49-F238E27FC236}">
                <a16:creationId xmlns:a16="http://schemas.microsoft.com/office/drawing/2014/main" id="{0B051CD4-4566-60C5-31B1-D46F1515D799}"/>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19051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CE144C-5F01-EF62-C9C7-477277A47638}"/>
              </a:ext>
            </a:extLst>
          </p:cNvPr>
          <p:cNvSpPr>
            <a:spLocks noGrp="1"/>
          </p:cNvSpPr>
          <p:nvPr>
            <p:ph idx="1"/>
          </p:nvPr>
        </p:nvSpPr>
        <p:spPr>
          <a:xfrm>
            <a:off x="349857" y="390182"/>
            <a:ext cx="9647583" cy="3683977"/>
          </a:xfrm>
        </p:spPr>
        <p:txBody>
          <a:bodyPr>
            <a:noAutofit/>
          </a:bodyPr>
          <a:lstStyle/>
          <a:p>
            <a:pPr marL="0" indent="0" algn="just">
              <a:buNone/>
            </a:pPr>
            <a:r>
              <a:rPr lang="en-IN" sz="2300" b="1" dirty="0">
                <a:effectLst/>
                <a:latin typeface="+mj-lt"/>
                <a:cs typeface="Times New Roman" panose="02020603050405020304" pitchFamily="18" charset="0"/>
              </a:rPr>
              <a:t>2. </a:t>
            </a:r>
            <a:r>
              <a:rPr lang="en-US" sz="2300" b="1" dirty="0">
                <a:effectLst/>
                <a:latin typeface="+mj-lt"/>
              </a:rPr>
              <a:t>A motorbike starts at the speed of 60 kmph with its speed increasing by 12 kmph every three hours. In how many hours will it cover 480 km?</a:t>
            </a:r>
          </a:p>
          <a:p>
            <a:pPr marL="0" indent="0" algn="just">
              <a:buNone/>
            </a:pPr>
            <a:r>
              <a:rPr lang="en-IN" sz="2300" b="1" dirty="0">
                <a:effectLst/>
                <a:latin typeface="+mj-lt"/>
              </a:rPr>
              <a:t>A. 8 hours</a:t>
            </a:r>
          </a:p>
          <a:p>
            <a:pPr marL="0" indent="0" algn="just">
              <a:buNone/>
            </a:pPr>
            <a:r>
              <a:rPr lang="en-US" sz="2300" b="1" dirty="0">
                <a:effectLst/>
                <a:latin typeface="+mj-lt"/>
              </a:rPr>
              <a:t>B. 6 hours, 30 minutes</a:t>
            </a:r>
          </a:p>
          <a:p>
            <a:pPr marL="0" indent="0" algn="just">
              <a:buNone/>
            </a:pPr>
            <a:r>
              <a:rPr lang="en-IN" sz="2300" b="1" dirty="0">
                <a:effectLst/>
                <a:latin typeface="+mj-lt"/>
              </a:rPr>
              <a:t>C. 7 hours</a:t>
            </a:r>
          </a:p>
          <a:p>
            <a:pPr marL="0" indent="0" algn="just">
              <a:buNone/>
            </a:pPr>
            <a:r>
              <a:rPr lang="en-IN" sz="2300" b="1" dirty="0">
                <a:effectLst/>
                <a:latin typeface="+mj-lt"/>
              </a:rPr>
              <a:t>D. 6 hours</a:t>
            </a:r>
          </a:p>
        </p:txBody>
      </p:sp>
      <p:pic>
        <p:nvPicPr>
          <p:cNvPr id="2" name="Picture 1" descr="A yellow and blue sign with words">
            <a:extLst>
              <a:ext uri="{FF2B5EF4-FFF2-40B4-BE49-F238E27FC236}">
                <a16:creationId xmlns:a16="http://schemas.microsoft.com/office/drawing/2014/main" id="{19957B8F-B53A-EC89-2DEB-3C02757D0259}"/>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692752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7F7275-821A-7B23-BE3E-B9410147340D}"/>
              </a:ext>
            </a:extLst>
          </p:cNvPr>
          <p:cNvSpPr>
            <a:spLocks noGrp="1"/>
          </p:cNvSpPr>
          <p:nvPr>
            <p:ph idx="1"/>
          </p:nvPr>
        </p:nvSpPr>
        <p:spPr>
          <a:xfrm>
            <a:off x="324526" y="125453"/>
            <a:ext cx="9347794" cy="2933543"/>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3. The speed of a truck is 1/3 of the speed of the train. The train covers 1230 km in 5 hours . What is the speed of the truck ?</a:t>
            </a:r>
          </a:p>
          <a:p>
            <a:pPr marL="0" indent="0" algn="just">
              <a:lnSpc>
                <a:spcPct val="150000"/>
              </a:lnSpc>
              <a:buNone/>
            </a:pPr>
            <a:r>
              <a:rPr lang="en-IN" sz="2300" b="1" dirty="0">
                <a:effectLst/>
                <a:latin typeface="Bookman Old Style" pitchFamily="18" charset="0"/>
                <a:cs typeface="Times New Roman" panose="02020603050405020304" pitchFamily="18" charset="0"/>
              </a:rPr>
              <a:t>  a. 81              b. 82            c. 83       d.84</a:t>
            </a:r>
          </a:p>
        </p:txBody>
      </p:sp>
      <p:pic>
        <p:nvPicPr>
          <p:cNvPr id="2" name="Picture 1" descr="A yellow and blue sign with words">
            <a:extLst>
              <a:ext uri="{FF2B5EF4-FFF2-40B4-BE49-F238E27FC236}">
                <a16:creationId xmlns:a16="http://schemas.microsoft.com/office/drawing/2014/main" id="{1AEC9A06-BAFA-0570-3756-4F83FB5BA633}"/>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745039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CAEFC-D594-A38A-CE5E-25A0316665E1}"/>
              </a:ext>
            </a:extLst>
          </p:cNvPr>
          <p:cNvSpPr>
            <a:spLocks noGrp="1"/>
          </p:cNvSpPr>
          <p:nvPr>
            <p:ph idx="1"/>
          </p:nvPr>
        </p:nvSpPr>
        <p:spPr>
          <a:xfrm>
            <a:off x="373712" y="518376"/>
            <a:ext cx="9684688" cy="2709853"/>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4. A 420 m long train crosses a pole in 70 seconds. What is the speed of the train ?</a:t>
            </a:r>
          </a:p>
          <a:p>
            <a:pPr marL="0" indent="0">
              <a:lnSpc>
                <a:spcPct val="150000"/>
              </a:lnSpc>
              <a:buNone/>
            </a:pPr>
            <a:r>
              <a:rPr lang="en-IN" sz="2300" b="1" dirty="0">
                <a:effectLst/>
                <a:latin typeface="Bookman Old Style" pitchFamily="18" charset="0"/>
                <a:cs typeface="Times New Roman" panose="02020603050405020304" pitchFamily="18" charset="0"/>
              </a:rPr>
              <a:t>a. 6 m/sec       b. 7 m/sec     c.8m/sec      d.9 m/sec</a:t>
            </a:r>
          </a:p>
        </p:txBody>
      </p:sp>
      <p:pic>
        <p:nvPicPr>
          <p:cNvPr id="2" name="Picture 1" descr="A yellow and blue sign with words">
            <a:extLst>
              <a:ext uri="{FF2B5EF4-FFF2-40B4-BE49-F238E27FC236}">
                <a16:creationId xmlns:a16="http://schemas.microsoft.com/office/drawing/2014/main" id="{16562400-A00B-943F-274C-8B50E75C0795}"/>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259336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237550-1DE1-9F96-6294-BBF931B4F42B}"/>
              </a:ext>
            </a:extLst>
          </p:cNvPr>
          <p:cNvSpPr>
            <a:spLocks noGrp="1"/>
          </p:cNvSpPr>
          <p:nvPr>
            <p:ph idx="1"/>
          </p:nvPr>
        </p:nvSpPr>
        <p:spPr>
          <a:xfrm>
            <a:off x="349857" y="542961"/>
            <a:ext cx="9749183" cy="243082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5.A 240m long train crosses a platform twice its length in 3 minutes . What is the speed of the train ?</a:t>
            </a:r>
          </a:p>
          <a:p>
            <a:pPr marL="0" indent="0" algn="just">
              <a:lnSpc>
                <a:spcPct val="150000"/>
              </a:lnSpc>
              <a:buNone/>
            </a:pPr>
            <a:r>
              <a:rPr lang="en-IN" sz="2300" b="1" dirty="0">
                <a:effectLst/>
                <a:latin typeface="Bookman Old Style" pitchFamily="18" charset="0"/>
                <a:cs typeface="Times New Roman" panose="02020603050405020304" pitchFamily="18" charset="0"/>
              </a:rPr>
              <a:t>a. 6 m/sec     b. 7m/sec     c.4 m/sec     d.9m/sec</a:t>
            </a:r>
          </a:p>
        </p:txBody>
      </p:sp>
      <p:pic>
        <p:nvPicPr>
          <p:cNvPr id="2" name="Picture 1" descr="A yellow and blue sign with words">
            <a:extLst>
              <a:ext uri="{FF2B5EF4-FFF2-40B4-BE49-F238E27FC236}">
                <a16:creationId xmlns:a16="http://schemas.microsoft.com/office/drawing/2014/main" id="{36B1F749-0FD8-4564-9B55-51B038DBDF2E}"/>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231654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5E6109-DE52-D3E6-2B6D-0F9DD5E9BD64}"/>
              </a:ext>
            </a:extLst>
          </p:cNvPr>
          <p:cNvSpPr>
            <a:spLocks noGrp="1"/>
          </p:cNvSpPr>
          <p:nvPr>
            <p:ph idx="1"/>
          </p:nvPr>
        </p:nvSpPr>
        <p:spPr>
          <a:xfrm>
            <a:off x="318053" y="475212"/>
            <a:ext cx="9679388" cy="2617845"/>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6. A 210m long train takes 6 seconds to cross a man running at 9 kmph in a direction opposite to that of the train. What is the speed of the train ?</a:t>
            </a:r>
          </a:p>
          <a:p>
            <a:pPr marL="0" indent="0" algn="just">
              <a:lnSpc>
                <a:spcPct val="150000"/>
              </a:lnSpc>
              <a:buNone/>
            </a:pPr>
            <a:r>
              <a:rPr lang="en-IN" sz="2300" b="1" dirty="0">
                <a:effectLst/>
                <a:latin typeface="Bookman Old Style" pitchFamily="18" charset="0"/>
                <a:cs typeface="Times New Roman" panose="02020603050405020304" pitchFamily="18" charset="0"/>
              </a:rPr>
              <a:t>a.126     b. 120      c.117       d. 135</a:t>
            </a:r>
          </a:p>
        </p:txBody>
      </p:sp>
      <p:pic>
        <p:nvPicPr>
          <p:cNvPr id="2" name="Picture 1" descr="A yellow and blue sign with words">
            <a:extLst>
              <a:ext uri="{FF2B5EF4-FFF2-40B4-BE49-F238E27FC236}">
                <a16:creationId xmlns:a16="http://schemas.microsoft.com/office/drawing/2014/main" id="{46E2F2D2-FE10-3C08-30F5-1D7C152E78B2}"/>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4716448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435682-F3C7-456E-8725-FBF18D75BED0}"/>
              </a:ext>
            </a:extLst>
          </p:cNvPr>
          <p:cNvSpPr>
            <a:spLocks noGrp="1"/>
          </p:cNvSpPr>
          <p:nvPr>
            <p:ph idx="1"/>
          </p:nvPr>
        </p:nvSpPr>
        <p:spPr>
          <a:xfrm>
            <a:off x="310101" y="328276"/>
            <a:ext cx="9433340" cy="5117484"/>
          </a:xfrm>
        </p:spPr>
        <p:txBody>
          <a:bodyPr>
            <a:normAutofit/>
          </a:bodyPr>
          <a:lstStyle/>
          <a:p>
            <a:pPr marL="0" indent="0" algn="just">
              <a:buNone/>
            </a:pPr>
            <a:r>
              <a:rPr lang="en-IN" sz="2300" b="1" dirty="0">
                <a:effectLst/>
                <a:latin typeface="+mj-lt"/>
                <a:cs typeface="Times New Roman" panose="02020603050405020304" pitchFamily="18" charset="0"/>
              </a:rPr>
              <a:t>7. </a:t>
            </a:r>
            <a:r>
              <a:rPr lang="en-US" sz="2300" b="1" dirty="0">
                <a:effectLst/>
                <a:latin typeface="+mj-lt"/>
              </a:rPr>
              <a:t>Two cars A and B, which are 280 km apart, start travelling at the same time. If they travel in opposite directions, they meet after 2 hours. If they travel in the same direction, A meets B after 14 hours. What is the speed of car B?</a:t>
            </a:r>
          </a:p>
          <a:p>
            <a:pPr marL="0" indent="0" algn="just">
              <a:buNone/>
            </a:pPr>
            <a:r>
              <a:rPr lang="en-IN" sz="2300" b="1" dirty="0">
                <a:effectLst/>
                <a:latin typeface="+mj-lt"/>
              </a:rPr>
              <a:t>A. 50 kmph</a:t>
            </a:r>
          </a:p>
          <a:p>
            <a:pPr marL="0" indent="0" algn="just">
              <a:buNone/>
            </a:pPr>
            <a:r>
              <a:rPr lang="en-IN" sz="2300" b="1" dirty="0">
                <a:effectLst/>
                <a:latin typeface="+mj-lt"/>
              </a:rPr>
              <a:t>B. 80 kmph</a:t>
            </a:r>
          </a:p>
          <a:p>
            <a:pPr marL="0" indent="0" algn="just">
              <a:buNone/>
            </a:pPr>
            <a:r>
              <a:rPr lang="en-IN" sz="2300" b="1" dirty="0">
                <a:effectLst/>
                <a:latin typeface="+mj-lt"/>
              </a:rPr>
              <a:t>C. 60 kmph</a:t>
            </a:r>
          </a:p>
          <a:p>
            <a:pPr marL="0" indent="0" algn="just">
              <a:buNone/>
            </a:pPr>
            <a:r>
              <a:rPr lang="en-IN" sz="2300" b="1" dirty="0">
                <a:effectLst/>
                <a:latin typeface="+mj-lt"/>
              </a:rPr>
              <a:t>D. 70 kmph</a:t>
            </a:r>
          </a:p>
        </p:txBody>
      </p:sp>
      <p:pic>
        <p:nvPicPr>
          <p:cNvPr id="2" name="Picture 1" descr="A yellow and blue sign with words">
            <a:extLst>
              <a:ext uri="{FF2B5EF4-FFF2-40B4-BE49-F238E27FC236}">
                <a16:creationId xmlns:a16="http://schemas.microsoft.com/office/drawing/2014/main" id="{2A827B85-79C9-8DBD-5BAF-7A7258AEB052}"/>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406206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232249-F00A-336E-BF6A-27A16CE2F241}"/>
              </a:ext>
            </a:extLst>
          </p:cNvPr>
          <p:cNvSpPr>
            <a:spLocks noGrp="1"/>
          </p:cNvSpPr>
          <p:nvPr>
            <p:ph idx="1"/>
          </p:nvPr>
        </p:nvSpPr>
        <p:spPr>
          <a:xfrm>
            <a:off x="341907" y="453061"/>
            <a:ext cx="9513294" cy="2775168"/>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8. On walking at 3/4</a:t>
            </a:r>
            <a:r>
              <a:rPr lang="en-IN" sz="2300" b="1" baseline="30000" dirty="0">
                <a:effectLst/>
                <a:latin typeface="Bookman Old Style" pitchFamily="18" charset="0"/>
                <a:cs typeface="Times New Roman" panose="02020603050405020304" pitchFamily="18" charset="0"/>
              </a:rPr>
              <a:t>th</a:t>
            </a:r>
            <a:r>
              <a:rPr lang="en-IN" sz="2300" b="1" dirty="0">
                <a:effectLst/>
                <a:latin typeface="Bookman Old Style" pitchFamily="18" charset="0"/>
                <a:cs typeface="Times New Roman" panose="02020603050405020304" pitchFamily="18" charset="0"/>
              </a:rPr>
              <a:t> of usual speed a man reaches his office 20 minutes late. What is the usual time taken by him in reaching his office ?</a:t>
            </a:r>
          </a:p>
          <a:p>
            <a:pPr marL="0" indent="0" algn="just">
              <a:lnSpc>
                <a:spcPct val="150000"/>
              </a:lnSpc>
              <a:buNone/>
            </a:pPr>
            <a:r>
              <a:rPr lang="en-IN" sz="2300" b="1" dirty="0">
                <a:effectLst/>
                <a:latin typeface="Bookman Old Style" pitchFamily="18" charset="0"/>
                <a:cs typeface="Times New Roman" panose="02020603050405020304" pitchFamily="18" charset="0"/>
              </a:rPr>
              <a:t>a.80mins     b. 20mins     c. 60mins     d. 100mins</a:t>
            </a:r>
          </a:p>
        </p:txBody>
      </p:sp>
      <p:pic>
        <p:nvPicPr>
          <p:cNvPr id="2" name="Picture 1" descr="A yellow and blue sign with words">
            <a:extLst>
              <a:ext uri="{FF2B5EF4-FFF2-40B4-BE49-F238E27FC236}">
                <a16:creationId xmlns:a16="http://schemas.microsoft.com/office/drawing/2014/main" id="{64784736-F361-61C4-FFD3-B4C5A0F38C48}"/>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366335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32EDFA-9473-79EE-0F35-48D6FE17308F}"/>
              </a:ext>
            </a:extLst>
          </p:cNvPr>
          <p:cNvSpPr>
            <a:spLocks noGrp="1"/>
          </p:cNvSpPr>
          <p:nvPr>
            <p:ph idx="1"/>
          </p:nvPr>
        </p:nvSpPr>
        <p:spPr>
          <a:xfrm>
            <a:off x="322911" y="384480"/>
            <a:ext cx="9562769" cy="2734030"/>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9. A car driver travels from planes to hill station at an average speed of 40kmph. In the return trip he covers the same distance at an average speed of 20 kmph. The average speed of the car over the entire distance is:</a:t>
            </a:r>
          </a:p>
          <a:p>
            <a:pPr marL="0" indent="0" algn="just">
              <a:lnSpc>
                <a:spcPct val="150000"/>
              </a:lnSpc>
              <a:buNone/>
            </a:pPr>
            <a:r>
              <a:rPr lang="en-IN" sz="2300" b="1" dirty="0">
                <a:effectLst/>
                <a:latin typeface="Bookman Old Style" pitchFamily="18" charset="0"/>
                <a:cs typeface="Times New Roman" panose="02020603050405020304" pitchFamily="18" charset="0"/>
              </a:rPr>
              <a:t>a. 26.66      b 33.33     c. 66.66     d. 24.66</a:t>
            </a:r>
          </a:p>
        </p:txBody>
      </p:sp>
      <p:pic>
        <p:nvPicPr>
          <p:cNvPr id="2" name="Picture 1" descr="A yellow and blue sign with words">
            <a:extLst>
              <a:ext uri="{FF2B5EF4-FFF2-40B4-BE49-F238E27FC236}">
                <a16:creationId xmlns:a16="http://schemas.microsoft.com/office/drawing/2014/main" id="{3B3E2898-4817-0AF2-6456-FF4E094B8C53}"/>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726046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C208E4-8FE0-3F9B-F449-7A80C294134C}"/>
              </a:ext>
            </a:extLst>
          </p:cNvPr>
          <p:cNvSpPr>
            <a:spLocks noGrp="1"/>
          </p:cNvSpPr>
          <p:nvPr>
            <p:ph idx="1"/>
          </p:nvPr>
        </p:nvSpPr>
        <p:spPr>
          <a:xfrm>
            <a:off x="250009" y="274710"/>
            <a:ext cx="9348967" cy="3510094"/>
          </a:xfrm>
        </p:spPr>
        <p:txBody>
          <a:bodyPr>
            <a:normAutofit/>
          </a:bodyPr>
          <a:lstStyle/>
          <a:p>
            <a:pPr marL="0" indent="0" algn="just">
              <a:buNone/>
            </a:pPr>
            <a:r>
              <a:rPr lang="en-IN" sz="2300" b="1" dirty="0">
                <a:effectLst/>
                <a:latin typeface="+mj-lt"/>
                <a:cs typeface="Times New Roman" panose="02020603050405020304" pitchFamily="18" charset="0"/>
              </a:rPr>
              <a:t>10. </a:t>
            </a:r>
            <a:r>
              <a:rPr lang="en-US" sz="2300" b="1" dirty="0">
                <a:effectLst/>
                <a:latin typeface="+mj-lt"/>
              </a:rPr>
              <a:t>A man covers three equal distances with the speeds of 10 km/</a:t>
            </a:r>
            <a:r>
              <a:rPr lang="en-US" sz="2300" b="1" dirty="0" err="1">
                <a:effectLst/>
                <a:latin typeface="+mj-lt"/>
              </a:rPr>
              <a:t>hr</a:t>
            </a:r>
            <a:r>
              <a:rPr lang="en-US" sz="2300" b="1" dirty="0">
                <a:effectLst/>
                <a:latin typeface="+mj-lt"/>
              </a:rPr>
              <a:t>, 20 km/</a:t>
            </a:r>
            <a:r>
              <a:rPr lang="en-US" sz="2300" b="1" dirty="0" err="1">
                <a:effectLst/>
                <a:latin typeface="+mj-lt"/>
              </a:rPr>
              <a:t>hr</a:t>
            </a:r>
            <a:r>
              <a:rPr lang="en-US" sz="2300" b="1" dirty="0">
                <a:effectLst/>
                <a:latin typeface="+mj-lt"/>
              </a:rPr>
              <a:t>, and 30 km/</a:t>
            </a:r>
            <a:r>
              <a:rPr lang="en-US" sz="2300" b="1" dirty="0" err="1">
                <a:effectLst/>
                <a:latin typeface="+mj-lt"/>
              </a:rPr>
              <a:t>hr</a:t>
            </a:r>
            <a:r>
              <a:rPr lang="en-US" sz="2300" b="1" dirty="0">
                <a:effectLst/>
                <a:latin typeface="+mj-lt"/>
              </a:rPr>
              <a:t> respectively. What is the average speed of the man for the whole journey?</a:t>
            </a:r>
          </a:p>
          <a:p>
            <a:pPr marL="0" indent="0" algn="just">
              <a:buNone/>
            </a:pPr>
            <a:r>
              <a:rPr lang="en-IN" sz="2300" b="1" dirty="0">
                <a:effectLst/>
                <a:latin typeface="+mj-lt"/>
              </a:rPr>
              <a:t>A. 150/13 km/hr</a:t>
            </a:r>
          </a:p>
          <a:p>
            <a:pPr marL="0" indent="0" algn="just">
              <a:buNone/>
            </a:pPr>
            <a:r>
              <a:rPr lang="en-IN" sz="2300" b="1" dirty="0">
                <a:effectLst/>
                <a:latin typeface="+mj-lt"/>
              </a:rPr>
              <a:t>B. 180/13 km/hr</a:t>
            </a:r>
          </a:p>
          <a:p>
            <a:pPr marL="0" indent="0" algn="just">
              <a:buNone/>
            </a:pPr>
            <a:r>
              <a:rPr lang="en-IN" sz="2300" b="1" dirty="0">
                <a:effectLst/>
                <a:latin typeface="+mj-lt"/>
              </a:rPr>
              <a:t>C. 150/11 km/hr</a:t>
            </a:r>
          </a:p>
          <a:p>
            <a:pPr marL="0" indent="0" algn="just">
              <a:buNone/>
            </a:pPr>
            <a:r>
              <a:rPr lang="en-IN" sz="2300" b="1" dirty="0">
                <a:effectLst/>
                <a:latin typeface="+mj-lt"/>
              </a:rPr>
              <a:t>D. 180/11 km/hr</a:t>
            </a:r>
          </a:p>
        </p:txBody>
      </p:sp>
      <p:pic>
        <p:nvPicPr>
          <p:cNvPr id="2" name="Picture 1" descr="A yellow and blue sign with words">
            <a:extLst>
              <a:ext uri="{FF2B5EF4-FFF2-40B4-BE49-F238E27FC236}">
                <a16:creationId xmlns:a16="http://schemas.microsoft.com/office/drawing/2014/main" id="{9D8DF57E-31A0-D213-2893-C472AAB24790}"/>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208186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E0DC40-B0EA-D63B-E4B6-70164DE9D2E3}"/>
              </a:ext>
            </a:extLst>
          </p:cNvPr>
          <p:cNvSpPr>
            <a:spLocks noGrp="1"/>
          </p:cNvSpPr>
          <p:nvPr>
            <p:ph idx="1"/>
          </p:nvPr>
        </p:nvSpPr>
        <p:spPr>
          <a:xfrm>
            <a:off x="373711" y="305800"/>
            <a:ext cx="9572929" cy="316096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11. A car covers first 10km with 40kmph next 10km with 60kmph and next 10km in 20 kmph. What is the average speed of the car ?</a:t>
            </a:r>
          </a:p>
          <a:p>
            <a:pPr marL="0" indent="0" algn="just">
              <a:lnSpc>
                <a:spcPct val="150000"/>
              </a:lnSpc>
              <a:buNone/>
            </a:pPr>
            <a:r>
              <a:rPr lang="en-IN" sz="2300" b="1" dirty="0">
                <a:effectLst/>
                <a:latin typeface="Bookman Old Style" pitchFamily="18" charset="0"/>
                <a:cs typeface="Times New Roman" panose="02020603050405020304" pitchFamily="18" charset="0"/>
              </a:rPr>
              <a:t>a. 320/11        b. 330/11         c. 350/11         d.360/11</a:t>
            </a:r>
          </a:p>
        </p:txBody>
      </p:sp>
      <p:pic>
        <p:nvPicPr>
          <p:cNvPr id="5" name="Picture 4" descr="A yellow and blue sign with words">
            <a:extLst>
              <a:ext uri="{FF2B5EF4-FFF2-40B4-BE49-F238E27FC236}">
                <a16:creationId xmlns:a16="http://schemas.microsoft.com/office/drawing/2014/main" id="{70978D2F-5C3D-9DB3-FD4B-84E35336F9B9}"/>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105230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7DD3FD-F0EB-8CF6-8476-A685D9C43EF1}"/>
              </a:ext>
            </a:extLst>
          </p:cNvPr>
          <p:cNvSpPr>
            <a:spLocks noGrp="1"/>
          </p:cNvSpPr>
          <p:nvPr>
            <p:ph idx="1"/>
          </p:nvPr>
        </p:nvSpPr>
        <p:spPr>
          <a:xfrm>
            <a:off x="250009" y="302438"/>
            <a:ext cx="9910418" cy="6555562"/>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12. A motorist covers a distance of 39km in 45 minutes by moving at a speed of  x kmph for the first 15 minutes, then moving at double the speed for the next 20 minutes and then again moving at his original speed for the rest of the journey. Then x is equal to:</a:t>
            </a:r>
          </a:p>
          <a:p>
            <a:pPr marL="0" indent="0" algn="just">
              <a:lnSpc>
                <a:spcPct val="150000"/>
              </a:lnSpc>
              <a:buNone/>
            </a:pPr>
            <a:r>
              <a:rPr lang="en-IN" sz="2300" b="1" dirty="0">
                <a:effectLst/>
                <a:latin typeface="Bookman Old Style" pitchFamily="18" charset="0"/>
                <a:cs typeface="Times New Roman" panose="02020603050405020304" pitchFamily="18" charset="0"/>
              </a:rPr>
              <a:t>   a. 31.2           </a:t>
            </a:r>
          </a:p>
          <a:p>
            <a:pPr marL="0" indent="0" algn="just">
              <a:lnSpc>
                <a:spcPct val="150000"/>
              </a:lnSpc>
              <a:buNone/>
            </a:pPr>
            <a:r>
              <a:rPr lang="en-IN" sz="2300" b="1" dirty="0">
                <a:effectLst/>
                <a:latin typeface="Bookman Old Style" pitchFamily="18" charset="0"/>
                <a:cs typeface="Times New Roman" panose="02020603050405020304" pitchFamily="18" charset="0"/>
              </a:rPr>
              <a:t>  b. 36       </a:t>
            </a:r>
          </a:p>
          <a:p>
            <a:pPr marL="0" indent="0" algn="just">
              <a:lnSpc>
                <a:spcPct val="150000"/>
              </a:lnSpc>
              <a:buNone/>
            </a:pPr>
            <a:r>
              <a:rPr lang="en-IN" sz="2300" b="1" dirty="0">
                <a:effectLst/>
                <a:latin typeface="Bookman Old Style" pitchFamily="18" charset="0"/>
                <a:cs typeface="Times New Roman" panose="02020603050405020304" pitchFamily="18" charset="0"/>
              </a:rPr>
              <a:t>  c. 40          </a:t>
            </a:r>
          </a:p>
          <a:p>
            <a:pPr marL="0" indent="0" algn="just">
              <a:lnSpc>
                <a:spcPct val="150000"/>
              </a:lnSpc>
              <a:buNone/>
            </a:pPr>
            <a:r>
              <a:rPr lang="en-IN" sz="2300" b="1" dirty="0">
                <a:effectLst/>
                <a:latin typeface="Bookman Old Style" pitchFamily="18" charset="0"/>
                <a:cs typeface="Times New Roman" panose="02020603050405020304" pitchFamily="18" charset="0"/>
              </a:rPr>
              <a:t>  d. 52</a:t>
            </a:r>
          </a:p>
        </p:txBody>
      </p:sp>
      <p:pic>
        <p:nvPicPr>
          <p:cNvPr id="2" name="Picture 1" descr="A yellow and blue sign with words">
            <a:extLst>
              <a:ext uri="{FF2B5EF4-FFF2-40B4-BE49-F238E27FC236}">
                <a16:creationId xmlns:a16="http://schemas.microsoft.com/office/drawing/2014/main" id="{4D076B45-8D81-949B-B7E8-8E8FEA386B9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921741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EDC61-D907-181C-909A-F0EF15A8407C}"/>
              </a:ext>
            </a:extLst>
          </p:cNvPr>
          <p:cNvSpPr>
            <a:spLocks noGrp="1"/>
          </p:cNvSpPr>
          <p:nvPr>
            <p:ph idx="1"/>
          </p:nvPr>
        </p:nvSpPr>
        <p:spPr>
          <a:xfrm>
            <a:off x="588398" y="449249"/>
            <a:ext cx="9561442" cy="5474031"/>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13.A person has to travel from a point A to another point B in a certain time. Travelling at a speed of 5kmph, he reaches 48 minutes late and which travelling at a speed of 8 kmph he  reaches 15 minutes early. What is the distance from point A to point B </a:t>
            </a:r>
          </a:p>
          <a:p>
            <a:pPr marL="457200" indent="-457200" algn="just">
              <a:lnSpc>
                <a:spcPct val="150000"/>
              </a:lnSpc>
              <a:buAutoNum type="alphaLcPeriod"/>
            </a:pPr>
            <a:r>
              <a:rPr lang="en-IN" sz="2300" b="1" dirty="0">
                <a:effectLst/>
                <a:latin typeface="Bookman Old Style" pitchFamily="18" charset="0"/>
                <a:cs typeface="Times New Roman" panose="02020603050405020304" pitchFamily="18" charset="0"/>
              </a:rPr>
              <a:t>12              </a:t>
            </a:r>
          </a:p>
          <a:p>
            <a:pPr marL="0" indent="0" algn="just">
              <a:lnSpc>
                <a:spcPct val="150000"/>
              </a:lnSpc>
              <a:buNone/>
            </a:pPr>
            <a:r>
              <a:rPr lang="en-IN" sz="2300" b="1" dirty="0">
                <a:effectLst/>
                <a:latin typeface="Bookman Old Style" pitchFamily="18" charset="0"/>
                <a:cs typeface="Times New Roman" panose="02020603050405020304" pitchFamily="18" charset="0"/>
              </a:rPr>
              <a:t> b. 14           </a:t>
            </a:r>
          </a:p>
          <a:p>
            <a:pPr marL="0" indent="0" algn="just">
              <a:lnSpc>
                <a:spcPct val="150000"/>
              </a:lnSpc>
              <a:buNone/>
            </a:pPr>
            <a:r>
              <a:rPr lang="en-IN" sz="2300" b="1" dirty="0">
                <a:effectLst/>
                <a:latin typeface="Bookman Old Style" pitchFamily="18" charset="0"/>
                <a:cs typeface="Times New Roman" panose="02020603050405020304" pitchFamily="18" charset="0"/>
              </a:rPr>
              <a:t> c. 16          </a:t>
            </a:r>
          </a:p>
          <a:p>
            <a:pPr marL="0" indent="0" algn="just">
              <a:lnSpc>
                <a:spcPct val="150000"/>
              </a:lnSpc>
              <a:buNone/>
            </a:pPr>
            <a:r>
              <a:rPr lang="en-IN" sz="2300" b="1" dirty="0">
                <a:effectLst/>
                <a:latin typeface="Bookman Old Style" pitchFamily="18" charset="0"/>
                <a:cs typeface="Times New Roman" panose="02020603050405020304" pitchFamily="18" charset="0"/>
              </a:rPr>
              <a:t>  d. 18</a:t>
            </a:r>
          </a:p>
        </p:txBody>
      </p:sp>
      <p:pic>
        <p:nvPicPr>
          <p:cNvPr id="2" name="Picture 1" descr="A yellow and blue sign with words">
            <a:extLst>
              <a:ext uri="{FF2B5EF4-FFF2-40B4-BE49-F238E27FC236}">
                <a16:creationId xmlns:a16="http://schemas.microsoft.com/office/drawing/2014/main" id="{4FB0631D-1D29-CCB8-EF32-5FD72A729B64}"/>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1882297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EB0B71-DE53-634B-274E-6F27A9B49692}"/>
              </a:ext>
            </a:extLst>
          </p:cNvPr>
          <p:cNvSpPr>
            <a:spLocks noGrp="1"/>
          </p:cNvSpPr>
          <p:nvPr>
            <p:ph idx="1"/>
          </p:nvPr>
        </p:nvSpPr>
        <p:spPr>
          <a:xfrm>
            <a:off x="318053" y="475862"/>
            <a:ext cx="9293308" cy="2911394"/>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14. Ashwin has to travel from one point to other point in a certain time. Travelling at a speed of 6kmph, he reaches 40 minutes late and travelling at a speed of 8 kmph he reaches 10 minutes late</a:t>
            </a:r>
          </a:p>
          <a:p>
            <a:pPr marL="0" indent="0" algn="just">
              <a:lnSpc>
                <a:spcPct val="150000"/>
              </a:lnSpc>
              <a:buNone/>
            </a:pPr>
            <a:r>
              <a:rPr lang="en-IN" sz="2300" b="1" dirty="0">
                <a:effectLst/>
                <a:latin typeface="Bookman Old Style" pitchFamily="18" charset="0"/>
                <a:cs typeface="Times New Roman" panose="02020603050405020304" pitchFamily="18" charset="0"/>
              </a:rPr>
              <a:t>a.12      b. 14      c.16      d.18</a:t>
            </a:r>
          </a:p>
        </p:txBody>
      </p:sp>
      <p:pic>
        <p:nvPicPr>
          <p:cNvPr id="2" name="Picture 1" descr="A yellow and blue sign with words">
            <a:extLst>
              <a:ext uri="{FF2B5EF4-FFF2-40B4-BE49-F238E27FC236}">
                <a16:creationId xmlns:a16="http://schemas.microsoft.com/office/drawing/2014/main" id="{67099A1C-D685-DA7F-3A70-8F61E2DC64E4}"/>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343770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B8E209-D197-54D2-FA90-614220DCAA3C}"/>
              </a:ext>
            </a:extLst>
          </p:cNvPr>
          <p:cNvSpPr>
            <a:spLocks noGrp="1"/>
          </p:cNvSpPr>
          <p:nvPr>
            <p:ph idx="1"/>
          </p:nvPr>
        </p:nvSpPr>
        <p:spPr>
          <a:xfrm>
            <a:off x="365760" y="276105"/>
            <a:ext cx="9499600" cy="2968027"/>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15. A boy goes to school from his home at a speed of 4kmph and returns at a speed of 6 kmph . If in total he took 5 hours in going and coming back, the distance between his home and school is:</a:t>
            </a:r>
          </a:p>
          <a:p>
            <a:pPr marL="0" indent="0" algn="just">
              <a:lnSpc>
                <a:spcPct val="150000"/>
              </a:lnSpc>
              <a:buNone/>
            </a:pPr>
            <a:r>
              <a:rPr lang="en-IN" sz="2300" b="1" dirty="0">
                <a:effectLst/>
                <a:latin typeface="Bookman Old Style" pitchFamily="18" charset="0"/>
                <a:cs typeface="Times New Roman" panose="02020603050405020304" pitchFamily="18" charset="0"/>
              </a:rPr>
              <a:t>a.12             b.14                c.16               d.18</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3C8FDDDA-561F-4DFE-D9E3-AD17FBDB5616}"/>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758500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33A9D-1992-0AD6-73A9-5F84879396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E115B4-D49E-C7C3-8313-3BFAE364D2F5}"/>
              </a:ext>
            </a:extLst>
          </p:cNvPr>
          <p:cNvSpPr>
            <a:spLocks noGrp="1"/>
          </p:cNvSpPr>
          <p:nvPr>
            <p:ph idx="1"/>
          </p:nvPr>
        </p:nvSpPr>
        <p:spPr>
          <a:xfrm>
            <a:off x="365760" y="276105"/>
            <a:ext cx="9499600" cy="5301735"/>
          </a:xfrm>
        </p:spPr>
        <p:txBody>
          <a:bodyPr>
            <a:noAutofit/>
          </a:bodyPr>
          <a:lstStyle/>
          <a:p>
            <a:pPr marL="0" indent="0" algn="just">
              <a:buNone/>
            </a:pPr>
            <a:r>
              <a:rPr lang="en-IN" sz="2300" b="1" dirty="0">
                <a:effectLst/>
                <a:latin typeface="+mj-lt"/>
                <a:cs typeface="Times New Roman" panose="02020603050405020304" pitchFamily="18" charset="0"/>
              </a:rPr>
              <a:t>16. </a:t>
            </a:r>
            <a:r>
              <a:rPr lang="en-US" sz="2300" b="1" dirty="0">
                <a:latin typeface="+mj-lt"/>
              </a:rPr>
              <a:t>Mr. Raju travelled a certain distance at a certain speed. Had he moved 4 kmph faster, he would have taken 30 minutes less to cover the distance. If he had moved 2 kmph slower, he would have taken 30 minutes more to cover the distance. What is the distance travelled by him?</a:t>
            </a:r>
          </a:p>
          <a:p>
            <a:pPr marL="0" indent="0" algn="just">
              <a:buNone/>
            </a:pPr>
            <a:r>
              <a:rPr lang="en-IN" sz="2300" b="1" dirty="0">
                <a:latin typeface="+mj-lt"/>
              </a:rPr>
              <a:t>A. 8 km</a:t>
            </a:r>
          </a:p>
          <a:p>
            <a:pPr marL="0" indent="0" algn="just">
              <a:buNone/>
            </a:pPr>
            <a:r>
              <a:rPr lang="en-IN" sz="2300" b="1" dirty="0">
                <a:latin typeface="+mj-lt"/>
              </a:rPr>
              <a:t>B. 4 km</a:t>
            </a:r>
          </a:p>
          <a:p>
            <a:pPr marL="0" indent="0" algn="just">
              <a:buNone/>
            </a:pPr>
            <a:r>
              <a:rPr lang="en-IN" sz="2300" b="1" dirty="0">
                <a:latin typeface="+mj-lt"/>
              </a:rPr>
              <a:t>C. 12 km</a:t>
            </a:r>
          </a:p>
          <a:p>
            <a:pPr marL="0" indent="0" algn="just">
              <a:buNone/>
            </a:pPr>
            <a:r>
              <a:rPr lang="en-IN" sz="2300" b="1" dirty="0">
                <a:latin typeface="+mj-lt"/>
              </a:rPr>
              <a:t>D. 9 km</a:t>
            </a:r>
            <a:endParaRPr lang="en-IN" sz="2300" b="1" dirty="0">
              <a:latin typeface="+mj-lt"/>
              <a:cs typeface="Times New Roman" panose="02020603050405020304" pitchFamily="18" charset="0"/>
            </a:endParaRPr>
          </a:p>
          <a:p>
            <a:pPr marL="0" indent="0" algn="just">
              <a:lnSpc>
                <a:spcPct val="150000"/>
              </a:lnSpc>
              <a:buNone/>
            </a:pPr>
            <a:endParaRPr lang="en-IN" sz="2300" b="1" dirty="0">
              <a:effectLst/>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D35CBF23-309E-8611-04B3-BB06A5466FA5}"/>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688534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6F231C-6208-F025-E6AF-A625BE35EB83}"/>
              </a:ext>
            </a:extLst>
          </p:cNvPr>
          <p:cNvSpPr>
            <a:spLocks noGrp="1"/>
          </p:cNvSpPr>
          <p:nvPr>
            <p:ph idx="1"/>
          </p:nvPr>
        </p:nvSpPr>
        <p:spPr>
          <a:xfrm>
            <a:off x="467207" y="452415"/>
            <a:ext cx="9641993" cy="2743199"/>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17. Without stoppage the speed of the train is 120 kmph and with stoppage the speed of the train is 80 kmph. How many minutes does the train stop ?</a:t>
            </a:r>
          </a:p>
          <a:p>
            <a:pPr marL="0" indent="0" algn="just">
              <a:lnSpc>
                <a:spcPct val="150000"/>
              </a:lnSpc>
              <a:buNone/>
            </a:pPr>
            <a:r>
              <a:rPr lang="en-IN" sz="2300" b="1" dirty="0">
                <a:effectLst/>
                <a:latin typeface="Bookman Old Style" pitchFamily="18" charset="0"/>
                <a:cs typeface="Times New Roman" panose="02020603050405020304" pitchFamily="18" charset="0"/>
              </a:rPr>
              <a:t> a.20mins     b. 15mins     c.25mins      d. 45 mins</a:t>
            </a:r>
          </a:p>
        </p:txBody>
      </p:sp>
      <p:pic>
        <p:nvPicPr>
          <p:cNvPr id="2" name="Picture 1" descr="A yellow and blue sign with words">
            <a:extLst>
              <a:ext uri="{FF2B5EF4-FFF2-40B4-BE49-F238E27FC236}">
                <a16:creationId xmlns:a16="http://schemas.microsoft.com/office/drawing/2014/main" id="{58582F2E-C96E-0015-53A1-D76C3F4B59E1}"/>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653190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FB23B5-8DA9-7542-5D8E-8BA2B36C5599}"/>
              </a:ext>
            </a:extLst>
          </p:cNvPr>
          <p:cNvSpPr>
            <a:spLocks noGrp="1"/>
          </p:cNvSpPr>
          <p:nvPr>
            <p:ph idx="1"/>
          </p:nvPr>
        </p:nvSpPr>
        <p:spPr>
          <a:xfrm>
            <a:off x="347848" y="344296"/>
            <a:ext cx="9547992" cy="4369943"/>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18. A car travelled at a average speed of 100 kmph, stopping for 3 minutes after every 75 km. How long did it takes to reach its destination 600 km from the starting point ?</a:t>
            </a:r>
          </a:p>
          <a:p>
            <a:pPr marL="0" indent="0" algn="just">
              <a:lnSpc>
                <a:spcPct val="150000"/>
              </a:lnSpc>
              <a:buNone/>
            </a:pPr>
            <a:r>
              <a:rPr lang="en-IN" sz="2300" b="1" dirty="0">
                <a:effectLst/>
                <a:latin typeface="Bookman Old Style" pitchFamily="18" charset="0"/>
                <a:cs typeface="Times New Roman" panose="02020603050405020304" pitchFamily="18" charset="0"/>
              </a:rPr>
              <a:t>a.6 hrs. 21mins      </a:t>
            </a:r>
          </a:p>
          <a:p>
            <a:pPr marL="0" indent="0" algn="just">
              <a:lnSpc>
                <a:spcPct val="150000"/>
              </a:lnSpc>
              <a:buNone/>
            </a:pPr>
            <a:r>
              <a:rPr lang="en-IN" sz="2300" b="1" dirty="0">
                <a:effectLst/>
                <a:latin typeface="Bookman Old Style" pitchFamily="18" charset="0"/>
                <a:cs typeface="Times New Roman" panose="02020603050405020304" pitchFamily="18" charset="0"/>
              </a:rPr>
              <a:t>b. 6hrs.24mins     </a:t>
            </a:r>
          </a:p>
          <a:p>
            <a:pPr marL="0" indent="0" algn="just">
              <a:lnSpc>
                <a:spcPct val="150000"/>
              </a:lnSpc>
              <a:buNone/>
            </a:pPr>
            <a:r>
              <a:rPr lang="en-IN" sz="2300" b="1" dirty="0">
                <a:effectLst/>
                <a:latin typeface="Bookman Old Style" pitchFamily="18" charset="0"/>
                <a:cs typeface="Times New Roman" panose="02020603050405020304" pitchFamily="18" charset="0"/>
              </a:rPr>
              <a:t>c.6hrs.27mins       </a:t>
            </a:r>
          </a:p>
          <a:p>
            <a:pPr marL="0" indent="0" algn="just">
              <a:lnSpc>
                <a:spcPct val="150000"/>
              </a:lnSpc>
              <a:buNone/>
            </a:pPr>
            <a:r>
              <a:rPr lang="en-IN" sz="2300" b="1" dirty="0">
                <a:effectLst/>
                <a:latin typeface="Bookman Old Style" pitchFamily="18" charset="0"/>
                <a:cs typeface="Times New Roman" panose="02020603050405020304" pitchFamily="18" charset="0"/>
              </a:rPr>
              <a:t>d.6hrs.30mins</a:t>
            </a:r>
          </a:p>
        </p:txBody>
      </p:sp>
      <p:sp>
        <p:nvSpPr>
          <p:cNvPr id="4" name="TextBox 3">
            <a:extLst>
              <a:ext uri="{FF2B5EF4-FFF2-40B4-BE49-F238E27FC236}">
                <a16:creationId xmlns:a16="http://schemas.microsoft.com/office/drawing/2014/main" id="{0386C79C-5562-CBCF-7E50-5E77E83F5C66}"/>
              </a:ext>
            </a:extLst>
          </p:cNvPr>
          <p:cNvSpPr txBox="1"/>
          <p:nvPr/>
        </p:nvSpPr>
        <p:spPr>
          <a:xfrm>
            <a:off x="5640355" y="2962469"/>
            <a:ext cx="65" cy="276999"/>
          </a:xfrm>
          <a:prstGeom prst="rect">
            <a:avLst/>
          </a:prstGeom>
          <a:noFill/>
        </p:spPr>
        <p:txBody>
          <a:bodyPr wrap="none" lIns="0" tIns="0" rIns="0" bIns="0" rtlCol="0">
            <a:spAutoFit/>
          </a:bodyPr>
          <a:lstStyle/>
          <a:p>
            <a:endParaRPr lang="en-IN" dirty="0"/>
          </a:p>
        </p:txBody>
      </p:sp>
      <p:pic>
        <p:nvPicPr>
          <p:cNvPr id="2" name="Picture 1" descr="A yellow and blue sign with words">
            <a:extLst>
              <a:ext uri="{FF2B5EF4-FFF2-40B4-BE49-F238E27FC236}">
                <a16:creationId xmlns:a16="http://schemas.microsoft.com/office/drawing/2014/main" id="{30A67BFB-6386-2CEE-B33D-5D66FDCC37FA}"/>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695859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8703F4-1813-892A-D70C-11718D503101}"/>
              </a:ext>
            </a:extLst>
          </p:cNvPr>
          <p:cNvSpPr>
            <a:spLocks noGrp="1"/>
          </p:cNvSpPr>
          <p:nvPr>
            <p:ph idx="1"/>
          </p:nvPr>
        </p:nvSpPr>
        <p:spPr>
          <a:xfrm>
            <a:off x="250009" y="316531"/>
            <a:ext cx="9662114" cy="2687216"/>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19. Train A which is 320 m long can cross a pole in 16 seconds. If it halts 5 times, each time for exactly 18 minutes. How many hours will it take to cover a distance of 576 </a:t>
            </a:r>
            <a:r>
              <a:rPr lang="en-IN" sz="2300" b="1" dirty="0" err="1">
                <a:effectLst/>
                <a:latin typeface="Bookman Old Style" pitchFamily="18" charset="0"/>
                <a:cs typeface="Times New Roman" panose="02020603050405020304" pitchFamily="18" charset="0"/>
              </a:rPr>
              <a:t>kms</a:t>
            </a:r>
            <a:r>
              <a:rPr lang="en-IN" sz="2300" b="1" dirty="0">
                <a:effectLst/>
                <a:latin typeface="Bookman Old Style" pitchFamily="18" charset="0"/>
                <a:cs typeface="Times New Roman" panose="02020603050405020304" pitchFamily="18" charset="0"/>
              </a:rPr>
              <a:t> ?</a:t>
            </a:r>
          </a:p>
          <a:p>
            <a:pPr marL="0" indent="0" algn="just">
              <a:lnSpc>
                <a:spcPct val="150000"/>
              </a:lnSpc>
              <a:buNone/>
            </a:pPr>
            <a:r>
              <a:rPr lang="en-IN" sz="2300" b="1" dirty="0">
                <a:effectLst/>
                <a:latin typeface="Bookman Old Style" pitchFamily="18" charset="0"/>
                <a:cs typeface="Times New Roman" panose="02020603050405020304" pitchFamily="18" charset="0"/>
              </a:rPr>
              <a:t>a. 8              b. 10             c. 9           d. 9 ½ </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B6769230-1724-5D88-A1C3-346EDF9D2382}"/>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026968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31A27-11BB-3D0C-6631-5379D78E199B}"/>
              </a:ext>
            </a:extLst>
          </p:cNvPr>
          <p:cNvSpPr>
            <a:spLocks noGrp="1"/>
          </p:cNvSpPr>
          <p:nvPr>
            <p:ph idx="1"/>
          </p:nvPr>
        </p:nvSpPr>
        <p:spPr>
          <a:xfrm>
            <a:off x="250009" y="110213"/>
            <a:ext cx="10010502" cy="3402589"/>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20. A and B are two stations 600 km apart. A train starts from A and moves towards B at 40 kmph. Another train starts from B at the same time and moves towards A at 60 kmph respectively. Then after how much time they meet each other ?</a:t>
            </a:r>
          </a:p>
          <a:p>
            <a:pPr marL="0" indent="0" algn="just">
              <a:lnSpc>
                <a:spcPct val="150000"/>
              </a:lnSpc>
              <a:buNone/>
            </a:pPr>
            <a:r>
              <a:rPr lang="en-IN" sz="2300" b="1" dirty="0">
                <a:effectLst/>
                <a:latin typeface="Bookman Old Style" pitchFamily="18" charset="0"/>
                <a:cs typeface="Times New Roman" panose="02020603050405020304" pitchFamily="18" charset="0"/>
              </a:rPr>
              <a:t>a. 10 hrs.       b.8 hrs.         c.4hrs.          d.6 hrs.</a:t>
            </a:r>
          </a:p>
        </p:txBody>
      </p:sp>
      <p:pic>
        <p:nvPicPr>
          <p:cNvPr id="2" name="Picture 1" descr="A yellow and blue sign with words">
            <a:extLst>
              <a:ext uri="{FF2B5EF4-FFF2-40B4-BE49-F238E27FC236}">
                <a16:creationId xmlns:a16="http://schemas.microsoft.com/office/drawing/2014/main" id="{679EB193-EA4E-7430-4BFE-0E5890F52D14}"/>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957383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CF843A-ACC6-4F63-ED60-590DDF5B439D}"/>
              </a:ext>
            </a:extLst>
          </p:cNvPr>
          <p:cNvSpPr>
            <a:spLocks noGrp="1"/>
          </p:cNvSpPr>
          <p:nvPr>
            <p:ph idx="1"/>
          </p:nvPr>
        </p:nvSpPr>
        <p:spPr>
          <a:xfrm>
            <a:off x="428973" y="283594"/>
            <a:ext cx="9710707" cy="3144416"/>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21. The distance between two places A and B is 330 km. A train starts from A at 8 am and travels towards B at 60 kmph. Another train starts from B at 9 am and travels towards A at 75 kmph. At what time do they meet ?</a:t>
            </a:r>
          </a:p>
          <a:p>
            <a:pPr marL="0" indent="0" algn="just">
              <a:lnSpc>
                <a:spcPct val="150000"/>
              </a:lnSpc>
              <a:buNone/>
            </a:pPr>
            <a:r>
              <a:rPr lang="en-IN" sz="2300" b="1" dirty="0">
                <a:effectLst/>
                <a:latin typeface="Bookman Old Style" pitchFamily="18" charset="0"/>
                <a:cs typeface="Times New Roman" panose="02020603050405020304" pitchFamily="18" charset="0"/>
              </a:rPr>
              <a:t>a. 10 am      b. 10:30 am      c.11 am     d. 11:30 am</a:t>
            </a:r>
          </a:p>
        </p:txBody>
      </p:sp>
      <p:pic>
        <p:nvPicPr>
          <p:cNvPr id="2" name="Picture 1" descr="A yellow and blue sign with words">
            <a:extLst>
              <a:ext uri="{FF2B5EF4-FFF2-40B4-BE49-F238E27FC236}">
                <a16:creationId xmlns:a16="http://schemas.microsoft.com/office/drawing/2014/main" id="{90609727-A277-3497-5A06-30A6227B48E7}"/>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146524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A4833D-A393-F722-CAA9-C34A2200418A}"/>
              </a:ext>
            </a:extLst>
          </p:cNvPr>
          <p:cNvSpPr>
            <a:spLocks noGrp="1"/>
          </p:cNvSpPr>
          <p:nvPr>
            <p:ph idx="1"/>
          </p:nvPr>
        </p:nvSpPr>
        <p:spPr>
          <a:xfrm>
            <a:off x="326004" y="432698"/>
            <a:ext cx="9610476" cy="2696546"/>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22. An inspector is 228 metre behind the thief. The inspector runs 42 metres and the thief runs 30 metres in a minute. In what time will the inspector catch the thief ?</a:t>
            </a:r>
          </a:p>
          <a:p>
            <a:pPr marL="0" indent="0" algn="just">
              <a:lnSpc>
                <a:spcPct val="150000"/>
              </a:lnSpc>
              <a:buNone/>
            </a:pPr>
            <a:r>
              <a:rPr lang="en-IN" sz="2300" b="1" dirty="0">
                <a:effectLst/>
                <a:latin typeface="Bookman Old Style" pitchFamily="18" charset="0"/>
                <a:cs typeface="Times New Roman" panose="02020603050405020304" pitchFamily="18" charset="0"/>
              </a:rPr>
              <a:t>a. 19 mins     b. 20 mins       c. 18 mins     d. none</a:t>
            </a:r>
          </a:p>
        </p:txBody>
      </p:sp>
      <p:pic>
        <p:nvPicPr>
          <p:cNvPr id="2" name="Picture 1" descr="A yellow and blue sign with words">
            <a:extLst>
              <a:ext uri="{FF2B5EF4-FFF2-40B4-BE49-F238E27FC236}">
                <a16:creationId xmlns:a16="http://schemas.microsoft.com/office/drawing/2014/main" id="{0A36AB82-E78E-702F-07F3-ADCE9DF7C9C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4141821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CC810F-4B1C-0B6C-E977-549B0ADCCC3B}"/>
              </a:ext>
            </a:extLst>
          </p:cNvPr>
          <p:cNvSpPr>
            <a:spLocks noGrp="1"/>
          </p:cNvSpPr>
          <p:nvPr>
            <p:ph idx="1"/>
          </p:nvPr>
        </p:nvSpPr>
        <p:spPr>
          <a:xfrm>
            <a:off x="250009" y="200591"/>
            <a:ext cx="9396234" cy="6240849"/>
          </a:xfrm>
        </p:spPr>
        <p:txBody>
          <a:bodyPr>
            <a:no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23.A thief is noticed by a policeman from a distance of 200 m. the thief starts running and the policeman chases him.  The thief and policeman run at the rate of 10km and 11km per hour respectively. What is the distance between them after 6 minutes ?</a:t>
            </a:r>
          </a:p>
          <a:p>
            <a:pPr marL="457200" indent="-457200" algn="just">
              <a:lnSpc>
                <a:spcPct val="150000"/>
              </a:lnSpc>
              <a:buAutoNum type="alphaLcPeriod"/>
            </a:pPr>
            <a:r>
              <a:rPr lang="en-IN" sz="2300" b="1" dirty="0">
                <a:effectLst/>
                <a:latin typeface="Bookman Old Style" pitchFamily="18" charset="0"/>
                <a:cs typeface="Times New Roman" panose="02020603050405020304" pitchFamily="18" charset="0"/>
              </a:rPr>
              <a:t>100 m            </a:t>
            </a:r>
          </a:p>
          <a:p>
            <a:pPr marL="0" indent="0" algn="just">
              <a:lnSpc>
                <a:spcPct val="150000"/>
              </a:lnSpc>
              <a:buNone/>
            </a:pPr>
            <a:r>
              <a:rPr lang="en-IN" sz="2300" b="1" dirty="0">
                <a:effectLst/>
                <a:latin typeface="Bookman Old Style" pitchFamily="18" charset="0"/>
                <a:cs typeface="Times New Roman" panose="02020603050405020304" pitchFamily="18" charset="0"/>
              </a:rPr>
              <a:t>b.150 m           </a:t>
            </a:r>
          </a:p>
          <a:p>
            <a:pPr marL="0" indent="0" algn="just">
              <a:lnSpc>
                <a:spcPct val="150000"/>
              </a:lnSpc>
              <a:buNone/>
            </a:pPr>
            <a:r>
              <a:rPr lang="en-IN" sz="2300" b="1" dirty="0">
                <a:effectLst/>
                <a:latin typeface="Bookman Old Style" pitchFamily="18" charset="0"/>
                <a:cs typeface="Times New Roman" panose="02020603050405020304" pitchFamily="18" charset="0"/>
              </a:rPr>
              <a:t> c.190 m       </a:t>
            </a:r>
          </a:p>
          <a:p>
            <a:pPr marL="0" indent="0" algn="just">
              <a:lnSpc>
                <a:spcPct val="150000"/>
              </a:lnSpc>
              <a:buNone/>
            </a:pPr>
            <a:r>
              <a:rPr lang="en-IN" sz="2300" b="1" dirty="0">
                <a:effectLst/>
                <a:latin typeface="Bookman Old Style" pitchFamily="18" charset="0"/>
                <a:cs typeface="Times New Roman" panose="02020603050405020304" pitchFamily="18" charset="0"/>
              </a:rPr>
              <a:t> d.200 m</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9A6F0A17-C1B3-E31E-5E28-C552202ECC9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434561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EAFA4C-BD9E-0554-C08A-C8929C9E1305}"/>
              </a:ext>
            </a:extLst>
          </p:cNvPr>
          <p:cNvSpPr>
            <a:spLocks noGrp="1"/>
          </p:cNvSpPr>
          <p:nvPr>
            <p:ph idx="1"/>
          </p:nvPr>
        </p:nvSpPr>
        <p:spPr>
          <a:xfrm>
            <a:off x="250009" y="235601"/>
            <a:ext cx="9436107" cy="3594476"/>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24. Two trains start from P and Q respectively and travels towards each other at a speed of 50 kmph and 40 kmph respectively. By the time they meet, the first train has travelled 100 km more than the second. The distance between P and Q is:</a:t>
            </a:r>
          </a:p>
          <a:p>
            <a:pPr marL="0" indent="0" algn="just">
              <a:lnSpc>
                <a:spcPct val="150000"/>
              </a:lnSpc>
              <a:buNone/>
            </a:pPr>
            <a:r>
              <a:rPr lang="en-IN" sz="2300" b="1" dirty="0">
                <a:effectLst/>
                <a:latin typeface="Bookman Old Style" pitchFamily="18" charset="0"/>
                <a:cs typeface="Times New Roman" panose="02020603050405020304" pitchFamily="18" charset="0"/>
              </a:rPr>
              <a:t>a. 500 km     b. 630 km     c. 660 km     d. 900 km</a:t>
            </a:r>
          </a:p>
          <a:p>
            <a:pPr marL="0" indent="0" algn="just">
              <a:lnSpc>
                <a:spcPct val="150000"/>
              </a:lnSpc>
              <a:buNone/>
            </a:pPr>
            <a:endParaRPr lang="en-IN" sz="2300" b="1" dirty="0">
              <a:effectLst/>
              <a:latin typeface="Bookman Old Style" pitchFamily="18" charset="0"/>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1535D216-CB84-7B4C-E3ED-E311D4C65387}"/>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425082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B0AFE-5A61-5B9B-6320-E873F830ECB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A8D8BD-2E39-9CB6-122D-8FD4E7AFD110}"/>
              </a:ext>
            </a:extLst>
          </p:cNvPr>
          <p:cNvSpPr>
            <a:spLocks noGrp="1"/>
          </p:cNvSpPr>
          <p:nvPr>
            <p:ph idx="1"/>
          </p:nvPr>
        </p:nvSpPr>
        <p:spPr>
          <a:xfrm>
            <a:off x="250009" y="235600"/>
            <a:ext cx="9436107" cy="6185519"/>
          </a:xfrm>
        </p:spPr>
        <p:txBody>
          <a:bodyPr>
            <a:normAutofit/>
          </a:bodyPr>
          <a:lstStyle/>
          <a:p>
            <a:pPr marL="0" indent="0" algn="just">
              <a:buNone/>
            </a:pPr>
            <a:r>
              <a:rPr lang="en-IN" sz="2300" b="1" dirty="0">
                <a:effectLst>
                  <a:outerShdw blurRad="38100" dist="38100" dir="2700000" algn="tl">
                    <a:srgbClr val="000000">
                      <a:alpha val="43137"/>
                    </a:srgbClr>
                  </a:outerShdw>
                </a:effectLst>
                <a:latin typeface="+mj-lt"/>
                <a:cs typeface="Times New Roman" panose="02020603050405020304" pitchFamily="18" charset="0"/>
              </a:rPr>
              <a:t>25. </a:t>
            </a:r>
            <a:r>
              <a:rPr lang="en-US" sz="2300" b="1" dirty="0">
                <a:effectLst>
                  <a:outerShdw blurRad="38100" dist="38100" dir="2700000" algn="tl" rotWithShape="0">
                    <a:srgbClr val="000000">
                      <a:alpha val="43137"/>
                    </a:srgbClr>
                  </a:outerShdw>
                </a:effectLst>
                <a:latin typeface="+mj-lt"/>
              </a:rPr>
              <a:t>Two friends Jaya and Vidya walk from M to N, a distance of 27 km, with the speed of 4 km/h and 5 km/h respectively. Vidya reaches the point N and returned immediately and met Jaya at point 'O'. Find the distance between M and O.</a:t>
            </a:r>
          </a:p>
          <a:p>
            <a:pPr marL="0" indent="0" algn="just">
              <a:buNone/>
            </a:pPr>
            <a:r>
              <a:rPr lang="en-IN" sz="2300" b="1" dirty="0">
                <a:effectLst>
                  <a:outerShdw blurRad="38100" dist="38100" dir="2700000" algn="tl" rotWithShape="0">
                    <a:srgbClr val="000000">
                      <a:alpha val="43137"/>
                    </a:srgbClr>
                  </a:outerShdw>
                </a:effectLst>
                <a:latin typeface="+mj-lt"/>
              </a:rPr>
              <a:t>A. 20 km</a:t>
            </a:r>
          </a:p>
          <a:p>
            <a:pPr marL="0" indent="0" algn="just">
              <a:buNone/>
            </a:pPr>
            <a:r>
              <a:rPr lang="en-IN" sz="2300" b="1" dirty="0">
                <a:effectLst>
                  <a:outerShdw blurRad="38100" dist="38100" dir="2700000" algn="tl" rotWithShape="0">
                    <a:srgbClr val="000000">
                      <a:alpha val="43137"/>
                    </a:srgbClr>
                  </a:outerShdw>
                </a:effectLst>
                <a:latin typeface="+mj-lt"/>
              </a:rPr>
              <a:t>B. 21 km</a:t>
            </a:r>
          </a:p>
          <a:p>
            <a:pPr marL="0" indent="0" algn="just">
              <a:buNone/>
            </a:pPr>
            <a:r>
              <a:rPr lang="en-IN" sz="2300" b="1" dirty="0">
                <a:effectLst>
                  <a:outerShdw blurRad="38100" dist="38100" dir="2700000" algn="tl" rotWithShape="0">
                    <a:srgbClr val="000000">
                      <a:alpha val="43137"/>
                    </a:srgbClr>
                  </a:outerShdw>
                </a:effectLst>
                <a:latin typeface="+mj-lt"/>
              </a:rPr>
              <a:t>C. 22 km</a:t>
            </a:r>
          </a:p>
          <a:p>
            <a:pPr marL="0" indent="0" algn="just">
              <a:buNone/>
            </a:pPr>
            <a:r>
              <a:rPr lang="en-IN" sz="2300" b="1" dirty="0">
                <a:effectLst>
                  <a:outerShdw blurRad="38100" dist="38100" dir="2700000" algn="tl" rotWithShape="0">
                    <a:srgbClr val="000000">
                      <a:alpha val="43137"/>
                    </a:srgbClr>
                  </a:outerShdw>
                </a:effectLst>
                <a:latin typeface="+mj-lt"/>
              </a:rPr>
              <a:t>D. 24 km</a:t>
            </a:r>
          </a:p>
          <a:p>
            <a:pPr marL="0" indent="0" algn="just">
              <a:lnSpc>
                <a:spcPct val="150000"/>
              </a:lnSpc>
              <a:buNone/>
            </a:pPr>
            <a:endParaRPr lang="en-IN" sz="2300" b="1" dirty="0">
              <a:effectLst>
                <a:outerShdw blurRad="38100" dist="38100" dir="2700000" algn="tl">
                  <a:srgbClr val="000000">
                    <a:alpha val="43137"/>
                  </a:srgbClr>
                </a:outerShdw>
              </a:effectLst>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E3447F83-3995-8A0F-163F-E0ADECF0C190}"/>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40115036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96396-1EB9-5F2C-F2C2-436E724CC6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C714E6-9EF5-1A5A-861E-FBA608CC764F}"/>
              </a:ext>
            </a:extLst>
          </p:cNvPr>
          <p:cNvSpPr>
            <a:spLocks noGrp="1"/>
          </p:cNvSpPr>
          <p:nvPr>
            <p:ph idx="1"/>
          </p:nvPr>
        </p:nvSpPr>
        <p:spPr>
          <a:xfrm>
            <a:off x="250009" y="235600"/>
            <a:ext cx="9436107" cy="6185519"/>
          </a:xfrm>
        </p:spPr>
        <p:txBody>
          <a:bodyPr>
            <a:normAutofit/>
          </a:bodyPr>
          <a:lstStyle/>
          <a:p>
            <a:pPr marL="0" indent="0" algn="just">
              <a:buNone/>
            </a:pPr>
            <a:r>
              <a:rPr lang="en-IN" sz="2300" b="1" dirty="0">
                <a:effectLst>
                  <a:outerShdw blurRad="38100" dist="38100" dir="2700000" algn="tl">
                    <a:srgbClr val="000000">
                      <a:alpha val="43137"/>
                    </a:srgbClr>
                  </a:outerShdw>
                </a:effectLst>
                <a:latin typeface="+mj-lt"/>
                <a:cs typeface="Times New Roman" panose="02020603050405020304" pitchFamily="18" charset="0"/>
              </a:rPr>
              <a:t>26. </a:t>
            </a:r>
            <a:r>
              <a:rPr lang="en-US" sz="2400" b="1" dirty="0">
                <a:latin typeface="+mj-lt"/>
              </a:rPr>
              <a:t>A person starts his journey at 8:00 A.M. with a speed of 25 km/h. He increased his speed by 5 km/h every hour and reached his destination at 6:00 P.M. on the same day. Instead, if he travelled 40% of his journey with </a:t>
            </a:r>
            <a:r>
              <a:rPr lang="en-US" sz="2400" b="1" dirty="0">
                <a:solidFill>
                  <a:srgbClr val="FFFF00"/>
                </a:solidFill>
                <a:latin typeface="+mj-lt"/>
              </a:rPr>
              <a:t>‘a’</a:t>
            </a:r>
            <a:r>
              <a:rPr lang="en-US" sz="2400" b="1" dirty="0">
                <a:latin typeface="+mj-lt"/>
              </a:rPr>
              <a:t> </a:t>
            </a:r>
            <a:r>
              <a:rPr lang="en-US" sz="2400" b="1" dirty="0">
                <a:solidFill>
                  <a:srgbClr val="FFFF00"/>
                </a:solidFill>
                <a:latin typeface="+mj-lt"/>
              </a:rPr>
              <a:t>km/h</a:t>
            </a:r>
            <a:r>
              <a:rPr lang="en-US" sz="2400" b="1" dirty="0">
                <a:latin typeface="+mj-lt"/>
              </a:rPr>
              <a:t> and the rest of the journey with </a:t>
            </a:r>
            <a:r>
              <a:rPr lang="en-US" sz="2400" b="1" dirty="0">
                <a:solidFill>
                  <a:srgbClr val="FFFF00"/>
                </a:solidFill>
                <a:latin typeface="+mj-lt"/>
              </a:rPr>
              <a:t>(a + 19) km/h</a:t>
            </a:r>
            <a:r>
              <a:rPr lang="en-US" sz="2400" b="1" dirty="0">
                <a:latin typeface="+mj-lt"/>
              </a:rPr>
              <a:t> and reached in the same time as before, what is the value of </a:t>
            </a:r>
            <a:r>
              <a:rPr lang="en-US" sz="2400" b="1" dirty="0">
                <a:solidFill>
                  <a:srgbClr val="FFFF00"/>
                </a:solidFill>
                <a:latin typeface="+mj-lt"/>
              </a:rPr>
              <a:t>a</a:t>
            </a:r>
            <a:r>
              <a:rPr lang="en-US" sz="2400" b="1" dirty="0">
                <a:latin typeface="+mj-lt"/>
              </a:rPr>
              <a:t>?</a:t>
            </a:r>
          </a:p>
          <a:p>
            <a:pPr marL="0" indent="0" algn="just">
              <a:buNone/>
            </a:pPr>
            <a:r>
              <a:rPr lang="en-IN" sz="2400" b="1" dirty="0">
                <a:latin typeface="+mj-lt"/>
              </a:rPr>
              <a:t>a. 38</a:t>
            </a:r>
          </a:p>
          <a:p>
            <a:pPr marL="0" indent="0" algn="just">
              <a:buNone/>
            </a:pPr>
            <a:r>
              <a:rPr lang="en-IN" sz="2400" b="1" dirty="0">
                <a:latin typeface="+mj-lt"/>
              </a:rPr>
              <a:t>b. 34</a:t>
            </a:r>
          </a:p>
          <a:p>
            <a:pPr marL="0" indent="0" algn="just">
              <a:buNone/>
            </a:pPr>
            <a:r>
              <a:rPr lang="en-IN" sz="2400" b="1" dirty="0">
                <a:latin typeface="+mj-lt"/>
              </a:rPr>
              <a:t>c. 42</a:t>
            </a:r>
          </a:p>
          <a:p>
            <a:pPr marL="0" indent="0" algn="just">
              <a:buNone/>
            </a:pPr>
            <a:r>
              <a:rPr lang="en-IN" sz="2400" b="1" dirty="0">
                <a:latin typeface="+mj-lt"/>
              </a:rPr>
              <a:t>d. 19</a:t>
            </a:r>
          </a:p>
          <a:p>
            <a:pPr marL="0" indent="0" algn="just">
              <a:lnSpc>
                <a:spcPct val="150000"/>
              </a:lnSpc>
              <a:buNone/>
            </a:pPr>
            <a:endParaRPr lang="en-IN" sz="2300" b="1" dirty="0">
              <a:effectLst/>
              <a:latin typeface="+mj-lt"/>
              <a:cs typeface="Times New Roman" panose="02020603050405020304" pitchFamily="18" charset="0"/>
            </a:endParaRPr>
          </a:p>
        </p:txBody>
      </p:sp>
      <p:pic>
        <p:nvPicPr>
          <p:cNvPr id="2" name="Picture 1" descr="A yellow and blue sign with words">
            <a:extLst>
              <a:ext uri="{FF2B5EF4-FFF2-40B4-BE49-F238E27FC236}">
                <a16:creationId xmlns:a16="http://schemas.microsoft.com/office/drawing/2014/main" id="{25EA4077-2D60-6A17-E4FB-1D0599771456}"/>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6847061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242765-0CE3-2B9A-CE0B-990E2FFC66CC}"/>
              </a:ext>
            </a:extLst>
          </p:cNvPr>
          <p:cNvSpPr>
            <a:spLocks noGrp="1"/>
          </p:cNvSpPr>
          <p:nvPr>
            <p:ph idx="1"/>
          </p:nvPr>
        </p:nvSpPr>
        <p:spPr>
          <a:xfrm>
            <a:off x="370921" y="195365"/>
            <a:ext cx="9677320" cy="5981915"/>
          </a:xfrm>
        </p:spPr>
        <p:txBody>
          <a:bodyPr>
            <a:normAutofit/>
          </a:bodyPr>
          <a:lstStyle/>
          <a:p>
            <a:pPr marL="0" indent="0" algn="just">
              <a:lnSpc>
                <a:spcPct val="150000"/>
              </a:lnSpc>
              <a:buNone/>
            </a:pPr>
            <a:r>
              <a:rPr lang="en-IN" sz="2300" b="1" dirty="0">
                <a:effectLst/>
                <a:latin typeface="Bookman Old Style" pitchFamily="18" charset="0"/>
                <a:cs typeface="Times New Roman" panose="02020603050405020304" pitchFamily="18" charset="0"/>
              </a:rPr>
              <a:t>27. Bombay express left Delhi for Bombay at 14.30 hrs., traveling at a speed of 60 kmph and Rajdhani express left Delhi for Bombay on the same day at 16.30 hrs., traveling at a speed of 80 kmph. How far away from Delhi will the two trains meet ?</a:t>
            </a:r>
          </a:p>
          <a:p>
            <a:pPr marL="0" indent="0" algn="just">
              <a:lnSpc>
                <a:spcPct val="150000"/>
              </a:lnSpc>
              <a:buNone/>
            </a:pPr>
            <a:r>
              <a:rPr lang="en-IN" sz="2300" b="1" dirty="0">
                <a:effectLst/>
                <a:latin typeface="Bookman Old Style" pitchFamily="18" charset="0"/>
                <a:cs typeface="Times New Roman" panose="02020603050405020304" pitchFamily="18" charset="0"/>
              </a:rPr>
              <a:t>a.120 km       </a:t>
            </a:r>
          </a:p>
          <a:p>
            <a:pPr marL="0" indent="0" algn="just">
              <a:lnSpc>
                <a:spcPct val="150000"/>
              </a:lnSpc>
              <a:buNone/>
            </a:pPr>
            <a:r>
              <a:rPr lang="en-IN" sz="2300" b="1" dirty="0">
                <a:effectLst/>
                <a:latin typeface="Bookman Old Style" pitchFamily="18" charset="0"/>
                <a:cs typeface="Times New Roman" panose="02020603050405020304" pitchFamily="18" charset="0"/>
              </a:rPr>
              <a:t>b.360 km     </a:t>
            </a:r>
          </a:p>
          <a:p>
            <a:pPr marL="0" indent="0" algn="just">
              <a:lnSpc>
                <a:spcPct val="150000"/>
              </a:lnSpc>
              <a:buNone/>
            </a:pPr>
            <a:r>
              <a:rPr lang="en-IN" sz="2300" b="1" dirty="0">
                <a:effectLst/>
                <a:latin typeface="Bookman Old Style" pitchFamily="18" charset="0"/>
                <a:cs typeface="Times New Roman" panose="02020603050405020304" pitchFamily="18" charset="0"/>
              </a:rPr>
              <a:t>  c. 480 km     </a:t>
            </a:r>
          </a:p>
          <a:p>
            <a:pPr marL="0" indent="0" algn="just">
              <a:lnSpc>
                <a:spcPct val="150000"/>
              </a:lnSpc>
              <a:buNone/>
            </a:pPr>
            <a:r>
              <a:rPr lang="en-IN" sz="2300" b="1" dirty="0">
                <a:effectLst/>
                <a:latin typeface="Bookman Old Style" pitchFamily="18" charset="0"/>
                <a:cs typeface="Times New Roman" panose="02020603050405020304" pitchFamily="18" charset="0"/>
              </a:rPr>
              <a:t>  d. 500 km</a:t>
            </a:r>
          </a:p>
        </p:txBody>
      </p:sp>
      <p:pic>
        <p:nvPicPr>
          <p:cNvPr id="2" name="Picture 1" descr="A yellow and blue sign with words">
            <a:extLst>
              <a:ext uri="{FF2B5EF4-FFF2-40B4-BE49-F238E27FC236}">
                <a16:creationId xmlns:a16="http://schemas.microsoft.com/office/drawing/2014/main" id="{9BC7EAE9-E5D3-EDB5-AA32-FD13026598AF}"/>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0766120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0209E1-216A-4AEC-B69A-024ED48ABF25}"/>
              </a:ext>
            </a:extLst>
          </p:cNvPr>
          <p:cNvSpPr>
            <a:spLocks noGrp="1"/>
          </p:cNvSpPr>
          <p:nvPr>
            <p:ph idx="1"/>
          </p:nvPr>
        </p:nvSpPr>
        <p:spPr>
          <a:xfrm>
            <a:off x="326427" y="289014"/>
            <a:ext cx="9721814" cy="6396266"/>
          </a:xfrm>
        </p:spPr>
        <p:txBody>
          <a:bodyPr>
            <a:normAutofit/>
          </a:bodyPr>
          <a:lstStyle/>
          <a:p>
            <a:pPr marL="0" indent="0" algn="just">
              <a:lnSpc>
                <a:spcPct val="150000"/>
              </a:lnSpc>
              <a:buNone/>
            </a:pPr>
            <a:r>
              <a:rPr lang="en-IN" sz="2100" b="1" dirty="0">
                <a:effectLst/>
                <a:latin typeface="Bookman Old Style" pitchFamily="18" charset="0"/>
                <a:cs typeface="Times New Roman" panose="02020603050405020304" pitchFamily="18" charset="0"/>
              </a:rPr>
              <a:t>28. Karthik started on his bicycle at 7 a.m. to reach a certain place. After going a certain distance, his bicycle went out of order . Consequently, he rested for 35 minutes and came back to his house walking all the way. he reached his house at 1 p.m. If his cycle speed is 10 kmph and his walking speed is one  kmph, then on his bicycle he covered a distance of:</a:t>
            </a:r>
          </a:p>
          <a:p>
            <a:pPr marL="457200" indent="-457200" algn="just">
              <a:lnSpc>
                <a:spcPct val="150000"/>
              </a:lnSpc>
              <a:buAutoNum type="alphaLcPeriod"/>
            </a:pPr>
            <a:r>
              <a:rPr lang="en-IN" sz="2100" b="1" dirty="0">
                <a:effectLst/>
                <a:latin typeface="Bookman Old Style" pitchFamily="18" charset="0"/>
                <a:cs typeface="Times New Roman" panose="02020603050405020304" pitchFamily="18" charset="0"/>
              </a:rPr>
              <a:t>4  61/66 km    </a:t>
            </a:r>
          </a:p>
          <a:p>
            <a:pPr marL="0" indent="0" algn="just">
              <a:lnSpc>
                <a:spcPct val="150000"/>
              </a:lnSpc>
              <a:buNone/>
            </a:pPr>
            <a:r>
              <a:rPr lang="en-IN" sz="2100" b="1" dirty="0">
                <a:effectLst/>
                <a:latin typeface="Bookman Old Style" pitchFamily="18" charset="0"/>
                <a:cs typeface="Times New Roman" panose="02020603050405020304" pitchFamily="18" charset="0"/>
              </a:rPr>
              <a:t> b. 13  4/9 km     </a:t>
            </a:r>
          </a:p>
          <a:p>
            <a:pPr marL="0" indent="0" algn="just">
              <a:lnSpc>
                <a:spcPct val="150000"/>
              </a:lnSpc>
              <a:buNone/>
            </a:pPr>
            <a:r>
              <a:rPr lang="en-IN" sz="2100" b="1" dirty="0">
                <a:effectLst/>
                <a:latin typeface="Bookman Old Style" pitchFamily="18" charset="0"/>
                <a:cs typeface="Times New Roman" panose="02020603050405020304" pitchFamily="18" charset="0"/>
              </a:rPr>
              <a:t>c. 14  3/8 km    </a:t>
            </a:r>
          </a:p>
          <a:p>
            <a:pPr marL="0" indent="0" algn="just">
              <a:lnSpc>
                <a:spcPct val="150000"/>
              </a:lnSpc>
              <a:buNone/>
            </a:pPr>
            <a:r>
              <a:rPr lang="en-IN" sz="2100" b="1" dirty="0">
                <a:effectLst/>
                <a:latin typeface="Bookman Old Style" pitchFamily="18" charset="0"/>
                <a:cs typeface="Times New Roman" panose="02020603050405020304" pitchFamily="18" charset="0"/>
              </a:rPr>
              <a:t> d. 15  10/21 km</a:t>
            </a:r>
          </a:p>
        </p:txBody>
      </p:sp>
      <p:pic>
        <p:nvPicPr>
          <p:cNvPr id="2" name="Picture 1" descr="A yellow and blue sign with words">
            <a:extLst>
              <a:ext uri="{FF2B5EF4-FFF2-40B4-BE49-F238E27FC236}">
                <a16:creationId xmlns:a16="http://schemas.microsoft.com/office/drawing/2014/main" id="{34E52E1A-505C-39C2-5E43-B58F01D16C05}"/>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7110769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D8874-FF10-1216-16B1-2D8DBD163E7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7AA040-BBAC-F527-5F3D-03607282CE3C}"/>
              </a:ext>
            </a:extLst>
          </p:cNvPr>
          <p:cNvSpPr>
            <a:spLocks noGrp="1"/>
          </p:cNvSpPr>
          <p:nvPr>
            <p:ph idx="1"/>
          </p:nvPr>
        </p:nvSpPr>
        <p:spPr>
          <a:xfrm>
            <a:off x="326427" y="289014"/>
            <a:ext cx="9721814" cy="6396266"/>
          </a:xfrm>
        </p:spPr>
        <p:txBody>
          <a:bodyPr>
            <a:normAutofit/>
          </a:bodyPr>
          <a:lstStyle/>
          <a:p>
            <a:pPr marL="0" indent="0" algn="just">
              <a:buNone/>
            </a:pPr>
            <a:r>
              <a:rPr lang="en-IN" sz="2300" b="1" dirty="0">
                <a:effectLst/>
                <a:latin typeface="+mj-lt"/>
                <a:cs typeface="Times New Roman" panose="02020603050405020304" pitchFamily="18" charset="0"/>
              </a:rPr>
              <a:t>29. </a:t>
            </a:r>
            <a:r>
              <a:rPr lang="en-US" sz="2300" b="1" dirty="0">
                <a:latin typeface="+mj-lt"/>
              </a:rPr>
              <a:t>Sumira completes a journey in 15 hours. She travels the first and third quarter of the total distance with a speed of 24 km/h and the second and fourth quarter of the total distance with a speed of 16 km/h. Find the total distance (in km) covered in this journey.</a:t>
            </a:r>
          </a:p>
          <a:p>
            <a:pPr marL="0" indent="0" algn="just">
              <a:buNone/>
            </a:pPr>
            <a:r>
              <a:rPr lang="en-IN" sz="2300" b="1" dirty="0">
                <a:latin typeface="+mj-lt"/>
              </a:rPr>
              <a:t>A. 205</a:t>
            </a:r>
          </a:p>
          <a:p>
            <a:pPr marL="0" indent="0" algn="just">
              <a:buNone/>
            </a:pPr>
            <a:r>
              <a:rPr lang="en-IN" sz="2300" b="1" dirty="0">
                <a:latin typeface="+mj-lt"/>
              </a:rPr>
              <a:t>B. 217</a:t>
            </a:r>
          </a:p>
          <a:p>
            <a:pPr marL="0" indent="0" algn="just">
              <a:buNone/>
            </a:pPr>
            <a:r>
              <a:rPr lang="en-IN" sz="2300" b="1" dirty="0">
                <a:latin typeface="+mj-lt"/>
              </a:rPr>
              <a:t>C. 269</a:t>
            </a:r>
          </a:p>
          <a:p>
            <a:pPr marL="0" indent="0" algn="just">
              <a:buNone/>
            </a:pPr>
            <a:r>
              <a:rPr lang="en-IN" sz="2300" b="1" dirty="0">
                <a:latin typeface="+mj-lt"/>
              </a:rPr>
              <a:t>D. 288</a:t>
            </a:r>
          </a:p>
        </p:txBody>
      </p:sp>
      <p:pic>
        <p:nvPicPr>
          <p:cNvPr id="2" name="Picture 1" descr="A yellow and blue sign with words">
            <a:extLst>
              <a:ext uri="{FF2B5EF4-FFF2-40B4-BE49-F238E27FC236}">
                <a16:creationId xmlns:a16="http://schemas.microsoft.com/office/drawing/2014/main" id="{632531F5-4029-29A8-3622-EB8832236F3D}"/>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3729451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57260A22-59D4-5934-F3CA-B219A6019889}"/>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Content Placeholder 4">
            <a:extLst>
              <a:ext uri="{FF2B5EF4-FFF2-40B4-BE49-F238E27FC236}">
                <a16:creationId xmlns:a16="http://schemas.microsoft.com/office/drawing/2014/main" id="{8255E515-61AB-1484-05C7-3C1FD5B572E8}"/>
              </a:ext>
            </a:extLst>
          </p:cNvPr>
          <p:cNvSpPr>
            <a:spLocks noGrp="1"/>
          </p:cNvSpPr>
          <p:nvPr>
            <p:ph idx="1"/>
          </p:nvPr>
        </p:nvSpPr>
        <p:spPr>
          <a:xfrm>
            <a:off x="2529235" y="2421184"/>
            <a:ext cx="6249005" cy="908393"/>
          </a:xfrm>
        </p:spPr>
        <p:txBody>
          <a:bodyPr>
            <a:normAutofit/>
          </a:bodyPr>
          <a:lstStyle/>
          <a:p>
            <a:pPr marL="0" indent="0" algn="ctr">
              <a:buNone/>
            </a:pPr>
            <a:r>
              <a:rPr lang="en-US" sz="3000" b="1" dirty="0">
                <a:effectLst/>
                <a:latin typeface="+mj-lt"/>
              </a:rPr>
              <a:t>THE END</a:t>
            </a:r>
            <a:endParaRPr lang="en-IN" sz="3000" b="1" dirty="0">
              <a:effectLst/>
              <a:latin typeface="+mj-lt"/>
            </a:endParaRPr>
          </a:p>
        </p:txBody>
      </p:sp>
    </p:spTree>
    <p:extLst>
      <p:ext uri="{BB962C8B-B14F-4D97-AF65-F5344CB8AC3E}">
        <p14:creationId xmlns:p14="http://schemas.microsoft.com/office/powerpoint/2010/main" val="21213236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2235</TotalTime>
  <Words>1815</Words>
  <Application>Microsoft Office PowerPoint</Application>
  <PresentationFormat>Widescreen</PresentationFormat>
  <Paragraphs>102</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Bookman Old Style</vt:lpstr>
      <vt:lpstr>Rockwell</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AVERAGES </dc:title>
  <dc:creator>KIRAN KUMAR GANTA</dc:creator>
  <cp:lastModifiedBy>harikrishnareddy pagadam</cp:lastModifiedBy>
  <cp:revision>128</cp:revision>
  <dcterms:created xsi:type="dcterms:W3CDTF">2022-11-22T09:07:37Z</dcterms:created>
  <dcterms:modified xsi:type="dcterms:W3CDTF">2026-05-30T01:20:28Z</dcterms:modified>
</cp:coreProperties>
</file>