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ppt/notesSlides/notesSlide2.xml" ContentType="application/vnd.openxmlformats-officedocument.presentationml.notesSlide+xml"/>
  <Override PartName="/ppt/ink/ink4.xml" ContentType="application/inkml+xml"/>
  <Override PartName="/ppt/notesSlides/notesSlide3.xml" ContentType="application/vnd.openxmlformats-officedocument.presentationml.notesSlide+xml"/>
  <Override PartName="/ppt/ink/ink5.xml" ContentType="application/inkml+xml"/>
  <Override PartName="/ppt/ink/ink6.xml" ContentType="application/inkml+xml"/>
  <Override PartName="/ppt/notesSlides/notesSlide4.xml" ContentType="application/vnd.openxmlformats-officedocument.presentationml.notesSlide+xml"/>
  <Override PartName="/ppt/ink/ink7.xml" ContentType="application/inkml+xml"/>
  <Override PartName="/ppt/notesSlides/notesSlide5.xml" ContentType="application/vnd.openxmlformats-officedocument.presentationml.notesSlide+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ink/ink10.xml" ContentType="application/inkml+xml"/>
  <Override PartName="/ppt/notesSlides/notesSlide8.xml" ContentType="application/vnd.openxmlformats-officedocument.presentationml.notesSlide+xml"/>
  <Override PartName="/ppt/ink/ink11.xml" ContentType="application/inkml+xml"/>
  <Override PartName="/ppt/notesSlides/notesSlide9.xml" ContentType="application/vnd.openxmlformats-officedocument.presentationml.notesSlide+xml"/>
  <Override PartName="/ppt/ink/ink1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67" r:id="rId2"/>
    <p:sldId id="347" r:id="rId3"/>
    <p:sldId id="340" r:id="rId4"/>
    <p:sldId id="309" r:id="rId5"/>
    <p:sldId id="329" r:id="rId6"/>
    <p:sldId id="330" r:id="rId7"/>
    <p:sldId id="331" r:id="rId8"/>
    <p:sldId id="332" r:id="rId9"/>
    <p:sldId id="334" r:id="rId10"/>
    <p:sldId id="335" r:id="rId11"/>
    <p:sldId id="336" r:id="rId12"/>
    <p:sldId id="337" r:id="rId13"/>
    <p:sldId id="338" r:id="rId14"/>
    <p:sldId id="339" r:id="rId15"/>
    <p:sldId id="341" r:id="rId16"/>
    <p:sldId id="342" r:id="rId17"/>
    <p:sldId id="344" r:id="rId18"/>
    <p:sldId id="343" r:id="rId19"/>
    <p:sldId id="345" r:id="rId20"/>
    <p:sldId id="346" r:id="rId21"/>
    <p:sldId id="348" r:id="rId22"/>
    <p:sldId id="349" r:id="rId23"/>
    <p:sldId id="350" r:id="rId24"/>
    <p:sldId id="351" r:id="rId25"/>
    <p:sldId id="352" r:id="rId26"/>
    <p:sldId id="353" r:id="rId27"/>
    <p:sldId id="354" r:id="rId28"/>
    <p:sldId id="306"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162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16:00.643"/>
    </inkml:context>
    <inkml:brush xml:id="br0">
      <inkml:brushProperty name="width" value="0.05292" units="cm"/>
      <inkml:brushProperty name="height" value="0.05292" units="cm"/>
      <inkml:brushProperty name="color" value="#FF0000"/>
    </inkml:brush>
  </inkml:definitions>
  <inkml:trace contextRef="#ctx0" brushRef="#br0">15047 1102 503 0,'0'0'36'0,"0"0"54"15,0 0 86-15,0 0-46 16,0 0-35-16,0 0-12 16,0 0-21-16,0 0 13 15,-85-129-22-15,85 129-24 16,-12 12-21-16,3 37 1 0,-13 16 21 15,-1 10-5-15,1-1-12 16,6-6-8-16,7-8-3 16,4-6 0-16,5-16-1 15,-5-13 1 1,5-7-2-16,0-12 0 16,0-6 0-16,0 0 2 0,0-12 3 15,0-43 8-15,19-19-9 16,19-15-2-16,7-7-3 15,-5 4 1-15,-5 8 0 16,-9 16 0-16,-10 20 2 16,-6 18-2-16,-5 17 2 0,-5 13 3 15,4 0 0 1,6 40-3-16,6 26-1 0,10 17 6 16,-2 6-4-16,6-2 0 15,1-6-2 1,-5-7-1-16,-5-8 0 0,-11-3-1 15,-10-8-1 1,0-1-7 0,0-8-46-16,0-12-66 15,-5-5-25-15,-16-18-52 16,-10-11-69-16,-4 0-21 0,-10-21-26 16</inkml:trace>
  <inkml:trace contextRef="#ctx0" brushRef="#br0" timeOffset="157.46">14686 1520 275 0,'0'0'88'0,"0"0"8"16,0 0 54-16,0 0-52 16,-264-72 69-16,264 72-64 15,0-3-48-15,0 0-36 16,66-6-18-16,52-3 16 16,44-7-17-16,41 2-17 15,9-3-83-15,8 2-43 0,-18-4-42 16,-34 7-52-16</inkml:trace>
  <inkml:trace contextRef="#ctx0" brushRef="#br0" timeOffset="378.55">15966 1316 565 0,'0'0'42'16,"0"0"-28"-16,0 0 175 15,0 0-70-15,0 0-56 16,0 0-17-16,-115 3-30 0,171-3-12 15,24 0 22 1,26-5-16-16,12-7-10 0,-2-3 0 16,-8 0-4-16,-28 2 2 15,-18 2-101-15,-32 5-45 16,-25 0-100-16,-5 0-83 16</inkml:trace>
  <inkml:trace contextRef="#ctx0" brushRef="#br0" timeOffset="600.66">16190 1119 555 0,'0'0'120'0,"0"0"55"0,0 0-42 15,0 0 5-15,0 0-60 16,0 0-36-16,-31-57-9 16,31 61-18-16,0 35-4 15,0 18 43-15,17 6-23 16,-3 5-4-16,3 4-18 15,-3-1-9-15,7 1 0 16,5-3-4-16,9-7-76 16,10-11-110-16,-5-18-180 15,7-28-244-15</inkml:trace>
  <inkml:trace contextRef="#ctx0" brushRef="#br0" timeOffset="896.99">16989 1028 767 0,'0'0'16'16,"0"0"35"-16,0 0 88 16,0 0-43-16,0 0-12 15,0 0-34-15,0-69-5 0,0 69-21 16,0 35-10-1,0 16 28-15,0 12-9 0,-12 5-20 16,3 1 3-16,4-4-15 16,5-1 2-16,0-11-6 15,0-6-9-15,0-10-75 16,0-8-63-16,10-10-87 16,-6-19-153-16</inkml:trace>
  <inkml:trace contextRef="#ctx0" brushRef="#br0" timeOffset="1415.27">17086 1102 667 0,'0'0'22'0,"0"0"18"16,0 0 120-16,0 0-132 15,0 0-12-15,0 0-7 16,14-143-8-16,43 128 3 15,-1 6-4-15,-2 2 2 16,3 7-2-16,-12 0 0 16,-3 0-4-16,-11 19-5 15,-12 13 3-15,2 11 5 16,-21-3 1-16,0 3 0 16,0-5 0-16,-5-2 2 15,-42-2 2-15,-14-2 4 16,7-5 2-16,-8-3 0 0,15-10 2 15,12-2-3-15,11-6-3 16,12-6-2-16,12 0 6 16,0 0 2-16,0 0 5 15,0 0 2-15,0-3-7 16,48-17-10-16,10-4 0 16,11 8-2-16,-3 4 0 15,-7 12-1-15,2 0 1 16,10 0 0-16,7 19 1 15,-12 14 4-15,-17 9 12 0,-18 4 7 16,-31 0-1-16,0-1 6 16,-24 2 3-16,-63-5 6 15,-31-4 0-15,-23-10-24 16,-1-16-8-16,10-12-6 16,14 0-9-16,26-25-46 15,31-24-69-15,26-14-69 16,16-15-343-16</inkml:trace>
  <inkml:trace contextRef="#ctx0" brushRef="#br0" timeOffset="2960.9">11982 2841 681 0,'0'0'43'0,"0"0"138"16,0 0-8-16,0 0-60 16,0 0-4-1,0 0-52-15,-45-90-18 0,45 100-24 16,-9 35-7-16,-3 14 19 16,-2 9-7-16,4 0-12 15,-2-5-6-15,12-6-2 16,0-6 0-16,0-16-3 15,0-7-31-15,17-16-104 16,2-12-90-16,2-15-121 16,-21-45-74-16</inkml:trace>
  <inkml:trace contextRef="#ctx0" brushRef="#br0" timeOffset="3353.73">11692 2558 732 0,'0'0'48'0,"0"0"-43"15,0 0 22-15,0 0 27 16,0 0-41-16,0 0-13 16,-76-34-5-16,76 34 5 15,0 0 0-15,0 0-6 16,5 0-40-16,0 0-35 16,2 0 29-16,-2-6-30 15,-1-8-65-15,-4 5 120 16,0 3-40-16,0 6-107 0,0 0 89 15,0 0 85-15,0 0 17 16,0 0 69-16,0 0 48 16,0 0 29-16,0 0 5 15,0 0-66-15,0 0-6 16,0 0-33-16,0 0-14 16,0 0-21-16,0 0-19 15,0 0 1-15,0 0-7 16,0 0-3-16,10 0 3 15,2 9-3-15,2-7-1 16,0 2-12-16,2-2-91 0,-2-2-18 16,3 0-6-1,-3 0-122-15</inkml:trace>
  <inkml:trace contextRef="#ctx0" brushRef="#br0" timeOffset="3732.57">11845 2244 694 0,'0'0'25'16,"0"0"27"-16,0 0 122 15,0 0-80-15,-299-29-45 16,207 91-24-16,-14 30 15 0,0 31 3 16,-3 20 13-16,12 17-18 15,31 6-9-15,26-8-10 16,40-7-11-1,0-13-4-15,71-13-2 0,52-27-2 16,35-20-2-16,18-27 2 16,13-27-14-16,0-24 6 15,9-13-9-15,-10-64 10 16,-6-33 7-16,-29-30 3 16,-61-23 5-16,-61-17-3 15,-31-18 6-15,-73 5-8 0,-48 20-3 16,-32 41-3-1,-19 49 2-15,-17 47-7 0,5 31 3 16,12 5-42-16,26 47-62 31,33 34-126-31,28 19-108 0</inkml:trace>
  <inkml:trace contextRef="#ctx0" brushRef="#br0" timeOffset="4218.3">13752 2889 1029 0,'0'0'2'0,"0"0"61"15,0 0-3-15,0 0-49 16,0 0 7-16,-153 197-4 0,118-111-4 16,13-3 2-1,18-8-7-15,4-21-5 0,0-19 1 16,0-20-2-16,0-11 1 16,4-4 0-16,6 0 7 15,6-45 3-15,15-27-8 31,-5-21 0-31,-2-5-2 0,2 3 1 0,-1 8-1 16,-3 21 4-16,-3 22-2 16,-3 20 8-16,-7 16 6 15,6 8 7-15,11 4-15 16,-1 44 1-16,11 18 22 16,-6 11-8-16,1 1-18 15,-5-5-1 1,0-8-4-16,-2-6-1 15,1-8-1-15,6-10-4 16,-5-10-51-16,0-11-60 16,-2-11-91-16,-8-9-107 15,-6 0-131-15</inkml:trace>
  <inkml:trace contextRef="#ctx0" brushRef="#br0" timeOffset="4391.37">13583 3281 732 0,'0'0'21'0,"0"0"73"16,0 0 73-16,0 0-96 0,0 0-36 16,0 0-21-16,-194-11-12 15,312-4 17-15,40-5-19 16,31-8-56-16,9-4-110 16,-12-2-58-16,-28 0-162 15</inkml:trace>
  <inkml:trace contextRef="#ctx0" brushRef="#br0" timeOffset="4611.1">14945 3130 854 0,'0'0'38'16,"0"0"-33"-16,0 0 146 15,0 0-76-15,0 0-58 16,0 0-13-16,-184 22-4 15,241-22 6-15,21 0 6 16,18 0-7-16,6-5-5 16,-27-9-36-16,-14 5-63 15,-20 4-111-15,-16 5-56 16,-20 0 22-16</inkml:trace>
  <inkml:trace contextRef="#ctx0" brushRef="#br0" timeOffset="4752.62">14849 3384 616 0,'0'0'20'0,"0"0"148"16,0 0-48-16,0 0-96 15,0 0-14-15,0 0 14 16,238 38-2-16,-38-61-22 16,12-23-108-16,-23-3-250 15</inkml:trace>
  <inkml:trace contextRef="#ctx0" brushRef="#br0" timeOffset="5759.2">16159 3092 404 0,'0'0'81'16,"0"0"40"-16,0 0 92 16,0 0-115-16,0 0-20 15,0 0 0-15,12-168 1 0,-12 160 8 16,0 5-9-16,0 3-17 15,0 0-28-15,0 0-21 16,0 5-6-16,0 29-4 16,0 10 5-16,0 4-4 15,0-4 0-15,0-2-1 16,0-10-2-16,0-7 0 16,0-5 0-16,0-10 0 15,0-8-2-15,0-2 4 16,0 0-2-16,0 0 3 15,0-12 2-15,0-26-3 16,0-16-1-16,0-3-1 0,0 6 0 16,-7 7 1-16,7 14 0 15,0 13 2-15,0 10 1 16,0 7 1-16,-5 0 4 16,5 0-4-16,0 0-5 15,-4 30 0-15,4 24 0 16,-5 9 7-16,0 5 0 15,5 4-3-15,0-9-3 16,0-7-1-16,0-12 1 16,0-13-1-16,0-13 1 15,0-13-1-15,0-5 0 0,0 0 0 16,0 0 7 0,0-32 3-16,5-30-3 0,-5-19-7 15,5-10 1-15,-5 8 2 16,0 18-1-16,0 22 0 15,0 20 10-15,0 17 15 16,0 6-18-16,0 0-9 16,0 12-2-16,0 33-4 15,0 15 5-15,0 11-19 16,0 4-41 0,0 3-106-16,-10-1-128 0,-51-12-130 15</inkml:trace>
  <inkml:trace contextRef="#ctx0" brushRef="#br0" timeOffset="6891.46">12017 4729 389 0,'0'0'1'0,"0"0"-1"15,0 0 11-15,0 0-6 16,0 0-4-16,0 0 1 15,0 57 19-15,0-54 74 16,-5-3 42-16,1 0 4 16,4 0-46-16,-5 0-35 15,5 0 8-15,0-9-8 16,0-12-44-16,0-4 14 16,40-3-28-16,17 3 4 15,-8 10 6-15,-2 6 6 16,-7 9-12-16,-9 0-2 15,-5 3-4-15,-12 31 2 0,-2 12 1 32,-12 11 3-32,0 7 2 0,-21-7 0 0,-19-8-1 15,-3-9 10-15,8-14-6 16,11-11 6-16,8-9 1 16,11-6-4-16,0 0-3 15,5 0-2-15,0 0-5 16,0 0 0-1,0 0-1-15,0 0 4 0,0 0-2 0,0 0-3 16,0 0 2 0,0 0-3-16,0 0 0 0,0 0-1 15,0 0 0-15,0 0 1 16,0 0-1-16,0 0 1 16,0 0-1-16,0 0 0 31,0 0 0-31,0 0 0 15,-4 0 2-15,-13 0 1 16,-14 0 10-16,-4 10-10 16,0-1 0-16,4 2 3 15,0-3 0-15,5 5-2 16,12-4-2-16,0-3-1 0,7-2 2 16,2-4-2-16,5 0 0 15,0 0 2-15,0 0 2 16,0 0-4-16,0 0 2 15,0 0 1-15,0 0-4 16,0 0-2-16,57 0 2 16,23-19 6-16,24 0-5 15,-10 6-1-15,-2-2-19 16,-14-2-94-16,-7 9-21 16,-10-7-102-16,-21-2-45 15,-19-1-311-15</inkml:trace>
  <inkml:trace contextRef="#ctx0" brushRef="#br0" timeOffset="7254.88">12399 4222 9 0,'0'0'729'0,"0"0"-718"15,0 0 100-15,-285-111 20 16,214 111-57-16,-9 0-22 0,-21 31-27 15,-13 41 15-15,-8 34 0 16,-3 34 5-16,16 28-12 16,17 10 9-16,38 2-13 15,33-10-11-15,21-16-13 16,40-20-4-16,61-22 0 16,27-20-1-16,20-27 0 15,15-26-2-15,14-27-6 16,16-12-1-16,10-54 9 15,-10-38 3-15,-4-33 7 16,-36-27-2-16,-47-31-2 16,-61-23-2-16,-45-12-3 15,-54 10-2-15,-90 36-2 0,-73 64-50 16,-64 70-56-16,-39 38-63 16,-6 43-168-16,44 20-234 15</inkml:trace>
  <inkml:trace contextRef="#ctx0" brushRef="#br0" timeOffset="7898.46">14269 4753 548 0,'0'0'287'0,"0"0"-266"0,0 0 174 16,0 0-76-16,0 0-18 16,0 0-26-16,-50-93-40 15,29 111-21-15,-10 42-8 16,-4 17 5-16,0 14 6 16,4-5-10-16,12-14-6 15,12-10 0 1,2-18-1-16,5-13 0 0,0-19-1 15,0-7-2-15,0-5 2 16,0 0-5-16,0-41 6 0,12-38 2 16,16-21-2-16,10-5 1 15,-10 9 0-15,3 16 0 16,-5 23 1-16,-5 25 0 16,-11 13 2-16,-6 16 20 15,8 3-15-15,12 6-7 16,11 39 1-16,12 19 15 15,-2 12-5-15,-10 11-13 16,-9-4 4-16,-9-2-4 16,-8-9-2-16,-4-12 0 15,-5-16-4-15,0-4-53 0,0-17-57 16,0-9-69 0,0-11-136-16,0-3-177 0</inkml:trace>
  <inkml:trace contextRef="#ctx0" brushRef="#br0" timeOffset="8055.88">13776 5239 1006 0,'0'0'15'0,"0"0"4"16,0 0 28-1,0 0-45-15,0 0-1 0,365-38-1 16,-186 7-61-16,5-7-74 15,-12-8-122-15</inkml:trace>
  <inkml:trace contextRef="#ctx0" brushRef="#br0" timeOffset="8307.76">15789 4941 819 0,'0'0'197'0,"0"0"-193"16,0 0 64 0,0 0 8-16,0 0-60 0,0 0-11 15,-141 3-3-15,141-1-1 16,19-2-1 0,28 0 0-16,12 0 0 15,2 0-20-15,12 0-31 0,-14-11-68 16,-2-1-101-16,-17 12-10 15,-24 0-318-15</inkml:trace>
  <inkml:trace contextRef="#ctx0" brushRef="#br0" timeOffset="8480.7">15702 5198 674 0,'0'0'177'0,"0"0"-159"15,0 0 158-15,0 0-90 16,0 0-57-16,0 0-22 15,-90 17-6-15,114-17 16 16,58-21-17 0,34-21-59-16,23-12-114 0,-14-7-204 15</inkml:trace>
  <inkml:trace contextRef="#ctx0" brushRef="#br0" timeOffset="8942.73">16659 4912 325 0,'0'0'552'0,"0"0"-549"0,0 0 108 16,0 0 9-16,0 0-77 16,0 0-7-16,-108-51-32 15,134 11 21-15,18-1-22 16,4 5-3 0,1 9 0-16,12 12 0 0,-9 9 2 15,-2 6-2-15,-13 0-3 16,-13 18-4-16,-7 27 7 15,-17 11 3-15,0 10 10 16,0-1-3-16,-26-4 2 16,-19-2 19-16,-7-8-2 15,0-7 9-15,3-1-7 16,9-14-3-16,9-8-3 0,19-9 1 16,12-8-20-16,0-4-6 15,57 0-5-15,96-25 4 16,90-28-6-16,73-25-98 15,35-21-72-15,14-21-265 16</inkml:trace>
  <inkml:trace contextRef="#ctx0" brushRef="#br0" timeOffset="10415.39">14311 4765 687 0,'0'0'38'0,"0"0"81"16,0 0 63-16,0 0-102 16,0 0-1-16,0 0-23 15,-12-87 5 1,12 87-30-16,-4 11-12 0,-1 46-16 16,-9 28 22-16,-8 10 6 15,-8 0-10-15,4-5-7 16,7-3 2-16,-2-10-9 15,11-8 3-15,-1-13-3 16,1-18-2-16,5-13-5 0,1-12-1 16,4-8 1-16,0-2 1 15,0-3 2-15,0 0-1 16,0-15 7-16,0-42-4 16,0-20-5-16,0-22 0 15,19-5-4-15,23 12-3 16,3 10 3-16,7 19 2 15,-3 20 2-15,3 9-4 16,2 11 4-16,3 8 1 16,-1 9-1-16,-6 6-1 15,-3 0-6-15,-2 21 5 0,-10 24-3 16,-9 10 2 0,-21 8 3-16,-5 6 0 15,-19-4 1-15,-42-5 1 16,-10-3 0-16,-2-19 4 0,19-7-6 15,11-13 3-15,20-10-1 16,11-2-2-16,12-6 1 16,0 0 2-16,0 0-3 15,0 0-1-15,0 0 0 16,0 0-8-16,35-6 9 16,27-6 0-16,8 4 0 15,3 8 0-15,-7 0 0 0,-11 6-5 16,-4 33 6-1,-15 8-2-15,-22 2 2 0,-14 2 1 16,-9-8 2-16,-62-1 3 16,-21-4 3-16,0-7-4 15,2-17 1 1,3-10-7-16,5-4 0 0,1-18-12 16,6-27-45-16,9-11-106 15,14-10-43-15,21 3-133 16,22 4-259-16</inkml:trace>
  <inkml:trace contextRef="#ctx0" brushRef="#br0" timeOffset="11013.17">14203 4946 772 0,'0'0'8'0,"0"0"41"0,0 0 32 16,0 0-63-1,0 0-9-15,0 0 1 0,127-142 10 16,-61 121-1-16,-10 10 9 16,6 4-12-16,-6 7-5 15,-6 0-7 1,-3 24 11-16,-12 21-1 0,-4 8 2 15,-22 10-2-15,-9-1-11 16,0-5 2-16,-35-9 1 16,-31-4 14-16,-5-4 8 15,-6-15-2-15,15-4-7 16,13-10-4-16,13-11-6 16,15 0-1-16,7 0 2 15,7 0 3-15,7 0-2 16,0 0-3-16,0 0-8 0,0 0 2 15,0 0 6-15,26-15-8 16,26-4-2-16,18 8 1 16,6 5 1-16,11 3 0 15,0 3-2 1,-6 0 2-16,-15 26-6 0,-19 16 0 16,-24 12 6-16,-18 5 0 15,-5-6 10-15,-9 2 14 16,-62-10 10-16,-12-5 10 15,-6-6-27-15,-3-10-3 0,16-16-3 16,10-8-5 0,5 0-6-16,4-20 0 0,1-26-23 15,6-13-54-15,3-10-16 16,12-8-85-16,4 0-126 16,5 7-80-1</inkml:trace>
  <inkml:trace contextRef="#ctx0" brushRef="#br0" timeOffset="11784.52">14172 4825 681 0,'0'0'66'15,"0"0"-52"-15,0 0 147 32,0 0-59-32,0 0-51 15,0 0 1-15,0-19-27 16,0 44-4-16,0 35-6 0,0 16 40 16,0 11-11-16,0 2-27 15,0-6-2-15,0-2 4 16,0-5-14-16,0-17-5 15,0-14 3-15,0-13 1 16,-14-16-3-16,9-7-1 16,5-9 0-16,-5 0 8 15,-11 0-3-15,-3-40-5 16,-2-14-6-16,11-13-3 16,10-12 6-16,0-1-3 15,0 3 0-15,5 3 0 16,30 8-1-16,1 11 2 15,4 11 5-15,7 8 0 0,-2 6 1 16,7 6-1-16,2 7-1 16,7 8 1-16,10 9 0 15,7 0-3-15,-3 12 3 16,-9 30 2-16,-14 7 2 16,-28 11-2-16,-13 3 5 15,-11-3-2-15,0 0 5 16,-51-10 4-16,-20-8 4 15,-5-6-16-15,-1-6 5 16,6-9-5-16,10-12 2 16,16-3-3-16,5-6 1 15,14 0 1-15,5 0 0 0,16 0-2 16,5 0-1-16,0 0-5 16,0-9 1-16,14-10 3 15,43-7-2-15,20 2 3 16,-1 3 0-16,-1 3 0 15,-4 12 0-15,-19 6-1 16,-7 0-4-16,-15 9-4 16,-4 31 2-16,-9 9 7 15,-17 8 4-15,0-3 6 16,-47-3 4-16,-34-4-4 16,-20-2-3-16,-12-2-7 0,-14-14 0 15,-1-12-21-15,1-17-67 16,11 0-127-16,15-26-184 15</inkml:trace>
  <inkml:trace contextRef="#ctx0" brushRef="#br0" timeOffset="46145.53">17548 627 408 0,'0'0'209'15,"0"0"-206"-15,0 0-3 0,0 0 96 16,0 0-18-16,0 0-9 16,0 0 19-16,259-135 14 15,-259 119-35-15,0-2 18 16,-26-4-24-16,-49 1-33 15,-38 1 9-15,-29 2-24 16,-25 5-3-16,-26 11-1 16,-27 2-1-16,-30 0 14 15,-18 8-9-15,-15 23 1 16,2 11 2-16,12 13 0 16,20 14-2-16,46 14-2 15,35 20 5-15,36 11-5 16,36 9-10-16,30 15 5 15,30 12 0-15,29 5-7 0,7 3-3 16,57-15-3-16,49-20 2 16,42-31-2-16,46-27-1 15,39-26 1-15,52-23 0 16,55-16 3-16,47-16 3 16,25-31 0-16,15-13-2 15,-22-9-5-15,-27-8 14 16,-74-12-7-16,-66-19 0 15,-64-11 1-15,-63-10 2 16,-50-11 2-16,-61-13-3 16,-9-4 2-16,-109-4-4 0,-45 6-2 15,-65 24-9-15,-67 25-5 16,-75 44-49-16,-78 30-127 16,-61 32-87-16,-29 0-105 15</inkml:trace>
  <inkml:trace contextRef="#ctx0" brushRef="#br0" timeOffset="49207.46">13054 2289 830 0,'0'0'15'0,"0"0"-14"15,0 0 50 1,0 0 37-16,0 0-55 0,0 0-31 16,114 0 5-16,58 0 5 15,52 0-4-15,30 0-3 16,10 0-4-16,-11 0 0 15,-8 0-1-15,-21-6-3 16,-26 0-112-16,-47 0-200 16</inkml:trace>
  <inkml:trace contextRef="#ctx0" brushRef="#br0" timeOffset="88890.33">9304 4049 882 0,'0'0'2'15,"0"0"0"1,0 0 11-16,-264 131 17 0,249-120-21 15,15-11 1-15,0 0 19 0,0 0-20 16,31 0 29 0,75-43-11-16,71-37 10 0,73-37 2 15,54-29-29-15,64-28 4 16,47-13-3-16,47-16-5 16,33-9-3-16,-19 12 2 31,-44 18-3-31,-55 24 5 0,-83 29 12 0,-79 27 9 15,-78 32-6-15,-67 28 6 16,-39 15 8-16,-21 14-7 16,-10 10 3-16,0 3-14 15,0 0-18-15,0 0-12 16,0 0-60-16,0 7-53 16,-15 23-65-1,-27 8-186-15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18:26.333"/>
    </inkml:context>
    <inkml:brush xml:id="br0">
      <inkml:brushProperty name="width" value="0.05292" units="cm"/>
      <inkml:brushProperty name="height" value="0.05292" units="cm"/>
      <inkml:brushProperty name="color" value="#FF0000"/>
    </inkml:brush>
  </inkml:definitions>
  <inkml:trace contextRef="#ctx0" brushRef="#br0">491 5215 582 0,'0'0'57'0,"0"0"19"15,0 0 91-15,0 0-42 16,0 0-39-16,0 0-43 15,0 0 5-15,-122 49-12 16,122-49-12-16,0 0-4 0,21 0-16 16,45-6 15-1,40-22 19-15,26-8-13 0,16-2-10 16,-11 2-3-16,-14 6-8 16,-17 6-4-16,-24 4 0 15,-6-2-16-15,-20 5-67 16,-6-4-50-16,-8-4-108 15,-13-1-118-15</inkml:trace>
  <inkml:trace contextRef="#ctx0" brushRef="#br0" timeOffset="315.08">1269 4806 718 0,'0'0'93'0,"0"0"-12"16,0 0 72-16,0 0-80 15,0 0-46-15,0 0-27 16,-40-9-5-16,40 9-1 16,19 18 2-16,37 3 2 15,6 1-9-15,-1-8 10 16,5-8 1-16,-5-3 9 16,-6-3-2-16,-13 0 1 15,-11 0-8-15,-22 0 6 0,-4 0-4 16,-5 0 2-1,0 3 11-15,0 13-8 0,-14 13 3 16,-29 16-1-16,-23 18 0 16,7 7-7-16,-2 6-2 15,14 1-15-15,11 4-76 16,11-12-236-16,1-20-362 16</inkml:trace>
  <inkml:trace contextRef="#ctx0" brushRef="#br0" timeOffset="1574.32">4527 5432 518 0,'0'0'112'0,"0"0"-101"16,0 0 164-1,0 0-51-15,0 0-57 0,0 0-39 16,-26 0-17-16,36 0-7 15,56 0 12-15,42 0-2 16,43-2-6-16,38-7 2 16,35 0 14-16,30 1-2 15,20 2 1-15,16 1 12 16,21 5-22-16,-2 0-4 16,-15 0 5-16,-39 13 19 15,-57-3-20-15,-61-1-9 0,-50-4 0 16,-47-3-4-1,-19 2 2-15,-16-4 0 0,0 0 1 16,-5 0 3 0,4 0-5-1,-4 0 0-15,5 0-2 0,-5 0-1 0,0 0-41 16,0 0-66-16,0 6-117 16,0 2-139-16</inkml:trace>
  <inkml:trace contextRef="#ctx0" brushRef="#br0" timeOffset="2392.08">9136 5421 144 0,'0'0'556'0,"0"0"-552"15,0 0 39-15,0 0 130 16,0 0-114-16,0 0-30 16,-243 0-21-16,243 4 2 15,5 3-10-15,71 3-21 16,46-2 21-16,55-1 10 15,47-7 9-15,26 0-10 16,19 0-6-16,30 0 5 16,12-4 8-16,24 4 2 15,-5 0 32-15,-40 0-21 0,-57 0 9 16,-70 0-8 0,-66 0-22-16,-50 4 1 0,-38-4-7 15,-9 0 1-15,0 0 4 16,0 2-7-16,0-2-16 15,0 4-35-15,5-1-75 16,40 3-199-16,37-6-230 16</inkml:trace>
  <inkml:trace contextRef="#ctx0" brushRef="#br0" timeOffset="3036.2">12703 5463 452 0,'0'0'18'15,"0"0"-9"-15,0 0 109 16,0 0-25-16,0 0-54 15,0 0 3-15,7 0-41 16,114 0 37-16,62 0-22 16,72 3-2-16,54 3 2 15,52-2 2-15,46-2 30 16,25-2 20 0,20 0-40-16,-4 0 18 0,-33 0-24 15,-47 0-11-15,-64 0 4 16,-61 0 3-16,-64 0-3 0,-51-6 6 15,-53-3 4-15,-40-1-14 16,-25 6-5-16,-10-1-3 16,0-1-3-16,-36 6-24 15,-65-2-204-15,-36 2-229 16</inkml:trace>
  <inkml:trace contextRef="#ctx0" brushRef="#br0" timeOffset="6192.94">6489 8119 486 0,'0'0'65'0,"0"0"0"16,0 0 88-16,0 0-23 15,0 0-40-15,0 0-33 16,0 0-3-16,-123-34 0 16,123 34-23-16,0-4-10 0,0 4-1 15,0 0-17-15,26 0 13 16,75 0-11-16,53 6 13 15,53-6 8-15,34 0 12 16,6 0-8-16,12 0 7 16,1 0-19-16,-17-2 0 15,-24-2-5-15,-35 2 8 16,-62 2 5-16,-46 0-6 16,-41 0-7-16,-30 0-5 15,-5 0 18-15,0 0 8 16,0 0-12-16,0 0-7 15,0 0-7-15,0 0-7 0,0 0-1 16,0 2-9 0,0 2-6-16,0-4-39 0,0 0-65 15,0 2-78-15,16-2-48 16,20 0-229-16,13 0-30 16</inkml:trace>
  <inkml:trace contextRef="#ctx0" brushRef="#br0" timeOffset="6868.46">10886 8296 427 0,'0'0'108'0,"0"0"-103"0,-326-43 103 16,194 26-14 0,5 9 26-16,4-4-14 0,12 6 4 15,24 0-25-15,26 4-18 16,30-1-17-16,22 0-20 16,9 3-12-16,19 0-15 15,94 0-3-15,64 0 32 16,73 6-31-16,44 2 4 15,46 3 15-15,28 8-16 16,-3 0 9-16,-4 4-3 16,-31 0-5-16,-57-4 8 15,-63-1-2-15,-73-7-3 16,-62 1-8-16,-39-9 0 0,-25 0 0 16,-6-3-5-16,-5 0-26 31,0 3-91-31,5-3-51 0,16 4-33 0,14-1-68 15,15-3-4-15</inkml:trace>
  <inkml:trace contextRef="#ctx0" brushRef="#br0" timeOffset="7277.04">14075 8362 330 0,'0'0'78'0,"0"0"-56"15,-268 0 133-15,213-3-7 16,25 0-1-16,23 3-54 0,7-3-36 15,0 0-22 1,96-3-19-16,79 4 16 16,77-1-17-16,73-3-10 0,48 3-3 15,6 0 25-15,3 3 15 16,-21 0-12-16,-26 0 0 31,-33-3 1-31,-50-3-1 0,-47-4 5 0,-59-2-9 16,-49 3-2-16,-41 4-16 15,-42-1-4-15,-14 6-4 16,0-9-4-16,-54-3-110 16,-73-1-281-1</inkml:trace>
  <inkml:trace contextRef="#ctx0" brushRef="#br0" timeOffset="17758.38">1797 12126 279 0,'0'0'288'0,"0"0"-261"15,0 0 46-15,0 0 74 16,0 0-42-16,0 0-30 15,0 0-13-15,-177 11-7 16,151-3 7-16,-9 1-27 16,0 6-26-16,9-7 1 0,12-2 2 15,14-3 0-15,0-3-6 16,0 3-6 0,44 6 2-16,63 0 6 0,46-2-2 15,19-4 5-15,21-3 4 16,22 0-11-16,2 0 5 15,2 0 11-15,-5-13-5 16,-37 4 2-16,-28-3 12 16,-38 4-17-16,-45-1 2 15,-26 6-1-15,-29 3-3 16,-11 0 1-16,0 0 1 16,0 0 0-16,0 0-9 0,0 0-3 15,0 0 0-15,0 0-10 16,0 0-41-16,0 6-68 15,45 2-137-15,26-8-225 16</inkml:trace>
  <inkml:trace contextRef="#ctx0" brushRef="#br0" timeOffset="18528.22">6600 12232 338 0,'0'0'224'16,"0"0"-212"-16,0 0 108 16,0 0 48-16,-265 0-60 0,256 0-44 15,9 0-30 1,0 0-9-1,0 0 13-15,45 0-19 0,68 0 0 0,59 0-6 16,47 0-7-16,15-12-1 16,-1-1 2-16,-9 4 9 15,-9-3 4-15,-17 3 17 16,-26 1-14-16,-35-1 8 16,-31 0 1-16,-33-1-12 15,-45 8 2 1,-16 2-13-16,-12 0-3 0,0 0-6 15,0 0-9-15,0 0-25 16,0-2-87-16,0-20-96 0,26-5-560 16</inkml:trace>
  <inkml:trace contextRef="#ctx0" brushRef="#br0" timeOffset="19648.08">10341 12151 525 0,'0'0'19'16,"0"0"-16"-16,0 0 71 16,0 0 81-16,-274 0-75 15,249 3-20-15,3 0-8 16,8-3 6-16,2 0-8 0,3 3-10 16,9-3-20-16,0 0-10 15,0 0 10-15,0 0 3 16,5 0-7-16,56 0-6 15,26 0 21-15,29 0 1 16,11 0-22-16,17 0 3 16,11 0 9-16,29 0-8 15,14 0-1-15,12 0-6 16,12 0-6-16,6 0-1 16,8 0 3-16,7 6-2 15,-5 3 0-15,-9 2 1 16,-10-2-2-16,-26-3 3 0,-4-6-1 15,4 0-2-15,1 0 1 16,-3 0 2-16,-8 0-3 16,-3 0 2-16,-8 0-2 15,-5 0 2-15,-9 0 0 16,-7 0 1-16,-7 0 1 16,-22 0-2-16,-16 0 1 15,-9 0-2-15,-12 3 2 16,-2 0-1-16,4 4 1 15,-7-7 2-15,-5 3 6 16,3-3-1-16,-12 0 5 0,-5 0-2 16,-11 0-6-1,-15 0 8-15,-13 0-8 0,-13 0-1 16,-9 0 3-16,5 0-4 16,-5 0-3-16,0 0 1 15,0 0-3-15,0 0 0 16,0 0-3-16,0 0-9 15,0 0-25-15,0 0-64 16,-5 0-68-16,-52 0-155 16,-23 0-539-16</inkml:trace>
  <inkml:trace contextRef="#ctx0" brushRef="#br0" timeOffset="66379.47">15926 3357 143 0,'0'0'71'16,"0"0"-59"-16,0 0 69 15,0 0 9-15,0 0-8 16,0 0-6-16,0 0 7 16,-167 11 17-16,126-11 36 15,-20 4-46-15,-5-1-27 16,-9 3 0-16,2 0-5 0,18 0 2 15,8-3-17-15,21-3 0 16,12 0-12-16,14 0-10 16,0 0-10-16,0 0-10 15,0 0 8-15,0 0-9 16,40 6 2-16,69-4 12 16,58 2 4-16,45-4-4 15,43 0-9-15,30 0 15 16,19 0-5-16,22 0-3 15,-10-4-3-15,-26 2-2 16,-43-1 0-16,-58 0-4 16,-62 3-3-16,-47-3 2 15,-37 3-3-15,-29 0 1 0,-10 0 0 16,-4 0 4-16,0-3-2 16,0 3-2-16,0 0 0 15,0 0-1-15,0 0-22 16,-4 0-63-16,-53 0-7 15,-23 0-113-15,-33 0-71 16,-24 0-3-16</inkml:trace>
  <inkml:trace contextRef="#ctx0" brushRef="#br0" timeOffset="66765.25">15935 3399 392 0,'0'0'24'16,"0"0"28"-16,-287 0 74 16,204 0-47-16,17 0 51 15,10 0-54-15,16 5 6 16,14-5 4-16,21 4-26 16,5-4-21-16,0 0-14 15,0 0-8-15,66 2 20 0,52 4 3 16,40-3-2-16,28-3-5 15,38 0-2-15,26 0 0 16,23 0 3-16,8-3 4 16,-3-9-21-16,-23 4 0 15,-45-1-9-15,-64 3-5 16,-59 3-1-16,-52 0 1 16,-25 3-2-16,-10 0 5 15,0 0 1-15,0 0-6 16,0 0-1-16,0 0-10 15,0 0-45-15,0 0-80 16,9 0-60-16,38 0-234 0</inkml:trace>
  <inkml:trace contextRef="#ctx0" brushRef="#br0" timeOffset="67575.93">19575 3447 579 0,'0'0'23'0,"0"0"177"16,-304-9-30-16,222-1-60 15,16 4-42-15,26 3-28 16,9-3 22-16,15 6-26 31,11-3-15-31,5-3-4 0,0 4-17 0,0 2 2 16,30 0-1-16,62 0 2 16,50 0 13-16,56 0-9 15,47 0-6-15,40 0 14 16,34-9 13-16,32 0-6 0,14 3 1 15,22 3-17 1,-10 0 2 0,-16 3 2-16,-36-4-6 15,-65 1-4-15,-58-3 0 16,-44 0 0-16,-56-2-11 16,-32 1 11-16,-22 2 15 15,-25-1-1-15,-6 0 0 16,-17 4 3-16,0-2-2 15,0 4-3-15,0-2-12 16,0 2-3-16,0 0-2 16,0 0-11-16,-36 0-28 15,-30 0-24-15,-35 0-62 16,-38 14-32-16,-19 1-95 0,-10-4 12 16,-8 0-1-16,-8-10-126 15</inkml:trace>
  <inkml:trace contextRef="#ctx0" brushRef="#br0" timeOffset="67953.82">19905 3375 396 0,'0'0'4'0,"0"0"26"0,-315 0 86 16,225 0-24-16,3 0 3 15,16 0-12-15,10 0 37 16,25 0-39-16,15 0-18 16,16 0-29-16,5 0-14 15,10 0-2-15,87 0 2 16,51 0 28-16,45 0-2 16,41 0-38-16,25 0-2 15,26 0 5-15,19 0-3 16,22 0 11-16,35 0-11 15,13 0 10-15,25 0 16 16,-8 0 2-16,-35 0 0 0,-47 0-11 16,-66-10 6-16,-69 2-3 15,-72 2-7-15,-58 0-11 16,-27 6-2-16,-17 0-5 16,0 0-3-16,-61-3-36 15,-81-1-117-15,-77-4-381 16</inkml:trace>
  <inkml:trace contextRef="#ctx0" brushRef="#br0" timeOffset="72326.33">10310 4821 440 0,'0'0'111'0,"0"0"-31"0,0 0 65 16,0 0-60-16,0 0-27 16,0 0-13-16,0 0-15 15,0 0 0-15,0 0-16 16,0 0 5 0,0 0-9-16,0 0 3 0,0 0 0 31,22 0-2-31,39 0 3 15,24-3 3-15,33-3 11 0,32 0-9 16,30 4-4 0,18-5 10-16,26 7 1 0,4 0 6 15,1 0-17-15,-22 0 1 16,-27 0-2-16,-30 15-11 16,-32 4 3-16,-26-1-5 15,-16-6 2-15,-24-1 1 16,-12-2-3-16,-14-6 0 15,-12 0-1-15,-5-3 2 16,-2 0-1-16,-7 0-2 16,0 0 1-16,0 0-2 15,0 4-8-15,0-2-53 16,0 0-46-16,-21 4-99 0,-40 1-128 16,-26-3 18-16</inkml:trace>
  <inkml:trace contextRef="#ctx0" brushRef="#br0" timeOffset="72688.2">10947 4858 78 0,'0'0'258'16,"-267"0"-231"-16,166 0 63 0,16 0 40 15,24 0-49-15,26 0-27 16,9 0-41-16,16 0 0 15,3 0-5-15,7 0-3 16,0 0-5-16,17 5 0 16,53 4 18-16,43 0 84 15,43-3-42-15,37-6-4 16,31 0 16-16,26 0-17 16,10 0-18-16,8-12-8 15,-13 0-5-15,-43 4 3 16,-54 2-6-16,-57 6-5 15,-49 0-10-15,-38 0-3 16,-9 0-2-16,-5 0 1 0,0 0-2 16,0 0-1-16,0 0-1 15,26-7-37-15,21-8-82 16,38-6-112-16,17-2-222 16</inkml:trace>
  <inkml:trace contextRef="#ctx0" brushRef="#br0" timeOffset="73334.85">16999 4749 659 0,'0'0'49'0,"0"0"-45"16,0 0 146-16,0 0-11 16,0 0-68-16,0 0-18 15,-52 0-29-15,108 0-11 16,36 0 7-16,45 0 6 16,42 0-2-16,24-5-10 15,26-7 10-15,25 3 20 16,15 0-7-16,4 1-12 0,-18-2-1 15,-36 8-14-15,-61-5-5 16,-68 5-4-16,-43-2 0 16,-28-2-2-16,-12 3-1 15,-7 0-18-15,0 3-53 16,0-3-34-16,-12 0-67 16,-49 3-99-16,-40 0-42 15,-46 0 8-15</inkml:trace>
  <inkml:trace contextRef="#ctx0" brushRef="#br0" timeOffset="73538.87">17501 4753 461 0,'0'0'104'0,"0"0"-93"15,-283 30 73-15,236-24 98 16,37-3-61-16,10-3-63 16,0 0-19-16,10 5 4 15,68 4 4-15,58 0-3 16,62-6 16-16,45-3-36 15,12 0-8-15,-1-6 1 16,1-11-17-16,0-1-4 16,-3 9-44-16,-2-4-220 15,-38-2-352-15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22:34.758"/>
    </inkml:context>
    <inkml:brush xml:id="br0">
      <inkml:brushProperty name="width" value="0.05292" units="cm"/>
      <inkml:brushProperty name="height" value="0.05292" units="cm"/>
      <inkml:brushProperty name="color" value="#FF0000"/>
    </inkml:brush>
  </inkml:definitions>
  <inkml:trace contextRef="#ctx0" brushRef="#br0">1352 8202 494 0,'0'0'107'0,"0"0"-102"0,0 0 92 16,0 0 29-16,0 0-58 15,0 0 3-15,0 0 2 16,-290 151 20-16,243-130-35 15,11-8-13-15,22-7 6 16,9-6-14-16,5 0-11 16,0 0-1-16,10 0-6 15,86-31-7-15,51-19 15 16,51-22-22-16,26-9 3 16,21-10-8-16,23-2 10 15,13 2 5-15,-7 6-7 0,-32 13 3 16,-67 21-2-16,-69 21-3 15,-61 19-5-15,-34 8 0 16,-11 3-1-16,0 0-2 16,0 0-25-16,-21 0-57 15,-49 23-67 1,-37 11-72-16,-32 12-77 0,-23 9-59 16</inkml:trace>
  <inkml:trace contextRef="#ctx0" brushRef="#br0" timeOffset="251.89">583 8551 827 0,'0'0'35'16,"0"0"-29"-16,0 0 124 16,0 0-41-16,0 0-60 15,0 0-1-15,325-75-20 16,-86 12 17-16,32-11-15 15,7-10 19-15,7-9 5 16,10 1-25-16,4 3-6 16,-14 4-3-16,-42 18-4 15,-54 19-8-15,-71 27-160 0,-73 21-236 16</inkml:trace>
  <inkml:trace contextRef="#ctx0" brushRef="#br0" timeOffset="32182.1">16115 6492 614 0,'0'0'58'0,"0"0"-53"15,0 0 99 1,0-170 11-16,0 143-22 0,4 12-24 15,-4 9 6-15,0 6 1 16,0 0-24-16,0 0-24 16,0 0-20-16,0 46 0 15,0 19-3-15,0 18 46 16,0 3-31-16,-9-8-7 16,-8-6-2-16,-2-16 0 15,-2-8-5-15,7-11-4 16,2-20 0-16,12-5-2 15,0-6 1-15,0-6 1 0,0 0 4 16,0-3 12-16,0-48 6 16,0-24-19-16,0-20-3 15,12-10-2 1,23 2 0-16,6 3 0 0,3 15 0 16,-1 21 1-16,-8 26 1 15,-11 19 0-15,2 17 3 16,4 2-5-16,17 17 2 15,8 37 5 1,11 15 22-16,-5 5-7 0,-4 5-18 16,-17-2 9-16,-10-5-13 0,-8-1 7 15,-8-9-8-15,-14-5 1 16,0-3 0-16,0-9-23 16,0-4-15-16,0-5-57 15,0-10-99-15,0-15-61 16,0-11-74-16,-10-16-136 15</inkml:trace>
  <inkml:trace contextRef="#ctx0" brushRef="#br0" timeOffset="32367.24">15992 6760 771 0,'0'0'26'0,"0"0"36"0,0 0 122 15,0 0-102 1,0 0-44-16,0 0-13 0,-61-20-18 15,117 17-5-15,50 0 12 16,48-9-14-16,29-6-31 16,4-3-109-16,-3 0-60 15,-26 4-74-15</inkml:trace>
  <inkml:trace contextRef="#ctx0" brushRef="#br0" timeOffset="32634.32">17310 6680 73 0,'0'0'549'0,"0"0"-530"16,0 0 138-16,0 0-9 16,0 0-56-16,0 0-31 15,-87 0-12 1,87 0-2-16,0 0-9 0,0 0-15 16,0 0-14-16,44 0 4 15,39 0 2-15,23 0 6 16,31 0-3-16,16 0-2 15,5 0-5-15,0-8-6 0,-12-2-5 16,-14 8-2 0,-19-2-5-1,-23 4-41-15,-24 0-117 16,-24-3-93-16,-42-5-82 16</inkml:trace>
  <inkml:trace contextRef="#ctx0" brushRef="#br0" timeOffset="32963.92">18090 6423 834 0,'0'0'11'0,"0"0"6"0,0 0 88 16,0 0-22-16,0 0-63 16,0 0-12-16,0-3 2 15,57 28 13-15,21 1-8 16,6-5-14-16,4-6 6 15,-3-6-7-15,-12-6 1 16,-12 0 2-16,-16-3-2 16,-19 0-1-16,-17 0 0 15,-4 0 1-15,-5 0 5 16,0 0 0-16,0 0 11 16,0 17-2-16,-26 17-8 15,-14 10 11-15,-10 16 9 0,8 0-25 16,11 3-1-1,12-1-1-15,19 1-10 0,0-8-84 16,0-12-184-16,36-26-138 16</inkml:trace>
  <inkml:trace contextRef="#ctx0" brushRef="#br0" timeOffset="33246.5">19559 6221 921 0,'0'0'74'16,"0"0"-39"-16,0 0 102 15,0 0-20-15,0 0-75 16,0 0-31-16,-59-74-7 16,59 120 8-16,0 18 60 15,0 4-42-15,0 1-18 16,0-1-9-16,9 2-3 15,1-8 3-15,-5 0-3 16,2-3-16-16,2-6-59 16,0-4-94-16,17-15-57 15,0-26-124-15,5-8-131 0</inkml:trace>
  <inkml:trace contextRef="#ctx0" brushRef="#br0" timeOffset="33655.14">20019 6223 693 0,'0'0'10'0,"0"0"99"16,0 0 39-16,0 0-34 15,0 0-70-15,0 0-23 16,-92-56-12-16,61 94-5 16,0 16 7-16,1 7 1 15,4-5-4-15,16 1-3 0,6-4 0 16,4 0-4-16,0-4-1 15,35-9 2-15,26-2-2 16,5-10-3-16,5-9-2 16,0-7-1-16,0-9-11 15,-5-3-19-15,-10 0 6 16,-6-24 12-16,-20-12 17 16,-8-10-1-16,-22 3 4 15,0 3 2-15,-10 8 8 16,-32 7 18-16,-8 17 8 15,-2 8-13-15,3 0-4 0,-8 8-2 16,-4 26-8 0,0 7-4-16,11 4-7 0,15 6-3 15,18 0-17-15,17 2-65 16,0-4-62-16,12-15-137 16,28-12-116-16</inkml:trace>
  <inkml:trace contextRef="#ctx0" brushRef="#br0" timeOffset="34237.46">20504 6436 433 0,'0'0'365'0,"0"0"-350"16,0 0 143-16,0 0-18 16,0 0-75-16,0 0-49 15,0-63-13-15,0 98-2 16,0 11 7-16,12 7 12 15,-2-3-8-15,-1-7-7 16,3-9-3-16,-8-6-2 16,1-13 3-16,0-7-3 15,-5-8 0-15,0 0 2 16,0 0 2-16,0 0 5 16,0-25 4-16,0-24-13 15,0-11 0-15,5 1-1 0,11 9-1 16,-2 5-1-16,7 11 1 15,1 13 2-15,-3 10-2 16,2 11 1-16,9 0-2 16,10 9 2-16,-4 24 1 15,-1 2 0-15,-9 7 0 16,-5-4 0-16,-11-7 1 16,-1-13-1-16,-9-7 0 15,0-8 0-15,0 0 0 16,0-3 3-16,0 0 5 15,0 0 3-15,0-20-5 0,0-20-6 16,-14-4-1-16,14-9-7 16,0-4 7-16,0 6 0 15,5 6-1-15,30 15 1 16,15 13 1-16,18 17 0 16,7 0 6-16,1 17-1 15,2 32 4-15,-12 4 11 16,-17 10-1-16,-18 3-15 15,-26 2-4-15,-5 7-4 16,-45 3-29-16,-57-1-107 16,-20-8-140-16,-15-16-187 0</inkml:trace>
  <inkml:trace contextRef="#ctx0" brushRef="#br0" timeOffset="35070.74">16419 7831 600 0,'0'0'36'15,"0"0"114"-15,0 0 51 16,0 0-66-16,0 0-65 16,0 0-47-16,0-32-8 0,0 89 13 15,0 17 34-15,0 15-23 16,-5 1-6-16,0-6-10 15,1-7-12-15,-1-14-7 16,-2-15-2-16,7-13-2 31,0-14 1-31,0-13-1 0,0-5-3 0,0-3 3 16,0 0 0-16,0-17 1 16,-5-33-1-16,0-26-24 15,1-13 6-15,4 0 2 0,0 3-5 16,0 7 9-1,26 20 1-15,18 14 10 16,13 16 1-16,9 7-1 0,-5 14 1 16,1 8 0-16,-13 0-2 15,-2 0 0-15,-11 30 2 16,-18 8-3-16,-6 8 2 16,-12 3-5-16,0 2 4 15,-42 4-2-15,-17-11 4 16,7-12 0-16,12-10 0 15,9-12-4-15,15 1 4 16,6-5 0-16,6-6 0 16,4 0-4-16,0 0-23 15,0 0 8-15,9 0 10 16,38 0 9-16,12-6 6 0,2 2-6 31,5 4 3-31,7 0-1 0,-14 36 3 0,3 4 2 16,-15 6 11-16,-24 2-4 15,-11-12 12-15,-12-3-4 16,0-3-2-16,-30-3 16 16,-41-1 1-16,-12-2-11 15,-9-5-3-15,8-13-13 16,6-6 17 0,7 0-22-16,5-25-5 0,16-16-2 0,20-16-44 15,30-9-26-15,23-3-96 16,81 4-72-16,16 9-127 15</inkml:trace>
  <inkml:trace contextRef="#ctx0" brushRef="#br0" timeOffset="35391.04">17680 8138 1013 0,'0'0'0'0,"0"0"1"15,0 0 61-15,0 0 6 16,0 0-40-16,0 0-13 16,-106 0-2-16,155 13 3 15,29-2 11-15,24 2-2 16,8-7-9-16,22-4 5 15,0-2 15-15,0 0-5 16,-9 0-21-16,-12-7-2 16,-19-1-8-16,-17-4-7 15,-23 0-42-15,-26-5-105 0,-26-4-51 16,0-6-99-16,-40-3-154 16</inkml:trace>
  <inkml:trace contextRef="#ctx0" brushRef="#br0" timeOffset="35699.51">18397 7939 630 0,'0'0'49'16,"0"0"60"-16,0 0 52 16,0 0-77-16,0 0-46 15,0 0-23-15,-10 23 11 16,46 5 9-16,13 1-10 16,8-1-4-16,13-7-9 0,6-4-9 15,2-6 3-15,2-7-4 16,-2-2-2-1,-8-2 0-15,-8 0 0 0,-13 0 0 16,-18 0 3-16,-15 0-1 16,-11 0-2-16,-5 0 7 15,0 0 12-15,0 0 18 16,0 0-7-16,-42 28-13 16,-13 8 1-16,-11 6 12 15,5-3-17-15,4-4-10 16,17 1-3-16,5-4-2 15,14 0-20-15,21 2-122 0,0-13-91 16,30-16-210-16</inkml:trace>
  <inkml:trace contextRef="#ctx0" brushRef="#br0" timeOffset="35990.43">19849 8236 1044 0,'0'0'11'0,"0"0"8"0,0 0 83 15,0 0-13-15,0 0-50 16,0 0-18-16,-19-26-13 16,28 26 5-16,27 0-7 15,11 0 5-15,7 9-4 16,3-3-2-16,-5-3-1 15,-8-3-4-15,-3 0-25 16,-1 0-63-16,16 0-67 16,5 0-122-16,1-12-129 15</inkml:trace>
  <inkml:trace contextRef="#ctx0" brushRef="#br0" timeOffset="36895.21">20820 7975 508 0,'0'0'276'0,"0"0"-239"16,0 0 104-16,0 0-58 16,0 0-2-16,0 0-51 15,-61-108 13-15,47 108 15 16,-17 0-41-16,-9 0-11 16,-12 12-6-16,-4 16 3 15,6 0 5-15,19 6-3 16,15 1 0-16,16 4-5 0,0-1 0 15,7 5 0-15,43-8-1 16,16 5 1-16,9-5 6 16,-9 1-2-16,-9-1-3 15,-17-1-1-15,-14-14 1 16,-15-1 1-16,-11-10 0 16,0-7 2-16,0 4-1 15,0 0 3-15,-26-2 3 16,-9-4-3-1,0 0 5-15,-3 0-7 0,14-16-3 16,13-20-1-16,11-9-28 16,0-8-69-16,35 6-13 0,22 5-32 15,9 6 6-15,-5 6 18 16,-5 3 61-16,-6 1 57 16,-8-2 1-16,-6 5 18 15,-13 8 62-15,-6 3 45 16,-8 3-22-16,-4 5-27 15,-5 4-4-15,0 0-29 16,7 0-27-16,-2 6-9 16,4 28 7-16,5 11 16 15,8 4-1-15,-6-1-19 16,-2-5-8-16,-9-5 0 16,-5-10-2-16,0-8-1 15,0-8-3-15,0-6 0 0,0-6-8 16,0 0 11-16,0 0 0 15,0-20 3-15,0-20-3 16,0-9-14 0,0 3 12-16,0 6-3 15,0 9 4-15,0 8 1 0,26 9-1 16,9 8 1-16,5 6-4 16,7 0 2-16,-6 14 1 15,-1 20 1-15,-10 4 0 16,-4-2 0-16,-12-6 0 0,-7-9 0 15,-7-8 0-15,0-5-1 16,0-5-1-16,0-3 1 16,0 0 1-16,0 0 12 15,0 0-5-15,0-17-2 16,0-20-5-16,0-3-12 16,5-6 4-16,56 1 0 15,5 15 8-15,5 10 0 16,-5 11 2-1,-5 9 2-15,-6 0-3 0,-3 21 8 16,-3 19 10-16,-11 6 3 0,-15 2-3 16,-11 0-3-16,-12-4-10 15,0 1-6-15,-47 2-10 16,-50 4-52-16,-30-9-130 16,-14-16-222-1</inkml:trace>
  <inkml:trace contextRef="#ctx0" brushRef="#br0" timeOffset="37444.58">18375 5170 797 0,'0'0'12'16,"0"0"39"-1,0 0 98-15,0 0-23 0,0 0-27 0,0 0-42 16,-84-72-36-16,76 91-10 16,4 28 14-16,-1 19 40 15,0 5-26-15,5 4-23 16,0 2 1-16,-4-5-11 16,4-6-4-16,-5-7-2 15,5-8 0-15,0-11-11 16,0-8-91-16,40-21-111 15,21-11-103-15,-6-5-21 16</inkml:trace>
  <inkml:trace contextRef="#ctx0" brushRef="#br0" timeOffset="37837.75">18731 5226 85 0,'0'0'558'0,"0"0"-534"15,0 0 77-15,0 0 17 16,0 0-22-16,0 0-48 15,-21-68-25-15,12 90-14 16,-5 19 58-16,-8 10-26 16,8 6-20-1,-2-7-3-15,11 1 5 0,5-3-15 16,0-3 2-16,0-3-4 0,21-10-6 16,24-5 0-16,0-12 0 15,-3-10 9-15,-11-5-6 16,-7 0 1-16,-3 0 3 15,0-22-1-15,-12-9 1 32,-9 5 2-32,0 5 13 15,0 6 11-15,0 2-10 16,-9 10 12-16,-8 0-26 16,3 3-9-16,-2 0 4 15,-3 0-4-15,-12 0 0 16,5 19-1-16,0 2 0 15,12-1-18-15,2 1-72 16,12 4-61-16,0-17-205 0,26-8-65 16</inkml:trace>
  <inkml:trace contextRef="#ctx0" brushRef="#br0" timeOffset="38183.22">19264 5218 11 0,'0'0'782'0,"0"0"-766"16,0 0 106-16,0 0 21 16,0 0-66-16,0 0-20 0,0-86-36 15,0 86-2-15,0 0 3 16,0 0-10-16,0 29 1 16,0 14 28-16,0 5-14 15,12-2-9-15,-7 6-4 16,4-9 0-16,3 0-3 15,-7-7 6-15,4-9-7 16,1-13-6-16,1-4 2 16,3-4-4-16,12-6 4 15,19 0 13-15,21 0-12 16,12 0-2-16,2 0-1 0,-9-13-4 16,-10-2 0-1,-4 1-4-15,4-1-48 0,5-7-49 16,5-3-61-16,-19-7-86 15,-33-6-146-15</inkml:trace>
  <inkml:trace contextRef="#ctx0" brushRef="#br0" timeOffset="38685.74">19368 4297 245 0,'0'0'349'0,"0"0"-281"16,-311-54-24-16,188 54 58 15,-4 0-5-15,7 0-39 16,2 26 1-16,21 14-16 16,0 11 7-16,5 14-3 15,8 10-13-15,-8 11-13 16,4 9 3-16,8 7 15 15,14 10-5-15,5 2-12 16,21 1 8-16,28 0-13 16,12-1-2-16,0-4-6 15,52-6 1-15,28-6-5 0,17-11 3 16,16-9-2 0,14-10-5-16,15-14 1 0,30-16-2 15,38-20 2-15,32-18-1 16,27-12 5-16,2-37-4 15,-16-17 1-15,-33-10 5 16,-48-19-3-16,-42-20-1 16,-56-23 1-16,-41-27 1 15,-35-22-6-15,-35-12-1 16,-83 1 0-16,-38 25-6 16,-37 45 1-16,-27 50-6 15,-22 46-29-15,-29 32-39 0,2 26-100 16,0 45-163-16</inkml:trace>
  <inkml:trace contextRef="#ctx0" brushRef="#br0" timeOffset="40783.92">21624 6760 816 0,'0'0'10'0,"0"0"-7"15,0 0 109 1,0 0-2-16,0 0-72 0,0 0-18 15,0 0-13-15,-113-29 7 16,134 29-2 0,40 3-4-16,24 12 6 0,19-4-7 15,7-5-5-15,-5-6 1 16,-5 0-6-16,1 0-2 16,-10-3-95-16,-15-20-122 15,-27-6-131-15</inkml:trace>
  <inkml:trace contextRef="#ctx0" brushRef="#br0" timeOffset="41018.86">22310 6376 594 0,'0'0'37'0,"0"0"76"16,0 0 31-16,0 0-63 16,0 0-42-16,0 0 15 15,102 57 11 1,-53-10 10-16,3 12-31 0,-21-2 5 15,-17 3-15-15,-7-3-11 16,-7-7-13-16,0 1-7 16,-17-3-2-16,-27 2-2 0,-8-2-64 15,7-5-86-15,2-17-58 16,20-18-170 0</inkml:trace>
  <inkml:trace contextRef="#ctx0" brushRef="#br0" timeOffset="41285.75">22980 6098 789 0,'0'0'49'0,"0"0"114"16,0 0-34-16,0 0-52 15,0 0-44-15,0 0-30 16,12-27 4-16,-3 81 15 15,0 20 55-15,-4 1-52 16,2-7-7 0,-2-2-10-16,-5-9-5 0,5-6-3 15,-1-10-1-15,10-4-19 16,17-11-96-16,12-12-81 16,11-14-147-16,7 0-261 15</inkml:trace>
  <inkml:trace contextRef="#ctx0" brushRef="#br0" timeOffset="41553.3">23569 5922 714 0,'0'0'19'15,"0"0"125"-15,0 0 1 16,0 0-32-16,0 0-56 16,0 0-37-16,0-66-7 15,-14 97-3 1,-12 16 15-16,-5 9 21 0,-4-1-20 15,4 2-9-15,5-11 7 0,12-1-12 16,5 1 0 0,9-11-1-16,0 1-6 0,9-4 1 15,48-7-2-15,18-7-3 16,22-9-1 0,14-6-20-16,7-3-52 15,-8 0-87-15,-13-15-131 0,-36-19-180 16</inkml:trace>
  <inkml:trace contextRef="#ctx0" brushRef="#br0" timeOffset="41836.21">24272 5707 688 0,'0'0'24'15,"0"0"57"-15,0 0 103 16,0 0-64-16,0 0-46 15,0 0-42-15,0-57-22 16,0 88 9 0,0 32 30-16,0 23 36 0,-17 21-31 15,-6 18-13-15,-3 4 4 16,-5 2 9-16,5-5-28 16,-5-17-7-16,5-6-7 15,3-6-9-15,-3-3-3 16,9-11 0-16,3-9-13 15,10-14-53-15,4-16-98 0,0-16-78 16,0-28-148-16</inkml:trace>
  <inkml:trace contextRef="#ctx0" brushRef="#br0" timeOffset="42371.25">24413 6685 101 0,'0'0'762'0,"0"0"-680"0,0 0 84 0,0 0-68 15,0 0-47 1,0 0-42-16,0 30-6 0,-5 27 26 16,1 3-11-16,4-3-14 15,0-9-1-15,0-13-2 16,0-10-1 0,0-14 0-16,0-7-2 0,0-4 2 15,0 0 0-15,0-26-3 16,0-20-5-16,0-11-10 15,0-3 12-15,9 9-3 16,22 7 0-16,9 14 3 16,2 12-1-16,-6 12 2 31,-6 6 4-31,1 0-1 16,0 37 2-16,-8 7 2 0,-2 9 1 15,-11 4-2-15,-10-10 1 16,0-7-1-16,0-14-1 15,0-7 3-15,-5-11-3 16,-9-5 1-16,7-3 7 16,-3 0 0-16,1-3-3 15,-7-33-5-15,6-8-2 16,10-1-6-16,0 5 3 16,0 8 1-16,45 9 0 0,2 10 2 15,3 13 4-15,1 0 0 16,1 0 0-16,-12 30 2 15,0 6 3-15,-9 3-3 16,-17 3-4-16,-7-1-1 16,-7 11-1-16,-21 7-37 15,-80 7-107-15,-48 2-116 16,-32-2-274-16</inkml:trace>
  <inkml:trace contextRef="#ctx0" brushRef="#br0" timeOffset="43004.18">22452 8189 544 0,'0'0'35'16,"0"0"63"-16,0 0 128 16,0 0-140-16,0 0-28 15,0 0-10-15,-45 7 1 16,45-7 1-16,0 0-14 16,0 0-10-16,0 0-10 0,5 0 4 15,44 0-18 1,38 0 7-16,15-3 27 0,11-14-28 15,-28 3-7-15,-24 3-1 16,-21 4-13-16,-19 1-37 16,-16 6-96-16,-5-2-16 15,0-4-92-15,-14-5-98 16</inkml:trace>
  <inkml:trace contextRef="#ctx0" brushRef="#br0" timeOffset="43304.75">22772 7935 164 0,'0'0'396'0,"0"0"-277"0,0 0 45 16,0 0-25-16,0 0-65 16,0 0-45-16,-21-14-21 15,21 40 4 1,12 8 23-16,23-5-15 0,10-3-12 16,0-7 1-16,7-4-5 15,-8-6 4-15,4-9-7 16,-8 0 0-16,-5 0 2 0,-9 0 1 15,-5 0-4 1,-16 0 5-16,-5 0 2 16,0 0 21-16,0 0 5 0,0 0-5 15,-47 27-16-15,-7 11-4 16,-8 14-7-16,-4 1-1 16,14-3-4-16,12 7-52 15,-5 0-73-15,8-6-112 16,8-13-137-16</inkml:trace>
  <inkml:trace contextRef="#ctx0" brushRef="#br0" timeOffset="43950.74">22984 8562 492 0,'0'0'125'0,"0"0"5"16,0 0 39-16,0 0-61 16,0 0-41-16,0 0-6 15,-49 9 1-15,49-9-10 16,0 0-16-16,0 0-20 16,31 0-12-16,35 0-4 15,35 0 13-15,17-15-13 0,7-8-28 16,-3-11-55-16,-8 2-108 15,-30-2-172-15</inkml:trace>
  <inkml:trace contextRef="#ctx0" brushRef="#br0" timeOffset="44391.91">23701 8393 506 0,'0'0'296'0,"0"0"-241"0,0 0 74 16,0 0-59-16,0 0-13 15,0 0-16-15,-45-120-8 16,45 102 8-16,0 3-22 16,31 0-19-16,0 3-1 15,4 9 1-15,0 1-2 16,1 2 0-16,-6 0 2 15,1 5 0-15,-10 24 0 16,-7 5 2-16,-14 5 0 16,0 2 8-16,0 8 3 15,-21 1 9-15,-19 0-1 0,-9 1-4 16,-3-2 2-16,7-11-6 16,2-8 0-16,20-9 13 15,6-10-10-15,17-8-1 16,0-3-8-16,0 0-3 15,0 0 0-15,0 0-4 16,22 0-9-16,44-8 3 16,30-16-4-16,15-1-32 15,-2-1-63-15,-20 2-27 16,-11 3-95-16,-17-3-30 0,-21 1-191 16</inkml:trace>
  <inkml:trace contextRef="#ctx0" brushRef="#br0" timeOffset="44691.2">24286 8213 613 0,'0'0'86'0,"0"0"-33"15,0 0 144-15,0 0-77 16,0 0-33-16,0 0-15 16,-66-60-23-16,66 60-3 15,0 0-20-15,0 0-17 0,-5 0-6 16,-4 19 0-1,-13 17 7-15,-4 9 17 0,8 1-6 16,-4 3-9-16,8 2 9 16,2-8-10-16,8-3-3 15,4-8-6 1,0-7 1-16,0-8-3 0,56-6-3 16,20-7 1-16,16-4-16 15,14 0-46-15,7-17-77 16,-16-8-59-16,-17-8-109 0,-24 1-122 15</inkml:trace>
  <inkml:trace contextRef="#ctx0" brushRef="#br0" timeOffset="44927.68">24713 8061 621 0,'0'0'136'15,"0"0"-53"-15,0 0 111 16,0 0-73-16,0 0-63 15,0 0-25 1,-24-8-11-16,24 51 23 0,0 17 41 0,-7 9-41 16,-3 5-3-16,-4 5 6 15,-2 4-22-15,-3 1-3 16,-2 2-22-16,7-12 1 16,-8-2-4-16,6-7-25 15,6-10-63 1,6-8-123-16,4-17-129 0,0-15-417 15</inkml:trace>
  <inkml:trace contextRef="#ctx0" brushRef="#br0" timeOffset="45447.01">24821 8714 678 0,'0'0'282'0,"0"0"-275"15,0 0 129-15,0 0-11 16,0 0-79-16,0 0-34 15,-42 31-4-15,37 24 25 16,0 5-13 0,5-6-15-16,0-9-2 0,0-9-3 15,-5-15 0 1,5-12 1-16,0-6-1 0,0-3 2 0,0 0-1 16,0-12-1-1,0-30-5-15,0-13-14 0,0-4 18 16,0 12 0-16,5 8 2 15,12 16 0-15,-3 11-1 16,2 7-1 0,-2 5 0-16,1 0-6 0,6 17 7 15,0 15 2-15,-7 8-1 16,-4-9 2-16,-3-4-1 16,-7-11-2-16,0-7 0 15,0-9 2-15,0 0 1 16,0 0 0-16,4 0 4 31,15-9-7-31,7-34-7 0,21-1-9 0,-2 2 8 0,7 15 5 16,-7 12 1-16,-15 15 2 15,-4 0 2-15,-2 0 6 16,-8 19 1-16,-1 15-3 16,-4 10 2-16,-11-3-7 15,0 1-1 1,-11 5-19-1,-65 0-93-15,-30 7-85 16,-43 1-197-16</inkml:trace>
  <inkml:trace contextRef="#ctx0" brushRef="#br0" timeOffset="45918.33">15570 9687 877 0,'0'0'0'0,"-340"45"1"15,227-19 15-15,38 2 92 16,35-5-46-16,40 1-36 16,19 0 0-16,124-3 52 15,100-7 14-15,104-8-46 16,89-6-13-16,73 0 3 16,64-6-6-16,42-2-8 15,48 2-3-15,32 3-19 16,6 3-19-16,20 0 16 15,-4 0 2-15,-19 0 0 16,-29 0 1-16,-68 0-4 0,-89-15 2 16,-109-4 2-16,-99 1 5 15,-80-2-3-15,-78 3-2 16,-54 5 0-16,-52 2 0 16,-40 4-11-16,0 0-32 15,-111 6-88-15,-82 0-93 16,-80 0-305-16</inkml:trace>
  <inkml:trace contextRef="#ctx0" brushRef="#br0" timeOffset="46218.25">20476 10985 1055 0,'0'0'45'16,"0"0"-40"-16,0 0 73 0,0 0 21 16,0 0-52-16,0 0-34 15,137 0 10-15,-26-3-10 16,21-12-11-16,11-4-2 15,-1 1-22-15,-20 1-81 16,-6 2-84-16,-29-4-147 16,-26-4-189-16</inkml:trace>
  <inkml:trace contextRef="#ctx0" brushRef="#br0" timeOffset="46453.28">21827 10453 970 0,'0'0'49'0,"0"0"49"15,0 0 72-15,0 0-41 16,0 0-43-16,0 0-60 0,0-49-4 16,0 66 12-16,0 25-9 15,0 11 2-15,9 1-8 16,8-3-12-16,-8-3-1 16,1-6-6-16,-10-8 0 15,0 6-13-15,0-10-48 16,0 0-83-16,0-7-99 15,0-14-146-15</inkml:trace>
  <inkml:trace contextRef="#ctx0" brushRef="#br0" timeOffset="46767.84">22218 10484 893 0,'0'0'24'0,"0"0"-8"16,0 0 131-16,0 0-2 15,0 0-55-15,0 0-52 16,0-66-7-16,0 66-3 16,0 0-16-16,0 0-4 15,0 6-4-15,0 17 10 16,0 14 18-16,0 10-1 16,0 4-9-16,-9 6-2 0,-3 0-5 15,-7-8-7-15,7 0 1 16,3-7-7-16,9-7 2 15,0-8-4-15,0-9 0 16,26-4-6-16,30-10 2 16,20-4 1-16,25 0 3 15,10-18-28-15,7-8-26 16,-7 0-37-16,-8 7-85 16,-13 4-73-16,-17 3-283 15</inkml:trace>
  <inkml:trace contextRef="#ctx0" brushRef="#br0" timeOffset="47097.52">23296 10198 609 0,'0'0'279'0,"0"0"-270"15,0 0 73-15,0 0 67 16,0-166-44-16,0 158-35 15,0 8-1-15,0 0-2 0,0 0 2 16,0 0-40 0,0 11-20-16,0 52-5 0,-17 37 24 15,-23 27 12-15,0 26-15 16,-12 14 4-16,7 6-8 16,5 0-15-1,-7-10-6-15,7-16 2 0,5-11-2 16,4-22 0-16,0-12-7 15,17-19-33-15,2-11-55 16,12-21-117-16,0-18-107 16,36-24-188-16</inkml:trace>
  <inkml:trace contextRef="#ctx0" brushRef="#br0" timeOffset="47712.04">23538 10961 911 0,'0'0'10'15,"0"0"-5"-15,0 0 41 16,0 0 42-16,0 0-35 16,0 0-6-16,31-131 1 15,-31 125 39-15,0 6-14 0,0-4-23 16,0 4 0-16,0 0-22 15,0 0 7 1,0 0-13-16,0 0-11 0,0 0-7 16,0 0-2-16,0 0 2 15,0 0-4-15,0 0-3 16,0 12 3-16,0 18 4 16,0 10-3-16,0 3 6 15,0 8-5-15,0-3 4 16,0-7-3-16,0-7-3 15,0-8 0-15,0-10 1 16,0-7-1-16,0-8 2 16,0-1-2-16,7 0 0 15,-7 0 2-15,0-10-2 16,0-29 1-16,0-13-1 0,0 3-3 16,0 1 3-1,0 14 0-15,0 8-2 0,0 9 2 16,0 0 1-16,0 9 4 15,0 1-3-15,0 7-2 16,0 0 3-16,0 0 6 16,0 0-8-16,0 0 8 15,0 19-8-15,0 26 4 16,0 12 3-16,0 6-3 16,5-7-5-16,9-3 0 15,3-5 0-15,-8-9 0 0,-4-9-17 16,-1-13-43-16,8-1-78 15,2-13-91-15,0-3-180 16</inkml:trace>
  <inkml:trace contextRef="#ctx0" brushRef="#br0" timeOffset="48369.43">24026 10985 722 0,'0'0'5'16,"0"0"162"-16,0 0 20 0,0 0-102 16,0 0-56-16,0 0 1 15,0-3 11-15,0 38 14 16,0 11 4-16,0-2-21 16,0-3-18-16,0-5-4 15,0-4-3-15,0-11-6 16,0-4-1-16,0-12-5 15,0-5 1-15,0 0 0 16,0 0-2-16,0 0 5 0,0-24-5 16,0-12 7-16,0-12-7 15,0 4-1-15,0 5 0 16,0 2 0-16,17 14 1 31,9 6-14-31,-3 2 13 0,3 12 0 0,0 3 0 16,0 0 1-16,-7 0-2 15,2 26 0-15,1 6 2 16,-8 5 4-16,2-4-3 31,-6-6 3-31,-10-1-3 0,0-4-1 0,0-7 2 16,0-7 5-16,0-4-7 0,0-4-2 16,0 0 1-16,0 0 1 15,0 0 0-15,0 0-7 16,4-33-10-16,11-18-2 15,6-15 5-15,19 6 2 16,7 6 2-16,2 19 9 31,-1 16-3-31,-13 11 4 16,0 5 0-16,1 3 1 16,4 5 1-16,0 38 19 15,2 17 4-15,-11 11-1 16,-17 4-4-16,-4 0-11 15,-3-10 0-15,-7-11-9 16,0-7-8-16,0-5-4 0,-31-3-44 16,-30-10-81-16,-27-8-147 15,-18-12-273-15</inkml:trace>
  <inkml:trace contextRef="#ctx0" brushRef="#br0" timeOffset="52621.7">19413 4276 623 0,'0'0'13'0,"0"0"15"0,0 0 100 16,0 0 2-16,-321-111-27 15,175 109-42-15,-28 2-8 16,-13 26 20-16,-18 48 0 16,2 34-31-16,-4 27 3 15,18 19-8-15,31 17-5 16,48 10-5-16,44 20-7 15,54-2 13-15,12 1-19 16,104-7-13-16,68-19 10 0,56-19-7 16,46-26-4-16,37-40 0 15,10-42 6-15,4-38-2 16,-2-20-5-16,-17-72 5 16,-32-46 2-16,-41-32-2 15,-63-27 4-15,-80-24-1 16,-90-27-7-16,-45-11-2 15,-163 8-17-15,-108 36-44 16,-91 60 7-16,-51 68-30 16,-13 64-74-16,4 23-34 15,28 68-199-15</inkml:trace>
  <inkml:trace contextRef="#ctx0" brushRef="#br0" timeOffset="61135.63">6361 11874 936 0,'0'0'48'16,"0"0"-28"-16,0 0 13 15,0 0 90-15,0 0-6 16,0 0-47-16,0 0-17 0,-101-106-18 16,101 152-3-16,14 46 11 15,29 39 33 1,-3 21-42-16,-5 6-15 0,-9-12-9 15,-12-4-7-15,-2-12-1 16,-3-8-2-16,5-22-13 16,17-29-45-16,12-27-96 15,6-35-119-15,-4-9-128 16,-7-44-335-16</inkml:trace>
  <inkml:trace contextRef="#ctx0" brushRef="#br0" timeOffset="61538.24">7052 12046 31 0,'0'0'958'15,"0"0"-941"1,0 0 17-16,0 0 75 0,0 0-51 16,0 0-44-16,-40-26-10 15,35 80 6-15,1 20 24 16,-1 6-5-16,5 2-21 15,0-8-4-15,0-6-1 16,0 1 2-16,24-10-4 0,18 1 0 16,7-10 2-16,8-7-3 15,4-11 0-15,1-13-3 16,-8-11 2-16,-2-8 1 16,-7 0 7-16,-10-11-7 15,-4-18 2-15,-20-5 4 16,-11-6 4-16,0-1-4 15,0 8 12 1,-37 9 4-16,8 13-6 0,-8 11 1 16,-8 0 2-16,-12 6-19 15,-14 31-5-15,1 15-18 16,8 2-69-16,32-3-98 16,16-13-174-16,14-17-334 0</inkml:trace>
  <inkml:trace contextRef="#ctx0" brushRef="#br0" timeOffset="66394.95">7698 12046 857 0,'0'0'42'0,"0"0"12"0,0 0 58 15,0 0-8-15,0 0-43 16,0 0-40-16,0 0-12 15,102 86 91-15,-6-1-44 16,1 4-32-16,-1 3-19 16,-4-6-1-16,0-11-4 15,-11-10 0-15,-6-14-44 16,-2-20-84-16,-12-25-80 16,-16-6-171-16,-14-45-51 15</inkml:trace>
  <inkml:trace contextRef="#ctx0" brushRef="#br0" timeOffset="66582.92">8318 11980 986 0,'0'0'70'15,"0"0"-57"-15,0 0 71 16,0 0-6-16,-250 183-34 16,227-102-21-16,1 5 7 15,8 3-28-15,3 10 0 16,6 1-4-1,0 3-55-15,0-8-110 0,-11-24-212 16</inkml:trace>
  <inkml:trace contextRef="#ctx0" brushRef="#br0" timeOffset="66960.86">9066 11855 1091 0,'0'0'0'16,"-57"-164"0"-16,17 107 2 16,9 25 57-16,1 24-18 15,-6 8-35-15,1 20-5 0,-10 43 1 32,-2 23 1-32,7 10-3 0,23-3 1 0,17-10-2 15,0-15 1-15,17-8-2 16,44-9-1-16,15-7 0 15,6-4-4-15,-7-2 6 16,-8-5-2-16,-27-7 1 16,-31-4 2-1,-9-5 0-15,0-1 2 0,-28-5 3 16,-34-2 0-16,1-9 3 16,9 0 1-16,7-15 5 15,29-36-12-15,16-21-2 16,7-20-22-16,68-11-22 0,17-2-47 15,5 8-76-15,-17 23-113 16,-33 24-52-16</inkml:trace>
  <inkml:trace contextRef="#ctx0" brushRef="#br0" timeOffset="67385.36">5987 13753 769 0,'0'0'3'0,"-307"152"1"16,201-92 1-1,23-22 41-15,39-16 17 0,30-14-23 31,14-8-21-31,0 0 11 16,84-2 29-16,84-49-22 16,96-32 34-16,99-43-39 0,68-20-3 0,57-12 14 31,24 7 6-31,-3 22-27 0,-7 12-10 16,-28 17-4-16,-68 14 31 15,-81 24-8-15,-96 15-6 16,-90 16-21-16,-68 20-3 15,-46 5 4-15,-25 6-5 16,0 0-1-16,-11 0-14 16,-55 0-44-16,-36 0-73 15,-16 0-32-15,-2 0-37 16,-12 23-35-16,0 19-63 16</inkml:trace>
  <inkml:trace contextRef="#ctx0" brushRef="#br0" timeOffset="67982.43">8516 13851 702 0,'0'0'28'0,"0"0"-4"16,26-185 100-16,-26 132 35 16,0 11-44-16,-47 10-46 15,-12 9-37-15,-23 21-5 0,-6 2-18 16,-6 25 6 0,2 34-9-16,10 5 0 0,27 12-3 15,29-8 1-15,26-8-2 16,0-1-4-16,81-10 2 15,36-4-1-15,25-10 1 16,6 4 1-16,-16-1 1 16,-35-2-1-16,-36 2 0 15,-32 2 0-15,-22-10 0 16,-7 6 2-16,0-1 5 16,-62 4 4-16,-8-3-9 15,-8-12 2-15,7-18-5 0,10-6 6 16,7-9-6-1,7-48-8-15,21-26-19 0,26-27-19 16,0-17-24 0,51-7-49-16,30-3-25 0,6 9-87 15,-12 15-14-15</inkml:trace>
  <inkml:trace contextRef="#ctx0" brushRef="#br0" timeOffset="68437.45">8613 13416 470 0,'0'0'49'0,"0"0"15"15,26-159 71-15,-26 144 60 16,0 9-76-16,0 6-20 15,0 0 0-15,0 31-46 16,-21 58-34-16,-34 51 8 16,-22 38-10-16,-4 16-4 15,-1 9-7-15,6-5-3 16,15-10 0-16,16-22-3 16,8-31-2-16,22-30-24 15,11-31-26-15,4-21-48 16,0-19-77-16,0-26-74 0,0-8-105 15</inkml:trace>
  <inkml:trace contextRef="#ctx0" brushRef="#br0" timeOffset="68831.95">9405 11554 576 0,'0'0'10'0,"35"-177"55"16,-35 139 34-16,0 21 70 15,0 14-31-15,-4 6-28 16,-58 77-87 0,-23 58-8-16,-32 58-3 0,6 31 2 15,5 11-10-15,18-1-4 16,18-14-7-16,13-17-29 15,31-18-108-15,22-24-86 16,4-33-62-16</inkml:trace>
  <inkml:trace contextRef="#ctx0" brushRef="#br0" timeOffset="69083.59">10174 13027 1147 0,'0'0'15'16,"0"0"-14"-16,0 0 13 16,0 0-14-16,0 0-1 0,0 0-5 15,233-100-14 1,-141 66-34-16,-12 8-49 15,-14 5-117-15,-24 16-29 0,-32 5-64 16</inkml:trace>
  <inkml:trace contextRef="#ctx0" brushRef="#br0" timeOffset="69240.73">10402 13227 371 0,'0'0'161'0,"0"0"-36"15,0 0 28 1,0 0-34-16,0 0-3 0,0 0-56 15,-113 100-37-15,125-100-14 0,63-34-10 16,38-23 1-16,24-23-128 16,-5-12-100-16,-21-4-49 15</inkml:trace>
  <inkml:trace contextRef="#ctx0" brushRef="#br0" timeOffset="69476.48">11194 12137 963 0,'0'0'93'0,"0"0"-40"16,0 0 25-16,0 0-2 0,0 0-30 15,0 151 25-15,0-61-16 16,0-4-41-16,26-9-7 16,0 5-7-16,0-8-1 15,-2-9-8-15,2-9-52 16,0-7-76-16,-8-20-60 15,8-20-92-15,0-9-73 16</inkml:trace>
  <inkml:trace contextRef="#ctx0" brushRef="#br0" timeOffset="69727.45">11612 12270 671 0,'0'0'43'0,"0"0"77"15,0 0 64-15,0 0-128 16,0 0-39-1,0 185 13-15,0-90-1 0,0-10-4 16,21-14-12-16,19-15-7 16,5-11-6-16,2-17 1 15,-7-17 3-15,0-8-1 16,-5-3 7-16,-9-3 17 16,-12-25 2-16,-6-4-1 15,-8-2-2 1,0 12 6-16,-26-2-17 0,-26 8-13 15,-10 10-2-15,-4 6-37 16,8 0-52-16,1 0-42 0,10 0-143 16,11-2-116-16</inkml:trace>
  <inkml:trace contextRef="#ctx0" brushRef="#br0" timeOffset="70199.56">10275 10561 936 0,'-330'-119'16'16,"-61"17"-16"-16,-41 28 37 16,-42 23 21-16,-14 36 47 15,-14 15-33-15,-21 62 3 16,18 52-39-16,34 60 8 15,44 75 11-15,66 74-25 16,67 77 0-16,70 68-29 16,92 33 0-16,84 35 3 15,48-10 3-15,149-25-7 16,101-51-2-16,80-73 2 16,80-65-2-16,64-76-11 15,59-75-11-15,61-87 5 0,57-74-15 16,56-97-46-16,19-106-5 15,7-74 49-15,-33-73 36 16,-70-67 13-16,-95-66 0 16,-125-64 5-16,-146-59 33 15,-155-29-7-15,-109 23-19 16,-210 71-8-16,-156 113 8 16,-148 158 14-16,-141 141-33 15,-132 129-6-15,-81 134-2 16,-28 126-52-16,38 95-78 15,115 54-50-15,119 23-143 0,114-17-312 16</inkml:trace>
  <inkml:trace contextRef="#ctx0" brushRef="#br0" timeOffset="71871.47">2403 12266 975 0,'0'0'14'0,"0"0"-14"0,0 0 13 15,0 0 75-15,0 0-27 16,0 0-52-16,-122 40-7 16,162 43 38-16,16 12-5 15,5 1-12-15,5-3-5 16,-9-4 2-16,-12-5-12 16,-10-9 3-16,-14-15-2 15,-11-20-8-15,-5-14 2 16,-5-18 0-16,0-2-1 15,0-6 0-15,0 0 3 0,0-14 8 16,-19-46-12-16,-43-31-1 16,-15-24-15-16,6-16 6 15,5-1-10-15,21 14 2 16,19 18 15-16,21 26 4 16,5 20-4-16,0 21 5 15,19 18-1-15,12 15-1 16,4 0 1-16,-4 33 5 15,-5 24 2-15,-17 14 1 16,-9 16-7-16,0 5-2 16,-35 7-2-16,-10-1-23 15,0-7-113-15,15-19-229 16,4-29-69-16</inkml:trace>
  <inkml:trace contextRef="#ctx0" brushRef="#br0" timeOffset="72028.2">2813 12599 1162 0,'0'0'9'16,"0"0"-6"-16,0 0 45 15,0 0-12-15,0 0-36 16,0 0-33-16,12 11-94 16,7 16-32-16,-7-6-288 15</inkml:trace>
  <inkml:trace contextRef="#ctx0" brushRef="#br0" timeOffset="72359.39">3516 12001 695 0,'0'0'287'0,"0"0"-261"15,0 0-26-15,0 0 74 16,0 0-50-16,0 0-24 15,-255-89-18-15,229 143 18 16,3 15 16-16,-8 8-11 0,19-3-3 16,12-5 2-16,0-14 1 15,36-8-5-15,30-11 0 16,30-10 1-16,13-1 0 16,-3-8 3-16,-14-2-2 15,-26 0 0-15,-26-6 2 16,-26-3 9-1,-14-3 0-15,0 6 18 0,0 14-11 16,-35 11-20-16,-15 3-12 16,-2-3-62-16,12-16-92 0,10-18-143 15,8-3 4 1</inkml:trace>
  <inkml:trace contextRef="#ctx0" brushRef="#br0" timeOffset="73191.35">3794 11935 620 0,'0'0'18'0,"0"0"41"16,0 0 201-16,0 0-146 15,0 0-86-15,0 0-14 16,17-17-9-16,18 74 24 0,5 9 7 16,7-1-27-1,-7-8-8-15,-9-6 0 0,-5-10-1 16,-12-11 2-16,-5-11 1 15,-2-13-2 1,-7-6-1-16,0 0 3 0,0-16-2 16,-11-34-1-16,-20-25-10 15,0-6 10-15,8 4 2 16,6 12-1-16,8 22 6 16,4 20 0-16,5 14 4 15,0 9-11-15,0 0 0 16,5 9-2-16,40 29 2 0,11 4 0 15,-6 3 0-15,-8-9 1 16,-16-16-2-16,-7-4 1 16,-14-7-5-16,-1-9 5 15,-4 0 1-15,0 0 2 16,0 0 2-16,0-40-5 16,0-20-10-16,0-8-14 15,-9 2 19-15,4 22 4 16,5 21-1-16,0 12 2 15,0 11-1-15,10 0-9 16,51 34 10-16,21 23 2 16,3 5 2-16,-7-5-3 15,-12-15 1-15,-5-16-2 16,-16-20 0-16,-5-6 0 0,-9-15 0 16,0-48 1-16,-17-20-1 15,-14-21 1-15,0-18 1 16,-24-21-2-16,-58-28-2 15,-34-16-2-15,-46-1-4 16,-53 8-6-16,-44 43 14 16,-41 48 8-16,-51 63 2 15,-40 37 1-15,-15 99 6 16,-16 81 7-16,14 75 20 0,43 71-2 16,61 63-5-1,89 18-14-15,119-6-8 0,96-28-1 16,61-47-7-16,137-57-4 15,82-56-3 1,60-79-2-16,72-73-10 0,51-72-3 16,20-74 14-16,10-110-9 15,-27-79-17-15,-63-63 27 16,-94-34 5-16,-137-22-3 16,-136-18-2-16,-81-2-103 15,-167 40-101-15,-78 94 11 16,-66 125 91-16,-57 134-74 15,-39 70-171-15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24:07.354"/>
    </inkml:context>
    <inkml:brush xml:id="br0">
      <inkml:brushProperty name="width" value="0.05292" units="cm"/>
      <inkml:brushProperty name="height" value="0.05292" units="cm"/>
      <inkml:brushProperty name="color" value="#FF0000"/>
    </inkml:brush>
  </inkml:definitions>
  <inkml:trace contextRef="#ctx0" brushRef="#br0">13375 988 547 0,'0'0'293'0,"0"0"-262"16,0 0 187-16,0 0-87 0,0 0-38 16,0 0-25-16,0 0-4 15,0 0-4 1,0-35-33-16,-9 70-10 0,-8 19 14 16,-2 9 18-16,-2 6-21 15,0-4-11-15,7-5-11 16,9-4-1-16,-7-14-5 15,8-9 2-15,4-15-1 16,-5-7-1-16,5-7-2 16,0-4 2-16,0 0-1 15,-5-13-1-15,0-31-3 16,1-20-15-16,4-13 15 16,0-3 4-16,19-3-2 0,16 5 0 15,7 10 3-15,-6 11 5 16,-1 8-1-16,-4 17 0 15,-12 12-1 1,-3 10 1-16,-7 7-2 0,13 3-1 16,13 6 0-16,10 39 5 15,2 15 2-15,-2 8 3 16,-10 7-2-16,-9-6-3 16,-12-1 1-16,3-8-7 15,-13-6 2-15,-4-13-2 16,0-11-1-16,0-3-7 15,0-13-19-15,0 2-58 0,0-7-72 16,0 0-71-16,0-3-126 16,0-6-140-16</inkml:trace>
  <inkml:trace contextRef="#ctx0" brushRef="#br0" timeOffset="236.4">13106 1296 729 0,'0'0'73'0,"0"0"-67"0,0 0 128 15,0 0-52 1,0 0-44-16,0 0-26 0,10 0 27 16,72-6-19-16,20-12-1 15,13 3-15-15,-9-3-4 16,-2 4-4-16,-7 4-50 15,-1-3-123-15,-6 11-44 16,7-4-117-16</inkml:trace>
  <inkml:trace contextRef="#ctx0" brushRef="#br0" timeOffset="582.28">14462 1299 536 0,'0'0'25'16,"0"0"18"-16,0 0 84 16,0 0-16-16,0 0-32 15,0 0 8-15,0 3 4 16,0-3-24-16,0 0-20 0,0 0-7 15,0 0-16-15,16 0-17 32,34 0 30-32,11 0-12 0,5-9-6 0,0 3-14 15,-9-3-5-15,-5 3-3 16,-24 6-9-16,-2-4-63 16,0 4-86-16,-12 0 1 15,3 0-51-15,-17 0-133 16</inkml:trace>
  <inkml:trace contextRef="#ctx0" brushRef="#br0" timeOffset="771.21">14497 1505 671 0,'0'0'148'16,"0"0"-92"-16,0 0 135 0,0 0-112 15,0 0-44-15,0 0-24 16,-4 0 1-16,65 0-9 15,31-12 11-15,30-10-14 16,20-7-35-16,6-5-119 16,-11 0-29-16,-21-3-187 0</inkml:trace>
  <inkml:trace contextRef="#ctx0" brushRef="#br0" timeOffset="1384.06">15575 1015 788 0,'0'0'33'0,"0"0"5"16,0 0 113-16,0 0-52 16,0 0-24-16,0 0-24 0,-36-47 5 15,36 47 1 1,-4 0-27-16,4 0-17 0,-5 0 2 15,5 22-3-15,0 22 29 16,-5 9-5-16,5 13-3 16,0 2 4-16,0 7-13 15,0-6-10-15,0-1-7 16,0-6 4-16,10-5-5 16,-1-1-1-16,8-10-3 15,-3-14 1-15,-7-5-3 16,2-12 0-16,-9-9 0 15,5-6-3-15,-5 0 3 16,0 0 0-16,0 0 0 0,0-34-1 31,-31-12-13-31,-14-17 7 16,3-3-1-16,2-2 6 16,9-1-4-16,17 3 3 15,9 1 3-15,5 2 6 16,0 6-6-16,0 4 0 15,24 8-2-15,18 2 2 16,3 15-1-16,7 4 0 16,-2 8-1-16,6 14 2 15,5 2 0-15,-11 0-1 0,2 12 1 16,-17 23-7-16,-9 7 7 16,-21-1 3-16,-5 2-1 15,0-8 3-15,-35 1-4 16,-22 1-1-16,-19-11 0 15,10-8-4-15,0-7-25 16,10-5-70-16,-1-6-78 16,13 0-32-16,8-6-184 15</inkml:trace>
  <inkml:trace contextRef="#ctx0" brushRef="#br0" timeOffset="2060.48">16739 298 913 0,'0'0'2'16,"0"0"44"-16,0 0 60 15,0 0-27-15,0 0-48 0,0 0-20 16,-106-61 10-1,45 61-11-15,-5 15 1 0,0 6-2 16,-5-4 6-16,10 2 4 16,4-2 4-16,22-7 1 15,14 1-4-15,11 0-8 16,6 4-3-16,-1 4-2 16,5 4-2-16,0 5 17 15,0 1-15-15,0 8 9 16,0 1-2-16,0 4 10 15,0 2-12-15,5 5 5 16,-1 1-2-16,6 3-6 16,2 4-1-16,-12 2 5 0,4 2-1 15,-4 5-5 1,0 5 6-16,0-2-3 0,0 5 4 16,-16-6-3-16,-3-2-6 15,2-3 3-15,8-3-5 16,-5 0 2-16,7-2 9 15,-3 5-10-15,1-6 4 16,4 0-7-16,-2-4 5 16,2-2-3-16,5-6-3 15,0-3 1-15,0-1-1 16,0-2 4-16,0-1-4 16,0-1-2-16,5-8 2 0,12-5-1 15,4-2 1-15,-2-2-2 16,11-3-1-16,6 6 0 15,4-9 1-15,7 0 4 16,-2 5-4-16,7-7-2 16,-8-6 2-16,3-3-16 15,3-3-9-15,11 0-27 16,15 0-14-16,20-25-33 16,22-12-75-16,10-13-10 15,4-6-162-15</inkml:trace>
  <inkml:trace contextRef="#ctx0" brushRef="#br0" timeOffset="2595.73">17187 1174 569 0,'0'0'14'0,"0"0"83"0,0 0 35 15,0 0-9-15,0 0-14 16,0 0-46-16,-52-106 10 16,52 106 0-16,-4 0-15 15,-1 0-12-15,5 0-18 16,0 0-8-16,0 22-6 15,0 22 30-15,0 16 16 16,0-1-28-16,0 7-5 16,9 0-9-16,8-3 0 15,-8-3-5 1,5-1-8-16,3-9-5 0,-8-5 2 16,3-8-1-1,2-10-2-15,-9-10-3 0,16 0-18 16,10 0-59-16,30-15-115 0,24-2-112 15,2-21-337-15</inkml:trace>
  <inkml:trace contextRef="#ctx0" brushRef="#br0" timeOffset="2911.18">17979 1450 835 0,'0'0'56'0,"0"0"-18"16,0 0-31-16,0 0 38 15,0 0-22-15,0 0-2 16,-44 0 1-16,58 0 26 16,38 0 3-16,14 0-8 15,14 0 1-15,7 0-15 16,-7-5 2-16,3-1-5 15,-3 0-23 1,-14 3 0-16,-5 0-3 0,-9 3-8 16,-21 0-40-16,-8 0-34 0,-16 0-78 15,-7 0-113 1,0 0-85-16</inkml:trace>
  <inkml:trace contextRef="#ctx0" brushRef="#br0" timeOffset="3224.73">18243 1221 669 0,'0'0'12'0,"0"0"36"0,0 0 144 15,0 0-103 1,0 0-10-16,0 0-12 0,-40-36-15 31,36 36 1-31,4 0-5 0,-5 0-16 0,5 0-9 16,0 11-1-16,0 29 24 15,0 7 7-15,0 10-24 16,0 5-4-16,14 1-6 16,-5 3-11-16,8 0-3 15,-8-3-1 1,-4 0-1-16,0-16-3 0,-5-2 0 16,7-15-1-16,-2-9-5 15,-1-1-27-15,6-6-66 16,16-9-109-16,9-5-75 0,17-19-191 15</inkml:trace>
  <inkml:trace contextRef="#ctx0" brushRef="#br0" timeOffset="4547.96">19535 618 701 0,'0'0'45'15,"0"0"107"-15,0 0 21 16,-21-175-68-16,21 153-11 16,0 11-14-16,0 5-7 15,0 6-9-15,0 0-23 16,0 0-24-16,0 9-8 15,0 30-5-15,0 19 33 16,5 11-4-16,11 2-17 16,-2 0-10-16,3-10-4 15,-3-7-1-15,-4-9-1 0,-3-13-2 16,-7-10 1-16,4-10-6 16,-4-9 1-16,0-3-16 15,0 0 13-15,0-15 8 16,-21-30-11-16,-10-18-9 15,6-8 14-15,10-7-2 16,15 4 0-16,0 5-3 16,0 15 4-16,10 12 7 15,37 13-5-15,14 8 4 16,10 9 0-16,0 8-3 16,-1 4 5-16,-8 0-12 0,-13 28 12 15,-11 14-4 1,-29 5 2-16,-9 10-7 0,-9-6 8 15,-64 1 1-15,-17-3 3 16,-13-10-1-16,8-7 2 16,8-7 0-16,21-10-3 15,26-7 0-15,14-4 0 16,21-4-1-16,5 0 0 16,0 0-1-16,0 0-4 15,19 0 5-15,28 0 1 16,19 0-1-16,5 5 3 15,0 7-3-15,-5 10 0 0,0-2-3 16,0 4 3-16,-14 2-12 16,-7-1-96-16,-10 1-35 15,-9-1-28-15,-17 2-42 16,-9-5-33-16,0-3-113 16</inkml:trace>
  <inkml:trace contextRef="#ctx0" brushRef="#br0" timeOffset="4799.34">19483 1207 195 0,'0'0'22'0,"0"0"100"0,-294 46 53 16,249-34-57-16,19-5 51 15,21-5-50-15,5-2-45 16,0 0-16-16,0 7-25 16,50-5-16-16,47 2 34 15,30-4 22-15,31 0-41 16,30 0-4-16,10-15 7 15,10-6-4-15,2-3 0 16,-17 5-8-16,-16 2-7 16,-36 5-7-1,-44 3-8-15,-40 7-1 0,-48 2-1 0,-9 0-35 16,-35 0-97 0,-86 28-34-16,-53 15-263 0</inkml:trace>
  <inkml:trace contextRef="#ctx0" brushRef="#br0" timeOffset="5050.91">19474 1520 800 0,'0'0'135'16,"0"0"-120"-16,0 0 131 0,0 0-48 16,0 0-42-1,0 0 45-15,5 166-35 16,9-101 1-16,2 4-33 0,-1-9-5 15,-8-6-13-15,-7-9-3 16,0-16-8-16,0 1-4 16,0-9-1-16,0-9-4 15,0-3-38-15,23-3-89 16,29-6-113-16,14-11-54 16,14-35-161-16</inkml:trace>
  <inkml:trace contextRef="#ctx0" brushRef="#br0" timeOffset="5648.05">20019 1597 836 0,'0'0'15'0,"0"0"58"15,0 0 88-15,0 0-81 16,0 0-16-16,0 0-38 16,-52-32 7-16,31 52-11 15,-3 21 3-15,-2 10 2 16,5-2-16-16,16 2-2 15,5-5-1-15,0-6-6 16,0-7-2-16,0-6-3 16,10-10-6-1,15-6 3-15,1-7 0 0,-7-4 0 16,3 0 6-16,-13 0-11 0,-2-15 11 16,-2-14 2-16,-5-14-1 15,0-5 1-15,0 1-1 16,-5 6 1-16,-7 3-2 15,8 10 0-15,4 10-2 16,0 0-9-16,0 2-14 16,21 10 21-16,5 1-2 15,-3 5 6-15,8 0-5 16,-5 5 0-16,4 29 4 16,-4 4 1-16,-2 8 4 15,-8-2-2-15,6 3-1 16,-3-1 2-1,6-9-3-15,1-3 1 0,0-13-2 0,-2-6-6 16,-3-9 7-16,-7-6-2 16,8 0 2-16,8-4 14 31,1-25 7-31,-1-18-4 0,-15-10-4 0,-15-3 19 16,0-6-5-1,-19 7 12-15,-43 4-18 0,-4 8-17 16,-11 17 2-16,1 13-2 15,1 11-4-15,13 6-11 16,22 0-45-16,24 0-108 0,16 3-218 31</inkml:trace>
  <inkml:trace contextRef="#ctx0" brushRef="#br0" timeOffset="6229.52">20724 484 573 0,'0'0'385'0,"0"0"-358"0,0 0 21 15,0 0 10-15,0 0-46 16,0 0-10-16,92-63 2 16,-26 63 2-16,-5 0 16 15,-5 0-8-15,-16 9-3 16,-4 10-1-16,-10-2 1 16,-3 7-2-16,-6 5 26 15,4 7-1-15,-12 10 4 16,-4 2-11-16,-5 2 1 0,0 7 11 15,0 3-7-15,0 2-9 16,0 7-3-16,0-1-5 16,0 7-5-16,0 0-1 15,0-1-3-15,0 1 0 16,0-4-1-16,0 1-1 16,0-4-2-16,0 1 0 15,0-3-1-15,0 0 3 16,0-4-1-16,0 1-3 15,0-8 1-15,0 9-1 16,5-5 0-16,4-2 2 16,3-3-2-16,-7-3 0 0,-5-11 0 15,0 4 2-15,0-10-2 16,-5 3 2-16,-35-11 3 16,-12-1-4-16,-19-7 13 15,-6-3-14-15,-8-10-1 16,-7-5-3-16,-10 0-35 15,-4-12-46-15,14-30-108 16,10-15-85-16,28-15-271 16</inkml:trace>
  <inkml:trace contextRef="#ctx0" brushRef="#br0" timeOffset="6764.29">21589 410 997 0,'0'0'21'0,"0"0"-10"16,0 0 122-16,0 0-30 15,0 0-40-15,0 0-41 16,-17-27-16-16,17 48 6 16,0 20 7-16,0 12 6 15,0-1-17-15,0-7-3 16,0-7-1-16,0-14 2 16,0-9-6-16,0-5 3 15,0-10-1-15,0 0 2 0,0 0 2 16,0 0 0-1,-4-25-3-15,-22-16-3 0,7-5 0 16,2-7-2-16,13-6 0 16,4-4 1-16,0 4 0 15,51 9 0-15,8 19 0 16,7 13-1 0,7 8 1-16,-2 10 1 0,0 0 0 15,0 6 0-15,-10 34 1 16,-4 13 7-16,-8 10 1 15,-14 6-1-15,-18 2-5 16,-17 4-3-16,0 3-1 16,-76 1-95-16,-72-4-226 0,-50-10-598 15</inkml:trace>
  <inkml:trace contextRef="#ctx0" brushRef="#br0" timeOffset="109433.04">7774 2730 244 0,'0'0'178'0,"0"0"-132"0,0 0 62 15,0 0 40-15,0 0-19 16,0 0-61-16,0 0 33 16,-156-15-19-16,109 15-24 15,-10 0-14-15,8 0-11 16,13 0 7-16,20 0-2 15,11 0-3-15,5 0-1 16,0 0-6-16,0 0-10 16,0 0-18-16,5 0-5 15,37 0-2-15,29 0 7 16,30 0 25-16,31 0-25 0,15 0 12 16,6 0-2-1,-16 0-1-15,-15 0-2 0,-30 0-2 16,-42 0 0-16,-20 0-5 15,-25 0 0-15,-5 0 0 16,0 0 4-16,0 3-4 16,0 0-3-16,0 0-2 15,0-3-8-15,0 3-47 16,-35 3-30-16,-31 4-63 16,-31 2-91-16,-9 2-105 15,-5-2-217-15</inkml:trace>
  <inkml:trace contextRef="#ctx0" brushRef="#br0" timeOffset="109511.63">7774 2730 381 0</inkml:trace>
  <inkml:trace contextRef="#ctx0" brushRef="#br0" timeOffset="109732.1">7774 2730 381 0,'-173'48'284'0,"152"-53"-277"0,12 5 52 0,4-4 108 0,0 4-94 15,5 0-19-15,0 0-15 16,0 0 6-16,0 0-5 15,0 0-9-15,0-2-16 16,0 2 0-16,26 0-3 16,24 0-3-16,32 0 5 0,24 0 31 15,12-4-12-15,-2-4-10 16,-3 2 1-16,-28 3-12 16,-19 0-8-16,-26 3-4 15,-19 0-2-15,-21 0-10 16,0 0-67-16,0 0-60 15,0 6-88-15,-35 20-174 16,-26 0 20-16</inkml:trace>
  <inkml:trace contextRef="#ctx0" brushRef="#br0" timeOffset="112371.57">15473 2850 893 0,'0'0'6'0,"0"0"0"15,0 0 14-15,0 0 23 16,0 0-21-16,0 0-20 15,0 0 8-15,123 0 6 16,-26 0-6-16,25 0-1 16,15 0 0-16,0 0-3 15,-5-3 9-15,4-3-2 0,-4 0-7 16,8 4-1-16,-4-5 1 16,-20 1-4-1,-8 3 0-15,-28 0 3 16,-14-1 0-16,-26 1-3 0,-18 2-2 15,-13 1-2-15,-9 0-12 16,0-5-42-16,0 5-55 16,-59 0-87-16,-28 0-157 15</inkml:trace>
  <inkml:trace contextRef="#ctx0" brushRef="#br0" timeOffset="112606.18">15789 2939 400 0,'0'0'19'0,"0"0"-18"0,0 0 53 16,0 0 41-16,0 0-61 15,0 0-15-15,76 7 22 16,42-7 12-16,18 0-15 16,18-7-11-16,-4-5 19 15,-6-6-26-15,-7 6-4 16,0 1 1-16,-5-2-13 15,-5 7-4-15,-21 4-100 0,-40-5-177 16</inkml:trace>
  <inkml:trace contextRef="#ctx0" brushRef="#br0" timeOffset="113961.85">1279 3384 388 0,'0'0'2'15,"0"0"16"-15,0 0 77 16,0 0-26-16,0 0-17 16,0 0 14-16,-156 69 21 15,149-67-26-15,7-2-16 0,0 0-15 16,0 0-8-16,0 0-4 15,7 0 8-15,59 0 21 16,35-27-17-16,36-11-1 16,26-19-8-16,14-15 7 15,6-4-1-15,6-2 5 32,-12 3 1-32,-19 12 1 0,-31 12-10 0,-35 9-11 15,-31 16-3-15,-32 11-6 16,-13 9 1-16,-6 3 2 15,-10 3 0-15,0 0 3 16,0 0-8 0,0 0 3-16,0 0-5 15,0 0-4-15,0 0-3 16,0 0-39-16,-5 0-12 16,-16 0-30-16,-19 12 3 15,-22 8-93-15,-18 17-4 16,-12-3 24-16,-4 12-17 15,-1-5-77-15</inkml:trace>
  <inkml:trace contextRef="#ctx0" brushRef="#br0" timeOffset="114307.87">1370 3450 349 0,'0'0'16'0,"0"0"-7"15,0 0 47-15,0 0 50 16,0 0-66-16,0 0-28 16,-167 26 1-16,193-26 1 15,35 0 12-15,29-17 19 16,37-23 14-16,22-14-23 16,18-7 60-16,10-5-55 0,7 0 0 15,0 7-6-15,-17 4-3 16,-30 10-10-16,-45 13-2 15,-36 14-4-15,-37 9 9 16,-14 7 6-16,-5 2-7 16,0 0 2-16,0 0-7 15,0 0-14-15,0 0-5 16,0 0-27-16,0 0-12 16,0 0-34-16,0 9-99 15,0 3-138-15,-9-1-103 16</inkml:trace>
  <inkml:trace contextRef="#ctx0" brushRef="#br0" timeOffset="115992.65">15183 5824 742 0,'0'0'27'0,"0"0"-8"0,0 0 123 16,0 0-37 0,0 0-19-16,0 0-27 0,0 0-24 0,-49-95 14 15,49 95-19-15,0 0-10 16,0 9-13-16,0 32 12 15,0 21 38-15,0 10-24 16,0 11 5-16,0 8-22 16,0-2 10-1,0-6-12 1,0-11-6-16,0-15-3 16,0-16-5-16,5-5 1 15,-1-13-1-15,1-10-4 16,-5-4-14-16,0-9-56 15,0 0-52-15,0-5-27 16,-5-38-93-16,-44-14-95 0,-13-8-207 16</inkml:trace>
  <inkml:trace contextRef="#ctx0" brushRef="#br0" timeOffset="116229.2">14681 5908 186 0,'0'0'366'16,"0"0"-324"-16,0 0 104 15,0 0 44-15,0 0-115 0,0 0 3 16,-148-67-25 0,178 54-37-16,48-6 5 0,23 0-17 15,10 2 1-15,2 2 0 16,-2 3-3-16,-9 1 4 16,-15 1 2-16,-21 7-8 15,-21 0 0-15,-15 3-4 16,-4 0-29-16,10 0-165 15,-10 0-99-15,-5 10-157 16</inkml:trace>
  <inkml:trace contextRef="#ctx0" brushRef="#br0" timeOffset="116481.63">15693 6176 920 0,'0'0'8'16,"0"0"-3"-16,0 0 89 16,0 0 13-16,0 0-74 15,0 0-18-15,-5 0-7 0,45 0 11 16,5 0 2 0,16 0-14-16,-4 0-3 0,9 0-4 15,-5-3-1-15,-5-9-37 16,-11 4-108-16,-14 3-36 15,-22 4-125-15,-9 1-161 16</inkml:trace>
  <inkml:trace contextRef="#ctx0" brushRef="#br0" timeOffset="116654.47">15749 6361 170 0,'0'0'368'15,"0"0"-334"-15,0 0 86 16,0 0 59-16,0 0-128 15,0 0 9-15,-56 62-28 0,107-62 8 16,25 0-21-16,21 0-14 16,13-24-5-16,-1-5-35 15,-20-1-106-15,-11 4-110 16,-24-8-30-16</inkml:trace>
  <inkml:trace contextRef="#ctx0" brushRef="#br0" timeOffset="117180.08">16673 5947 76 0,'0'0'561'0,"0"0"-519"0,0 0 196 15,0 0-100-15,0 0-29 16,0 0-45-16,-87-69-24 16,87 69-8-16,-5 0-18 15,1 24-11-15,4 15 23 16,-5 5 17-16,5 4-30 15,0-4-5-15,0 4-2 16,0 0-5-16,0-7 0 16,0-5 0-16,0-10-1 15,0-7 0-15,0-6 1 0,0-7-2 16,0-6 2 0,0 0-1-16,0 0 1 0,0 0 2 15,0-19-3-15,0-11-2 16,31-8-4-16,9 2 6 15,0 2 0-15,12 5-1 16,-8 11 1 0,4 1-1-16,-8 7 1 0,-5 4 0 15,-4 6 0-15,4 0 1 16,-4 0-2-16,4 13 2 16,0 22 0-16,-9 7 1 15,0 2-1-15,-12 4 2 16,-9-6-1-16,-5-3 3 0,0 0 2 15,0-7 2-15,0-4 8 16,-31 1-12-16,-4-3 2 16,0-4-7-16,9-1-1 15,7-13-27-15,9-5-60 16,-1-3-83-16,-8 0-56 16,-24-20-102-16</inkml:trace>
  <inkml:trace contextRef="#ctx0" brushRef="#br0" timeOffset="117380.59">16756 5919 711 0,'0'0'37'16,"0"0"150"-16,0 0-24 0,0 0-86 15,0 0-59-15,0 0-13 16,101-29 1-16,-11 26-4 15,14 0-2-15,-8 3-13 16,-2 0-145-16,-20 0-174 16,-25 0-371-16</inkml:trace>
  <inkml:trace contextRef="#ctx0" brushRef="#br0" timeOffset="117582.71">17838 6388 846 0,'0'0'9'0,"0"0"110"0,0 0-13 0,0 0-52 0,-21 197-32 16,-5-148-18-16,-5 2-4 16,0-2-67-16,3-4-232 15,-2-10-304-15</inkml:trace>
  <inkml:trace contextRef="#ctx0" brushRef="#br0" timeOffset="118195.89">18788 5801 435 0,'0'0'15'0,"0"0"43"15,0 0 47-15,0 0-4 16,0 0-36-16,0 0 24 16,-21-70-31-16,21 68 5 0,0-5-19 15,0 4 11-15,0-3-5 16,-5 6-3-16,5-3-11 16,0 3-1-1,-5 0-5-15,5 0 7 0,0 0-24 16,0 0-9-16,0 0-2 15,0 0 0-15,0 0-2 16,0 0 0 0,0 6 0-16,0 16 2 0,0-2 0 15,0 1 0-15,0 5 3 16,0 8 1-16,0 5 5 0,0 7 0 31,0 9 3-31,15 5 6 0,1-1-8 0,-2 4-10 16,7-7 1-1,-6-5-1 1,-4-5 1-16,-1-12-2 16,-1-6 0-16,-4-10-1 15,-5-7 0-15,7-5-1 16,-7-3 0-16,0 0-12 16,0-3-53-16,0 0-62 15,0 0-40-15,0-20-56 16,-7-23-77-16</inkml:trace>
  <inkml:trace contextRef="#ctx0" brushRef="#br0" timeOffset="118557.29">18845 5964 509 0,'0'0'66'16,"0"0"23"-16,0 0 52 15,0 0-30-15,0 0-43 16,0 0 3-16,-170-143-24 15,160 123-10-15,10-5-8 0,0-1-25 16,0-5 4 0,0 5-2-16,5-4-4 0,26 6 5 15,9 7-7 1,12 1 2-16,9 7-2 0,5 7 3 16,0 2-1-16,5 0 0 15,-10 21-1-15,-4 13 3 16,-13 6 3-16,-13-5-2 15,-21 2 4-15,-10-5 6 16,0 2-3-16,-5-3 29 16,-45 2-9-16,-11-3-30 15,4-9 6-15,1 0-8 16,20-6-19-16,18-4-48 0,6-1-65 16,12-8-128-1,0-2-230-15</inkml:trace>
  <inkml:trace contextRef="#ctx0" brushRef="#br0" timeOffset="118919.45">19443 6147 682 0,'0'0'17'0,"0"0"25"16,0 0 143-16,0 0-104 15,0 0-34-15,0 0-26 0,-21 0-5 16,21 0-2-1,36 0 0-15,15 0-1 16,6 0-3-16,9 0-5 0,-5 0 2 16,-2 0-5-16,-7 0-2 15,-7 0 0 1,-3 0-12-16,-18-5-129 0,-8 3-77 16,-11 2-5-16,-5 0-106 15</inkml:trace>
  <inkml:trace contextRef="#ctx0" brushRef="#br0" timeOffset="119108.7">19483 6367 218 0,'0'0'67'0,"0"0"10"15,0 0 67-15,0 0-37 16,0 0-38-16,0 0 2 16,-56 78-8-16,87-78 12 15,30 0-17-15,31 0-36 16,4-25-22-16,11-1-18 15,6-9-210-15,-2-8-41 16</inkml:trace>
  <inkml:trace contextRef="#ctx0" brushRef="#br0" timeOffset="119580.34">20384 5916 622 0,'0'0'17'0,"0"0"122"16,0 0-15-16,0 0 2 16,0 0-67-16,0 0-25 15,-113-152-15-15,125 132-4 16,23 1-6-16,-4 13-5 15,-1 3-1-15,6 3-1 16,4 0-2-16,5 3 1 0,2 28 1 16,-7 3-1-16,-14 10 2 15,-17 3 1 1,-9 2 2-16,0 6 3 0,0 2 7 16,-26-3 4-16,-9-4 16 15,-5 1-13-15,0-9 5 16,9-7-9-16,10-10 6 15,7-8-10-15,2-7-6 16,12-2-3-16,0-5-2 16,0-1-3-16,0-2 2 0,42 0-2 15,34 0 4-15,30-23-5 16,7-13-8-16,-2-8-89 16,-19-1-92-16,-17-4-144 15,-13 6 5-15,-22 3-30 16</inkml:trace>
  <inkml:trace contextRef="#ctx0" brushRef="#br0" timeOffset="119958.04">21155 5805 289 0,'0'0'118'0,"0"0"-16"0,0 0 9 16,0 0 23-16,0 0 12 16,0 0-31-16,-40-89-19 15,35 89-26 1,0 0-31-16,5 0-30 0,-9 25-9 15,2 16 7-15,7 7 7 16,0 3-9-16,0-2-4 16,0 3 3-16,7-1-4 15,21-10-2-15,10-5 0 16,7-10 4-16,0-14-4 16,-3-12 1-16,8 0 1 15,1-1 7-15,-6-36-3 0,-5-8 1 16,-9-5 6-16,-15-3 34 15,-16-1 14-15,0 2-11 16,0 11-5 0,0 2 1-16,-21 7-18 0,-14 4-10 15,-5 5-11 1,0 11-5-16,-12 3-2 16,12 9 1-16,0 0-33 0,2 12-41 15,7 20-130-15,8 2-109 16,-3-2-328-16</inkml:trace>
  <inkml:trace contextRef="#ctx0" brushRef="#br0" timeOffset="120209.92">21980 6065 780 0,'0'0'36'0,"0"0"150"16,0 0-79-16,0 0-47 0,0 0-37 16,0 0 41-16,-12 115 10 15,-7-62-41-15,-2 3-7 16,0-8-17-16,2-3-9 16,10-7-2-16,9-4-5 15,0-6-85 1,0 0-123-16,0-22-160 0</inkml:trace>
  <inkml:trace contextRef="#ctx0" brushRef="#br0" timeOffset="120634.54">22244 5636 674 0,'0'0'22'0,"0"0"142"0,0 0 22 31,0 0-82-31,0 0-58 0,0 0-29 0,-30-45-9 16,13 84-1-16,-2 6 19 31,3 9-16-31,2-7-6 16,14 1 1-16,0-1-4 15,0-5 0-15,9-3-1 16,26-9-2-16,1-12-5 15,11-10 7-15,2-8-6 16,3 0 6-16,-2-6 0 0,-8-26 3 16,-11-10-1-16,-12-2-1 15,-15-7 4-15,-4-6 12 16,0 3 7-16,0 1 4 16,-35 11-2-16,0 10-13 15,-5 13 6-15,9 13-8 16,-9 6-11-16,-3 0 0 15,3 8-4-15,-4 26-17 0,8 4-62 16,10 2-35 0,5-1-93-16,12-6-95 15,4-11-171-15</inkml:trace>
  <inkml:trace contextRef="#ctx0" brushRef="#br0" timeOffset="121123.15">22720 5624 621 0,'0'0'9'0,"0"0"95"0,0 0 73 16,0 0-74-16,0 0-42 16,0 0-21-16,7-46 9 15,-7 46-8-15,0 0-19 16,0 4-10-16,0 26 21 15,0 6-3-15,0 0-3 16,0-1-16-16,0 2-8 16,0 1 1-16,5-2-4 15,14-1 2-15,16-2-1 16,1-3-1-16,6-9 1 16,3-6-1-16,-5-5 1 0,-5-8-1 15,-4-2 0 1,4 0 1-16,8-8-1 0,-8-23 6 15,5-1-2-15,-14-11-1 16,-12 5 1-16,-9-4 1 16,-5 1 2-16,0 1 17 15,0 8-10-15,-35 2 2 16,-5 7 5-16,0 4-9 16,0 11-8-16,4 4 0 15,6 4-4-15,4 0-1 16,0 0-1-16,0 4-4 15,7 13-40-15,-2 7-54 0,11 1-64 16,-2 1-134-16,3-6-106 16</inkml:trace>
  <inkml:trace contextRef="#ctx0" brushRef="#br0" timeOffset="121578.65">23524 5595 614 0,'0'0'36'15,"0"0"189"-15,0 0-96 16,0 0-83-16,0 0-18 16,0 0-11-16,0-10 2 15,0 16-1-15,0 25-1 16,0 3 15-16,0 3-11 15,0-1-11-15,0 2 0 16,0 0-3-16,0-2-3 16,0 4 1-16,0-10-4 15,10 2 2-15,16-5-2 16,4-7 0-16,1-2 1 0,4-9 0 16,5-2 2-16,8-7-1 15,-8 0 3-15,0 0 1 16,0-13 6-16,-14-10 16 15,0-7-3-15,-12-4 4 16,-7-9 2-16,-7-8-10 16,0-3 3-16,0 3-15 15,-21 4-3-15,-5 8-2 16,-10 12-3-16,-8 10-2 16,-8 7-5-16,-10 10-23 15,-8 0-94-15,-10 12-99 16,-17 15-219-16</inkml:trace>
  <inkml:trace contextRef="#ctx0" brushRef="#br0" timeOffset="122868.79">7936 1743 340 0,'0'0'35'15,"0"0"-21"1,0 0 16-16,0 0 44 0,0 0 18 16,0 0-52-16,-70-164-7 15,29 145 86-15,-3 2-40 16,-18 8-27-16,-15 0-29 15,-13 6 2-15,-18 3-7 16,-20 0 11-16,1 6-1 16,-10 25-1-16,0 1-2 15,5 10-10-15,10 2-1 16,16-2-4-16,26 9 4 0,6 2-1 16,20 7-5-16,7 8 0 15,7 10-1-15,9-4 1 16,10 7 1-16,12 0-3 31,4 0-1-31,5 3 14 0,0-5-10 0,0-1 9 16,0-6-14-16,35-7 5 15,31-5-1-15,31-6-6 16,30-6 8-16,20-7-3 16,22-7 2-16,3-8-3 15,-4-8-2-15,-1-11-2 31,-9-7 1-31,5 0 0 16,-1-22 1-16,1-22-3 0,0-10 1 16,-5-5-1-16,-17-17 5 15,-18-4-6-15,-31-14 1 16,-33 0 1-16,-38-11 0 16,-21-2 3-16,-45-4-5 15,-82 2 0-15,-45 7-8 16,-43 15 4-16,-28 13 2 15,-23 17-11-15,-3 20-51 16,0 27-12-16,10 10-22 16,14 33-91-16,16 23-115 15</inkml:trace>
  <inkml:trace contextRef="#ctx0" brushRef="#br0" timeOffset="125852.27">20403 373 802 0,'0'0'53'16,"0"0"-10"-16,0 0 71 0,0 0-13 31,0 0-24-31,0 0-15 15,0 0-22-15,-14-68-25 16,14 68-10-16,0 15-5 16,0 21 0-16,35 3 17 15,1-7 3-15,-11-10-14 16,-6-10 0-16,-2-7-4 16,-8-1-1-16,3-4-1 15,23 0 4-15,15-34-2 16,28-10-2-16,11-16 0 15,13-6-40-15,1-8-92 16,-6-9-126-16,-22-5-445 16</inkml:trace>
  <inkml:trace contextRef="#ctx0" brushRef="#br0" timeOffset="136838.78">965 4380 552 0,'0'0'182'0,"0"0"-156"15,0 0 43-15,0 0 53 16,0 0-25-16,0 0-56 16,0 0-5-16,-198 92 10 15,198-92 12-15,0 0-21 16,45-29-17-16,77-31-7 15,72-29-1-15,39-25-2 16,22-11 3-16,4-4-4 16,-21 14 6-16,-4 9-12 15,-20 23 22-15,-32 14-16 16,-46 15-5-16,-39 20-2 0,-40 9 0 16,-27 13-2-16,-20 12-2 15,-10 0-4-15,0 0-52 16,0 0-69-16,0 25-89 15,-5 7-98-15,-35 10-186 16</inkml:trace>
  <inkml:trace contextRef="#ctx0" brushRef="#br0" timeOffset="143751.04">16923 4428 632 0,'0'0'23'0,"0"0"-3"16,0 0 143-1,0 0-44-15,0 0-56 0,0 0-33 16,0 0-14-16,0 0 1 16,24-12 5-16,80 12 0 15,32 0 0-15,22 0-5 16,14 0-6-16,5 0 15 16,2 0-1-16,-21-7-16 15,-21-1-6-15,-36-1-3 16,-25 0 0-16,-34 6-4 15,-23 0-22-15,-14 3-40 16,-5 0-70-16,0 0-6 16,-31 0-13-16,-40 0-11 0,-25 0-9 15,-15 0 81-15,-21 0 46 16,-21 3 18 0,-10 3 0-16,-4 0 30 0,9-1 48 15,35 1-4-15,34-2 34 16,32-4 7-16,31 2-13 15,17-2 10-15,4 0-20 16,5 0-21-16,0 0 0 16,0 0 30-16,0 0-30 15,0 4 3-15,19 3 1 16,47-5 2-16,26 1 1 16,30-3-12-16,20 0-5 0,6 0-2 15,10-5 1-15,-12-8-13 16,-18 3-5-16,-32 5-8 15,-30 1-4-15,-26 2-1 16,-14-1-17-16,0 3-79 16,5 0-167-16,0-8-74 15</inkml:trace>
  <inkml:trace contextRef="#ctx0" brushRef="#br0" timeOffset="144379.09">21643 4337 634 0,'0'0'36'0,"0"0"121"0,0 0-6 15,0 0-71-15,0 0-54 16,0 0-5 0,-151 19 11-16,217-10-13 0,40 1 3 15,31-2-7-15,7-3 0 16,-3-1-12-16,-4-4 6 16,-5 0 2-16,0 0-5 15,0 0-3-15,-9-4-2 16,-13-4-1-16,-22 3-3 15,-44-1-18-15,-22 2-79 16,-22 4-92-16,-40 0 0 0,-62 0-145 16</inkml:trace>
  <inkml:trace contextRef="#ctx0" brushRef="#br0" timeOffset="144568.09">21770 4397 410 0,'0'0'68'16,"0"0"-2"-16,0 0 87 15,0 0 5-15,0 0-81 16,0 0-34-16,-217 23 10 0,217-21 4 16,40 1-23-1,67-3-6-15,41 0 8 0,38 0-27 16,19 0-4 0,8-9-5-16,1-13-4 0,-6 5-14 15,-32 2-137-15,-41 3-153 16</inkml:trace>
  <inkml:trace contextRef="#ctx0" brushRef="#br0" timeOffset="147692.38">16140 8068 107 0,'0'0'306'0,"0"0"-264"0,0 0 62 16,0 0 64-16,0 0-70 15,0 0-46-15,0-84-23 16,0 75 6-16,0 5 43 16,0 2-19-16,0 2-22 15,0 0 4 1,0 0-3-16,0 0-11 0,0 0-11 15,0 0-5-15,0 0 0 16,0 0-8-16,0 0 4 16,0 0-6-16,0 0 0 15,0 0 0-15,0 0-1 16,0 0 0-16,0 0-6 16,0 0 0-16,0 0 0 0,0 0-3 15,0 0-4-15,0 0-8 16,0 0-6-16,0 0-4 15,0 0-9-15,0 0-14 16,0 0 0-16,0 0 0 16,0 0 13-16,0 0-3 15,0 0-20 1,0 0-1-16,0 0 13 0,0 0-9 16,0 0-19-16,5 0-50 15,0 0-27-15</inkml:trace>
  <inkml:trace contextRef="#ctx0" brushRef="#br0" timeOffset="148670.57">16124 7984 558 0,'0'0'105'0,"0"0"-51"0,0 0 85 16,0 0 12-16,0 0-88 15,0 0-22-15,-14-45 5 16,14 45 8-16,0 0 1 16,0 0-15-16,0 17-17 15,0 23 22-15,0 11 29 16,19 4-36-16,-3 5-4 15,-2-6-16-15,3 0-7 0,-8-9-9 16,1-7-2 0,-3-4-1-16,-2-14-6 0,-5-2-20 15,0-4-44 1,0-5-60-16,0-5-58 0,-31-4-24 16,-21 0-147-16</inkml:trace>
  <inkml:trace contextRef="#ctx0" brushRef="#br0" timeOffset="148954.15">15820 8061 441 0,'0'0'348'0,"0"0"-333"16,0 0 1-16,0 0-10 15,0 0 3 1,0 0-1-16,0 0-5 0,-17-63-2 16,17 63 4-16,22-2-4 15,13-1 0-15,-4 0 0 16,13-3 1-16,4-3 0 16,8-4-4-16,3 1 1 0,7 1-30 15,7-1-167-15,-12 3-25 16</inkml:trace>
  <inkml:trace contextRef="#ctx0" brushRef="#br0" timeOffset="149267.44">16643 8136 595 0,'0'0'95'0,"0"0"-90"0,0 0 145 16,0 0-63-16,0 0-44 15,0 0-31-15,40 0 2 16,21-9 15-16,17-6-9 15,-3 3-11-15,-9 2-7 16,-21 5-2-16,-10 1-3 16,-9 4-29-16,-21 0-95 0,-5 0-51 15,0 0-74-15</inkml:trace>
  <inkml:trace contextRef="#ctx0" brushRef="#br0" timeOffset="149440.73">16643 8136 509 0,'26'212'54'0,"-31"-204"-11"0,5-5 83 16,0-3-41-16,0 0-50 15,49 0-12-15,39 0 10 16,22-15-17-16,18-11-16 16,8-5-93-16,-8-1-138 15,-20 2-120-15</inkml:trace>
  <inkml:trace contextRef="#ctx0" brushRef="#br0" timeOffset="149865.22">17777 7869 644 0,'0'0'162'0,"0"0"-134"16,0 0 112-16,0 0-13 16,0 0-60-1,0 0-37-15,-22-25-19 0,13 48 5 16,0 23 7-16,-8 3 8 15,3 5-14-15,-3-2-17 0,17-8 2 16,-4-5-2-16,-6-7 0 16,10-11-1-16,0-6-1 15,0-9-11 1,0-3-11-16,0-3 3 0,0 0 4 16,0 0 9-16,0-29-11 15,31-11-2-15,14-4 7 16,11 5 12-16,10 10 2 15,-4 1 0-15,4 16 0 16,0 7 0-16,-17 5 0 16,8 0 4-16,-1 39 1 15,-11 13 17-15,-5 8-4 0,-9 0 10 16,-19-8-6-16,-12-12-2 16,0-3 15-16,-17-1 1 15,-40-3-15-15,-9-5-19 16,-9-6-2-16,-5-12-74 15,2-10-51 1,7 0-97-16,1-32-156 0</inkml:trace>
  <inkml:trace contextRef="#ctx0" brushRef="#br0" timeOffset="150023.03">17772 7921 731 0,'0'0'105'0,"0"0"-103"15,0 0 30-15,0 0 30 16,299-48-52-16,-110 25-10 16,9-5-43-1,-21-4-301-15</inkml:trace>
  <inkml:trace contextRef="#ctx0" brushRef="#br0" timeOffset="152077">20038 8055 926 0,'0'0'38'0,"0"0"63"0,0 0 23 15,0 0 14-15,0 0-85 16,0 0-26-16,0-27-15 15,0 75 2-15,0 20 38 16,0 1-20-16,0-3-26 16,0-9 14-16,0-12-18 15,0-10 2-15,0-9-3 16,0-10-1-16,0-10 1 16,0-3-1-16,0-3 0 15,0 0 3-15,0 0 1 0,0-42-2 16,0-24 0-1,0-17-2-15,0-4-5 0,0 7 5 16,21 12 3-16,-2 20 0 16,-3 17-3-16,-6 16 2 15,-6 15-2-15,1 0 0 16,2 0-2-16,7 0 2 16,17 31 0-16,21 19 0 15,7 12 6-15,-3-1-3 16,-4 1-2-16,-17-5 3 15,-4-6-4-15,-5-4 0 16,-7-2 1-16,-14-6-3 16,-1-9 1-16,-4-13-4 15,0-5-18-15,0-9-34 0,0-3-32 16,0 0-31-16,0 0-18 16,-14-24-92-16,-31-8-167 15,-6-1-50-15</inkml:trace>
  <inkml:trace contextRef="#ctx0" brushRef="#br0" timeOffset="152345.1">19891 8308 213 0,'0'0'53'16,"0"0"-12"-16,0 0 81 15,0 0-17-15,0 0-36 16,0 0 22-16,-11 0-24 16,11 0 5-1,0 0-30-15,0 0-10 0,0 0-7 16,47 0 11-16,23 0 1 16,11 0-23-16,15-6-6 0,13-5-5 15,-20 2-3-15,-6 0-9 16,-12 3-64-16,-20 6-163 15,-15-2-97-15</inkml:trace>
  <inkml:trace contextRef="#ctx0" brushRef="#br0" timeOffset="153620.84">20389 8079 531 0,'0'0'92'0,"0"0"88"15,0 0-9-15,0 0-46 16,0 0-14-16,0 0-18 16,0 0-63-16,-113-104-12 0,58 104 17 15,13 0-19-15,7 18 17 16,4 8-24-16,12 10-6 16,3 11 11-16,16 7-14 15,0 0 0-15,26 3 3 16,44 3-3-16,13-6-1 15,-3-2 1-15,2 0 2 16,-16-4-2-16,-16-8 2 16,-15-12-1-16,-18-7 1 15,-17-12-1-15,0-1 4 16,-31 7 7-16,-65 1 7 16,-27-4-11-16,-4-6-7 0,6-6 0 15,29 0-2-15,17-18-4 16,14-18-23-16,25-6-76 15,25-2-67-15,11-5-21 16,11 5-82-16,44 0 18 16,6 1-211-16</inkml:trace>
  <inkml:trace contextRef="#ctx0" brushRef="#br0" timeOffset="153672.37">20389 8079 466 0</inkml:trace>
  <inkml:trace contextRef="#ctx0" brushRef="#br0" timeOffset="153968.04">20389 8079 466 0,'-10'-24'103'0,"25"-15"-27"0,-6 10 136 0,-9 2-97 0,0 6-7 15,0 9-35-15,-14 0-13 16,-26 12 0-16,-12 0-41 16,-5 0 17-16,-9 24-18 15,5 15-6-15,11 9-5 16,15 7-2-16,19 6-2 16,16 1-2-16,0-1-1 15,16-5 0-15,34-3-7 16,6 0 4-16,5-4 3 15,-4-5-3-15,-7-4 4 0,-10-14-1 16,-19-5 7-16,-12-9-7 16,-9-9 3-16,0-3 6 15,0 3 9-15,-40-3 3 16,-40 3-19-16,-17 0-2 16,10-3-23-16,26 0-33 15,30-9-97-15,27-21-77 16,4-6-108-1</inkml:trace>
  <inkml:trace contextRef="#ctx0" brushRef="#br0" timeOffset="154188.24">20841 8002 682 0,'0'0'239'0,"0"0"-223"15,0 0 126-15,0 0 9 16,0 0-40-16,0 0-54 15,66-63-33-15,-66 122 8 16,0 19 17-16,0 5-11 16,0 0-12-16,0-10-22 15,10-7-4-15,6-10 0 16,3-11-6-16,2-13-61 16,10-7-45-16,9-16-102 0,12-9-62 15,2-3-67-15</inkml:trace>
  <inkml:trace contextRef="#ctx0" brushRef="#br0" timeOffset="154408.62">21511 8236 802 0,'0'0'82'0,"0"0"-26"16,0 0 103-16,0 0-58 15,0 0-62-15,0 0-17 16,0-2-16-16,42 2-3 15,24 0 0-15,15 0-3 16,1-6-4-16,-11-1-36 0,-10-1-63 16,-26 5-72-16,-20 3-134 15,-15 0-239-15</inkml:trace>
  <inkml:trace contextRef="#ctx0" brushRef="#br0" timeOffset="154547.84">21511 8427 627 0,'0'0'127'0,"0"0"-60"0,0 0 105 16,0 0-68-16,0 0-75 16,0 0-19-16,163 4 7 15,-15-28-17-15,3-12-106 16,-17-5-150-16,-27-7-440 16</inkml:trace>
  <inkml:trace contextRef="#ctx0" brushRef="#br0" timeOffset="154991.07">22407 7769 878 0,'0'0'68'0,"0"0"81"16,0 0-22-16,0 0-81 15,0 0-26-15,0 0-2 16,-17 93 35-16,17-40-25 15,0-2-24-15,0-1 1 16,17-5-4-16,13-10-1 16,6-7-2-1,-1-8-13-15,5-8-26 0,5-12-11 16,2 0-18-16,-2-3-10 16,-10-35 12-16,-4-9 38 0,-14-11 26 15,-13 1 4-15,-4 11 8 16,0 3 11-16,0 20 46 15,0 6 8 1,0 13-15-16,0 4 28 0,0 0-25 16,0 0-33-16,0 4-10 15,0 39-12-15,0 20 50 16,0 9 2-16,0 5-37 16,0-3 13-16,0-2-22 15,0-12-7-15,0-6-4 16,0-12-2-1,10-10-8-15,20-12-48 0,10-8-87 16,26-12-111-16,8-12-147 0</inkml:trace>
  <inkml:trace contextRef="#ctx0" brushRef="#br0" timeOffset="155348.65">23362 7787 918 0,'0'0'18'0,"0"0"3"16,0 0 123-16,0 0-46 0,0 0-54 16,0 0-32-16,-97 60 17 15,76 8 9-15,11 1-26 16,10-6-4-16,0-4-7 16,0-9-1-16,31-13-3 15,21-11 2-15,-3-11 0 16,8-13 2-16,4-2-1 15,1-5 2-15,-13-30 10 16,-14-19-1-16,-13-7 8 16,-22-4 13-16,0 2 16 15,-10 6-9-15,-42 14-20 16,0 6-2-16,-2 13-17 16,2 13 0-16,12 8-8 15,0 3-31-15,-2 6-70 0,11 23-103 16,17 8-177-16,14-11-299 15</inkml:trace>
  <inkml:trace contextRef="#ctx0" brushRef="#br0" timeOffset="155729.88">23968 7750 748 0,'0'0'50'0,"0"0"108"15,0 0 5-15,0 0-83 16,0 0-46-16,0 0-25 16,0-9-3-16,0 52 3 15,-26 8 6-15,9 2-9 16,12-2-3-16,5-3 0 16,0-7-2-16,0-1-1 15,40-8 0-15,8-2 0 16,1-13-2-16,3-5 1 15,-12-12 1-15,0 0 0 16,-9 0 3-16,4-26 8 16,-9-17-3-16,-16-11 7 0,-10-1 28 15,0-2 3-15,0 9-1 16,-24 7-16 0,-7 10 29-16,1 11-27 0,-1 5-31 15,0 6 1-15,-4 6-4 16,-5 3-34-16,-3 0-53 15,8 18-84-15,12 11-107 16,23-4-221-16</inkml:trace>
  <inkml:trace contextRef="#ctx0" brushRef="#br0" timeOffset="156091.14">24562 7735 779 0,'0'0'47'0,"0"0"86"0,0 0 45 16,0 0-101-16,0 0-50 15,0 0-20-15,-26 6 0 16,0 37 10-16,0 8 7 16,7 9-13-16,7-5-3 15,12 2-2-15,0-5 0 16,0-9-4-16,17-3-1 15,23-14 2-15,16-11-1 0,6-11 3 16,8-4 1-16,1-11 15 16,-5-27 20-16,-14-13-19 15,-21-8 29-15,-22-9-18 16,-9-2 1-16,0 2-27 16,-31 9-7-16,-44 14-9 15,-26 22-48-15,-48 23-36 16,-40 0-222-16,-35 12-483 15</inkml:trace>
  <inkml:trace contextRef="#ctx0" brushRef="#br0" timeOffset="157908.91">19972 9636 935 0,'0'0'39'0,"-316"-19"-20"16,257 19 15-16,59-8 107 15,80-12-41-15,148-14-81 16,159-19 5-16,177-6 41 16,138-4-26-16,95 3-13 15,26 15 0-15,-59 1-17 16,-104 4-3-16,-132-1-3 15,-142 5 1-15,-117 4 2 16,-101 4-6 0,-86 11-4-16,-61-1-24 0,-21 2-56 15,-92-2-115-15,-96-2-224 16</inkml:trace>
  <inkml:trace contextRef="#ctx0" brushRef="#br0" timeOffset="160298.29">6251 12157 821 0,'0'0'112'16,"0"0"-37"-16,0 0 68 15,0 0 4-15,0 0-49 16,0 0-59-16,0 0-12 16,0-9-17-16,4 87 5 0,10 14 24 15,-2 0-26-15,-12-5-6 16,0-15-5-16,0-17-1 16,0-10 3-16,0-15-4 15,-7-14 1 1,2-7 1-16,5-9-4 0,-4 0-1 15,-10-51-13-15,-8-30 2 16,1-22 1-16,-2-14 13 16,16 9 0-16,7 7 1 15,0 12 3-15,0 14-2 16,7 15 8-16,23 22 4 16,6 17 3-16,4 17 0 0,21 4-3 15,24 25 0-15,19 32 11 16,-3 14-5-16,0 9-5 15,-21 3-10-15,-2-5-3 16,-19-4-2-16,-12-14-2 16,-11-6-5-16,-15-12-30 15,-7-13-39-15,-9-10-87 16,-5-14-92-16,0-5-97 16,-36-5-87-16</inkml:trace>
  <inkml:trace contextRef="#ctx0" brushRef="#br0" timeOffset="160471.15">6274 12423 894 0,'0'0'90'0,"0"0"-71"0,0 0 71 15,0 0 54-15,0 0-91 16,0 0-49-16,-96 17-4 16,192-53 0-16,53-15-8 15,35-11-79-15,2-12-50 16,-7 8-85-16,-42 9-111 15</inkml:trace>
  <inkml:trace contextRef="#ctx0" brushRef="#br0" timeOffset="160643.76">7658 12106 561 0,'0'0'606'0,"0"0"-603"15,0 0 7 1,0 0 117-16,0 0-73 0,0 0-54 15,-31 18-2-15,128-44-1 16,26-14-6-16,-3-1-93 16,-23 8-34-16,-36 18-112 15,-45 15-94-15</inkml:trace>
  <inkml:trace contextRef="#ctx0" brushRef="#br0" timeOffset="160785.73">7677 12426 760 0,'0'0'113'15,"0"0"-98"-15,0 0 86 16,0 0-8-16,0 0-76 16,0 0 2-16,153-79-19 15,-30 11-29 1,-1-4-58-16,-11-3-96 0,-40 7-128 16</inkml:trace>
  <inkml:trace contextRef="#ctx0" brushRef="#br0" timeOffset="161197.64">8401 11575 527 0,'0'0'346'0,"0"0"-235"16,0 0 70-16,0 0 3 0,0 0-84 15,0 0-63-15,-17-51-14 16,17 102-9-16,45 20 56 16,16 12-14-16,5 5-33 15,-9-4-12 1,-1-5-7-16,-15-4-1 0,-11-10-2 15,-9-13-1-15,-6-17 0 16,-6-14-4-16,-9-11-11 16,0-10-5-16,0 0 12 0,-14-43 2 15,-38-28-15-15,-2-24-5 16,-3-9 11-16,17-4-1 16,14 6-4-16,10 15-3 31,16 13 16-31,0 17-12 15,0 16 14-15,26 13-2 16,9 11 7-16,-4 14 1 0,-10 3 1 16,-7 9-2-16,-2 30 4 15,-12 8-2-15,0 7 4 16,0 0-5-16,-7-10-1 16,-17-2-29-16,12-10-103 15,12-1-83-15,0-5-140 16,0-1-164-16</inkml:trace>
  <inkml:trace contextRef="#ctx0" brushRef="#br0" timeOffset="161387.66">9162 11865 987 0,'0'0'88'16,"0"0"-25"-16,0 0 95 15,0 0-76-15,0 0-49 16,0 0-26-16,26-25-3 15,40 2-4-15,24-9-3 16,13-7-20-16,-18-1-82 16,-19 2 21-16,-30 2-56 0,-15 4-82 15,-21 0-155-15</inkml:trace>
  <inkml:trace contextRef="#ctx0" brushRef="#br0" timeOffset="161577.25">9228 11497 911 0,'0'0'102'0,"0"0"-56"16,0 0 109-16,0 0-55 16,0 0-18-16,10 156-39 15,46-109-19-15,20 1 10 16,-6-7-25-16,3 7-9 16,-11-3-11-16,-17 0-75 15,-15-3-88-15,-16-19-77 0,-9-20-185 16</inkml:trace>
  <inkml:trace contextRef="#ctx0" brushRef="#br0" timeOffset="161814.29">9940 11203 1035 0,'0'0'43'15,"0"0"21"-15,0 0 133 16,0 0-77-16,0 0-81 15,0 0-17-15,14 45 3 16,43 20 32-16,-1-2-37 16,-11-2-17-16,7-4-3 15,-12-8-8 1,-4-11-29-16,-11-8-65 0,-15-9-93 16,-10-7-49-16,0-11-152 15</inkml:trace>
  <inkml:trace contextRef="#ctx0" brushRef="#br0" timeOffset="161986.6">9730 11322 919 0,'0'0'61'0,"0"0"24"16,0 0-2-16,0 0-57 16,0 0-17-16,123-180-9 15,-41 148-12-15,-6 10-12 16,-10 19-58-16,-26 3-78 15,-9 28-80 1,-15 37-53-16,-16 22 127 0</inkml:trace>
  <inkml:trace contextRef="#ctx0" brushRef="#br0" timeOffset="162112.46">10098 11729 397 0,'0'0'164'0,"0"0"-102"16,0 0 36-16,0 0-42 15,0 0-35-15,0 0-21 16,229-14-14-16,-140-46-119 15,-16-12-128-15</inkml:trace>
  <inkml:trace contextRef="#ctx0" brushRef="#br0" timeOffset="162505.41">10214 10513 878 0,'0'0'11'0,"-352"-175"15"15,114 78 104-15,-56 11-21 16,-46 21-13-16,-63 35-21 16,-33 30-29-16,-52 41 7 15,-40 73-42 1,-7 52 3-16,2 62 9 0,31 73 10 16,63 57 9-16,74 54 7 0,105 26-16 15,119-15-7 1,110-40-15-16,71-61-11 0,184-72-3 15,137-73 1 1,122-76-2-16,137-81 2 0,111-63-2 16,73-120-45-16,64-69 11 15,-34-57 38-15,-77-34 4 16,-137-26 36-16,-207-35-4 16,-211-48-15-16,-202-37-21 15,-238 4-37-15,-214 44-11 16,-173 104-47-16,-92 136-19 15,-56 135 14 1,-15 101 35-16,32 126-65 0,22 84-181 16,65 55-148-16</inkml:trace>
  <inkml:trace contextRef="#ctx0" brushRef="#br0" timeOffset="164039.63">22499 4944 948 0,'0'0'27'0,"0"0"73"0,0 0 31 16,0 0-75-16,0 0-50 16,0 0 7-16,80 77 16 0,-35-38 12 31,2-9-16-31,-12-13-3 15,-14-10-8-15,-11-7-1 16,-5 0 41-16,9-16 11 16,38-49-3-16,23-27-47 15,52-34-15-15,71-23-4 16,88-14-27-16,79-26-110 16,43-23-303-16</inkml:trace>
  <inkml:trace contextRef="#ctx0" brushRef="#br0" timeOffset="165061.1">23081 7330 819 0,'0'0'276'0,"0"0"-262"0,0 0 60 16,0 0 102-16,0 0-108 16,0 0-45-16,0-41-11 15,31 95 13-15,4 18 42 16,8-8-33-16,-8-11-21 15,-16-19-4-15,-3-19 0 16,-6-15 2-16,-1 0 8 16,8 0 14-16,27-43-9 15,44-46-15-15,34-39-9 16,55-33-27-16,42-19-42 16,36-28-106-16,-3-36-317 15</inkml:trace>
  <inkml:trace contextRef="#ctx0" brushRef="#br0" timeOffset="169841.15">1375 8445 977 0,'0'0'54'0,"0"0"-53"0,-290 57 29 16,194-26 80-16,-6 1-13 15,17-3-46-15,24-6-11 16,26-15 17-16,23-8 6 16,12 0-32-16,21-26-31 15,106-65 7-15,116-52 21 16,104-47-17-16,70-29-5 16,50-2-4-16,7 7 6 15,-17 8-8-15,-25 18-2 0,-72 24-112 16,-126 21-360-1</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30:14.362"/>
    </inkml:context>
    <inkml:brush xml:id="br0">
      <inkml:brushProperty name="width" value="0.05292" units="cm"/>
      <inkml:brushProperty name="height" value="0.05292" units="cm"/>
      <inkml:brushProperty name="color" value="#FF0000"/>
    </inkml:brush>
  </inkml:definitions>
  <inkml:trace contextRef="#ctx0" brushRef="#br0">13278 5398 1089 0,'0'0'11'0,"0"0"50"16,0 0 103-1,0 0-71-15,0 0-52 16,0 0-38-16,0 0 14 0,0 0 1 15,-14 155 11-15,28-81-19 16,8-5-7-16,-8-13-1 0,-5-12-2 16,-2-12 0-16,-2-19 0 15,-5-7-2-15,0-6 2 16,0 0 0-16,0 0 3 16,0-42 2-16,-21-19-5 15,-15-18-3 1,11 3-1-16,20 6 4 15,5 20 0-15,0 13 2 0,0 21 2 16,0 10-3-16,0 6-1 16,0 0-3-16,5 0-3 15,51 39-7-15,20 16 13 16,1 11-1-16,-22 0-5 16,-4-6-4-16,-15-12-8 15,-10-13 13-15,0-18-9 16,-17-8 2-16,1-9-2 0,-1 0-9 15,7-29 13-15,6-40 2 16,8-11 8-16,6-9 0 16,-1 14 4-16,-4 16-4 15,-8 16 6-15,-11 26-5 16,-3 8 13-16,-9 9-9 16,0 0-2-16,10 12-3 15,6 34-23-15,3 11 23 16,7 3-4-16,10-9-5 15,-1-8-59-15,0-17-40 0,-4-8-39 16,0-16-2-16,-10-2-12 16,-7 0 87-1,7-32 74-15,-11-16 0 0,6-6 37 16,3-5 65-16,-7 8 23 16,2 9-8-16,-9 13-1 15,2 11-19-15,-7 11-8 16,0 7-12-16,0 0-23 15,0 9-54-15,0 48 16 16,4 33 3-16,11 22 24 16,1 15-33-16,-2 1-6 0,3-9-3 15,-3-9-1-15,2-11-2 16,-2-18-1-16,-9-22 1 16,-5-20-4-16,0-25-45 15,0-14-6-15,0 0 16 31,0-34 32-31,-35-38-18 0,-26-34-40 0,-1-19 53 16,17-14 8-16,20-4-25 31,25 5 19-31,0 19 9 16,9 26 3-16,38 27 0 0,14 22 0 0,1 21-1 16,13 16 1-1,1 7 0-15,1 7 2 16,-11 33 8-16,-21 15-10 15,-35 8-6-15,-10-1 6 16,-40 4-5-16,-52 0 5 16,-19-5-112-16,-2-7-165 15,28-21-241-15</inkml:trace>
  <inkml:trace contextRef="#ctx0" brushRef="#br0" timeOffset="220.45">14924 5693 945 0,'0'0'32'16,"0"0"-8"-16,0 0-24 16,0 0 11-16,0 0-11 15,0 0 0-15,271-21-2 16,-165 4-25-16,-14 1-100 15,-35 10-109-15,-38 3-287 16</inkml:trace>
  <inkml:trace contextRef="#ctx0" brushRef="#br0" timeOffset="377.41">15007 5943 669 0,'0'0'43'0,"0"0"-24"16,0 0 144-16,0 0-97 15,0 0-58-15,0 0 10 16,188-13-18-16,-37-19-7 16,12-10-156-16,-24-2-150 15</inkml:trace>
  <inkml:trace contextRef="#ctx0" brushRef="#br0" timeOffset="597.04">15855 5376 1025 0,'0'0'8'0,"0"0"17"16,0 0 116-16,0 0-85 15,0 0-38-15,0 0-8 16,-35 49 12-16,35 4 22 16,0 4-29-16,0-3-14 15,0-1-1-15,0-5-9 0,0-9-37 16,0-4-76-16,0-9-68 15,14-13-130-15,7-13-129 16</inkml:trace>
  <inkml:trace contextRef="#ctx0" brushRef="#br0" timeOffset="915.9">16074 5392 837 0,'0'0'20'0,"0"0"91"16,0 0 42-16,0 0-87 15,0 0-53-15,0 0-5 16,-16 52 11-16,7 3-4 16,4 2-7-16,5-7-8 0,0-1 0 15,0-11-3-15,5-6-3 16,20-7-1-16,11-11-20 16,-1-8 11-16,5-6-2 15,0 0 9-15,3-20 9 16,-3-23 3-16,-21-8 11 15,-3-6 5-15,-16 2 5 16,0 4 9-16,-21 7-12 16,-14 13-11-16,-1 13-3 15,6 11-7-15,4 7-27 0,2 0-30 16,-7 28-82 0,1 10-113-16,9-2-101 0</inkml:trace>
  <inkml:trace contextRef="#ctx0" brushRef="#br0" timeOffset="1288.34">16496 5425 707 0,'0'0'39'16,"0"0"45"-16,0 0 75 16,0 0-78-16,0 0-34 15,0 0-9-15,0-27-6 16,0 29-32-16,0 30 1 0,0 14 16 15,0 8-15 1,0-4 3-16,0 4-5 0,0-6 0 16,19-10 0-16,12-4-8 15,-5-14-18-15,5-8 8 16,-1-12-16-16,6 0 28 16,-6-4 6-16,6-30 1 15,-10-15 7-15,-8-10 5 16,-18-1 22-16,0 1 3 15,0 5-11-15,-9 12 1 0,-17 15-16 16,-5 16-3 0,1 7-9-16,-6 4-28 0,-4 7 4 15,-5 28-98-15,3 7-113 16,18-1-89-16</inkml:trace>
  <inkml:trace contextRef="#ctx0" brushRef="#br0" timeOffset="1660.14">16959 5457 804 0,'0'0'13'0,"0"0"12"0,0 0 103 16,0 0-44-16,0 0-42 15,0 0-24-15,0-30-3 16,0 30-15-16,0 17 1 15,0 20 5-15,0 11 9 16,0 1-14-16,0 0 0 16,0-1 1-16,0-10-2 15,9-1 1-15,26-11-2 16,1-8-3 0,11-9-3-16,-2-9-2 0,-1 0 6 15,4-15 3-15,-13-23 8 16,-21-11 3-16,-7-8 35 0,-7 2-4 15,0 1 28-15,-42 9-29 16,-8 8-11-16,-2 16-6 16,3 14-24-16,6 7-15 15,3 0-16-15,5 13-115 16,9 30-173-16,2 5-306 16</inkml:trace>
  <inkml:trace contextRef="#ctx0" brushRef="#br0" timeOffset="1823.65">17899 5868 1226 0,'0'0'8'16,"0"0"-8"-16,0 0 36 16,0 0-14-16,-73 153-22 15,50-78-50-15,-34-1-303 16</inkml:trace>
  <inkml:trace contextRef="#ctx0" brushRef="#br0" timeOffset="2264.27">18630 5298 1070 0,'0'0'25'0,"0"0"26"15,0 0 159 1,0 0-85-16,0 0-43 0,0 0-46 16,-71-62-12-16,71 62-8 15,0 36-10-15,0 21-2 16,0 12 2-16,0-4-4 0,-16 1-2 15,6-6-2-15,-4-5-25 16,2-3-60-16,3-10-71 16,4-13-64-16,5-14-83 15,0-15-70-15</inkml:trace>
  <inkml:trace contextRef="#ctx0" brushRef="#br0" timeOffset="2468.48">18427 5516 638 0,'0'0'108'16,"0"0"87"-1,0 0-72-15,19-187-52 0,42 154-46 16,17 15-12-16,12 15-8 0,7 3 0 16,-10 6 4-16,-12 32 15 15,-14 10 11-15,-30 6-9 16,-31 1-3-16,0 4 0 16,-31-3-4-16,-49 1-18 31,-16-4-1-31,-1-4-127 15,10-17-173-15,25-13-559 16</inkml:trace>
  <inkml:trace contextRef="#ctx0" brushRef="#br0" timeOffset="2720.77">19255 5650 962 0,'0'0'12'0,"0"0"102"15,0 0 28-15,0 0-82 16,0 0-31-16,0 0-16 16,66-6 10-16,-10 6-3 0,25-2-10 15,10-4-10 1,-3-3-9-16,-13 0-68 0,-23 1-58 15,-21 4-99-15,-31 4-90 16</inkml:trace>
  <inkml:trace contextRef="#ctx0" brushRef="#br0" timeOffset="2876.31">19342 5788 791 0,'0'0'90'0,"0"0"-47"16,0 0 135-16,0 0-94 15,0 0-63-15,0 0-3 0,61 8-15 16,55-28-3 0,21-12-106-16,-10-7-279 0</inkml:trace>
  <inkml:trace contextRef="#ctx0" brushRef="#br0" timeOffset="3334.34">20023 5495 892 0,'0'0'28'0,"0"0"-22"16,0 0 120-16,0 0-73 16,0 0-13-16,0 0-18 15,-51-122-20-15,60 110 3 16,17 6 2-16,-5 6 0 15,5 0-7-15,-2 0 0 16,6 37 0-16,-4 9 1 16,-5 17 3-16,-16 3-2 15,-5-3-2-15,0 0 0 16,-9-10 7-16,-34-5 5 16,-11-9 11-16,2-10 0 0,-4-7-8 15,15-10 0-15,16-6-6 16,15-6 5-16,5 0 10 15,5 0 8-15,0 0-9 16,0-4-4 0,0-10 0-16,5 1-14 0,16 1-4 15,3 3 0-15,7 4-1 16,4 5 0-16,12 0-5 16,10 0-4-16,-3 0-29 15,7 0-73-15,-4 0-32 16,-8 0-90-16,3 0-16 15,-12-4-38-15</inkml:trace>
  <inkml:trace contextRef="#ctx0" brushRef="#br0" timeOffset="3664.95">20542 5650 360 0,'0'0'156'15,"0"0"-77"-15,66-155 56 16,-57 110-17-16,-9 11-20 16,0 3 2-16,0 13-25 15,-9 6-18-15,-29 4-14 16,3 8-29-16,0 0 30 15,-1 0-37-15,10 0-5 0,7 6-1 16,15 14-1 0,4 7-6-16,0 9-4 0,4 6 7 15,41 3 0-15,2-1 3 16,3 1-1-16,-10 6 2 16,2-4-2-16,-11-1 2 15,-17-12 2-15,-4-12-1 16,-10-10-1-16,0-6 1 15,0-3 20-15,-55-3-6 16,-6 0-9-16,0 0-1 16,21-15 5-16,19-24-11 15,21-11-12-15,4-16-25 16,79-2-34-16,13 2-92 0,1 18-123 16,-21 16-35-16</inkml:trace>
  <inkml:trace contextRef="#ctx0" brushRef="#br0" timeOffset="3922.38">21162 5204 864 0,'0'0'14'16,"0"0"105"-16,0 0 48 16,0 0-95-16,0 0-1 0,0 0-29 15,-16-43-8 1,11 55-15-16,0 45-7 0,-16 23 12 15,2 22 28-15,-12 9-22 16,5-4-15-16,1-2-6 16,-1-7-9-16,7-12 0 15,2-11-9-15,8-18-80 16,9-25-126-16,0-28-138 16,0-4-290-16</inkml:trace>
  <inkml:trace contextRef="#ctx0" brushRef="#br0" timeOffset="4136.31">20754 5370 868 0,'0'0'7'0,"0"0"11"0,0 0-18 16,0 0 19 0,0 0-4-16,0 0 8 0,57 134-1 15,-38-134 40-15,-3 0 4 16,-6-14-8-1,1-19-2-15,-11 1-32 0,0-1 3 16,0 11-27-16,0 13 0 16,0 9-30-16,-21 0-107 0,-14 9-228 15</inkml:trace>
  <inkml:trace contextRef="#ctx0" brushRef="#br0" timeOffset="4402.72">21365 5696 302 0,'0'0'532'0,"0"0"-519"0,0 0-13 16,0 0 24-1,0 0-2-15,0 0 0 0,92 113 20 16,-69-113 42-1,-1 0-11-15,-13-19-4 0,-9-9-10 16,0-3-17-16,0 10-6 16,-31 10-36-16,-9 11-17 15,-9 0-90-15,-17 17-120 16,-17 19-377-16</inkml:trace>
  <inkml:trace contextRef="#ctx0" brushRef="#br0" timeOffset="5583.71">17517 6991 725 0,'0'0'194'16,"0"0"-186"-16,0 0 119 0,36-177 0 15,-36 160-42 1,-40 8-36-16,-17 9-23 0,-14 0 5 15,-16 29-21-15,7 19-5 16,14 2-5-16,19 1 0 16,33 3 0-16,14 0-3 15,4-1-1-15,62 0-7 16,26-1 0-16,10-1 8 16,-6-2 1-16,-20 0 2 15,-36-4 2-15,-28-10-2 16,-12-4-4-16,0-8 4 15,-52-6-3-15,-5-6 3 0,12-10 0 16,15-1-5-16,25 0-6 16,5-34-52-16,0-12 6 15,71-1-4-15,16-10 26 16,14 6-2-16,-9 4 12 16,-16-1 25-16,-15 6 3 15,-21 1-1-15,-19 11 7 16,-11 0 20-16,-10 9 28 15,0 2 18-15,0 8 2 16,0-1-10-16,-14 7-20 16,-3 1-9-16,12 4-9 15,1 0 9-15,4 0-19 16,-5 0-7-16,5 0-8 0,0 0 6 16,0 24-10-16,0 24 0 15,0 27 7-15,0 14 1 16,0 19 0-16,0 10 7 15,9 14-4-15,8 2-3 16,-3-5 3-16,0-10-3 16,-7-21-6-16,-7-20-2 15,0-25 0-15,0-21-1 16,0-13 1-16,0-19-5 16,0 0 1-16,-30-45-11 0,-13-38-25 15,3-34 32 1,9-24-9-16,22-1-6 0,9 10-15 15,0 14 24-15,31 16-15 16,18 19 6-16,8 20 13 16,-1 24 8-16,-6 15 2 15,-3 16 1-15,-16 8 0 16,-1 0 9-16,-16 40-1 16,-14 17 1-16,0 12-10 15,-30 5-14-15,-41-4-12 16,-4-8-81-16,9-8-80 15,14-15-138-15,21-21-277 16</inkml:trace>
  <inkml:trace contextRef="#ctx0" brushRef="#br0" timeOffset="5835.29">18656 7435 873 0,'0'0'81'0,"0"0"-64"16,0 0 110-16,0 0-47 15,0 0-53-15,0 0-6 16,-12 0-3-16,73 0 11 16,31-3-9-16,5-12-20 15,-10 0-12-15,-21 5-82 16,-30 7-62-16,-27 3-104 15,-9 0-42-15</inkml:trace>
  <inkml:trace contextRef="#ctx0" brushRef="#br0" timeOffset="5992.49">18727 7610 325 0,'0'0'342'0,"0"0"-299"16,0 0 157-16,0 0-59 15,0 0-93 1,0 0-17-16,-66 48-6 0,162-60-15 15,32-24-10-15,23-8-103 16,-8-7-121-16,-27-3-205 16</inkml:trace>
  <inkml:trace contextRef="#ctx0" brushRef="#br0" timeOffset="6325.33">19392 7175 1007 0,'0'0'10'0,"0"0"91"15,0 0 11 1,0 0-81-16,0 0-11 0,-10-182-17 16,71 149 5-16,-4 10-7 15,-12 7 0-15,-15 14 1 16,1 2-1-16,4 0 2 15,10 18 10-15,2 25 16 16,3 17 35-16,-15 9-26 16,-4 6-21-16,-15 3-1 0,-11-8 2 15,-5-4-10-15,0-11-8 16,0-7 2-16,0-13-5 16,0-8-6-16,0-6-78 15,0-12-75-15,26-9-153 16,19 0-177-16</inkml:trace>
  <inkml:trace contextRef="#ctx0" brushRef="#br0" timeOffset="6872.69">20191 7312 268 0,'0'0'674'16,"0"0"-670"-16,0 0 98 15,0 0 4 1,0 0-93-16,-31-181-6 0,81 153-4 15,-8 13-2-15,-7 7 2 16,-20 5-2-16,-11 3 0 16,3 3 1-16,-7 41 27 15,0 18 30-15,0 10-19 16,0 0-16-16,0-6 8 16,0-13-16-16,0-10-1 15,0-11 4-15,0-12-6 0,0-9-7 16,5-9-6-16,45-2 1 15,27 0-1-15,13-33-12 16,14-21-50-16,-10-5-44 16,-21-1-18-16,-19 1-40 31,-18 8 45-31,-15 7 88 0,-21 5 31 0,0 8 10 16,0 10 52-16,0 10 29 15,0 8 26-15,0 3-24 16,0 0-31-16,-10 0-17 15,-1 28-32-15,1 27-2 16,10 13-3-16,0 4 2 16,0-6-1-16,47-15-4 0,8-11-5 15,6-17-2-15,5-17 2 16,9-6 4-16,3-22 4 16,-12-31 1-16,-16-16 10 15,-39-8 3-15,-11-6 2 16,-35 6-1-16,-62 20-23 15,-20 29-3-15,-20 28-31 16,-16 33-84-16,-15 42-124 16,6 14-326-16</inkml:trace>
  <inkml:trace contextRef="#ctx0" brushRef="#br0" timeOffset="9033.93">22039 6668 913 0,'0'0'18'15,"0"0"58"-15,0 0 85 16,0 0-60-16,0 0-31 16,0 0-22-16,0 0-11 15,-101-57-10-15,91 126 12 16,-4 32 20-16,-7 15-21 15,0 7-14-15,2 0-7 16,2-4-4-16,8-6-10 16,4-5-3-16,5-16-7 15,0-9-23-15,19-17-37 16,23-12-48-16,13-19-94 0,11-17-40 16,0-18-179-16</inkml:trace>
  <inkml:trace contextRef="#ctx0" brushRef="#br0" timeOffset="9206.41">22395 7458 738 0,'0'0'252'0,"0"0"-229"16,0 0 58-16,0 0 16 16,0 0-58-16,295-69-26 0,-41 25-11 15,46-6-2 1,2-2-73-16,-50-5-182 0,-68 4-473 15</inkml:trace>
  <inkml:trace contextRef="#ctx0" brushRef="#br0" timeOffset="11081.91">11550 1528 772 0,'0'0'16'0,"0"0"26"15,-259-148 66-15,66 105 20 16,-67 11-39-16,-30 14-19 15,-28 18-4-15,-19 0 19 16,12 53-5-16,11 32-31 16,34 18-16-16,51 17-15 15,66 20-5-15,62 12-4 16,56 24-2-16,45 15 0 0,24 6-2 16,72-6-4-16,32-21-1 15,20-22 0-15,29-31-9 16,42-30 0-16,36-31 9 15,35-36 0-15,40-20-15 16,40-38 13-16,21-51-6 16,1-30 6-16,-36-27 2 15,-71-22 0-15,-87-20 8 16,-101-14-5-16,-97-1-3 16,-57 6-1-16,-150 31-5 15,-95 40-5-15,-82 46-20 0,-55 52-21 16,-23 28-70-1,14 39-133-15,47 33-257 0</inkml:trace>
  <inkml:trace contextRef="#ctx0" brushRef="#br0" timeOffset="14166.02">16937 9875 4 0,'0'0'0'0</inkml:trace>
  <inkml:trace contextRef="#ctx0" brushRef="#br0" timeOffset="14824.49">16937 9875 6 0,'149'-208'145'16,"-118"158"-30"-16,4 4 0 16,-12-8 3-1,-11 0 21-15,-12 3 43 0,0 7-41 16,0 11-31-16,-35 9 2 16,9 9-20-16,0 11-34 15,-5 4-11-15,-9 25-28 16,-12 32-12-16,3 18 17 15,14 8-2-15,23-6-17 16,12 1-3-16,0-1-1 16,7-8-1-16,38-10-1 0,21-10-11 15,4-21-29-15,13-11-47 16,6-17-8-16,8 0 19 16,7-19-25-16,-15-25-5 15,-11-4-3-15,-24-9 46 16,-11-3 60-1,-20 3 4-15,-15 7 14 0,-8 3 39 16,0 1 50-16,0 8-10 16,-12 6-3-16,-2 7-30 15,-3 17 9-15,12 2-3 16,1 6-8-16,4 0-35 0,0 11-23 16,0 37 5-1,0 21 9-15,0 15 4 0,0 7 3 16,0 7 5-16,9 4-16 15,12-7-3-15,-7-7-2 16,-2-11-4-16,-2-14-1 16,-10-22-1-16,0-13 0 15,0-17 2-15,0-11 0 16,0 0 1-16,0-21-2 16,0-41-6-16,-26-31-49 15,7-26 42-15,14-15 0 16,5-6-14-16,0 9 6 0,14 16 14 15,31 35 3-15,7 26 4 16,5 25 0-16,4 26 0 16,5 3-1-1,-17 26 1-15,-18 37-1 0,-31 14-13 16,0 10 14-16,-61 9-14 16,-55 4-13-16,-32 3-173 15,-20-16-107-15,-4-16-298 16</inkml:trace>
  <inkml:trace contextRef="#ctx0" brushRef="#br0" timeOffset="15241.06">17131 10785 573 0,'0'0'45'0,"0"0"45"16,-14-212 117-16,-8 152-63 15,1 19-28-15,2 16-32 16,3 11 10-16,2 11 19 16,2 3-45-16,12 0-53 15,-5 20-12-15,0 29 7 0,5 19 8 32,0 6-12-32,0 1-5 0,0-1 0 0,0 0-2 15,10-4-9-15,16-8-110 31,-5-5-84-31,-7-15-44 16,3-21-140-16,-3-18-210 16</inkml:trace>
  <inkml:trace contextRef="#ctx0" brushRef="#br0" timeOffset="15783.94">17451 10724 585 0,'0'0'45'0,"0"0"61"16,0 0 47-16,0 0-55 16,0 0-14-16,0 0-17 15,0 0 3-15,-52-91-8 16,43 91-32-16,4 0-25 16,1 20 4-16,-8 17 5 15,2 12-7-15,6 0 0 16,4 2-6-16,0-5 0 15,0-6-1-15,21-10-3 16,2-12-10-16,8-9-11 0,-10-3-2 16,-11-6 10-1,-1 0 11-15,3-21 5 16,-3-24 6-16,-4-9-5 0,12 4-1 16,1 5-1-16,13 2-7 15,16 14-31-15,15 7-24 16,-4 8 16-16,-1 14 19 15,-5 0 10-15,-12 6 14 16,-14 30-4-16,0 9 2 16,-12 2-11-16,7 1 11 15,-7-3 6-15,17-7 16 16,0-11-7-16,-1-5-1 16,10-16-2-16,8-6 5 15,-4-6 5-15,-4-34 1 16,-4-14 11-16,-15-7-3 0,-21-5 24 15,0-2-3-15,0 2 3 16,-57 12-4-16,-9 15-32 16,0 18-13-16,-9 21-2 15,-12 0-11-15,7 42 6 16,2 18-118-16,28-1-126 16,24-8-252-16</inkml:trace>
  <inkml:trace contextRef="#ctx0" brushRef="#br0" timeOffset="16727.21">20434 9439 407 0,'0'0'109'16,"0"0"35"-16,0 0 67 15,30-164-98-15,-30 134-26 16,0 10-31-16,0 11-18 16,-14 5 5-16,-21 4-13 15,-12 0-26-15,-8 19-1 16,-1 19 2-16,16 4 1 16,28 5-6-16,12 4-1 0,12 0-2 15,63 6-6-15,12-3 5 16,3-4-2-16,-8 1 1 15,-20-6 2-15,-32-10-9 16,-30-11 4-16,0-5-26 16,-16-2 19-16,-50-6 15 15,0-1 5-15,9-10-5 16,17 0-6-16,21 0-23 16,19-30-59-16,0-6-17 15,40-8 10-15,31-5-28 16,9-2 75-16,3 5 30 0,-12-5 18 15,-15 2 14 1,-16 3 11-16,-14 4 28 16,-5 5 53-16,-11 2-24 0,-1 8-1 15,-9 6-17-15,0 6-10 16,0 6-8-16,0 3-10 16,0 6 1-16,0 0-1 15,0 0-18-15,0 6-18 16,0 37 0-16,0 17 34 15,0 7-9-15,0 14-11 16,0 6-3-16,0 2 4 16,21 6 1-16,-2-8-2 15,-2-9-10-15,-3-10-1 0,2-14-3 16,-6-16 0-16,-10-17 0 16,0-12 2-16,0-9 1 15,0 0 0-15,0-9 8 16,0-41-11-16,-31-21-23 15,1-26 16-15,11-12-10 16,2-10-10-16,17-2 4 16,0 20-15-16,0 27 22 15,26 26 15-15,19 21 0 16,2 15 1-16,-2 12-1 16,2 0-1-16,-12 42 1 0,-11 12 0 15,-24 11-11-15,0 10-17 16,-35 17 6-16,-55 10-107 15,-37 2-178-15,-17-2-107 16</inkml:trace>
  <inkml:trace contextRef="#ctx0" brushRef="#br0" timeOffset="17057.95">20368 10561 761 0,'0'0'39'0,"0"0"103"15,0 0-14-15,0 0-41 16,0 0 8-16,0 0-13 15,-55-131 1-15,48 131-42 0,7 0-27 16,0 20-14-16,0 23 7 16,0 10 16-16,0 6-19 15,0 1-1-15,0 3-3 16,0-1-80-16,0-1-78 16,0-10-159-16,0-23-209 15</inkml:trace>
  <inkml:trace contextRef="#ctx0" brushRef="#br0" timeOffset="17372">20490 10576 872 0,'0'0'10'16,"0"0"79"-16,0 0 6 0,0 0-63 15,0 0-10-15,0 0-7 16,285-132-5-16,-266 135-10 15,-7 37-9-15,-12 4 9 16,0 7 0-16,0-3 29 16,-35-5-1-16,-8 0 0 15,3-10-4-15,5-6 6 16,9-7-9-16,7-5-12 16,12-6-1-16,2-3-5 15,5-6-1-15,0 4-4 0,0-4-4 16,47 0 1-16,24 0 4 15,9-10-45-15,3-22-63 16,-8-7-92 0,-18-9-70-16,-8-8-212 0</inkml:trace>
  <inkml:trace contextRef="#ctx0" brushRef="#br0" timeOffset="17638.09">21186 10397 622 0,'0'0'183'15,"0"0"6"-15,0 0-16 16,0 0-82-16,0 0-63 15,0 0-19-15,-36 68 9 0,27-2 13 16,9-1-18 0,0-5-7-16,0-9-2 0,45-9-4 15,11-15-3-15,6-9 3 16,13-18 4-16,7 0-1 16,3-21 9-16,-7-30-1 31,-28-12-2-31,-29-6 5 0,-21-2 10 0,-17-1 7 15,-58 12-22-15,-22 22-9 16,-14 29-9-16,-11 9-25 16,-10 53-85-16,-5 22-210 15,0 9-314-15</inkml:trace>
  <inkml:trace contextRef="#ctx0" brushRef="#br0" timeOffset="28423.62">20988 11602 924 0,'0'0'7'16,"0"0"13"-16,0 0 127 16,0 0-52-16,-92-155-27 15,87 142-11-15,5 5 3 0,-5 4-14 16,5 2-1-16,0 2-20 15,0-3-15-15,0 3 1 16,0-3 0-16,0 3-3 16,0 0-4-16,0 0-1 15,0 0-3-15,0 14 4 16,0 35 3-16,0 17 7 16,0 17 26-16,0 10-16 15,0 11-3-15,10-2-11 16,1-1-2-16,8-9-4 15,-2-9 0-15,-3-12-3 16,2-13 0-16,-6-10-1 16,-5-9-1-16,-1-16-2 0,3-8-44 15,-7-9-54-15,0-3-40 16,0-3-54-16,0 0-7 16,0-18-141-16,-37-11-144 15</inkml:trace>
  <inkml:trace contextRef="#ctx0" brushRef="#br0" timeOffset="28800.64">20719 12260 353 0,'0'0'100'0,"0"0"105"16,0 0-65-1,0 0 1-15,0 0-38 0,0 0-20 16,-31-26-22-16,31 26-11 16,0 0-6-16,0 0-19 15,0 0 4-15,0 0-14 16,0 4-2-16,5 22 10 15,21 14 31-15,9 3-28 16,-4 3-13-16,-5-1-4 16,4-5-9-16,-4 0 5 15,-7-14-4-15,2-4 0 16,-6-10-1-16,1-6 0 16,-6-6-3-16,-6 0 3 15,1 0-3-15,16 0 3 0,10-15 3 16,18-25 5-16,8-6-7 15,-1 1 1-15,-11 7 0 16,-9 13-2-16,-6 3 0 16,-8 12 0-16,-13 3 0 15,-4 3-1-15,-5 4-6 16,0 0-53-16,0 0-56 16,7 0-56-16,-7 6-35 15,0 25 18-15,-17 7-47 16</inkml:trace>
  <inkml:trace contextRef="#ctx0" brushRef="#br0" timeOffset="30059.59">19856 13399 1118 0,'0'0'21'0,"0"0"-14"15,0 0 56-15,0 0 32 16,0 0-77-16,0 0-15 0,9-23 1 16,83 3 7-1,10-3 0-15,-6-2-5 0,-11 7-4 16,-23 4 3-16,-15 2-3 16,-24 3-2-16,-6 6 2 15,-12-1-1-15,-5 4-1 16,0 0 1-16,0 0 2 15,0 0-3-15,0 0 0 16,4 0 2-16,-4 0-1 16,0 0 0-16,0 0 3 15,0 0-4-15,0 0 0 16,0 0 1 0,0 0-1-16,0 0 2 0,0 0 1 0,0 0 4 15,0 0-3 1,0 0 2-16,0 0-6 0,0 0 6 15,0 0 3-15,0 0 2 16,0 0-4-16,0 0 2 16,0 0-3-16,0 0 1 15,0 0-4-15,0 25 1 16,0 16 4-16,5 16 70 16,2 5-67-16,-7 10 11 15,0 8-10-15,0 8 12 16,0-2-7-16,0 1-4 15,0-16-5-15,0-6-1 0,0-14-5 32,0-15 2-32,0-12 1 0,0-6-5 0,0-9-1 15,0-3 0-15,0-4-9 16,0-2-57-16,0 0-45 16,0-17-93-16,0-34-136 15,19-18-111-15</inkml:trace>
  <inkml:trace contextRef="#ctx0" brushRef="#br0" timeOffset="30872.09">20806 13691 703 0,'0'0'92'0,"0"0"-51"15,0 0 120-15,0 0-97 16,0 0-22-16,0 0-6 15,-47-72-11-15,42 32 6 16,0 0-23-16,5-3 2 16,0 1-10-1,0 10 0-15,26 2-1 0,15 11 1 0,3 5 0 32,3 11 0-32,-2 3 0 0,2 0 0 0,-7 20 0 31,-4 23 2-31,-22 17 6 0,-7 8 4 0,-7 4 5 15,0-4 4-15,-12-2 9 16,-23-6-4-16,-10-7 7 31,-2-5 3-31,7-9-17 16,5-12 6-16,4-7-5 16,10-6 1-16,11-8-12 15,6-1 6-15,4-3-4 16,0-2-11-16,0 0 8 15,0 0-6-15,0 0-2 0,0 0-10 16,44-8 10-16,22-17 2 16,17-7-2-16,4-1-29 15,-12 3-35-15,-8 5-40 16,-1-1-30-16,-10 3-65 16,-11-5 5-16,-5-1 7 15,-14-5 73-15,-10-4 79 16,-11-4 35-16,0 1 17 15,0-4 39-15,4 5 14 16,-4 8 7-16,2 5 7 0,-7 9-1 16,0 6 22-1,0 6-14-15,0 6-2 0,0 0-36 16,0 0-17-16,0 0 7 16,0 0-20-16,0 30-5 15,0 18 7-15,-12 12 12 16,12 0-24-16,0-10-5 15,0-3-2-15,16-4-4 16,20-6 0-16,-1-8 2 16,10-9-4-16,7-14-1 15,4-6-1-15,3 0 2 16,3-23 5-16,-10-28-5 16,-12-10 4-16,-14-10-1 0,-22-7 5 15,-4 6 8-15,-9 7 0 16,-52 18-4-16,-22 19-10 15,3 20-2-15,-21 8-11 16,-1 3-45-16,10 30-78 16,0 9-81-16,12 3-227 15</inkml:trace>
  <inkml:trace contextRef="#ctx0" brushRef="#br0" timeOffset="31712.51">17953 11170 489 0,'0'0'47'0,"0"0"84"16,0 0 67-16,0 0-109 15,0 0-33-15,0 0-4 16,-35-82-15-16,35 82 0 16,0 0 7-16,-5 0-17 15,5 7-9-15,0 35-10 0,0 26 50 16,0 18-9-16,0 13-5 15,0 8-9-15,5 2-6 16,16 4-10-16,5-9-4 16,-2-2 5-16,-3-13-5 15,-12-15-1-15,3-11-7 16,-12-13-2-16,0-7-4 16,0-10 0-16,0-6-2 15,0-5 0 1,0-4-42-16,0-9-63 0,0-2-99 15,-12-7-90-15,-23 0-124 16</inkml:trace>
  <inkml:trace contextRef="#ctx0" brushRef="#br0" timeOffset="32043.08">17741 12183 746 0,'0'0'104'16,"0"0"-2"-16,0 0 73 15,0 0-115-15,0 0-42 16,0 0-9-16,-21-17-6 16,21 26-1-16,0 30 6 15,31 7 29-15,-1 4-19 0,-4-9-5 16,0-8-1-16,-2-10 10 16,-8-7-22-16,-2-7 15 15,3-9 0-15,-3 0-2 16,21 0 8-16,27-22-2 15,13-19 14-15,-2-10-24 16,-11-1-1 0,-22 6-8-16,-5 7 0 0,-14 6-36 15,-11 9-88-15,-10 9-84 16,0 6-362-16</inkml:trace>
  <inkml:trace contextRef="#ctx0" brushRef="#br0" timeOffset="37770.44">18260 13460 901 0,'0'0'23'0,"0"0"28"16,0 0 64-16,0 0-52 15,-259-95-32-15,242 74-6 16,12 4-8-16,5-8-4 16,0 5-9-16,10-1-3 0,25 8 0 15,8 4-1-15,-3 6 1 16,0 3-1-16,0 0 2 16,2 28 2-16,-6 10 7 15,-18 10 17-15,-10 3-1 16,-8-1 5-16,0 6-12 15,-8 5-5-15,-27-4-7 16,0-8-7-16,9-9-1 16,12-1-46-16,14-9-92 15,0 6-141-15,0-4-145 16</inkml:trace>
  <inkml:trace contextRef="#ctx0" brushRef="#br0" timeOffset="37928.25">18194 14302 842 0,'0'0'178'16,"0"0"-108"-16,0 0 82 16,0 0-45-16,0 0-71 15,0 0-17 1,-31 47-10-16,31-47-9 0,0 0-10 16,54 0-92-16,29-47-79 15,14-31-283-15</inkml:trace>
  <inkml:trace contextRef="#ctx0" brushRef="#br0" timeOffset="38620.87">21445 10209 14 0,'0'0'9'16,"0"0"16"-16,0 0 51 0,0 0 16 16,0 0-35-1,0 0-35-15,-19-30 39 0,19 9 7 16,0 1-25-16,0-2 12 15,0 4 13-15,0 10-24 16,0 2 11-16,0 6 13 16,0 0-13-1,0 0-17-15,0 14-20 0,-21 41 5 16,-19 22 59-16,-7 25-39 16,7 10-27-16,9 11 2 15,0 17-13-15,-4 12-5 16,0 12 0-16,-1 4-16 15,10-11-101-15,7-11-57 16,8-17-48-16,1-16-44 0</inkml:trace>
  <inkml:trace contextRef="#ctx0" brushRef="#br0" timeOffset="39171.47">21902 12801 544 0,'0'0'66'16,"0"0"70"-16,0 0-11 16,0 0-47-16,0 0-60 15,-54 157 52-15,16-42-5 16,-2 7-6-16,5 5-8 15,-15 11-22-15,-1 0-22 16,-1-11 3-16,2-6-10 0,5-17-1 16,8-15-4-16,6-8-28 15,3-15-64-15,7-21-92 16,4-25-158-16,8-20-173 16</inkml:trace>
  <inkml:trace contextRef="#ctx0" brushRef="#br0" timeOffset="39518.25">21964 11540 381 0,'0'0'207'0,"0"0"-170"16,0 0 134-16,0 0-19 0,0 0-43 16,0 0-61-16,0-81-25 15,0 119-15-15,-19 25 22 16,-19 17 13-16,-2 1-26 15,0 0-12-15,-5-1-2 16,-7-4-2-16,7-14-2 16,3-8-13-16,18-19-69 15,3-18-136-15,12-13-58 16,-8-4 18-16</inkml:trace>
  <inkml:trace contextRef="#ctx0" brushRef="#br0" timeOffset="39722.28">21450 11736 445 0,'0'0'90'0,"0"0"33"16,0 0 43-16,0 0-16 16,0 0-111-16,0 0-20 15,37-30 19-15,13 58 50 16,11 4-53-16,1 4-16 16,8 2-11-16,1-2-7 15,-5 0-1-15,0-6-1 16,-9-1-35-16,-1-5-64 15,-16-5-71-15,-4-13-149 16,-6-6-149-16</inkml:trace>
  <inkml:trace contextRef="#ctx0" brushRef="#br0" timeOffset="40162.54">22534 11348 470 0,'0'0'55'0,"0"0"33"16,0 0 32-16,0 0-9 16,0 0 14-16,0 0-57 0,0-86-14 15,0 86-2 1,-7 0-23-16,-12 12-18 0,-11 30 0 16,-6 11 19-16,10 4-17 15,5 0-6-15,16 6 1 16,5-1-2-16,0 4-4 15,0 0 0-15,0-7-2 16,31-3 1-16,16-5-1 16,-2-11-1-16,0-15-7 15,-3-10 5-15,-2-11-3 16,0-4-5-16,0 0 1 16,12-19 10-16,-12-13-11 15,-9-4 7-15,-10-6 3 16,-21 4 1-16,0 8 3 15,0 5 1-15,-12 14 20 0,-32 11-19 16,-13 0-5-16,-9 3 0 16,0 30-4-16,12 9-4 15,2 5-43-15,7 6-106 16,-2 4-158-16,-14-3 32 16</inkml:trace>
  <inkml:trace contextRef="#ctx0" brushRef="#br0" timeOffset="43616.88">17253 11646 985 0,'0'0'40'16,"0"0"39"-16,0 0 43 15,0 0-61-15,0 0-54 16,0 0 8-16,0 0 14 16,-92 185-14-16,66-119-11 15,-4 0-4-15,-1-3-1 16,0-7-3-16,1-6-60 15,6-5-58-15,-2-11-80 0,5-13-87 16,2-15-21-16</inkml:trace>
  <inkml:trace contextRef="#ctx0" brushRef="#br0" timeOffset="43806.01">16871 11954 188 0,'0'0'388'0,"0"0"-294"15,0 0 98-15,0 0-21 16,0 0-62-16,0 0-55 15,-21-111-37-15,21 111-8 0,47 31 13 16,15 4 32 0,4 4-41-16,0 3-7 0,4 0-6 15,-13 3-5-15,-3-7-60 16,-11-2-84-16,-34-6-187 16,-9-16-51-16</inkml:trace>
  <inkml:trace contextRef="#ctx0" brushRef="#br0" timeOffset="44247.03">16190 11634 655 0,'0'0'12'0,"0"0"62"16,0 0 120-16,0 0-76 16,0 0-42-16,0 0-30 15,0-38-10-15,-31 38-5 16,-9 18 0-16,-9 14-22 16,2 11 0-16,7 8 7 0,9 11-7 15,10 7 6-15,11 12-8 16,10-4 5-16,0-3-8 15,26-5-3-15,28-13 0 16,8-14-1-16,4-12 2 16,-10-15-5-16,-4-12 3 15,-12-3-2-15,-4 0 2 16,-10-14 4-16,-12-24 4 16,-10-2-5-16,-4-5-1 15,0 12 5-15,-4 9-4 16,-32 12-3-1,-8 12-5-15,-13 3-23 0,-4 42-37 0,-10 15-70 16,10 8-185-16,4 4 0 16</inkml:trace>
  <inkml:trace contextRef="#ctx0" brushRef="#br0" timeOffset="45191.16">16831 13762 511 0,'0'0'47'0,"0"0"-1"0,0 0 153 16,0 0-29-16,0 0-67 16,0 0-34-16,-66-77-28 15,26 77-3-15,-12 29-9 16,-4 16 2-16,1 9-2 16,8 5-3-16,12 6-2 15,9-2-9-15,21 2-2 16,5-2-11-16,0 1 3 15,12-5-5-15,28-8 1 16,14-13-2-16,3-7 1 16,4-11-1-16,1-8-1 15,-6-9-11-15,-6-3 5 0,-3 0-14 16,-12-17 8-16,-11-17 14 16,-3-1 3-16,-21-5-1 15,0 3-2-15,0 3 10 16,-14 8 7-16,-22 8 7 15,6 11-7-15,-13 7 1 16,3 0-6-16,0 9-12 16,0 22 7-16,10 3-7 15,8 3 4-15,13-1-4 16,4-3-2-16,5-5-13 0,0 1-53 16,0-7-78-1,19-7-44-15,21-15-200 0,12 0-69 16</inkml:trace>
  <inkml:trace contextRef="#ctx0" brushRef="#br0" timeOffset="45820.84">17237 13937 624 0,'0'0'172'16,"0"0"-142"-16,0 0 158 15,0 0-75-15,0 0-57 16,0 0-28-16,-5-89-6 15,5 89 9-15,-9 0-4 0,-13 15-11 16,-4 27-1-16,-2 9 6 16,12-1-11-16,16-5-10 15,0-3 1-15,0-7-1 16,35-7 0-16,12-1-5 16,3-12-7-16,6-10-5 15,1-5 1-15,-8 0-4 16,-13-9-6-16,-10-18 6 15,-5-5 11-15,-21-10 8 16,0-3 1-16,0 0 2 0,0 1 2 16,-17 2-1-1,8 5 0-15,9 5 0 0,0 3-3 16,0 7 0-16,0 10-1 16,9 7-1-16,13 5-3 15,4 0 4-15,2 11 1 16,10 25 0-16,-15 5 6 15,3 5-2-15,0-1 3 16,-5-10-5 0,7 2 1-16,3-14-2 0,-5-6 0 15,5-11 1-15,-1-6 0 16,6 0 0-16,-1-32 0 16,-4-16 5-16,-5-15 2 0,-26-8 4 15,0-12 12-15,-17-10-2 16,-49-3 2-16,-9 7-15 15,-27 15-4-15,-16 25-3 16,-9 24-3-16,-10 21-2 16,-4 4-5-16,4 26 4 15,15 23 0-15,25-1-12 16,26-1 9-16,24-2-14 16,28-3-12-16,19-1-34 15,0-2-18-15,5-9-40 0,52-9-137 16,13-19-8-16</inkml:trace>
  <inkml:trace contextRef="#ctx0" brushRef="#br0" timeOffset="46198.93">17279 12975 737 0,'0'0'16'0,"0"0"51"15,-290-111 188-15,182 111-143 0,-3 3-44 16,-7 54-11-1,-7 32-4-15,-9 42-1 0,2 46-7 16,11 41 0 0,8 32-2-16,28 15-18 0,38-5 1 15,47-19-9-15,31-29-13 16,96-38-2-16,50-38-2 16,47-43-2-16,40-42 2 15,57-45-3-15,39-24 3 16,44-84-12-16,18-52 9 15,-26-47 3-15,-71-39 4 16,-108-29-3 0,-139-43 4-16,-104-10-2 0,-212 12-3 15,-154 47-4-15,-143 91-4 0,-73 89 7 16,-29 83-6-16,8 68-7 16,54 87-87-16,68 48-28 15,89 29-71-15,114 2-214 16</inkml:trace>
  <inkml:trace contextRef="#ctx0" brushRef="#br0" timeOffset="59970.23">1387 3768 417 0,'0'0'393'0,"0"0"-376"15,-281 105 95 1,225-87 48-16,32-7-76 0,17-11-28 16,7 0-12-16,0 0-10 15,73-44-1-15,83-34 17 16,84-37-39-16,64-29-5 15,48-12 0-15,-1 1 21 16,-7 7 16-16,-33 13 1 16,-42 18-3-16,-57 19-11 15,-58 27-7-15,-62 26-10 16,-48 21 1-16,-27 13-4 16,-17 11-1-16,0 0-9 15,0 0-7-15,0 0-19 16,-21 3-49-16,-41 33-117 15,-39 13-120-15,-36 12-195 0</inkml:trace>
  <inkml:trace contextRef="#ctx0" brushRef="#br0" timeOffset="63187.54">5355 12852 737 0,'0'0'145'0,"0"0"-103"16,0 0 114-1,0 0-20-15,0 0-26 0,0 0-27 16,0 0-39-16,-120-128 6 16,120 128-8-16,0 0-24 15,0 0-4 1,0 23-8-16,0 20 33 0,18 10 4 31,8 19-33-31,-4 2 9 16,1 4-6-16,-2-7-13 0,10-5-3 0,0 3-1 15,4-9-14-15,-9-5-74 16,-12-6-83-16,-9-17-68 0,-5-28-140 31,0-4-193-15</inkml:trace>
  <inkml:trace contextRef="#ctx0" brushRef="#br0" timeOffset="63376.28">5244 12896 715 0,'0'0'178'15,"0"0"-41"-15,0 0 14 16,0 0-27-16,0 0-71 16,0 0-32-16,-66-44-3 15,80 62-4-15,52 17 10 16,26 10 12-16,26 0-29 15,9-4-7-15,5-4 0 0,-16-8-2 16,-15-1-33-16,-14-8-85 16,-21-2-43-16,-4-10-101 15,-18-8-162-15</inkml:trace>
  <inkml:trace contextRef="#ctx0" brushRef="#br0" timeOffset="63566">6458 12697 93 0,'0'0'665'15,"0"0"-553"-15,0 0 66 0,0 0-24 16,0 0-53-16,0 0-50 16,-167-68-30-16,115 112-16 15,-2 18 0-15,6 16-1 16,8 11-4-16,10-8-10 16,16-3-47-16,2-12-90 15,12-12-77-15,0-22-63 16,0-20-96-16</inkml:trace>
  <inkml:trace contextRef="#ctx0" brushRef="#br0" timeOffset="63818.36">6406 12775 634 0,'0'0'123'0,"0"0"-21"16,0 0 134-1,0 0-133-15,0 0-8 0,0 0 1 16,0-129-52-16,0 129 9 15,0 0-29-15,0 23-5 16,26 32-4-16,17 13 59 16,1 13-46-16,1-7-18 15,2 3-7-15,-7-5-3 16,-4-3-3-16,-15 2-10 16,-7-5-49-16,-14-1-78 0,0-13-90 15,0-23-70-15,5-29-183 16</inkml:trace>
  <inkml:trace contextRef="#ctx0" brushRef="#br0" timeOffset="64305.89">6901 12750 792 0,'0'0'114'0,"0"0"60"16,0 0-26-16,0 0-24 15,0 0-37-15,0 0-22 16,-35-113-28-16,35 113-9 0,0 0-21 15,0 15 3 1,0 32-9-16,9 23 17 0,17 10 26 16,5 9-28-16,4 7-5 15,-4-7-5-15,-3-2-5 16,10-9 0-16,-14-12 0 16,6-10-1-16,-9-10 0 15,1-14 0-15,-13-15 0 16,-9-11-4-16,5-6-2 15,-5 0 6-15,0-26 0 16,0-31 0-16,-21-24-8 16,-24-18 3-16,5-13 1 0,-3-8 1 15,15 4-6-15,11 6 4 16,17 19-3-16,0 27 4 16,0 24 3-1,5 23 1-15,21 8-1 0,5 9-2 16,9 0 0-16,7 6 1 15,-7 29-3-15,-9 13 5 16,-17 3 0-16,-9-4-9 16,-5-5 9-16,0-4-2 15,0-4-3-15,-10-4-5 16,-4-6-65-16,7-4-58 0,2 0-93 16,5-9-137-16,0-11-242 15</inkml:trace>
  <inkml:trace contextRef="#ctx0" brushRef="#br0" timeOffset="65032.34">7943 12975 833 0,'0'0'17'0,"0"0"6"16,0 0 120-16,0 0-77 15,0 0-16-15,0 0-8 0,-16 0 13 16,16 0 8-16,-5 0-25 16,0 0-13-16,-6 0-3 15,6 0-1-15,-5 0-3 16,6 0-8-16,-1 0 12 0,5 0-13 15,-7 0 2-15,7 0-8 16,0 0 0-16,0 0 0 16,0 0-2-16,0 0 1 15,0 0 0-15,0 0-2 16,0 0 0 0,0 0-1-16,0 0-3 15,31 0 4-15,16 0 3 0,14-5 3 0,14-1-2 16,8-5-2-16,-3-4 2 15,-4 1-3-15,-3 1 0 16,-14-2 4-16,-12 6-2 16,-12 1 0-16,-4 2-2 15,-1 0 0 1,-4 0-1 0,-11 0 2-16,-1 0-1 15,-3 3 1-15,-6 0-1 16,0 3-1-16,-5 0 0 15,0 0 1-15,0 0 2 16,0 0 2-16,0 0-2 16,0 0 2-16,0 0-2 0,0 0-2 15,0 0 0-15,0 0 2 16,0-2 7-16,0 2-8 16,0 0-1-16,0 0-1 15,0 0-7-15,0 0 5 16,0 0 2-16,0 0 0 15,0 0 3-15,0 0-3 16,0 0-2-16,0 0-3 16,0 0-11-16,0 0-44 15,0 0-87-15,0 0-55 16,0 0-45-16,0 8-98 0,-31 13-55 16</inkml:trace>
  <inkml:trace contextRef="#ctx0" brushRef="#br0" timeOffset="65285.78">8120 13270 442 0,'0'0'90'0,"0"0"-35"16,0 0 127-16,0 0-53 0,0 0-61 16,0 0-19-1,87 3-10-15,10-30 22 0,4 0-29 16,1 1-13-16,-17 1 7 15,-8 5 7-15,-11-1 9 16,-16 2 14-16,-19 10-21 16,-10 3-18-16,-16 6-12 15,-5 0-5-15,0 0-7 16,0-2-81-16,9-7-145 16,3-9-307-16</inkml:trace>
  <inkml:trace contextRef="#ctx0" brushRef="#br0" timeOffset="65900.19">9681 12400 453 0,'0'0'504'16,"0"0"-491"-16,0 0 112 0,0 0 12 15,0 0-58 1,0 0-31-16,-57-90-21 0,57 90-3 16,0 0-9-16,0 0-2 15,0 13-13-15,0 24 1 16,0 10 17-16,-4 10 2 16,-6 0-16-16,3 0 6 15,7 0-10-15,0-10 3 16,0-5-3-16,21-10-2 15,15-10 1-15,15-8-3 16,20-8 4-16,16-6-1 16,-2 0 1-16,3-6-2 0,-22-11 2 15,-17-6-11 1,-2 1 3-16,-11-2-6 16,-6-4-18-16,-11 2-14 15,-19-2 14-15,0 3-20 0,0-5 40 16,0-1 12-16,-35-1 3 15,4 2 3-15,7 9 13 16,3 6 22-16,12 7-4 16,4 5 18-16,5 0-16 15,0 3-7-15,0 0-10 16,0 0 6-16,0 0-23 0,0 20 5 16,0 27 2-16,31 13 44 15,4 11-28-15,5 2-13 16,-4 1-6-16,8-4 3 15,-1-9-8-15,-8-10-3 16,1-12-2-16,-6-7-5 16,-11-9-38-16,2-12-81 15,0-11-107-15,3 0-98 16,2-48-224-16</inkml:trace>
  <inkml:trace contextRef="#ctx0" brushRef="#br0" timeOffset="66562.42">10737 12369 718 0,'0'0'223'0,"0"0"-95"16,0 0-6-16,0 0-39 15,0 0-55-15,0 0 34 16,-75-51-37-16,75 51-1 16,-5 0-2-16,-12 0-18 15,-2 35-3-15,-2 12 8 16,5 14 1-16,11-1-10 15,5-1 4-15,0 1-4 16,12-5 0-16,33-15-5 0,6-6 0 16,16-13-7-16,3-15-7 15,1-6-2-15,-5 0-12 16,-14-12 8-16,-12-25 16 16,-21-4 8-1,-12-9 2-15,-7-5-2 0,0-5 2 16,-47 3 6-16,-10 2-4 15,8 10 1-15,4 5 0 16,7 11-1-16,19 8-1 16,7 10-3-16,12 0 1 0,0 9-3 15,0-4-21 1,26 0-1-16,26 0 16 0,14 3 3 16,-4 3 1-16,-13 0 2 15,3 0 3-15,-3 9 0 16,-6 16 3-16,-3 4-2 15,-9 3 2-15,-5 13 1 16,-12 0 3-16,2 5 3 16,-2 4-5-16,0-2-3 15,3-5-1-15,4 0 0 16,3-4 1-16,-3-14-2 16,10-1 1-16,-5-14-2 15,9-11 2-15,5-3 0 16,12-3 11-16,2-36 7 15,-2-17-2-15,-12-12 15 16,-19-8 4-16,-21-5 4 0,0 7-18 16,-12 6 12-16,-42 11-25 15,-16 16-9-15,-18 14-7 16,-18 20-2-16,-16 7-10 16,-10 16-67-16,4 24-88 15,6 6-200-15</inkml:trace>
  <inkml:trace contextRef="#ctx0" brushRef="#br0" timeOffset="68522.78">7830 13273 1042 0,'0'0'43'0,"0"0"-2"16,0 0 126-16,0 0-106 16,0 0-24-16,0 0-24 15,0 0 15-15,311-103-7 16,-113 44-9-16,0-3-6 0,0-6 1 15,-9 5-3-15,-26 9-4 16,-38 12 0-16,-43 18-5 16,-46 10-49-16,-36 1-182 15,-15-2-186-15</inkml:trace>
  <inkml:trace contextRef="#ctx0" brushRef="#br0" timeOffset="68762.14">8429 12423 1168 0,'0'0'49'16,"0"0"27"-16,0 0 83 15,0 0-96-15,0 0-35 16,0 0-1-16,73 115 40 16,2-29-11-1,6 11-20-15,-4 4-6 0,-11 4-18 16,-9-8-8-16,-17 2 1 15,-5-9-5-15,-20-1-1 16,1-3-2-16,-6-5-36 0,-6-11-66 16,13-24-74-16,-13-24-163 15,-4-22-253 1</inkml:trace>
  <inkml:trace contextRef="#ctx0" brushRef="#br0" timeOffset="68996.28">7840 13182 1019 0,'0'0'34'0,"0"0"3"0,0 0 43 16,0 0-57-16,315-148-6 16,-166 103 0-16,2-2-6 15,7-2 23-15,9-3-10 16,-4 1-19-16,-5 2-5 15,-21 11-1-15,-31 4-70 16,-38 8-117-16,-49 1-123 16,-19 6-130-16</inkml:trace>
  <inkml:trace contextRef="#ctx0" brushRef="#br0" timeOffset="69232.43">8537 12458 761 0,'0'0'172'0,"0"0"-58"0,0 0 49 16,0 0-72-16,0 0-43 16,0 0-30-16,50 26 18 15,16 28 38-15,12 20-11 16,2 20-25-16,-5 13 0 16,-2 7-18-1,-11-1-13-15,-17 0-4 0,-5-5-3 16,-19 2-10-16,-12-2-55 15,-4-10-85-15,-5-13-59 0,5-22-161 16</inkml:trace>
  <inkml:trace contextRef="#ctx0" brushRef="#br0" timeOffset="69500.98">8165 13181 953 0,'0'0'26'0,"0"0"-15"0,0 0 148 16,0 0-103-16,0 0-28 15,0 0-24-15,285-192 0 16,-143 145-3-16,16-5-1 15,9 8-5-15,7 2-3 16,8 7-17-16,2 5-100 16,-7 0-123-16,-8 5-193 15</inkml:trace>
  <inkml:trace contextRef="#ctx0" brushRef="#br0" timeOffset="70005.03">12324 12258 650 0,'0'0'356'0,"0"0"-319"16,0 0 139-16,0 0-59 15,0 0-69-15,0 0-10 16,-57 0-15-16,57 0-13 16,0 0-2-16,21 0 8 15,29-11-5-15,11-8-4 16,15-2 12-16,1 0-19 15,-6 7-13-15,-10 2 13 0,-16 3-8 16,-5 6-54-16,-14 3-94 16,-21 0-78-1,-5 18-115-15</inkml:trace>
  <inkml:trace contextRef="#ctx0" brushRef="#br0" timeOffset="70179.78">12373 12491 667 0,'0'0'173'0,"0"0"-124"16,0 0 135-16,0 0-71 16,0 0-47-16,0 0-36 15,61 2-18-15,36-25 15 16,26-9-27-16,-1-8-9 0,-11-7-101 16,-24-4-125-16,-32-9-276 15</inkml:trace>
  <inkml:trace contextRef="#ctx0" brushRef="#br0" timeOffset="70886.8">13304 11632 786 0,'0'0'102'0,"0"0"-26"15,0 0 57-15,0 0-41 16,0 0-48-16,0 0-4 15,-82-24-3-15,42 42-9 16,-5 24-3-16,-2 9 7 16,7 4-23-16,26 2 5 15,7-2-2-15,7-2-4 16,0-8-8-16,35-6-4 16,43-13 1-16,7-11-8 0,28-15-4 15,-7 0-29-15,-5-6-32 16,-14-23 2-16,-30-14 7 15,-17-1 8-15,-19-10 54 16,-21 1 5-16,0 4 6 16,0 5 29-16,-37 8 40 15,6 13-44-15,12 5 36 16,3 12 0-16,11 2-14 16,5 4-14-16,0 0-14 15,0 0-14-15,0 19-7 16,0 35 2-16,0 23 37 15,5 19-2-15,21 2 3 16,-1 3-20-16,1 0 5 0,0 2-13 16,-7-14-7-16,7-10-8 15,-12-13 2-15,3-14-2 16,-8-19 0-16,-4-16-1 16,0-7-2-16,-5-10 1 15,0 0-4-15,0-19 1 16,-5-40-5-16,-35-30-24 15,-17-25 5-15,3-11 5 16,-3-7-22-16,22 4-6 16,26 12 16-16,9 20 24 15,0 30 5-15,54 22 5 16,17 14 2 0,6 12-2-16,-1 12 1 0,-1 6 0 0,-18 3 1 15,-22 35 3-15,-23 16 7 16,-12 11 6-16,-12 4 3 15,-68 3-6-15,-28-3-10 16,-3-4-4-16,5 1-82 16,14-21-171-16,21-16-416 15</inkml:trace>
  <inkml:trace contextRef="#ctx0" brushRef="#br0" timeOffset="71704.62">14874 10120 764 0,'0'0'23'0,"0"0"80"16,0 0 20-16,0 0-46 16,0 0-22-16,0 0-48 15,-56-54-4-15,30 54 0 0,-19 35 9 32,-16 17 16-32,0 4-2 0,11 4 7 0,8 11 1 15,13 4-4-15,18 9 7 16,11 1-22-16,0 4 1 15,56 11-12-15,41 4 5 16,14 4-8-16,16-5-1 16,-4 0-2-16,-22-8 2 15,-26 7 0 1,-28-2 2-16,-32 6-1 0,-15 3 3 16,-19 5-1-1,-59-4 1 1,-12-8 0-16,3-13-2 0,16-9-1 15,20-6 0-15,15-2-1 16,31 3 0-16,5-1-2 16,10 8-4-16,51 7 1 15,10 9 5-15,0 13 0 16,2 14 0-16,-19 19 1 16,-19 19 3-16,-13 14-2 15,-22 1 0-15,0 2-2 16,0-11 4-16,-15 1 0 15,-1 0 0-15,16 0 2 16,0 12 18-16,9 7-6 0,43 14 6 16,5 9-10-16,4 19-5 15,-11 14 13-15,-3 5-21 16,-24 2-1-16,-1-18-10 16,-8-12 7-16,7-26-29 15,10-19-33-15,-1-31-67 16,-4-26-114-16</inkml:trace>
  <inkml:trace contextRef="#ctx0" brushRef="#br0" timeOffset="74983.28">13361 12824 503 0,'0'0'628'0,"0"0"-607"16,0 0 44-16,0 0 86 15,0 0-78-15,0 0-33 16,0 0-17-16,35-28-12 15,97-6 21-15,36-1-7 16,-6-2-9-16,-30 8-2 16,-30 5 23-16,-22 3-5 15,-23 6-20-15,-17 6-1 16,-19 1 0-16,-12 8-11 16,-9 0 2-16,0 0-2 15,0 0 0 1,0 0-21-16,0 0-56 0,-4 0-19 0,-41 0-21 15,-26 6-67-15,-21 20-8 16,-9 4-49-16,-1 6 77 16,-1 0-34-16,-3-2 54 15,4 0 87-15,10-10 57 16,17 1 35 0,30-11 58-16,19-2 26 0,14 0-37 15,8-6-45-15,4-1 74 16,0 4-68-16,0-2-1 15,0-2 13-15,25-1-8 16,16-4-9-16,15 0 34 0,15 0-4 16,16-9-14-1,19-21-17-15,17 1 0 0,4-8 2 16,10-2-7-16,-5 1-7 16,-10-5-13-16,-11 5 0 15,-35 4-12-15,-8 8 0 16,-33 6-15-16,-25 4-83 15,-10 7-114-15,-31 6-277 16</inkml:trace>
  <inkml:trace contextRef="#ctx0" brushRef="#br0" timeOffset="75690.73">6361 14597 921 0,'0'0'26'16,"-334"104"-17"-16,242-58 93 16,52-26 4-16,40-9-57 15,0-8-11-15,66-3-32 0,96 0 32 16,102-32-2-16,102-45-6 16,86-34-20-1,58-24 2-15,22-14 34 0,32-2-18 16,-1 2-3-16,-23 6-15 15,-47 11-6-15,-97 15 21 16,-80 22 2-16,-83 24-10 16,-65 23 2-16,-62 21-13 15,-50 12-6-15,-39 15 0 16,-17 0-4-16,0 0 0 16,-57 0-39-16,-61 38-8 15,-63 23-47-15,-60 16-79 16,-49 9-10-16,-18 2-207 0</inkml:trace>
  <inkml:trace contextRef="#ctx0" brushRef="#br0" timeOffset="75992.45">6871 14555 625 0,'0'0'42'0,"-458"102"-14"15,314-58 122-15,53-16-27 0,46-10-47 16,31-10-19-16,14-8-31 15,14 3-3-15,104-3 1 16,94-15 50-16,113-53-26 16,102-35-3-16,73-24 7 15,42-10-1-15,38 2-15 16,4 7-10-16,-34 12-11 16,-69 18 8-16,-109 7 1 15,-94 11 20-15,-84 14-11 16,-58 17-5-16,-48 15-21 15,-48 19-4-15,-33 13-3 0,-7 2-5 16,-31 0-70 0,-122 40-150-16,-121 17-414 0</inkml:trace>
  <inkml:trace contextRef="#ctx0" brushRef="#br0" timeOffset="80262.2">4751 11640 701 0,'0'0'18'16,"0"0"-8"-16,0 0 14 0,0 0 26 16,0 0 25-16,-122 153 24 15,122 23 12-15,0 41-30 16,0 35-3-16,56 19-2 16,15 18-34-16,16 6 9 0,-2-11-37 15,2-10 0 1,-2-14-7-16,-2-28-4 0,-8-18-3 15,-4-30-1-15,-10-38-6 16,-9-39-28-16,-12-35-79 16,-19-45-40-16,-21-27-52 15,0-66-56-15</inkml:trace>
  <inkml:trace contextRef="#ctx0" brushRef="#br0" timeOffset="80782.64">4223 12491 1214 0,'0'0'5'0,"0"0"-3"0,-7-179-2 15,156 114 0 1,93-22 1-16,126-21 9 0,113-24-1 16,139-20 2-16,118-10-10 15,71-7 6-15,49 6-3 16,-9-1 0-16,-31 5 0 15,-76 13-2-15,-91 14 14 16,-92 20 29-16,-81 16-15 16,-46 9-17-16,-32 10-4 15,-34 8-6-15,-50 12-2 16,-57 14 3-16,-56 15-2 0,-62 16 0 16,-28 12-1-16,-32 0 6 15,-20 46-6-15,-14 25 7 16,-12 18 5-16,10 25 5 31,7 24-12-31,9 23 1 0,15 20-1 0,16 15 0 16,0 4 3-16,-3 0 1 15,-6-8-6-15,-17-11 0 16,-26-16-3-16,-9-14-1 16,-22-18 2-16,-9-26 0 15,0-24-3-15,0-17 1 16,-71-14-2-16,-56-1 2 15,-66 7 6 1,-86 7 5-16,-102 16-11 0,-133 38-3 0,-156 51 1 16,-190 50-31-16,-218 64-83 15,-162 47-104-15,-116 12-300 16</inkml:trace>
  <inkml:trace contextRef="#ctx0" brushRef="#br0" timeOffset="84971.15">9792 1951 1085 0,'0'0'22'0,"0"0"-7"15,0 0 96-15,0 0-7 16,0 0-58-16,0 0-32 15,0 0 10-15,96 63 25 16,-25-14 19-16,-10-15-27 16,-21-15-14-16,-14-16 4 15,-9-3 15-15,-8 0-12 16,22-24-3-16,44-59-4 0,57-52-11 16,62-50-9-1,65-44-7-15,57-32-1 0,49-31-28 16,22-26-91-16,-66 18-193 15</inkml:trace>
  <inkml:trace contextRef="#ctx0" brushRef="#br0" timeOffset="94702.99">1498 5943 1089 0,'0'0'37'16,"-285"108"-25"-1,153-55 150-15,25-4-59 0,27-5-55 0,19-8-9 16,30-15-3-16,10-10-11 15,16-11-3-15,5 0-6 16,5-2-9-16,96-50-3 16,83-45 8-16,76-47 38 15,49-32-24 1,21-14-1-16,2 4 3 0,-14 20-6 16,-11 10-10-16,-34 15 1 15,-35 22-7-15,-49 23 8 16,-52 28-1-1,-45 27-2-15,-41 16-5 0,-27 13 6 16,-17 10-9-16,-7 2-3 16,0 0 0-16,0 0-1 0,0 0-6 31,0 0-4-31,-21 23-17 16,-31 11-10-16,-23 17-47 15,-27 8-24-15,-16 13-78 16,3-2-98-16,-12 9-108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40:53.610"/>
    </inkml:context>
    <inkml:brush xml:id="br0">
      <inkml:brushProperty name="width" value="0.05292" units="cm"/>
      <inkml:brushProperty name="height" value="0.05292" units="cm"/>
      <inkml:brushProperty name="color" value="#FF0000"/>
    </inkml:brush>
  </inkml:definitions>
  <inkml:trace contextRef="#ctx0" brushRef="#br0">13960 4740 232 0,'0'0'0'0,"431"-85"-18"0,-299 64-115 16</inkml:trace>
  <inkml:trace contextRef="#ctx0" brushRef="#br0" timeOffset="10583.84">17272 6130 961 0,'0'0'64'15,"0"0"92"-15,0 0 18 16,0 0-33-16,0 0-65 15,0 0-12-15,0 0-18 16,-19-113-21-16,19 158-19 16,-12 29 2-16,8 26 14 15,-1 1-5-15,-4-5-14 0,9-19 3 16,0-14-5-16,0-22-1 16,0-14 0-16,0-15-1 15,0-9-2-15,0-3 3 16,0 0 1-16,0-17-1 15,0-43-3-15,0-37-2 16,0-18 2-16,9-4 0 16,22 7 3-16,4 27 0 15,-4 22 2-15,-10 24-2 16,-7 18 3-16,-14 15-1 16,0 6 5-16,0 0-1 0,17 0-2 15,18 27-4-15,31 35 5 16,14 31 17-16,3 17-8 15,-3 4 0-15,-19 0-1 16,-4-17-6-16,-17-10-6 16,-14-19 3-16,0-11-4 15,-17-14-3-15,0-14 3 16,-4-6-16-16,2-4-34 16,-7-13-30-16,0 0-74 15,0-6-46-15,0 0-23 16,-21-15-125-16,-50-27-161 15</inkml:trace>
  <inkml:trace contextRef="#ctx0" brushRef="#br0" timeOffset="10772.26">17060 6543 672 0,'0'0'83'16,"0"0"116"-16,0 0-50 16,0 0-36-16,0 0-23 15,0 0-16-15,-189-4-34 16,189 4-26-16,47 0-10 15,60 0 5-15,43-5-4 16,39-13-5-16,14-10-8 0,2 2-36 16,-28-3-77-16,-15 1-40 15,-20 11-139-15,-29 2-188 16</inkml:trace>
  <inkml:trace contextRef="#ctx0" brushRef="#br0" timeOffset="11118.34">19036 6000 967 0,'0'0'36'0,"0"0"35"16,0 0 63-16,0 0-62 0,0 0-52 16,0 0-10-16,-24-10-7 15,24 10 2-15,0 12 7 16,14 1-8-16,7-4-2 15,-2-3 6-15,-2-3-4 16,-3-3-2-16,2 0 6 16,-11 0 3-16,-5 0 12 15,0 0 9-15,0-12 23 16,0-13-32-16,0 3 4 16,0 4-9-16,-26 5-6 15,7 4-6-15,-2 5-6 16,-5 4-11-16,-5 0-50 0,-4 17-59 15,-10 24-107-15,-2 16-102 16,7 8-80-16</inkml:trace>
  <inkml:trace contextRef="#ctx0" brushRef="#br0" timeOffset="11512">19123 6539 776 0,'0'0'89'0,"0"0"-72"16,0 0 84-16,0 0 11 15,0 0-68-15,0 0-23 16,0 0 3-16,0 0 26 16,0 0-29-1,0 0-7-15,0 6 0 0,0 15-5 16,0-2 14-16,0 2-9 15,16-5-11-15,3 1 1 16,12-3-3-16,-1-5 0 16,1-5 1-16,-5-4-2 0,-7 0 3 15,2 0 0 1,-7 0 4-16,-7-6 9 0,3-20 0 16,-10 1 9-16,0 1-2 15,0-1 11-15,-26 10-11 16,-5 4 1-16,5 2-8 15,12 6-16-15,0 3-4 16,7 0-1-16,2 0-53 16,0 15-96-16,5 14-87 15,0 7-171-15</inkml:trace>
  <inkml:trace contextRef="#ctx0" brushRef="#br0" timeOffset="11880.19">20054 6104 1034 0,'0'0'25'0,"0"0"-12"16,0 0 134-16,0 0 4 15,0 0-54-15,0 0-49 16,0-48-6-16,0 48-7 0,0 0-9 15,0 0-10-15,0 0 3 16,5 21-10-16,14 27 6 16,2 12 19-16,0 9-17 15,-2-1-1-15,-7-8-13 16,-3-3 1-16,-4-16-3 16,0-2-2-16,-5-10 0 15,0-4-3-15,0-4-19 16,0-6-51-16,0-10-24 15,0-2-48-15,0-3-20 16,0 0-18-16,0 0-40 16,-5-23-121-16,0-11 57 0</inkml:trace>
  <inkml:trace contextRef="#ctx0" brushRef="#br0" timeOffset="12438.23">20160 6346 496 0,'0'0'96'0,"0"0"2"16,0 0 189-16,0 0-170 15,0 0-29-15,0 0-1 16,-148-155-43-16,148 121-11 16,0 2-3-16,0-6-13 15,7 2-11-15,28 2-3 16,10 5-2-16,-5 11 0 16,7 6-1-16,-2 3 0 15,0 9-1-15,11 0-2 0,1 0-2 16,-1 7 3-16,-6 19-4 31,-10 9 5-31,-14 1 1 0,-10 9-5 0,-16-3 4 16,0 3 0-16,-7-3-6 15,-42-4 6-15,-8-4 1 16,3-5 0-16,2-5 1 16,12-13 0-16,14-1 0 15,10-7-1-15,11-3 1 16,5 0 3-16,0 0-4 15,0 0 2-15,0 0-2 16,0 0-1-16,5-9-5 0,37-10 6 16,8-4 0-16,11 6-1 15,-5 4-3-15,6 5 4 16,-1 8 1-16,-2 0-1 16,2 2-1-16,1 42 1 15,-6 11 2-15,-11 7 4 16,-14-2-1-16,-27-10 4 15,-4-4 7-15,0-5 7 16,-49-8 18-16,-29-2-13 16,-16-8-10-16,-15-14-12 15,3-9-6 1,5 0-2-16,9-24-18 0,21-27-68 16,24-15-116-16,28-11-345 0</inkml:trace>
  <inkml:trace contextRef="#ctx0" brushRef="#br0" timeOffset="14041.62">15768 7623 1168 0,'0'0'14'0,"0"0"31"0,0 0 111 15,0 0-29-15,0 0-60 16,0 0-22-16,0 0-9 16,-106-96 4-16,106 96-25 15,0 0-8-15,0 30 2 16,0 17-6-16,0 7 14 15,0 0-9-15,0 1-6 16,-5-2-4-16,-4 3 1 16,-8-2-5-16,8 3-33 15,-1-1-49-15,10-3-46 16,0-5-116-16,0-11-86 16,15-19-183-16</inkml:trace>
  <inkml:trace contextRef="#ctx0" brushRef="#br0" timeOffset="14512.96">15973 7844 753 0,'0'0'209'0,"0"0"-169"15,0 0 120-15,0 0 9 16,0 0-77-16,0 0-29 16,-16-132-26-16,16 132-9 15,0 0-20-15,0 0-8 0,0 23-1 16,0 17 1-16,0 7 3 15,0 0-2-15,0-1-1 16,0-11 2-16,0-7-2 16,0-10-8-16,0-7-5 15,0-11-11-15,0 0 7 16,4 0 4-16,-4 0-4 16,0 0 12-1,5 0 2-15,2-5 0 0,3-22-1 16,8-1 2-16,20-4 1 15,-3 7 0-15,10 2-2 16,7 9 6-16,-7 5-4 16,7 6 1-16,-3 3 0 0,13 0 0 15,4 23 1 1,-5 16 2-16,-5 2 12 0,-25 5-14 16,-17-1 10-16,-14-4 1 15,0 2 5-15,-26-9-5 16,-28-4-10-16,-7-5-1 15,0-14-1-15,13-9-24 16,8-2-80-16,-4-5-108 16,-4-35-82-1,4-9-185-15</inkml:trace>
  <inkml:trace contextRef="#ctx0" brushRef="#br0" timeOffset="14586.58">15973 7844 761 0</inkml:trace>
  <inkml:trace contextRef="#ctx0" brushRef="#br0" timeOffset="14686.79">15973 7844 761 0,'101'-106'34'0,"-101"103"15"0,0 1 87 0,0-2-79 0,0-1-46 15,24-7-9-15,49-3 1 16,24 1-3-16,4 1-9 16,5 4-87-16,-9 6-164 15,-31 3-348-15</inkml:trace>
  <inkml:trace contextRef="#ctx0" brushRef="#br0" timeOffset="15313.6">16831 7769 700 0,'0'0'24'0,"0"0"83"16,0 0 25-16,0 0-62 15,0 0-28-15,0 0 11 0,0 0 4 16,0 0-7-16,0 0-20 16,0 0-5-16,0 0-8 15,0 0-1 1,0 0 0-16,0 0-3 0,0 0-1 16,0 0-5-16,0 0-5 15,0 0-1-15,0 0 1 16,0 0-1-16,0 0 0 15,0 0 1 1,0 0-1-16,0 0 1 0,0 0-1 16,0 0-1-1,0 0 0-15,0 0 0 0,-9 9 0 0,-3 5 1 16,3 7-1-16,-8 3 4 16,3 3-4-16,9 10 0 15,-4 1 1-15,2 4-1 16,7-4 1-16,0-2-2 15,0-1 2 1,0-4-2-16,16-5 1 0,10-7 0 16,-2-9-3-16,6-3 1 15,13-3 1-15,-3-4-4 16,0 0-1-16,0-4-3 16,-9-17 4-16,-1-3 5 0,-8-8 3 31,-13-4 1-31,-9-6-2 0,0-5 2 0,0-4 1 15,-26 3-2-15,-19 10 7 16,-7 7 0-16,8 10-1 16,-13 13-9-16,8 2-2 15,-3 6-4-15,7 0-9 16,14 9-29-16,10 24-84 16,16 3-138-1,5 3-275-15</inkml:trace>
  <inkml:trace contextRef="#ctx0" brushRef="#br0" timeOffset="16306.92">19535 7835 822 0,'0'0'78'0,"0"0"-70"16,0 0 106-16,0 0 31 0,0 0-80 15,0 0-25-15,-11-60 6 16,11 60-4-16,0 0-10 16,0 0-18-16,0 0-1 15,0 0-8-15,0 0 16 16,0 0 7-16,0 0 15 15,-5 0-8-15,5 0-2 16,0 0-10-16,0 0-4 16,0 0 5-16,0 0-15 15,0 0-9-15,0 0-1 16,0 0-23-16,0 0-37 0,0 0-91 16,0 17-119-1,0 20-111-15</inkml:trace>
  <inkml:trace contextRef="#ctx0" brushRef="#br0" timeOffset="16636.41">19488 8315 414 0,'0'0'480'0,"0"0"-480"15,0 0 59-15,0 0 75 0,0 0-104 16,0 0-22-1,66 6 5-15,-30 0 38 0,-6 3-13 16,-13 3-21-16,-8-4 0 16,-9 4-7-1,0 1 12-15,0-1 4 0,-14 0-2 16,-17-6 8-16,1-4 2 16,4-2-10-16,12 0-5 15,-3 0-11-15,8-18-6 16,9-6-2-16,0 3-2 15,0 1-24-15,49 5-40 16,8-1-47-16,4 10-76 0,-11 4-163 16,-3-2-362-16</inkml:trace>
  <inkml:trace contextRef="#ctx0" brushRef="#br0" timeOffset="17061.14">20349 7820 559 0,'0'0'72'15,"0"0"57"-15,0 0 70 16,0 0-47-16,0 0-32 16,-22-156-32-16,18 153-2 15,-1 3-10-15,5 0-16 0,0 0-26 16,-5 0-13-16,5 15-4 15,0 33 7-15,0 15 12 16,0 8-1-16,0-2-28 16,0 0-5-1,14-6 4-15,1-3-6 0,6-11 0 16,-12-1-10-16,8-11-48 16,-8-8-86-16,3-15-114 15,2-14-118-15,0 0-419 16</inkml:trace>
  <inkml:trace contextRef="#ctx0" brushRef="#br0" timeOffset="17737.66">20709 7787 822 0,'0'0'18'16,"0"0"6"-16,0 0 157 15,0 0-75-15,0 0-12 16,0 0-44-1,-77-60-16-15,77 60 9 0,-10 0-14 16,-16 27-15-16,7 14 6 16,3 11-3-16,11-3-9 15,5-1-6-15,0-2 0 0,10-6-2 16,32-2-1-16,3-10 1 16,0-5-6-1,2-12-9-15,-2-8-17 0,-10-3-12 16,0 0 14-16,-13-6 6 15,-18-19 15-15,-4-4 9 16,0-9 0-16,-14-1 4 16,-33-4 4-16,-14 3-6 15,6 3 6 1,4 8-2-16,15 2-4 0,22 8 2 16,14-1 3-16,0-1-7 0,31-6-3 15,35 3-2-15,9 4-5 16,5 1 4-16,-2 7 2 15,-17 6 2-15,-6 6 1 32,-8 0 0-32,-7 0-5 15,-10 21 6-15,-11 18 6 16,-7 12-4-16,-12 8 4 16,0 1 0-16,0-3-4 15,0-3-2-15,0-6 0 16,14-10 0-16,8-5-1 15,3-7 0-15,-1-11 1 16,7-9-1-16,4-6 1 16,7 0 0-16,8-15 6 0,-3-20-3 15,-12-13 1-15,-20-6 2 16,-15-6 6-16,0 1 14 16,-31 0 8-16,-35 5-17 15,-9 12-6-15,-13 16-4 16,8 8-7-16,-2 13-7 15,20 5-17-15,13 0-49 16,23 23-80-16,12 8-190 16,-3 6-347-16</inkml:trace>
  <inkml:trace contextRef="#ctx0" brushRef="#br0" timeOffset="18066.93">22107 7420 891 0,'0'0'26'0,"0"0"25"16,0 0 132-16,0 0-75 0,0 0-15 15,0 0-51 1,-245 18-10-16,184 39 24 0,11 9 7 15,20 2-32-15,13-6-1 16,17-3-5-16,0-10-12 16,0-11-5-16,31-6-4 15,21-13-4-15,19-6 5 16,16-13-5-16,14 0-6 16,5 0-32-16,-14-13-30 15,-12-2-78-15,-18 4-104 16,-22-1-125-16</inkml:trace>
  <inkml:trace contextRef="#ctx0" brushRef="#br0" timeOffset="18428.59">22671 7312 643 0,'0'0'7'0,"0"0"105"16,0 0 84-16,0 0-82 15,0 0-44-15,0 0 14 16,0-146-12-16,0 143 0 16,0 0-21-16,0 3-14 15,0 0-4-15,0 0-10 16,0 0-7-16,0 15-5 0,-26 27 0 16,-5 18 11-16,5 8 2 15,12 13-3-15,5 5 2 16,-3 10-9-16,3 5 4 15,-13 3 1-15,8-2-9 16,-7-1-2-16,2-2-5 16,3-12 0-16,1-10-1 15,4-14-2-15,-3-16-3 16,14-11-15-16,0-13-61 16,0-7-62-16,0-13-107 0,18-3-96 15,34 0-366 1</inkml:trace>
  <inkml:trace contextRef="#ctx0" brushRef="#br0" timeOffset="18948.68">23300 8064 675 0,'0'0'79'15,"0"0"-12"-15,0 0 62 0,0 0-22 16,0 0-66-16,0 0-26 15,-127-129 17-15,82 129 13 16,-2 0-8-16,7 0-7 16,5 27-16-16,13 4 0 15,8 4-3-15,10 5-5 16,4-6-4-16,0 0 0 16,4-4-1-16,32-13-1 15,-1-7-2-15,12-10-10 16,12 0-22-16,7-17 19 15,7-21-5-15,-7-19-10 16,-16-5-4-16,-15-13 28 16,-18-7 6-16,-17-8 0 0,0-6 2 15,-5 7-1-15,-38 8 12 16,3 15 10 0,5 22 25-16,4 18-8 0,17 11 16 15,2 9 6-15,3 2-8 16,9 4-4-16,0 0-21 15,0 27-11-15,0 41-9 16,0 30 52-16,0 19-15 16,9 3-28-16,17 6-5 15,-4-5-8-15,4-7-4 16,-17-10-1-16,-4-11-12 16,-5-15-41-16,0-10-50 0,-26-8-66 15,-36-13-91-15,-8-16-221 16</inkml:trace>
  <inkml:trace contextRef="#ctx0" brushRef="#br0" timeOffset="19656.78">17843 7882 318 0,'0'0'132'0,"0"0"-29"16,0 0 86-16,0 0 32 15,0 0-105-15,-31-153-31 16,-4 133 5-16,-1 8-18 16,-4-1-16-16,-2 13-20 15,-8 0-4-15,-2 0 0 0,-4 32-14 16,6 9-9-16,15 9 7 16,14 5-4-16,11 1-3 15,10-5-5-15,0-7 0 16,0-4-4-16,45-8-1 15,21-11 1-15,17-8-16 32,13-13-31-32,10 0-34 0,0-13-77 0,-9-20-46 15,-10-12-98-15,-25-2-160 16</inkml:trace>
  <inkml:trace contextRef="#ctx0" brushRef="#br0" timeOffset="19971.66">18253 7447 511 0,'0'0'74'0,"0"0"14"16,0 0 139-16,0 0-100 16,-10-161-36-16,10 152-15 15,0 5-8-15,0 4 1 16,0 0-25-16,-4 0-16 16,4 0 2-16,0 0-1 15,0 33-17-15,0 25 19 16,0 22 6-16,0 14 8 15,0 14-13-15,0 9-7 0,-5 4 1 32,0 5-12-32,1-3-6 15,-8-9-2-15,2-13-2 16,1-10-3-16,-3-16-2 16,7-12-3-16,1-12-18 15,-1-19-41-15,0-13-46 16,5-7-83-16,0-12-56 15,0 0-98-15,0 0-139 16</inkml:trace>
  <inkml:trace contextRef="#ctx0" brushRef="#br0" timeOffset="20443.93">18762 8425 473 0,'0'0'164'0,"0"0"-121"16,0 0 155-16,0 0-25 15,0 0-84-15,-5-152-48 16,-30 138 3-16,-5 4-13 16,-12 10 6-16,-9 0-24 15,-1 0-6-15,13 24 7 16,2 8 3-16,16 5-12 0,22 2-2 16,9-4-2-16,0-3-2 15,0-4-5-15,35-8-6 16,12-11-9-16,3-9-17 15,2 0-4-15,9-9 0 16,-7-32 8-16,-2-9-1 16,-17-13 25-16,-13-14 10 15,-13-12 0-15,-9 0 2 16,0 0 4-16,0 12 18 16,-21 14 20-16,-15 15 4 15,6 19-3-15,11 15 15 16,2 4-9-16,13 10 7 15,-1 0-20-15,5 3-21 0,0 47-9 16,0 22 11-16,0 27 16 16,0 5-23-16,19 4 10 15,2 1-22-15,-12-4 0 16,3-4 0-16,-12-2-34 16,0-1-24-16,0-3-68 15,-26-4-55-15,-21-17-164 16,2-23-165-16</inkml:trace>
  <inkml:trace contextRef="#ctx0" brushRef="#br0" timeOffset="25039.3">17029 7555 840 0,'0'0'23'0,"0"0"-18"16,0 0 81-16,0 0 20 15,36 169-1-15,-27-37-10 16,-2 19-55-16,-7 8-12 16,0-1-15-16,0-3-8 0,5 0-5 15,0-6-36 1,9-7-91-16,12-16-140 0,0-25-153 16</inkml:trace>
  <inkml:trace contextRef="#ctx0" brushRef="#br0" timeOffset="25638.6">21690 7277 810 0,'0'0'32'16,"0"0"39"-16,0 0 94 16,0 0-71-16,0 0 9 15,-78-157-57 1,78 155 0-16,0 2 4 0,0 9-26 16,-4 48-14-16,-1 30 13 15,-9 25 11-15,-12 15 3 16,-5 1-29-16,-9 1 4 15,-7-6-10-15,-3 0-2 16,-1-9-4-16,-6-7-50 16,-2-8-52-16,-2-10-72 0,-10-15-89 15,-16-19-270-15</inkml:trace>
  <inkml:trace contextRef="#ctx0" brushRef="#br0" timeOffset="26394.58">17501 9807 690 0,'0'0'119'15,"0"0"1"-15,0 0 44 0,0 0-86 0,0 0-19 16,0 0 4-16,-80-16-26 16,80-20-25-16,0-5-5 15,40-1-5 1,12 12-2 0,-3 11 0-16,12 13-1 15,-4 6 0-15,0 0-4 16,-8 10 2-16,-14 20 2 0,-9 8-2 15,-16 8 3-15,-6 2 5 16,-4 4-3-16,0-4 7 16,-28 0-9-16,-24-10 5 15,-4 0-1-15,6-16-3 16,15-5 3-16,9-6 2 16,9-11-3-16,17 0-2 15,0 0 0-15,0 0-1 16,0 0-3-16,0 0-9 15,17 0 12-15,28 0 0 16,11-7-2-16,6 7 1 16,4 0 1-16,4 13 0 15,-4 22 1-15,-9 8 5 0,-17 4-5 16,-19-5 5-16,-21 0 4 16,0-7 13-16,-26-2 18 15,-44-3-7-15,-18-9 0 16,-4-6-15-16,8-15-12 15,1 0 4-15,-4-19-11 16,7-19-8-16,14-16-38 16,21-6-11-16,28 0-65 15,17 1-100-15,17 12-111 16,42 13-68-16</inkml:trace>
  <inkml:trace contextRef="#ctx0" brushRef="#br0" timeOffset="26709.59">18838 9483 794 0,'0'0'67'0,"0"0"12"16,0 0 76-16,0 0-70 15,0 0-43-15,0 0-7 0,-260 19 10 16,201 31 11-16,7 10 2 16,22 2-21-16,9 5-9 15,11-7-9-15,10-7-7 16,0-9-8-16,5-7-4 16,51-16-2-16,27-13-6 15,18-8-31-15,20-3-79 16,1-32-68-16,-16-10-169 15,-19-3-414-15</inkml:trace>
  <inkml:trace contextRef="#ctx0" brushRef="#br0" timeOffset="26960.18">19368 9337 624 0,'0'0'90'0,"0"0"-56"16,0 0 154-16,0 0-54 15,0 0-71-15,0 0-20 16,-17-5 1-16,8 53 15 16,-3 21 17-16,-2 20-10 15,-12 15-24-15,0 3-3 16,-9 10-9-16,-10-2-4 16,5-4-13-16,-12-5-7 15,17-15-6-15,4-13-1 0,12-12-26 16,7-9-51-16,8-14-106 15,4-6-119-15,0-8-330 16</inkml:trace>
  <inkml:trace contextRef="#ctx0" brushRef="#br0" timeOffset="27493.92">19743 10406 907 0,'0'0'24'0,"0"0"9"16,0 0 100-16,0 0-48 15,0 0-20-15,0 0-26 16,-295-85-15-16,234 89 4 16,4 23 2-16,17 5 0 15,10 5-21-15,11 1-4 16,19-2-4-16,0-6-1 15,0-3-3-15,40-9-5 16,16-9-16-16,10-9-26 16,10 0-3-16,11-18 4 0,-7-18-7 15,-4-15-3-15,-15-8 31 16,-14-12 18-16,-21-13 10 16,-17-6 6-16,-9 1-3 15,0 5 13-15,-16 16 33 16,-15 17 4-16,8 14-2 15,6 19 25-15,12 13-9 16,5 2-5-16,-4 3-6 16,4 0-18-16,0 42-18 15,0 24-2-15,0 20 32 16,0 9-23-16,0 1-6 16,9-3 0-16,8-5-9 15,-3-4-7-15,2-10-5 0,-2-14 2 16,3-12-5-16,-3-17-4 15,7-17-43-15,-7-8-53 16,8-6-52-16,-8 0-62 16,7 0-101-16,-7-8-294 15</inkml:trace>
  <inkml:trace contextRef="#ctx0" brushRef="#br0" timeOffset="27714.06">20608 9549 1140 0,'0'0'15'0,"0"0"0"0,0 0 112 16,0 0-45-16,0 0-63 16,0 0-17-16,-26-15-2 15,26 15-24-15,0 0-72 16,0 0-85-16,0 24-99 15,0 13-135-15</inkml:trace>
  <inkml:trace contextRef="#ctx0" brushRef="#br0" timeOffset="27871.34">20648 10179 875 0,'0'0'58'15,"0"0"49"-15,0 0 46 16,0 0-69-16,0 0-44 15,0 0-34-15,-21 45-6 16,21-45-72-16,12-30-160 16,28-11-495-16</inkml:trace>
  <inkml:trace contextRef="#ctx0" brushRef="#br0" timeOffset="28313.36">21384 9634 680 0,'0'0'32'0,"0"0"109"0,0 0 38 15,0 0-65-15,0 0-21 16,0 0-4-16,0-70-9 15,0 70 1-15,0 0-32 16,0 0-17-16,0 0-6 16,0 0-18-1,0 0-1-15,0 4-3 0,0 25 1 16,11 3 1-16,4 8-3 16,1-1-1-16,-6 2 0 15,-6 1 1-15,6 2-3 16,-3 5 0-1,-3-4 1-15,6-5 2 0,-10-6-3 16,5-16 1-16,-1-7 2 0,3-8-3 16,-2 1-6-16,-5-4-12 15,10 0-70-15,11 0-92 16,-2 0-68-16,7 0-153 16</inkml:trace>
  <inkml:trace contextRef="#ctx0" brushRef="#br0" timeOffset="29302.55">21848 9400 753 0,'0'0'26'0,"0"0"52"16,0 0 72-16,0 0-67 15,0 0-46-15,0 0-3 16,-21-52 12-16,21 52 6 16,-17 0 4-16,3 0-11 15,-12 0 8-15,-4 0-35 16,-10 0-3-16,-5 4 3 16,2 21 9-16,8 7-8 15,11 8 5-15,13 5-13 16,11 1-5-16,0-1 2 0,0-1-5 15,26-4 0 1,4-5-3-16,6-7-2 0,8-8-3 16,4-8-4-16,13-12-32 15,5 0-16-15,9 0-48 16,1-15-24-16,2-14-35 16,-8-8-73-16,-13 2-26 15,-12-4-34-15</inkml:trace>
  <inkml:trace contextRef="#ctx0" brushRef="#br0" timeOffset="29524.05">22320 9437 42 0,'0'0'200'0,"0"0"-68"16,0 0 10-16,0 0 0 16,0 0 21-16,0-155-38 15,0 155-10-15,0 0-8 16,0 0-18-16,-5 8-23 16,-21 37-17-16,-5 20 21 15,1 24-11-15,4 7-15 16,12 2-13-16,-1 8 1 15,-1-14-19-15,7-6-12 16,4-1-1-16,-2-11 0 16,7-13-37-16,0-10-33 15,-5-11-61-15,5-17-69 16,0-11-85-16,5-12-132 16</inkml:trace>
  <inkml:trace contextRef="#ctx0" brushRef="#br0" timeOffset="29962.38">22751 10060 620 0,'0'0'129'15,"0"0"-57"-15,0 0 81 16,0 0-21-16,0 0-49 16,0 0-33-16,-120-93-5 15,63 95-10-15,5 32 0 16,8 4-8-16,13 2-7 0,14 1-6 15,17-2-13-15,0-6 4 16,0-9-5-16,26-6-3 16,26-13-3-16,5-5-7 15,9 0-9-15,0-14-2 16,-7-32-7-16,-3-9 7 16,-9-15 13-16,-23-17 11 15,-12-10 6-15,-12-14 5 16,0 7 17-16,-17 11 12 15,-18 27 3-15,4 23 16 16,5 22 14-16,17 11-16 16,4 10-6-16,5 0-25 15,0 42-11-15,0 38-7 0,0 29 18 16,21 10-14-16,24-4-8 16,5-1-4-16,-3-10 0 15,-12-11-5-15,-9-9-25 16,-21-9-53-16,-5-13-43 15,0-5-82-15,-31-16-151 16</inkml:trace>
  <inkml:trace contextRef="#ctx0" brushRef="#br0" timeOffset="33124.17">21457 9714 507 0,'0'0'60'0,"0"0"28"0,0 0 50 16,0 0-5-16,0 0-37 16,0 0-21-16,0 0-10 15,-26 9-11-15,-14 9-8 16,2-7-21-16,3-5-11 15,4-3 5-15,-4-3-9 16,-10 0-6 0,5 0-1-16,4-12 12 0,10-17 3 15,5-2-10-15,17 3-1 0,4-4 4 16,0 3-6-16,0 3 0 16,30 1-4-16,10 8 5 15,-4 5 1-15,6 6-4 16,-2 6 13-16,5 0-8 15,7 0 1-15,-3 35 1 16,3 20 8-16,-12 13 2 16,-4 9 1-16,-10 3-5 15,-12 5-12-15,-7-11 5 16,-7 1 3-16,0-10-8 0,-26-12-3 16,-26-7 4-16,-9-16-2 31,2-9-2-31,-7-10 5 0,4-7-6 0,1-4 1 15,9 0-1-15,7-24-1 16,10-9 0-16,14 0 1 16,16 5-2-16,5 11-3 15,0 2 5-15,10 10-2 16,37 5 1 0,7 0 0-16,19 0 1 0,7 26 4 15,-4 8-2-15,11 0-2 16,-12 3 0-16,-13-5-2 15,-6-1-49-15,-20-8-72 0,-15-2-67 16,-21-6-128-16,0-7-277 16</inkml:trace>
  <inkml:trace contextRef="#ctx0" brushRef="#br0" timeOffset="38282.42">14676 10101 761 0,'0'0'4'0,"0"0"55"0,0 0 87 16,-275-23 30-16,246 23-102 0,18 0-33 15,11 0-20-15,0 3 1 16,0 14 25-16,16 7-11 16,38-3-8-16,38-6-10 15,31-12 4 1,30-3-3-16,14 0 4 0,10-18-3 16,-14-5-6-16,-15 1-4 15,-37 5-4-15,-40 5-2 16,-36 6-4-16,-18 3-1 0,-12 3 1 15,-5 0-2-15,0 0-27 16,0 0-69-16,0 0-104 16,0 0 30-16,0 0-153 15,0 0 127-15,-10 0-98 16</inkml:trace>
  <inkml:trace contextRef="#ctx0" brushRef="#br0" timeOffset="38753.41">15495 9949 282 0,'0'0'31'15,"0"0"37"1,0 0 59-16,0 0-14 0,0 0 6 0,0 0 21 31,-66-146-68-31,49 138 23 16,8 4 4-16,4 2-49 16,0 2-4-16,0 0-4 0,5 0-10 0,0 0-13 15,0 0-5 1,0 0-10-1,0 0-3-15,0 0-1 16,0 0-4-16,0 0 3 16,15 18 1-16,20 2 0 15,0-1 0-15,8 1 2 16,-8-2-2-16,0-4 0 16,1 4-2-16,-6-5 4 0,-4-5-4 15,-11-2 2-15,-1-2-2 16,-3-4 2-16,-6 2-4 15,-5-2 4-15,5 0 1 16,-5 0 1-16,0 0 1 16,0 3-3-16,0-3 3 15,0 0 3-15,0 0-3 16,0 4-2-16,0-4-1 16,0 5-5-16,0 14 0 15,0 4 5-15,-26 13 19 0,7 9-14 16,-2-1 2-1,7 3-4-15,-3 5-3 0,8-1 0 16,9-4-15-16,0 0-34 16,0-7-126-16,0-10-240 15</inkml:trace>
  <inkml:trace contextRef="#ctx0" brushRef="#br0" timeOffset="42237.59">14325 12183 1066 0,'0'0'15'16,"0"0"32"-16,0 0 79 16,0 0-29-16,-269 6-31 0,265-6-13 15,4 0-30 1,0 0-7-1,0 3-6-15,30 6-4 16,51-3-1-16,36 4-5 16,25-10 10-16,11 0 4 15,10 0 12-15,-12 0-3 16,-8-16-8-16,-27-2-5 16,-34 10-5-16,-37 2-4 15,-24 0 1-15,-11 6-4 16,-1-9-6-16,13-6-59 15,8-4-32-15,1-3-71 16,-10-2-9-16,-7 2-75 16,-14 2-6-16,0 2-45 0</inkml:trace>
  <inkml:trace contextRef="#ctx0" brushRef="#br0" timeOffset="42631.09">15209 11897 532 0,'0'0'69'0,"0"0"70"16,0 0 54-16,0 0-62 15,0 0-35-15,0 0-40 16,0 0 9-16,-49-29-14 16,49 29-24-16,0 0-16 15,0 0-11-15,0 0-5 0,4 0-2 16,32 8 7-16,13 17 6 16,13 5-2-16,-6-3-3 15,1-5 2-15,-8-1-3 16,-6-5 0-16,-15-10-15 15,-7 0-6-15,-11-3 13 16,-3-3 8-16,-7 0 2 16,0 0 5-16,0 0 9 15,0 0-6-15,0 0 4 16,0 0 0-16,0 0-5 16,0 0 3-16,0 0-8 0,0 3-1 15,0-1-3 1,0 7-3-16,0 19-1 0,0 13 4 15,0 13 8-15,-12 9-6 16,-2 3-2-16,-3 2-1 16,-2 4-29-16,-16 5-134 15,-21-8-157-15</inkml:trace>
  <inkml:trace contextRef="#ctx0" brushRef="#br0" timeOffset="46028.75">18472 12112 969 0,'0'0'104'16,"0"0"-73"-16,0 0 86 15,0 0-75-15,0 0 21 0,0 0-30 16,-167-141-14-16,162 118 6 16,5 0-3-16,0 4-12 15,0 1 11-15,0-2-20 16,35 4 2-16,5 7-6 16,8 3 5-16,1 6-2 15,8 0 0-15,-1 24-1 16,-2 16 1-16,-2 7-3 15,-16 10 3-15,-10 2 2 16,-22 7 3 0,-4-1 4-16,0 0-2 0,-61-2-6 15,-10-8 2-15,-11-10 7 16,6-13-5-16,10-4 5 0,15-18 0 16,6 3-4-16,9-13 1 15,10 0 3-15,8 0-3 16,10 0 0-1,8 0 1-15,0 0 3 0,0 0-5 16,0 0-5-16,0 0 2 16,0 0-6-16,0 0 2 15,17 0 1-15,18 0 7 16,31-9 1-16,10-4-5 16,11 1-1-16,-7 7 3 0,-19-1-1 15,-9 3 0-15,-16 0-2 16,-22 3 1-16,-2 0-3 15,-12 0 0-15,0 0-2 16,0 0-4-16,0-3-55 16,9-9-90-16,22-5-94 15,9-13-86-15,7-3-82 16</inkml:trace>
  <inkml:trace contextRef="#ctx0" brushRef="#br0" timeOffset="46611.36">19601 12183 321 0,'0'0'325'0,"0"0"-300"16,0 0 190-16,0 0-63 16,0 0-62-16,0 0-13 15,50-154-2-15,-64 136-13 16,-22 6-2-16,-16 5-33 15,-4 7-11-15,-3 0-15 16,-7 3 11-16,5 22-5 16,9 7-3-16,16 4-3 0,15 2-1 15,12 5-2-15,9-8-1 32,0-1 0-32,9-12-21 0,38-3 7 0,15-10-7 15,8-9-11-15,11 0-11 16,1-16-3-16,-6-22 9 15,-15-13-20-15,-16-8 41 16,-15-7 11-16,-18-12 8 16,-7-10 3-1,-5-5 1-15,0 0 7 0,-21 10 29 16,-15 6 13-16,6 19-1 16,-1 13 7-16,12 19 0 15,3 14-5-15,6 9-20 0,10 3 11 16,-5 0-26-16,5 0-6 15,0 3-12-15,0 45 0 16,0 27-1-16,0 23 44 16,0 12-13-1,19 0-12-15,17-2-1 0,-6-7-4 16,6-8-11-16,-6-13 2 16,-4-10-3-16,0-11-2 15,-5-18-1-15,-7-7-6 16,8-14-12-1,-8-5-53-15,2-10-85 16,8-5-178-16,-3 0-262 16</inkml:trace>
  <inkml:trace contextRef="#ctx0" brushRef="#br0" timeOffset="46969.11">20608 11725 883 0,'0'0'28'0,"0"0"104"15,0 0-37-15,0 0-62 16,0 0-22-16,0 0-4 16,0-4 3-16,0 4-10 15,0 21 7-15,5 5 7 16,9 1-7-16,2-8-2 15,3-7-3-15,7-7 1 16,-9-5 2-16,-3 0 11 16,-5 0 0-16,3-2 22 15,-7-28 23-15,4-3-23 0,-9 1 8 16,0 1-3 0,0 11-26-16,0 2-17 0,-9 12-3 15,-3 6-3-15,-7 0-40 16,-21 9-84-16,-21 38-131 15,-10 16-135-15</inkml:trace>
  <inkml:trace contextRef="#ctx0" brushRef="#br0" timeOffset="47269.3">20698 12344 792 0,'0'0'91'0,"0"0"-75"0,0 0 18 16,0 0 20-16,0 0 3 16,0 0-40-16,30 120-2 15,-9-114-8-15,-6-4-1 16,1-2 3-16,-6 0 5 16,-1 0 18-16,-2 0 15 15,-2-11 10-15,-5-6 9 16,0-4 7-16,0 2-26 15,-5 4-19-15,-21 4-22 0,5 8-6 16,-14 0-4 0,4 3-14-16,-9 0-75 0,-5 3-114 15,7 9-331-15</inkml:trace>
  <inkml:trace contextRef="#ctx0" brushRef="#br0" timeOffset="48170.15">21558 11859 800 0,'0'0'33'0,"0"0"167"16,0 0-75-16,0 0-47 0,0 0 4 15,0 0-38-15,-101-111-7 16,101 75-19-16,35 4-12 16,19 5 0-16,12 6-4 15,0 6-1-15,0 6-1 16,0 9-2 0,-14 0 1-16,-7 12 1 0,-3 23-7 15,-23 4-1-15,-7 7 6 16,-12 0 2-16,0-3 0 15,0-1 12-15,-31-1-11 16,-20-7 5-16,1-5-4 16,-2-5 4-16,12-6-4 0,19-6 1 15,7-6-3-15,9-4 1 16,5-2-2-16,0 0 2 16,0 0-2-16,0 0 1 15,5 0-18-15,44 0 0 16,8-8 18-16,14-4 2 15,4 6-2-15,-14 6 2 16,-4 0-2-16,-12 0 0 16,2 21-3-16,-12 18 2 15,-14 8-5-15,-16 10 6 16,-5-4 2-16,0-4 3 16,-16-11 10-16,-29-6 0 15,-16-7-1-15,-5-4 3 0,-10-10 3 16,-2-8-7-1,12-3 4-15,0 0-6 0,-4 0-5 16,8-20-6-16,13-10 0 16,13-6-24-16,20 3-7 15,16 0-35-15,0 6-48 16,16 3-79-16,34 6-145 16,16 4-18-16</inkml:trace>
  <inkml:trace contextRef="#ctx0" brushRef="#br0" timeOffset="48766.48">22852 11927 575 0,'0'0'87'16,"0"0"42"-16,0 0 86 0,0 0-106 15,0 0-56 1,0 0-17-16,7-138 7 0,-54 135-8 16,-2 3-16-1,-8 0-8-15,5 3-4 0,3 22-3 16,14 4 3-16,13 2-5 16,13 1-1-16,9 4-1 15,0 2 0-15,0-1 3 16,9-8-3-16,22-4-1 15,0-10-3-15,-1-7-4 16,1-8-8 0,9 0 0-16,17 0 11 0,-3-30-6 0,7-11 11 15,-4-7 0-15,-22-13 2 16,-18-4 3-16,-17-6-3 16,0-4 11-16,0 0-4 15,-31 4 7-15,-12-3 2 16,8 8-9-1,0 6 5-15,16 16 9 0,2 17 10 16,3 12-15-16,9 9 25 16,5 6-14-16,0 0-11 15,0 6-18-15,0 45 8 16,0 27 0-16,5 22 30 16,26 11-25-16,-8 3 9 15,3 1 0-15,0-3-15 0,-4-12-5 16,-8 2-2-16,-5-12 0 15,-2-16-5-15,-2-5-10 16,-5-12-35-16,0-12-114 16,0-13-58-16,0-18-205 15,0-14-209-15</inkml:trace>
  <inkml:trace contextRef="#ctx0" brushRef="#br0" timeOffset="51935.84">20174 2979 384 0,'0'0'372'0,"0"0"-364"0,0 0 179 15,0 0-58-15,-299-16-51 16,249 16-9-16,15 6-10 16,23 0-17-16,12 3-21 15,0 3-9-15,5 4-9 16,77-2 22-16,60-5-6 16,77-9-8-16,50 0 7 0,42-6-8 15,19-16 0-15,0 2 22 16,-4 0-11-16,-22 1-3 15,-24 0-11-15,-32 8 1 16,-29 2 0-16,-40 3-2 16,-42 0 1-16,-57 4-1 15,-33 2-5-15,-33 0 2 16,-14 0-1-16,0 0-2 16,0-3-28-16,-80 3-115 15,-90-3-135-15</inkml:trace>
  <inkml:trace contextRef="#ctx0" brushRef="#br0" timeOffset="52895.21">2042 3620 813 0,'0'0'20'0,"0"0"-3"16,0 0 85-16,0 0 43 16,0 0-85-16,0 0-32 15,0 0-20-15,-188-9-8 16,259 20 2-16,51 12 24 15,55-1-25-15,56-12 15 16,57-10-4-16,52 0 4 16,45 0 19-16,28-19-4 15,18 5-16-15,-6-5-2 16,-31 10 6-16,-66 4 35 16,-80 1-23-16,-99 4-25 0,-73 0-1 15,-38 0-1-15,-26 0 16 16,-9 0-10-16,-5 0-9 15,0 0 2-15,0 0-3 16,0 0-4-16,0 0-17 16,0 0 6-16,0 0-62 15,-14 0-91-15,-22-6-215 16</inkml:trace>
  <inkml:trace contextRef="#ctx0" brushRef="#br0" timeOffset="53981.62">10020 3625 813 0,'0'0'13'0,"0"0"-5"16,0 0 114-16,0 0 26 15,0 0-57-15,0 0-56 16,-207-18-5-16,212 18 2 16,61 0-22-16,40 4 15 15,52 13-4-15,40-1-14 16,30-8-4-16,10 1 4 15,8-5-5-15,-13 2 5 16,-23 0-2-16,-24-4-3 16,-28 4 7-16,-40-3 4 15,-38-1 8-15,-33 2-7 16,-28-4 2-16,-19 3-2 0,0-1 5 16,0 2-5-16,0-4-14 15,0 2-8-15,0-2 6 16,0 0-43-16,0 4-100 15,0-2-87-15,40 7-193 16</inkml:trace>
  <inkml:trace contextRef="#ctx0" brushRef="#br0" timeOffset="54516.42">14122 3530 655 0,'0'0'33'16,"-311"0"-24"-16,170 3 140 15,30 1 10-15,38-4-62 16,38 0-36-16,35 0 5 15,0 0-22-15,0 2-27 16,91-2 15-16,77 0-27 16,96 0 9-16,82 0-5 0,46 0-4 31,20 0-1-31,-1 0-2 0,-4 0 12 0,-10 0-3 16,-23 0-7-16,-6 0 2 15,-33 0-1-15,-45 0 3 16,-52 0-2-16,-80 0 8 15,-66 0-11-15,-47 0-2 16,-41 0-1 0,-4-2-4-16,-26-2-34 0,-80 1-155 15,-61-6-242-15</inkml:trace>
  <inkml:trace contextRef="#ctx0" brushRef="#br0" timeOffset="56786.62">18828 13093 1098 0,'0'0'1'0,"0"0"9"15,0 0 101-15,0 0 13 16,0 0-38-16,0 0-35 15,0 0-29-15,-56-69 2 16,56 69-3-16,0 0-11 16,0 16-6-16,25 23-4 0,46 15 17 15,12 17-3-15,23 7-7 16,16 13 1-16,15 3 8 16,21 1-8-16,0-15-8 15,5-16 1-15,9-19 4 16,21-25-4-16,15-20-1 15,6-3 0-15,3-54 0 16,-12-14 1-16,-19-22 0 16,-23-3 3-16,-19-1-2 15,-29-5 0-15,-18 12 0 16,-24 13 3-16,-23 5-5 0,-15 17 1 16,-9 12 10-1,-5 9 2-15,-11 14 2 0,-1 8-9 16,-4 9 4-16,2 3-5 15,-7 0 0-15,0 0-2 16,0 0-2-16,0 0-1 16,0 0 0-16,0 0 0 15,0 0-7-15,0 0-17 16,0 0-38-16,0 0-82 16,0 0-203-16,-47 6-237 15</inkml:trace>
  <inkml:trace contextRef="#ctx0" brushRef="#br0" timeOffset="57383.14">18437 14535 1064 0,'0'0'33'15,"0"0"28"-15,0 0 83 16,0 0-20-16,0 0-31 16,0 0-55-16,-66-69-12 15,66 69 16-15,0 0-18 16,0 29-8-16,0 16 4 16,35 18 17-16,-4 3-9 15,-5 0-9-15,0-1-10 0,-8-2-8 16,4-4-1-16,-8-6 0 15,2 2-17 1,10-10-33-16,-2-5-68 0,11-6-116 16,8-13-120-16,-8-21-199 15</inkml:trace>
  <inkml:trace contextRef="#ctx0" brushRef="#br0" timeOffset="57933.58">19377 14877 703 0,'0'0'75'16,"0"0"30"-1,0 0 62-15,0 0-56 0,0 0-33 16,0 0 3-16,-148-142-41 16,103 138 10-16,-7 4-7 15,-14 0-22-15,7 12-13 16,3 14-1-16,20 5 4 15,20 4-11-15,16 5-10 16,0 0 5-16,0-2 2 16,26-7 0-16,30-9-23 15,10-7-6-15,5-15-13 0,-5 0-14 16,-5-6-12-16,-11-34 66 16,-8-7-11-16,-18-10-7 15,-12-11 20-15,-12-10 3 16,0-9 1-16,0-2 3 15,-31-3 0-15,-16 1 1 16,2 14 10-16,10 19 18 16,9 16 10-16,7 24 8 15,12 7 10-15,2 9-17 16,5 2 11-16,-5 0-26 16,5 0-9-16,0 9-12 15,0 42-1-15,31 23 34 0,14 23-9 16,2 1-6-16,-2 0-5 15,-10-5-7-15,-9-10-8 16,0-9-4-16,-7-2-1 16,-3-15-1-16,-1-9-3 15,-4-13-8-15,-1-7-42 16,-1-10-34-16,17-7-84 16,14-11-73-16,7 0-160 15</inkml:trace>
  <inkml:trace contextRef="#ctx0" brushRef="#br0" timeOffset="58405.33">20236 14818 333 0,'0'0'507'0,"0"0"-472"16,0 0 132-16,0 0-28 15,0 0-56-15,0 0-28 16,-116 8-12 0,116-8 5-16,0 0-12 0,0 0-24 15,9 0-3-15,41 0 10 16,28 0 18-16,14-5-8 16,-3-13-8-16,-6 3-2 15,-17 0-7-15,-14 5 20 0,-24 5-18 16,-16 2-11-16,-8 3-3 15,-4 0 0-15,0 0-3 16,0 0-7-16,0 0-7 16,0 0-46-16,0 0-51 15,0 0-66-15,-4 6-35 16,-43 17-139-16,-19 5 48 16</inkml:trace>
  <inkml:trace contextRef="#ctx0" brushRef="#br0" timeOffset="58483.82">20236 14818 319 0</inkml:trace>
  <inkml:trace contextRef="#ctx0" brushRef="#br0" timeOffset="58988.67">20236 14818 319 0,'-71'212'281'0,"71"-212"-197"0,0 0-20 0,0 0 56 16,5 0-43-16,30 0 10 0,17 0-38 16,9-3-19-16,10-12 1 15,0-1-8-15,-1 1 1 16,-4 0-11-16,-14 7 10 15,-17-1-5-15,-9 3-15 16,-16 6 5-16,-10-2-6 16,0 2-1-16,0 0 13 0,0 0 20 15,0 0 2-15,0 0-5 16,0 0-8-16,0 0 1 16,0 0-4-16,0 0 7 15,0 0-6-15,0 0-4 16,0 0 5-16,0 0-8 31,0 0 3-31,0 0 0 16,0 0-15-16,0 0 13 0,0 0-7 15,0 0-7 1,0 0 5-16,0 0-4 0,0 0 0 16,0 0-2-16,0 0 2 15,0 0-2-15,0 0 0 16,0 0 0-16,0 0 3 15,0 0-3-15,0 0-2 16,0 0 2-16,0 0 0 16,0 0 1-16,0 0 1 15,0 0-2-15,0 0 0 16,0 0 0-16,0 0 0 16,0 0 0-16,0 0-3 15,0 0 3-15,0 0-1 0,0 0 1 16,0 0-10-16,0 0-29 15,0 0-70-15,0 0-42 16,0 14-27-16,0-3-40 16,0-4-97-16</inkml:trace>
  <inkml:trace contextRef="#ctx0" brushRef="#br0" timeOffset="59492.21">21461 14480 648 0,'0'0'232'16,"0"0"-188"-16,0 0 86 16,0 0-23-16,0 0-38 15,0 0-10-15,-132-23-10 16,121 4-10-16,1-7 8 15,6-3-40-15,4-11-3 16,0 2-3-16,30 2 2 0,20 6-3 16,6 6 1-16,-9 12-2 15,-2 12-1-15,0 0-2 16,-3 8-4-16,3 35 4 16,-9 14 4-16,-15 4 3 15,-21 9 3-15,0-1-1 16,0-4 0-16,-47-6 2 15,-8 1 2-15,-11-6 4 16,-7-6 2-16,19-10-3 16,7-10 1-16,16-10 19 15,12-9-23-15,15-7 1 16,4-2 1-16,0 0-6 0,0 0-2 16,0 0-3-16,0 0 0 15,28 0 1-15,45-2 3 16,24-17-8-16,9-2-10 15,0-3-35-15,7 1-51 16,-12-11-108-16,-11-4-47 16,-17-7-256-16</inkml:trace>
  <inkml:trace contextRef="#ctx0" brushRef="#br0" timeOffset="59854.17">22107 14277 785 0,'0'0'60'0,"0"0"34"0,0 0 40 16,0 0-69-16,0 0-34 16,0 0 6-16,-73 123 62 15,69-63-78-15,4-1-10 16,0-2-5-16,0-6-6 16,21-6 0-16,19-10-1 15,12-7-2-15,2-11-2 16,7-8 1-1,-4-9-21-15,4 0 6 0,-11-20 19 0,-8-20 2 16,-11-4 3-16,-17-7-1 16,-14-3 6-16,0-3 12 15,-26 0 1-15,-24 16 17 16,3 8 18-16,-2 15-26 16,6 4-16-16,-6 11-9 15,-12 3-7-15,-1 0-8 16,1 14-32-16,7 20-70 15,7 6-65-15,7 3-113 16,14 1-207-16</inkml:trace>
  <inkml:trace contextRef="#ctx0" brushRef="#br0" timeOffset="60766.75">23225 14504 871 0,'0'0'20'0,"0"0"43"15,0 0 72-15,0 0-66 0,0 0-3 16,-285-119-21-16,240 119-28 16,-2 10-4-16,11 21 1 15,10 9-13-15,12 5 1 16,14 1-2-16,0-8-7 15,0-6 5-15,26-5-4 16,14-9-8-16,0-12-1 16,12-6-12-16,-7 0-3 15,12-24 30-15,-13-21-13 16,-8-12-18-16,-10-8 11 0,-22-16 13 16,-4-8 7-1,0-8 2-15,-35-3 0 0,-22-1 11 31,3 11 7-31,-7 15 12 0,14 21 32 0,11 22 5 16,13 15 14-16,16 10-19 16,2 7-12-16,5 0-31 15,0 12-10-15,0 45-9 16,42 29 19-16,13 15 12 16,6 13-10-1,0-2 9-15,-4 5-10 0,-12-3-10 16,-10-10-1-16,-4-5 3 0,-10-4-8 15,-7-9-2-15,-2-7-3 16,-7-15 0-16,-1-16-1 16,1-18 1-16,-5-9-2 31,5-11 0-31,-5-8 0 0,0 1-1 0,0-3 0 16,0 0-2-16,0 0 4 15,0 3-3-15,0-3 3 16,0 3 0-16,0-3 0 15,0 0 0-15,0 0 0 16,0 0 0-16,0 0 0 16,0 0 0-1,0 0 0-15,0 0 1 0,0 0-1 0,0 0 0 16,0 0 0 0,0 0 0-16,0 0 0 0,0 0 0 15,0 0 0 1,0 0-1-16,0 0 1 0,0 0 0 15,0 0 2 1,0 0-2-16,0 0 0 0,0 0 1 16,0 0-1-16,0 0 1 15,4 0-1-15,-4 0 1 16,0 0-1-16,0 0 0 0,0 0 1 16,0 0 0-1,0 0 0-15,0 0-1 0,0 0 0 31,0 0 0-31,0 0-1 0,0 0-4 0,0 0-43 16,0 0-96-16,0 0-159 16,-9-9-241-16</inkml:trace>
  <inkml:trace contextRef="#ctx0" brushRef="#br0" timeOffset="63422.23">12394 1265 1 0,'0'0'464'0,"0"0"-408"16,0 0 153-16,22-190-61 15,-29 134-19-15,-60 1-62 0,-39 7 26 16,-40 13-38-16,-42 10 14 16,-41 23-25-16,-47 2-5 15,-23 36-4-15,-22 30 3 16,12 25 4-1,29 21 8-15,42 16-20 0,65 18-11 16,60 6-8-16,78 6 2 16,35-5-12-1,82-7-1-15,81-13 0 0,45-13-1 16,51-25-1-16,40-27 2 16,22-28 0-16,14-38-2 15,7-2 1-15,-3-68 2 16,-4-33 2-16,-10-21-2 0,-35-22 7 15,-49-10-4-15,-69-25-2 16,-102-13-2-16,-70 0 0 16,-110 12-10-16,-114 40-24 15,-92 50-50-15,-71 53-27 16,-58 37-116 0,-29 37-176-16</inkml:trace>
  <inkml:trace contextRef="#ctx0" brushRef="#br0" timeOffset="66430.13">19427 11422 997 0,'0'0'10'16,"0"0"-10"-16,-410-131 63 16,226 108 34-16,-19 17-7 15,-30 6-27-15,-22 32-5 16,-9 43 15-16,0 30-24 15,31 29 6-15,65 26-33 16,55 14-7-16,68 2-3 16,45-3 5-16,31-6-6 15,89-7 1-15,50-3-8 16,37-14-2-16,31-27 0 16,12-23-2-16,5-38-13 15,-3-36 13-15,3-19 0 16,14-45-20-16,-3-53 20 0,-7-33 5 15,-25-25 1-15,-48-23-5 16,-47-18 7-16,-64-17-16 16,-53-7 6-16,-22 1-17 15,-66 23 7-15,-73 31 9 16,-43 43 1-16,-47 36 2 16,-30 42 1-16,-22 39 1 15,-1 15-1-15,-8 63-1 16,0 38 3-16,4 26-1 15,1 29 7-15,38 16 3 0,41 10-11 16,82-2 1-16,67-7 4 16,57-12-4-16,21-7 3 15,85-11-1-15,52-13-4 16,36-18 0-16,22-19 1 16,18-24-1-16,-15-27-10 15,5-34 9-15,5-17-3 16,9-48 8-16,12-44 2 15,0-33-1-15,-29-22-1 16,-37-16-2-16,-61-16 3 16,-57-11-5-16,-47-9-2 15,-19 3-6-15,-36 11 7 0,-70 18-1 16,-57 30 1-16,-51 29-7 16,-50 31 1-16,-24 37 7 15,-9 35 0-15,10 5-1 16,1 57 3-16,10 26 1 15,20 25-3-15,20 29-2 16,59 27 2-16,59 21 0 16,64 18 1-16,47 0 8 15,7-6-3-15,82-16-5 16,64-23 2-16,55-29-3 16,37-38 1-16,35-31-5 0,8-41 10 15,9-19-6 1,0-51 7-16,-7-48-3 0,-12-31 3 15,-38-29 6-15,-46-26-8 16,-65-26 11-16,-75-23-11 16,-47-16-5-16,-96 2-1 15,-102 25-5-15,-88 53-20 16,-74 68-19-16,-41 81-4 16,-38 42-100-1,17 81-152-15,43 29-328 0</inkml:trace>
  <inkml:trace contextRef="#ctx0" brushRef="#br0" timeOffset="69610.35">21867 15516 49 0,'0'0'729'0,"0"0"-674"15,0 0-14-15,0 0 110 16,0 0-53-16,0 0-40 16,0 0-23-16,-198 11 1 15,198-11-5-15,0 0-5 0,0 0-16 16,52 0-9-16,54 0 16 16,35 0 18-16,34-5-15 15,2-22-19-15,-5-3 14 16,12-6-13-16,-8 0 2 15,4 1 4-15,-13 2-8 16,-30 7 4-16,-15-1 1 16,-30 8 2-16,-26 8 8 15,-26 4 8-15,-18 5-7 16,-13 2 1-16,-9-4 13 16,0 4-16-16,0 0 6 15,0 0-13 1,0 0-5-16,0 0 8 0,0 0 4 0,0 0-10 15,0 0-1-15,0 0 0 16,0 0 0-16,0 0-3 16,0 0 4-16,0 0-2 15,0 0 1-15,0 0 0 16,0 0 2-16,0 0-2 16,0 0-2-16,0 0 0 15,0 0 2-15,0 0-2 16,0 0 1-16,0 0-2 15,0 0 1-15,0 0-1 0,0 0 1 16,0 0-1 0,0 0 3-16,0 0-3 0,0 0 1 31,0 0-1-31,0 0 1 0,0 0 0 0,0 0-1 16,0 0 1-16,0 0-1 15,0 0 0-15,0 0-2 16,0 0-4-16,0 0-23 15,0 0-59-15,0 0-92 16,0 0-129-16,-35 0-317 16</inkml:trace>
  <inkml:trace contextRef="#ctx0" brushRef="#br0" timeOffset="70521.37">18477 12936 579 0,'0'0'6'0,"0"0"16"15,0 0 112-15,0 0-16 16,73-174-17-16,-59 145-26 15,-5 8 2-15,-9 12 14 16,0 5-6-16,0 4-10 16,-4 0-35-16,-62 10-4 15,-36 43-11-15,-39 31-13 16,-17 28 12-16,-9 29 21 0,-8 24-2 16,3 16-9-1,-5 8 7-15,-2-8-9 0,21-8-14 16,21-15 4-16,15-12-7 15,25-15 5-15,8-10-13 16,6-17-2-16,8-15 1 16,9-14-2-16,9-16 5 15,7-15-7-15,20-10 2 16,4-13 0-16,9-7 1 16,13-8-4-16,-1-2 2 15,0 2-1-15,5-3-2 16,0-3 1-16,0 0 2 15,-4 0-6-15,4 0 3 0,0 0-6 16,0 0-16 0,0 0-38-16,0 0-43 0,0-22-39 15,0-16-111-15,0-4-90 16,4 1-48-16</inkml:trace>
  <inkml:trace contextRef="#ctx0" brushRef="#br0" timeOffset="71056.61">16105 14426 913 0,'0'0'16'0,"0"0"17"0,0 0 93 15,0 0-34-15,0 0-35 16,0 0-13-16,-47-26 9 15,47 26-6-15,0 0-22 16,0 0-18-16,0 21-3 16,0 30 3-16,0 21 47 15,0 11-11-15,0 4-33 16,0-1 5-16,0 1 8 16,0-4-12-16,0-9-7 15,0-11 15-15,0-12-7 0,-5-16-1 16,-4-10-9-16,4-10 7 15,5-10-5-15,0-1-4 16,0-4 2-16,0 0-1 16,0 0-1-16,0 0-1 15,0 0 1-15,14 0 4 16,48 0 7-16,18-19 12 16,28-8-13-16,3 1-2 15,-5-4-5-15,-14 0 5 0,-14 7 0 16,-24 6-2-16,-23 9 5 15,-15 6-6-15,-6 2-4 16,-10 0-1-16,0 0 0 16,0 0 1-16,0 0-1 15,0 0-2-15,0 0 2 16,0 0-29-16,0 0-73 16,0 0-52-16,0 0-79 15,0 0-99-15,0 0-135 16</inkml:trace>
  <inkml:trace contextRef="#ctx0" brushRef="#br0" timeOffset="72818.93">14610 15787 900 0,'0'0'57'0,"0"0"-36"0,0 0 124 16,0 0-38-16,0 0-27 16,0 0-41-16,-56-48-6 15,25 102-17-15,-4 29-3 16,-5 22 0-16,4-1 2 15,10-3 13-15,1-10 3 16,-1-14-16-16,2-8 0 16,-2-22-6-16,10-15-1 0,11-13-7 15,0-12-1-15,5-7 0 16,0 0-1-16,0 0-7 16,21 2 8-16,50 4 6 15,26-6-2-15,14 0 1 16,2 0-1-16,-12 0-4 15,-16-2-1-15,-12-11-15 16,-23 1 0-16,-15-8-4 16,-9-5 11-16,-17-5 9 15,-2-12 4-15,-7-1-3 16,0-9 1-16,0-4 2 16,-26 5 1-16,-4 9-2 15,4 12 4-15,12 18 19 0,7 5-7 16,-3 7 1-16,10 0 3 15,0 0-8-15,-4 0-2 16,4 0-5-16,0 0 3 16,0 0-11-16,0 17 0 15,0 21 0-15,0 25 17 16,21 14 17-16,9 3-25 16,6 4 10-16,-1 0-6 15,0-3-8-15,-4-10 0 16,-7-8-5-16,-8-12 5 0,-2-16-2 15,-2-11 3 1,-7-11-6-16,-5-7-2 16,5-6 2-16,-5 0 1 0,0 0 2 15,0 0-3-15,0 0-3 16,0 0-1-16,0 0-35 16,0 0-48-16,0 0-24 15,0-12-38-15,4-27-99 16,1-10-231-16,2-11 83 15</inkml:trace>
  <inkml:trace contextRef="#ctx0" brushRef="#br0" timeOffset="73336.47">15363 16139 351 0,'0'0'143'16,"0"0"-57"-16,0 0 43 15,0 0 8-15,0 0-62 16,0 0 0-16,0-51-7 16,0 51-6-16,0 0-7 15,-5 0-5-15,0 0-17 16,-2 0-5-16,2 24-3 16,1 15-8-16,-1 9 0 0,5 5-3 15,0-2-5-15,0 0-2 16,0 3-1-16,14-4 0 15,21 1-3-15,-4-15 1 16,11-1-3-16,-1-7 0 16,-1-7-1-16,-5-16 0 15,0-2-3-15,1-3 3 16,6 0 6-16,-7-20 2 16,6-14-3-16,-11-10 0 15,-4-6 1-15,-21-5-2 16,-5-8-2-16,0 3 3 15,0 1 0-15,-31 3-2 0,-21 8 20 16,3 12-7 0,-8 9-6-16,12 16 10 0,-2 2-12 15,3 6-8-15,3 3-11 16,6 0 3-16,4 3-39 16,10 26-38-16,7 8-77 15,14 1-83-15,0 1-105 16,0-1-36-1</inkml:trace>
  <inkml:trace contextRef="#ctx0" brushRef="#br0" timeOffset="73840.25">16348 16262 701 0,'0'0'105'16,"0"0"-46"-16,0 0 101 15,0 0-49-15,0 0-49 16,0 0-12-16,-87-140 5 16,42 140 1-16,-7 0-40 15,-7 26-12-15,7 16 0 16,7 9 3-16,20-1 1 16,15-2-2-16,10-4-3 15,0-1-3-15,24-7 0 0,32-13-3 16,6-8-17-16,-1-15-18 15,5 0-8-15,-10-6 30 16,-6-37 2-16,-10-9 4 16,-14-19-3-1,-5-20 11-15,-21-21 2 0,0-16 0 16,0-7 1-16,-21 3 5 16,-29 13-2-16,-1 24 11 15,-1 26 23-15,16 27 36 16,13 24 5-16,11 15-10 15,7 3-10-15,5 0-29 16,0 63-23-16,0 32-1 0,5 27 50 16,35 22-23-16,12 1-7 15,5-1-13-15,-8 2 3 16,-2-21-14-16,-2-10-2 16,2-15-1-16,-12-9 0 15,1-21-36-15,-17-13-63 16,-7-27-104-1,-12-26-88-15,0-8-178 0</inkml:trace>
  <inkml:trace contextRef="#ctx0" brushRef="#br0" timeOffset="74248.33">15504 14850 1033 0,'0'0'18'16,"-446"-136"52"-16,232 106 43 15,11 30-17-15,10 23-20 16,9 79-28-16,12 59-6 16,30 53 9-16,39 52 8 15,58 44 12-15,45 10-31 0,16 8-22 16,90-13-2 0,52-23-3-16,50-20-6 15,46-39-6-15,25-35-1 0,15-44-2 16,-8-41-2-16,4-47 4 15,-5-52-18-15,-2-31-13 16,-12-95 0 0,-12-60 30-16,-25-66 1 15,-36-54 0-15,-62-48 2 0,-74-45 8 16,-62-27-9-16,-83 13 3 16,-94 28-3-16,-56 56 3 15,-62 66-4-15,-47 69-12 16,-32 66 8-16,1 68-11 15,38 46 1-15,67 57-7 16,74 66-71-16,88 32-123 0,75 2-166 16</inkml:trace>
  <inkml:trace contextRef="#ctx0" brushRef="#br0" timeOffset="74971.55">23762 12790 710 0,'0'0'132'0,"0"0"-71"15,0 0 107-15,0 0-15 0,0 0-57 16,0 0-29-16,-96-106-9 15,91 106-12 1,-9 0-22-16,-21 31-22 0,-17 25 7 16,-5 25 4-16,17 3-12 15,14-7 8-15,26-3-6 16,0-5 1-16,0-6-4 16,47-9-2-16,15-13 0 31,13-14-8-31,5-18 6 15,-2-9-3-15,-3 0 6 16,-13-15 1-16,-18-18 4 16,-22 1-1-16,-22-5 1 0,0 8 0 15,0 7 3-15,-45 8 16 16,-16 8-14-16,-10 6-7 16,-2 0 1-16,7 3 3 15,16 19-6-15,10 7-6 16,10-3-12-16,13 5-69 15,8-2-88-15,9-2-54 16,0-12-107-16,9-12 22 16</inkml:trace>
  <inkml:trace contextRef="#ctx0" brushRef="#br0" timeOffset="75349.75">23982 12932 614 0,'0'0'43'16,"0"0"60"-16,0 0 110 15,0 0-84-15,0 0-46 16,0 0-48-16,4-71-18 16,-4 91-9-16,0 23 12 15,0 8 0-15,0 1-12 16,0 3-4-16,22-10-1 16,8-7 0-16,6-5-1 0,8-12-2 15,8-9 1-15,3-10 5 16,11-2 7-16,2-8 0 15,-9-24-3-15,-7-13-5 16,-17-4 3-16,-26-3 8 16,-9-3 12-16,0 5 9 15,-23 4-11-15,-38 14 3 16,-5 9-18-16,0 6-2 16,9 9-8-16,5 8-1 15,-2 0-7-15,-3 6-69 16,13 21-81-16,13 5-82 15,19-2-101-15,12 1-16 0</inkml:trace>
  <inkml:trace contextRef="#ctx0" brushRef="#br0" timeOffset="75822.02">24835 12841 561 0,'0'0'64'0,"0"0"120"15,0 0-43-15,0 0-46 0,0 0-37 16,0 0-27-16,-87-114 22 16,37 120-43-16,-1 26 1 15,6 7-5-15,14 9 1 16,22-4-1 0,9 2-3-16,0-12-3 0,9-2 1 15,36-6-1-15,7-18-1 16,4-8-2-16,-1 0-8 15,-4-8 11-15,1-34-9 16,-12-14-2-16,-9-13 6 16,-17-8 5-16,-9-10 5 15,-5-4-5-15,0 0 9 0,-36 2 3 16,-13 8 8-16,-8 18 14 16,13 19 14-16,1 20 34 15,20 11-17-15,11 13-12 16,7 0-15-16,-4 7-14 15,4 51-22-15,5 23 16 16,0 24 35-16,0 3-27 16,14-5-6-16,21 3 2 15,6-8-19-15,-4-7-2 16,-8-8 0-16,8-13-1 16,-13-13-2-16,6-12-89 15,-4-16-72-15,0-22-160 16,-12-7-224-16</inkml:trace>
  <inkml:trace contextRef="#ctx0" brushRef="#br0" timeOffset="76183.85">24526 11671 1026 0,'0'0'17'15,"-346"-54"-2"-15,169 54 116 0,2 38-2 16,3 61-42-1,5 42-26-15,18 35-19 0,29 36 8 16,28 23-1-16,36 12-27 16,34 7 11-16,22-9-20 15,43-21-9-15,63-31-2 16,47-32-2 0,24-38-2-16,33-37 2 0,28-44 0 15,31-42 2 1,30-54 8-16,17-71-5 0,-7-51 3 15,-24-40 4-15,-61-22-6 16,-71-33-5-16,-98-18 7 16,-55-9-8-16,-163 13-6 15,-101 58-52-15,-80 73-5 0,-43 80 0 16,-9 74-64-16,9 43-105 16,17 77-273-16</inkml:trace>
  <inkml:trace contextRef="#ctx0" brushRef="#br0" timeOffset="83531.14">19123 8831 522 0,'0'0'48'0,"0"0"35"15,0 0 103-15,0 0-92 16,-229-152-13-16,118 146-21 16,-28 6-1-16,-23 27-21 15,-25 38 24-15,-27 34-21 16,-20 28 6-16,-16 34-1 16,12 28-1-1,14 13 10-15,48 7-28 0,58-3-3 16,52-9-11-16,56-12-5 15,10-12-3 1,62-17 0-16,58-20-4 0,59-19-1 0,54-28 0 16,48-26 1-16,18-40 0 15,15-23-1-15,-8-41-15 16,-11-45 15-16,-5-22 7 16,-35-18 1-16,-38-20-5 15,-55-26 1-15,-56-31 8 16,-54-32-7-16,-52-28-1 15,-40-5-4-15,-118 13-12 16,-71 41-13-16,-75 65-38 0,-68 75-16 16,-60 74-49-1,-34 37-33-15,13 60-250 0,22 12-117 16</inkml:trace>
  <inkml:trace contextRef="#ctx0" brushRef="#br0" timeOffset="84471.24">9492 12652 67 0,'0'0'251'15,"-52"-155"-152"-15,29 75 32 16,-8 6-12-16,0 14 39 16,6 11-3-16,-1 26-31 15,11 10-13-15,-1 13-20 16,7 0-12-16,-1 3-43 16,-2 54-23-16,-7 23 11 15,-2 22 28-15,12-1-39 16,4-11-4-16,5-9-1 0,0-9-6 31,5-15 1-31,30-14 0 16,5-16-6-16,12-11 3 15,9-11-1-15,15-5-7 16,25 0 10-16,5-11-2 16,7-17 1-16,-6 2-1 15,-15 2-18-15,-17 5-46 16,-23 8-37-16,-29 5-74 15,-11 3-29-15,-12-3-46 16,0 0 11-16</inkml:trace>
  <inkml:trace contextRef="#ctx0" brushRef="#br0" timeOffset="84754.02">9782 12586 342 0,'0'0'134'0,"0"0"-68"15,0 0 50-15,0 0 98 16,0 0-166-16,0 0 30 15,-219-152 37-15,210 150-33 16,9 2-2-16,0 0-21 16,0 0-23-16,0 0-11 15,0 0-6-15,0 12-2 16,14 20 30-16,21 13 6 16,12 9-22-16,-2 6-5 0,7 2-4 15,-7-3-9-15,-5 1-11 16,-3-1 0-16,-13 2 1 15,-3-8-3-15,-7-2-10 16,8-12-24-16,4-7-102 16,4-10-107-16,-4-22-98 15,-7 0-199-15</inkml:trace>
  <inkml:trace contextRef="#ctx0" brushRef="#br0" timeOffset="85178.3">10310 12360 794 0,'0'0'23'16,"0"0"97"-16,0 0-3 15,0 0-27-15,0 0-9 16,0 0-43-16,-127-140 17 16,127 140 4-16,-5 0-31 15,1 0-17-15,-1 38-7 16,5 19 1-16,0 17 10 15,0 4-14-15,0-1 8 16,19-5-6-16,23-4 0 16,3-11-2-16,0-12-1 0,7-13 0 15,-8-14-3-15,-1-11 2 16,-8-7-5-16,10 0 6 16,0-33 9-1,7-21-3-15,-12-14-1 0,-14-13 5 16,-22-5 0-16,-4-1-2 15,-14 4 1-15,-47 15-1 16,-10 11-2-16,-7 20-6 16,3 14 6-16,4 8-6 15,10 15-15-15,16 0 6 16,3 26-57-16,11 31-95 0,-4 13-10 16,11 4-144-16,3-2 19 15</inkml:trace>
  <inkml:trace contextRef="#ctx0" brushRef="#br0" timeOffset="85555.83">9355 13485 702 0,'0'0'71'0,"0"0"-58"16,0 0 82-16,0 0 54 16,0 0-92-16,0 0-7 15,-40 68-11-15,106-56-15 16,31-12 4-16,28 0 6 16,28-3 2-16,26-33-18 15,8-11 9-15,11-7 7 16,0-9-12-16,-10 6 4 15,-13 0-2-15,-34 10-1 0,-30 11 18 16,-40 15-14-16,-41 10-5 16,-22 8-10-16,-8 3-2 15,0 0 0-15,0 0-10 16,0 0-4-16,0 0-22 16,-17 0-56-1,-28 0-93-15,-37 0-104 0,-15 0-288 16</inkml:trace>
  <inkml:trace contextRef="#ctx0" brushRef="#br0" timeOffset="86059.31">10478 13943 855 0,'0'0'118'16,"0"0"-110"-16,0 0 69 16,0 0 29-16,0 0-54 15,0 0-23 1,35-44-22-16,-14 2 10 0,15-7-12 0,15 9 6 16,-1 6-3-1,11 11-3-15,-4 8 8 0,-12 12 1 16,-10 3-7-16,-4 0-6 15,-10 26 0 1,-16 20 4-16,-5 4 0 0,0 7 1 16,-45-4 0-16,-7-4 1 15,7-9-3-15,19-9-3 16,10-11-1-16,16-8 0 16,0-3-2-16,12-2-4 15,42-1 6-15,24 0 1 16,6 0 2-16,-1 3-2 0,-12 6 5 15,-15-4-2 1,-25 1 4-16,-22-3 6 0,-9 3 19 16,0 7 6-16,-44 14-1 15,-44 8-18-15,-30 10-15 16,12-12-5-16,5-10-6 16,18-14-84-1,8-15-80-15,14 0-75 0,6-51-388 16</inkml:trace>
  <inkml:trace contextRef="#ctx0" brushRef="#br0" timeOffset="86530.57">10372 11709 737 0,'0'0'9'0,"-356"-272"24"15,158 174 63-15,-22 30 56 16,-23 32-58-16,-16 36-34 16,5 13-25-16,4 67 31 15,21 48-13-15,17 59-5 16,23 56-12-16,43 46-13 0,54 45 21 16,66 27-10-1,31 26-2-15,117 7-10 0,76-18-13 16,52-32-2-16,59-64-6 15,47-50 1 1,21-58 2-16,15-49-4 0,-8-46 0 16,-2-54-2-16,-12-32-15 15,-2-91 12-15,-12-73 10 16,-38-63-2-16,-37-56 3 16,-79-54 1-16,-84-52 0 15,-104-31 9-15,-49-34-14 16,-142 2-2-16,-87 23-4 0,-87 53-22 15,-92 89-12-15,-64 114-3 16,-73 119-2-16,-14 79-17 16,49 108-108-16,78 53-131 15,102 20-20-15,80 3-302 16</inkml:trace>
  <inkml:trace contextRef="#ctx0" brushRef="#br0" timeOffset="88456.36">482 3739 1146 0,'0'0'16'0,"-392"161"-11"16,296-108 125-1,56-32-28-15,28-15-77 0,12-6-18 16,7 0-3-16,82-50-3 15,74-52 12-15,92-53-1 16,87-42-11-16,42-32 2 16,24-19 6-16,9-15-6 15,-26 8 5-15,-16 18 17 16,-28 35-7-16,-53 43-3 16,-51 27-14-16,-54 35 3 15,-48 22-4-15,-39 30-4 16,-50 31-57-16,-52 14-197 15,-52 40-241-15</inkml:trace>
  <inkml:trace contextRef="#ctx0" brushRef="#br0" timeOffset="91742.85">5218 15722 397 0,'0'0'263'16,"0"0"-181"-16,0 0 84 15,0 0-2-15,0 0-50 32,0 0-30-32,0 0-18 15,0-103-4-15,0 103-15 16,0 7-9-16,0 37-17 0,0 31 23 16,0 18 5-16,0 11-25 15,0-9-15-15,0-10-3 16,0-14-5-16,0-14 0 15,0-22 0-15,0-11-1 16,0-11-5-16,5-13 0 16,-1 0-5-16,4 0 3 15,-8 0 6-15,9-45-6 16,-4-39 7-16,4-24 0 16,3-18 2-16,-3 11 3 15,1 5-4-15,11 21 0 0,-2 23 0 16,2 23 1-1,-12 23 2-15,-1 11-3 0,-8 9 7 16,0 0 1-16,14 0 1 16,21 23-5-16,31 34 5 15,21 26 49-15,5 17-34 16,-12 6-9-16,-14 5-9 16,-14-7-6-16,-7-9 1 15,-14-10-2-15,-5-17-1 16,-12-17-6-16,2-13-16 15,-2-15-61-15,-14-12-68 16,0-11-99-16,0 0-56 16,-61-36-110-16</inkml:trace>
  <inkml:trace contextRef="#ctx0" brushRef="#br0" timeOffset="91927.45">4919 16351 724 0,'0'0'162'15,"0"0"-145"-15,0 0 149 16,0 0-48-16,0 0-68 16,0 0-34-16,35 20-9 15,102-42 5-15,25-16-7 0,10 4-5 16,-14-9-67 0,-26 8-119-16,-30 5-222 0</inkml:trace>
  <inkml:trace contextRef="#ctx0" brushRef="#br0" timeOffset="92179.58">6281 16205 1018 0,'0'0'66'0,"0"0"10"0,0 0 28 16,0 0-58-16,0 0-25 15,0 0-6-15,-21 0 0 16,73 0 9-16,28-15 25 16,26-12-23-16,12-5-19 15,5-8-6-15,-13 8-1 16,-8-2-13-16,-27 14-76 16,-23 8-75-16,-31 9-71 15,-21 3-180-15</inkml:trace>
  <inkml:trace contextRef="#ctx0" brushRef="#br0" timeOffset="92430.7">6635 15841 313 0,'0'0'281'15,"0"0"-200"-15,0 0 127 16,0 0-56-16,0 0-22 16,0 0-40-16,-50-48-2 15,50 48-15-15,0 0-23 16,0 18 2-16,0 33-13 15,40 18 42-15,1 8-53 16,1 0-17-16,-2 1-3 0,5-4-8 16,2-6 0-16,-2-11-4 15,-10-5-45-15,1-15-38 16,-11-3-102-16,6-19-65 16,-10-15-132-16</inkml:trace>
  <inkml:trace contextRef="#ctx0" brushRef="#br0" timeOffset="92729.17">7286 15692 561 0,'0'0'478'0,"0"0"-442"16,0 0 122-16,0 0-20 0,0 0-60 15,0 0-28-15,-90-47-19 16,90 47-4-16,0 0 6 15,0 19-1-15,24 24 26 16,11 8-23-16,3 14-8 16,-8 3-6-16,-1 4-10 15,-3 2-4-15,-5-5-3 16,-7-4-4 0,-9-8-1-16,2-8-1 0,-3-23-27 15,1-12-37-15,0-7-47 16,0-7-68-16,6-7-25 15,-1-33-35-15,-6-20-131 0</inkml:trace>
  <inkml:trace contextRef="#ctx0" brushRef="#br0" timeOffset="93232.63">7378 15898 522 0,'0'0'114'0,"0"0"36"16,0 0-8-16,0 0-46 15,0 0-36-15,-128-170-32 16,128 134-22-16,17 3-3 15,32 0-1-15,8 3-2 0,4 4 2 32,-4 4-2-32,-13 7 4 0,-8 6-1 0,-10 9-3 15,-5 0 0-15,-7 15 1 16,-4 31 21-16,-10 14 14 16,0 8-13-16,0-2-3 15,-31-1-7-15,-4-9 0 16,4-8 0-1,7-15-2-15,3-9-7 0,12-13 0 16,2-11-3-16,7 0-1 16,0 0-4-16,0 0 4 15,0 0-3-15,0 0 1 0,30-2 2 16,27-19 3 0,9-2-3-16,0 6 1 0,-10 9 0 15,-6 8 0-15,-3 0-2 16,-7 8 2-16,-9 36 0 15,-5 3 7-15,-22 3 12 16,-4-1 33-16,0-6-8 16,-4-3 14-16,-36-7-14 15,-7-4-12-15,-10-8-6 16,-2-2-16 0,-2-8-10-16,-5-5 20 0,4-2-21 15,11-4-5-15,10 0-33 16,16-21-43-16,25-22-113 0,0-14-78 15,0-8-272 1</inkml:trace>
  <inkml:trace contextRef="#ctx0" brushRef="#br0" timeOffset="93767.5">8243 15976 824 0,'0'0'72'16,"0"0"4"-16,0 0 89 16,0 0-77-16,0 0-21 15,0 0-5-15,-71 0-44 16,71 0-13-16,0 0-5 0,28 0 2 16,38 0 1-16,17 0-2 31,13-17 5-31,11 6-4 0,10-1 0 0,11-5 2 15,8-4-3-15,6-1 14 16,-5-1 9-16,-15 2 16 16,-20 2-20-16,-25 5-3 15,-36 6 1-15,-20 4-1 16,-12 2-7 0,-9 2 2-16,0 0 1 0,0 0 5 0,0 0-7 15,0 0-11 1,0 0 2-16,0 0-2 0,0 0-3 15,0 0-17-15,0 0-27 16,0 0-47-16,0 0-36 16,0 0-63-1,-26 0-108 1,-9 0-150-16</inkml:trace>
  <inkml:trace contextRef="#ctx0" brushRef="#br0" timeOffset="94208.35">9238 15575 670 0,'0'0'149'0,"0"0"-56"15,0 0 56-15,0 0-50 16,0 0-49-16,0 0-16 16,-76-17-17-16,76 17 2 15,0 0-11-15,0 0 2 16,0 0-10-16,0 0 1 15,0 0-1-15,5 0 1 16,26 0 0-16,13 6 3 0,8 9-4 16,5 0 1-1,-3 2 0-15,12-2 1 0,-5 4-2 16,-4-8 0-16,-12-3 0 16,-10 1-3-16,-14-3 3 15,-4-2-1-15,-13-4 2 16,-4 0-1-16,0 0 5 15,0 0-2-15,0 0 0 16,0 0 6-16,0 0-7 16,0 0 4-16,0 0-6 15,0 2 7-15,0 7 5 16,0 19-5-16,-4 14-4 16,-27 17 0-16,0 16-3 0,1 3-2 15,4-4-35 1,0 3-71-16,-14 1-78 0,-5-6-166 15</inkml:trace>
  <inkml:trace contextRef="#ctx0" brushRef="#br0" timeOffset="99635.43">10296 15707 1120 0,'0'0'51'16,"0"0"-28"-16,0 0 151 15,0 0-108-15,0 0-3 16,0 0-36-16,0 0 23 16,-92-117-46-16,92 81 0 15,36 4-1-15,4 5-3 0,7 3 2 16,7 3-1 0,3 10-1-16,-1 1 1 0,-6 10-1 15,-10 0-3-15,-3 4 2 16,-13 24-3-16,-7 18 4 15,-17 8 0 1,0 13 7-16,-26 6-4 0,-31-1 12 16,-4-7-5-16,11-5 1 15,15-10-1-15,9-14 2 16,17-17-2-16,9-12-4 16,0-7-2-16,0 0 0 15,0 0-2-15,0 0 3 16,9 0-5-16,36-5 2 0,33-19 0 15,13-12-2 1,11-5-23-16,9-4-31 0,7-6-65 16,-8-3-119-16,-18-6-82 15,-30 4-406-15</inkml:trace>
  <inkml:trace contextRef="#ctx0" brushRef="#br0" timeOffset="99934.95">11176 15233 913 0,'0'0'95'0,"0"0"-84"16,0 0 126 0,0 0-32-16,0 0-46 0,0 0-21 15,-38-21-5 1,33 21 14-16,5 0-17 0,0 32-7 16,0 17 26-1,0 10 0-15,0 1-25 0,-5-7 1 16,5-5-8-16,0-9-9 15,0-4-5-15,5-3-1 16,38-6-1-16,11-12-1 16,16-9-3-16,27-5-1 0,12 0-3 15,11-13-8 1,-2-14-37-16,-17-3-56 16,-18 0-108-16,-29-4-56 0,-28 2-199 15</inkml:trace>
  <inkml:trace contextRef="#ctx0" brushRef="#br0" timeOffset="100187.76">11687 15293 852 0,'0'0'81'0,"0"0"-5"16,0 0 99-16,0 0-75 16,0 0-35-16,0 0-25 15,-54-10 0 1,54 10-12-16,0 16-10 0,5 31 23 15,21 9 13-15,-3 3-20 16,3-1-6-16,5-2-14 16,-1 4-5-16,1-3-8 15,0-2-1-15,-5 3-1 16,-8-4-26-16,4 3-64 31,-13-8-107-31,-9-9-81 0,0-26-173 0</inkml:trace>
  <inkml:trace contextRef="#ctx0" brushRef="#br0" timeOffset="100659.46">12583 15393 974 0,'0'0'68'15,"0"0"4"-15,0 0 52 16,0 0-22-16,-158-151-62 15,123 147-22-15,-13 4-11 0,-6 0 47 16,-12 27-48 0,5 13-6-16,9 7-1 0,26 0-4 15,21-1-1-15,5-3 2 16,0-9 0-16,43-8-8 16,11-10 2-16,12-13-29 15,0-3-4-15,0-6-3 16,-5-39-21-16,-13-21 60 15,-18-14-2 1,-16-16 9-16,-14-8 2 0,0-4 1 16,-40-5 10-16,-26 2 10 15,-4 14 5-15,4 22 19 16,23 27 18-16,12 25-4 16,27 17 9-1,-1 6-31 1,5 0-13-16,0 20-3 0,0 51-19 15,21 33 36-15,29 21-2 16,11 13-25-16,5 2-7 16,5-6-6-16,0-2-2 15,2-10-9-15,-14-9-43 16,-12 4-63-16,-26-9-148 16,-21-13-171-16</inkml:trace>
  <inkml:trace contextRef="#ctx0" brushRef="#br0" timeOffset="101021.29">4959 18036 1065 0,'-382'74'41'0,"87"11"-30"16,78-11-11-16,64-15 63 15,61-16 47-15,61-14-69 16,31-11-32-16,137-18-5 16,129-15 26-16,175-77 42 15,189-69-48-15,200-59-2 16,200-46 3-16,182-20 5 15,139-11 11-15,47 17 31 16,-22 30-61-16,-131 27-2 16,-212 38 10-16,-255 39-11 15,-276 34-6-15,-243 50-2 0,-197 24-35 16,-114 26-103-16,-203 12-254 16</inkml:trace>
  <inkml:trace contextRef="#ctx0" brushRef="#br0" timeOffset="109261.22">12434 1367 463 0,'0'0'42'15,"0"0"46"-15,0 0 8 16,0 0 80 0,0 0-70-16,0 0-6 0,0 0-29 15,0 0-1-15,-181-137 5 16,181 137-30-16,0 0-35 16,0 0-9-16,0 23 4 15,0 14 8-15,0 10 2 0,5 1 5 16,9-3-10-1,-2-4-1-15,-3-10-1 0,-4-11 2 16,-1-11-2-16,1-6 7 16,-5-3-8-16,5 0 27 15,2-6 14-15,12-33 2 16,16-23-34-16,36-23-11 16,42-21-5-16,45-17 0 15,49-8 1-15,48-9 4 16,14 6-9-16,-5 18 4 15,-31 22-6-15,-49 32-19 16,-42 27-35-16,-39 26-53 0,-37 9-46 16,-26 32-49-16,-30 25-154 15,-10 6-19-15</inkml:trace>
  <inkml:trace contextRef="#ctx0" brushRef="#br0" timeOffset="112834.68">3688 14835 1174 0,'0'0'32'15,"0"0"-22"-15,0 0 31 16,0 0 34-16,0 0-20 15,-75 305-7-15,141 26 82 16,35 63-66-16,36 18-16 0,16-9-17 16,5-28-12-1,-7-38-14-15,-29-45-1 0,-20-50-1 16,-10-43-3-16,-22-34-7 16,8-33-18-16,-7-41-34 15,-10-34-55-15,-2-53-89 16,-2-41-32-16,-27-90-34 15,-25-61-195-15</inkml:trace>
  <inkml:trace contextRef="#ctx0" brushRef="#br0" timeOffset="113337.53">3825 15692 1026 0,'0'0'42'15,"0"0"-6"-15,-288-102 16 16,267 93 30-16,21 3-16 15,40-15-58-15,132-26 1 16,144-37-8-16,181-40 6 16,154-39 4-16,136-15 4 15,100-7-7-15,21 15 2 16,6 22-5-16,-44 22-3 16,-78 28-2-16,-84 16-2 15,-102 23 2-15,-83 14 0 0,-66 9 0 16,-61 7 0-1,-70 2-5-15,-62-1 5 16,-76 2 0-16,-72 1 9 0,-55 8 1 16,-30 6 9-16,-22 7 7 15,-9 4 18-15,0 0 18 16,0 0-23-16,0 0-9 16,0 0-24-16,0 15 2 15,21 42-3-15,24 29 29 16,21 40 19-16,12 20-36 15,-7 18 7-15,4 15-2 16,8 9-6-16,2-7-4 0,23-7 7 16,3-7-13-16,11-19 8 15,-1-16-4-15,-3-18-2 16,-17-16-2-16,-26-11 1 16,-49-7-2-16,-45 13-5 15,-169 14-2-15,-133 20-24 16,-172 24-63-16,-152 16-114 15,-138 14-164-15,-132 16-422 16</inkml:trace>
  <inkml:trace contextRef="#ctx0" brushRef="#br0" timeOffset="121418.86">2570 3590 901 0,'0'0'26'0,"0"0"24"16,0 0 124-16,0 0-11 0,0 0-82 16,0 0-59-1,0 0 11-15,-245 229 8 0,120-63 3 16,-2 12-21-16,14-12-9 15,21-7-9-15,21-16-4 16,26-19-1-16,10-12-10 16,9-29-57-16,17-21-177 15,-3-37-132-15,-2-25-185 16</inkml:trace>
  <inkml:trace contextRef="#ctx0" brushRef="#br0" timeOffset="121843.46">1375 3724 1046 0,'0'0'47'16,"0"0"50"-1,0 0 64-15,0 0-54 0,0 0-69 16,0 0-29-16,-19 3-9 16,121 69 6-16,39 34 35 15,31 23 3 1,12 6-24-16,-5-1-11 0,-7-6 8 15,-4 3-8-15,-15-12 3 16,-21-5-6-16,-26-18-3 16,-26-22 0-16,-28-15-1 15,-26-23 0-15,-12-12 1 16,-9-12-1-16,-5-10 0 16,0-2 1-16,0 0-3 0,0 0 3 15,0 0-2-15,0 0 3 16,0 0 17-1,0 0-6-15,0 0-4 0,0 0 8 16,0 0-10-16,0 0-1 16,0 0-2-16,0 0-2 15,0 0 0-15,0 0-2 16,0 0 0-16,0 0-1 16,0 0-1-16,0 0 0 15,0-6-31 1,-14-11-117-16,-47 2-171 0,-20 9-413 0</inkml:trace>
  <inkml:trace contextRef="#ctx0" brushRef="#br0" timeOffset="122566.88">864 6868 372 0,'0'0'487'0,"0"0"-480"15,-281 140 4-15,229-108 124 16,24-9-50-16,16-21-51 16,12-2-21-16,26-2-9 15,111-62 17-15,113-52 35 16,101-61-28-16,64-37-9 0,28-10 2 15,-21 9 43-15,-35 27-7 16,-48 28-32-16,-63 22 7 16,-59 24 16-16,-59 31 3 15,-35 17-4-15,-48 22-20 16,-28 20-2-16,-28 12-22 16,-19 12 6-16,0 0-9 15,0 15-15-15,-61 36-75 16,-31 23-88-16,-40 11-205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47:07.707"/>
    </inkml:context>
    <inkml:brush xml:id="br0">
      <inkml:brushProperty name="width" value="0.05292" units="cm"/>
      <inkml:brushProperty name="height" value="0.05292" units="cm"/>
      <inkml:brushProperty name="color" value="#FF0000"/>
    </inkml:brush>
  </inkml:definitions>
  <inkml:trace contextRef="#ctx0" brushRef="#br0">8064 2865 470 0,'0'0'86'0,"0"0"-36"31,0 0 22-31,0 0 66 16,0 0-18-16,0 0-55 16,0 0-4-16,-224-4 5 15,209 4-16-15,11 0 0 16,4 0-19-16,0 0-9 15,0 0 6-15,0 0-6 0,35 0-22 16,52 0 9-16,38 0 15 16,33-9-8-16,5-5-4 15,-10 2-2-15,-16 0-4 16,-31 5-5-16,-9 7-1 16,-24 0-1-16,-24 0-12 15,-9 0-14-15,-18 0-116 16,-8 0-54-16,-14 0-85 15,0 0 88-15,0-12-27 16</inkml:trace>
  <inkml:trace contextRef="#ctx0" brushRef="#br0" timeOffset="188.44">8134 2933 486 0,'0'0'130'16,"0"0"-104"-16,0 0 19 15,0 0 95-15,0 0-6 16,0 0-85-16,-23 8-46 16,150-8 39-16,40-14-16 15,31-16-9-15,15-6-16 0,1 4-1 16,-2-4-46-16,-28 4-357 16</inkml:trace>
  <inkml:trace contextRef="#ctx0" brushRef="#br0" timeOffset="2200.52">6265 11485 650 0,'0'0'400'0,"0"0"-366"16,0 0 92-16,0 0 17 16,0 0-88-16,0 0-2 15,0 0-37-15,-62-160-12 16,119 115 7-16,9 9-4 16,5 12 0-16,-5 18 0 15,0 6-1-15,5 15 12 16,-10 27-2-16,-9 18 2 15,-33 5-8-15,-19 10-1 16,0 5-1-16,-29-3-8 0,-39-5 0 16,2-6-6-16,7-9-30 15,7-12-70-15,12-12-70 16,14-22-76-16,17-11-164 16</inkml:trace>
  <inkml:trace contextRef="#ctx0" brushRef="#br0" timeOffset="2417.27">6793 11268 635 0,'0'0'257'16,"0"0"-211"-16,0 0 117 15,0 0-39-15,0 0-14 0,0 0-53 16,-40-69-40-16,14 132 0 16,-5 23 38-16,8 9-24 15,11-2-22-15,12-9-5 16,0-10-4-16,16-5 0 15,46-6-10-15,18-13-4 16,21-17-42-16,17-17-116 16,14-16-59-16,-5-24-179 15,-11-31-222-15</inkml:trace>
  <inkml:trace contextRef="#ctx0" brushRef="#br0" timeOffset="2637.18">7715 10991 677 0,'0'0'78'0,"0"0"44"0,0 0 90 16,0 0-65-16,0 0-56 16,0 0-47-16,-43-34-9 15,38 107 12-15,-4 28 35 16,-7 16-42-16,-8 2-16 16,-2-1 1-16,0-1-7 15,0-4-12-15,12-8-6 16,-2-7-4-16,11-11-14 0,5-12-59 15,0-16-102-15,-10-21-145 16,-11-23-182-16</inkml:trace>
  <inkml:trace contextRef="#ctx0" brushRef="#br0" timeOffset="2810.33">7271 11456 79 0,'0'0'1160'15,"0"0"-1159"-15,0 0 36 16,0 0 27-16,0 0-64 16,0 0-8-1,-92-54-134-15,144 54-206 0,-7 9-126 0</inkml:trace>
  <inkml:trace contextRef="#ctx0" brushRef="#br0" timeOffset="2920.1">7917 11736 704 0,'0'0'271'16,"0"0"-262"-16,0 0 33 15,0 0 54-15,0 0-96 16,0 0-91-16,26 30-333 16</inkml:trace>
  <inkml:trace contextRef="#ctx0" brushRef="#br0" timeOffset="3674.62">8424 11437 1075 0,'0'0'89'16,"0"0"-39"-16,0 0 49 16,0 0-63-16,0 0-16 15,0 0 3-15,-66 203-23 16,66-157 3-16,43-3 5 0,6-9-8 15,-4-11-3 1,2-7 2-16,-2-7-5 0,2-9-12 16,-2 0 3-16,-14-9 9 15,-10-25 1-15,-21-6-4 16,0-5 9-16,-7 0 0 16,-48 7 1-16,-6 0 2 15,-10 10 0-15,-6 3-1 16,6 4 5-16,17 7-2 15,23 5-1-15,24 3-4 16,7-3 0-16,16-13-47 16,60-6-45-16,30-12-4 0,7-4 7 15,-11 2-7-15,-32-5 22 16,-23-9 50-16,-16-8 20 16,-26-5 4-16,-5-2 19 15,0 0 29-15,0 5 40 16,-26 9-21-16,0 14 25 15,7 17-14-15,3 12-24 16,11 10 15-16,5 4-33 16,0 0-22-16,0 21-14 15,0 51 0-15,0 28 36 16,0 35 1-16,0 22-9 0,14 11 12 16,21 6-15-16,12 2 8 15,3-13-21-15,2-7-1 16,0-10-7-16,-3-23-2 15,8-19-2-15,-12-24 0 16,2-20-2-16,-17-24 0 16,-11-18-3-16,-9-13-15 15,-3-5-3-15,-7-17 10 16,0-37-6-16,0-17 5 16,-26-7 12-16,-31 12 1 15,-9 10 2-15,-9 19 2 16,4 13 3-16,5 7 3 0,5 11 14 15,18 0-11 1,20 3-7-16,18-1-5 0,5 2-2 16,0-11-32-16,19-10-35 15,63-19-60 1,34-8-80-16,21-9-107 16,-5 2-169-16</inkml:trace>
  <inkml:trace contextRef="#ctx0" brushRef="#br0" timeOffset="3988.91">9818 11479 797 0,'0'0'197'16,"0"0"-94"-16,0 0 48 0,0 0 12 16,0 0-97-16,0 0-34 15,-269-36-15-15,248 96-1 16,16-1-11-16,5 2-4 16,0-10-1-16,0-10-3 15,35-10-2-15,5-9-8 16,17-10 11-16,4-6-6 15,10-3 4-15,4-3 4 16,-2 4 0-16,-7 5 1 16,-16 9 0-16,-3 5 4 15,-28 10 4-15,-19 9 9 16,0 3 6-16,-9 6 1 0,-53-7-11 16,1-8-12-1,0-6-2-15,11-15-25 0,3-13-22 16,12-2-93-1,-10-9-66-15,-2-37-137 0,7-23-132 16</inkml:trace>
  <inkml:trace contextRef="#ctx0" brushRef="#br0" timeOffset="4146.54">9575 11566 590 0,'0'0'253'16,"0"0"-179"-16,0 0 81 15,0 0-32-15,0 0-96 0,0 0-27 16,141-125-3-16,-35 106-20 15,12 11-120-15,-16 8-188 16,-18 0-246-16</inkml:trace>
  <inkml:trace contextRef="#ctx0" brushRef="#br0" timeOffset="4618.68">10584 11503 917 0,'0'0'98'16,"0"0"21"-16,0 0 4 0,0 0-62 15,0 0-33-15,0 0 8 16,-146 177-17-16,146-117-13 16,0-5-5-1,35-1 1-15,10-11 3 0,7-10-10 16,-12-16 2-16,-5-7-10 16,-4-10-14-16,-1 0 17 15,-8-25 0-15,-8-16 1 16,-10-14 3-16,-4 2 6 15,0-4 1-15,0 1 0 16,0 2-1-16,0 5-5 16,8 9-12-16,36 6-7 15,8 20 6-15,7 14 15 0,7 0-3 16,-5 26 4-16,-4 28 2 16,0 15 0-16,-13-1 3 15,-4 4 3-15,-2-6 1 16,2-13-2-1,0-10-3-15,-4-16 2 16,-6-16-1-16,-8-11 6 0,1 0 7 16,3-30 12-16,-5-21 17 15,-11-14-16-15,-10-10 26 16,0 1-12-16,-36 2-19 0,-20 10-6 16,-10 16 5-1,0 20 0-15,-14 17-23 0,-12 9-1 16,0 0-38-16,12 30-61 15,18 11-131-15,15 1-212 16</inkml:trace>
  <inkml:trace contextRef="#ctx0" brushRef="#br0" timeOffset="4901.96">12156 11846 1185 0,'0'0'21'0,"0"0"104"0,0 0 24 16,0 0-50-16,0 0-62 16,0 0-22-16,-52 13-3 15,83-4-11-15,30-1 4 16,31-2-5-16,14-6-4 0,5 0-32 15,-2 0-26 1,-8-6-66-16,-4-5-47 0,9-2-72 16,-5-2-144-16</inkml:trace>
  <inkml:trace contextRef="#ctx0" brushRef="#br0" timeOffset="5154.57">13451 11540 994 0,'0'0'31'0,"0"0"-21"0,0 0 140 0,0 0 5 16,0 0-76-16,0 0-33 15,-66-34-23-15,66 79 1 16,0 18 63-16,16 17-28 16,-2-2-37-1,-2 2-2 1,-7 1-12-16,-1-6-7 15,11-6-2-15,1-16-5 16,10-14-37-16,2-13-82 16,15-17-118-16,1-9-73 15,4-18-227-15</inkml:trace>
  <inkml:trace contextRef="#ctx0" brushRef="#br0" timeOffset="5375.35">13969 11581 969 0,'0'0'78'15,"0"0"-9"-15,0 0 63 16,0 0-4-16,0 0-88 16,0 0-40-16,-14 42 13 15,14 15-8-15,35-1-3 16,27-6 2-16,-1-1-4 16,-7-13 5-16,-11-4-4 15,-20-8 4-15,-18-5 5 16,-5 1 11-16,0 4-9 0,-40 0-12 15,-26-3-76-15,-5-10-214 16,0-11-300-16</inkml:trace>
  <inkml:trace contextRef="#ctx0" brushRef="#br0" timeOffset="5532.6">13934 11662 1167 0,'0'0'36'0,"0"0"-23"15,0 0 66-15,0 0-60 0,0 0-19 16,320-162-7-16,-188 130-60 16,-9 7-126-16,-22 2-199 15</inkml:trace>
  <inkml:trace contextRef="#ctx0" brushRef="#br0" timeOffset="5737.12">15230 11119 203 0,'0'0'745'0,"0"0"-662"16,0 0 70-16,0 0-39 16,0 0-7-16,0 0-4 15,-30 258-8-15,-1-132-48 0,-4 3-9 16,4-1-29 0,5 4-7-16,7-16-2 0,8-6-13 15,6-21-49-15,0-19-71 16,-16-24-125-16,-14-26-118 15,-10-20-299-15</inkml:trace>
  <inkml:trace contextRef="#ctx0" brushRef="#br0" timeOffset="5895.6">14549 11736 675 0,'0'0'617'0,"0"0"-607"15,0 0 14-15,0 0 35 16,0 0-59-16,0 0-58 15,-16-83-155-15,103 83-121 16,5 0-208 0</inkml:trace>
  <inkml:trace contextRef="#ctx0" brushRef="#br0" timeOffset="6005.68">15544 11829 1042 0,'0'0'65'16,"0"0"-30"-16,0 0 83 0,0 0-40 15,0 0-78-15,0 0-127 16,61 0-209-16</inkml:trace>
  <inkml:trace contextRef="#ctx0" brushRef="#br0" timeOffset="6760.26">16089 11626 1101 0,'0'0'95'16,"0"0"-94"-16,0 0 77 16,0 0 56-16,-116 163-87 15,116-109-24-15,0 0-17 16,35 1-5 0,20-15 4-16,11-6-5 0,0-11-5 15,-10-17-4-15,-4-6-3 16,-12 0 3-16,-14-38-6 15,-21-13 5-15,-5-6-9 16,-35-6 11-16,-62 3-27 16,-9 8 18-16,-3 4 17 15,13 8 0-15,34 5 4 16,27 5-2-16,35 0-2 0,0-2-9 16,47-2-29-16,50 2 11 15,18-1-7-15,3-3-20 16,-12 3 4-16,-14-11 23 15,-30-4 22-15,-18-12 5 16,-13-6 3 0,-22-14 9-16,-9 0 6 0,0 3 3 15,-9 5 1-15,-31 15 10 16,5 12 0-16,4 15 0 16,14 16 22-16,13 9-23 0,4 5-13 15,0 5-12-15,0 53-5 16,0 45 29-1,16 43 21-15,10 32-22 0,-2 22 5 16,-3 18 19-16,-12 3-18 16,3-3-10-16,-2-10-8 15,15-17-9-15,11-26-3 16,4-31-4-16,12-17 0 16,-3-25 0-16,3-27-1 15,-16-21 0-15,-13-19-2 16,-11-22-7-16,-7-3-13 15,-5-24-4-15,0-29 16 16,0-16 8-16,-10 3 1 0,-37 4 1 16,-19 5 1-16,-5 8 0 15,-16 15 3-15,7 8 5 16,14 9 7 0,26 5-3-16,23 1-10 0,17-7-3 15,0-13-16-15,78-11-44 16,33-13-47-16,16-5-125 15,-4-8-96-15,-12-8-308 16</inkml:trace>
  <inkml:trace contextRef="#ctx0" brushRef="#br0" timeOffset="7059.03">17315 11471 816 0,'0'0'80'0,"0"0"2"15,0 0 105-15,0 0-46 16,0 0-44-16,0 0-50 15,-189 14-27-15,163 69 38 16,12 14-37 0,14-2-1-16,0 0-15 0,0-2-4 15,40-9 0-15,17-13-1 16,1-14 0-16,4-19 0 0,-1-13-3 16,-14-22-4-16,-2-3-2 31,-14-3 7-31,-10-28 1 0,-12 2 2 15,-9-2 4-15,-4 11-1 0,-67 11 0 16,-21 6-3-16,-9 3-1 16,-1 0-7-16,29 3-49 15,38 9-104-15,30-3-148 16,5-7-275-16</inkml:trace>
  <inkml:trace contextRef="#ctx0" brushRef="#br0" timeOffset="7576.91">17852 11600 687 0,'0'0'283'0,"0"0"-255"15,0 0 106-15,0 0-14 16,0 0-20 0,0 0-61-16,-141 23-21 0,141 31-3 15,0 9-3-15,0 8-7 16,26-2 0-16,4-7-5 15,-11-9 0-15,7-11 0 16,-12-15-8-16,3-14-8 0,-8-8 2 16,-4-5-15-1,11-5 2-15,-6-40 21 0,6-21 0 32,-2-8 5-32,-9 5-2 15,7 6-17-15,2 12 3 16,17 13 8-16,9 10-4 15,16 17 6-15,1 7-1 16,2 4 5-16,2 18-3 16,0 33 6-16,-4 15-1 15,4 14 3-15,-6 2 0 16,1-2 1-16,5-11 0 16,1-17 2-16,-6-15 1 0,-6-23 13 15,-3-14 0-15,-2-2 8 16,11-43 8-16,-1-24 24 15,-18-14-37-15,-23-3 19 16,-14-4-1-16,-9 9-4 16,-57 15-5-16,-17 13 14 15,-23 19-22-15,-7 20-12 16,-2 14-11-16,18 0 0 16,22 12-24-16,27 30-82 15,30 9-119-15,10-1-347 16</inkml:trace>
  <inkml:trace contextRef="#ctx0" brushRef="#br0" timeOffset="7812.35">19585 11948 1335 0,'0'0'25'15,"0"0"-21"-15,0 0-3 0,0 0 42 16,0 0-6 0,346-39-37-16,-258 33-3 0,-22 0-2 15,-17 6-57-15,-13 0-139 16,-36 0-146-16,0 23-115 16</inkml:trace>
  <inkml:trace contextRef="#ctx0" brushRef="#br0" timeOffset="7938.26">19632 12240 854 0,'0'0'121'0,"0"0"0"16,0 0 26-16,0 0-64 15,0 0-57-15,0 0-18 16,248-14-8-16,-65-23-94 16,1-1-102-16,-21 2-338 15</inkml:trace>
  <inkml:trace contextRef="#ctx0" brushRef="#br0" timeOffset="8426.18">20806 11420 1267 0,'0'0'20'16,"0"0"71"-16,0 0 70 16,0 0-42-16,0 0-69 15,0 0-24-15,-35 140 33 16,23-41-16-16,2-4-31 0,6-9-6 15,-1-8-5-15,-2-10-1 16,7-11-2-16,0-12-16 16,0-15-50-16,0-11-49 15,0-15-89-15,16-4-85 16,29-15-16-16,17-34-98 16,4-20-31-16,0-6 431 15,0-3 5-15,-5 8 167 16,-9 10 8-16,-12 12 42 15,-14 17 12-15,-21 13-43 16,-5 13-14-16,0 2-36 16,0 3-41-16,-17 0-27 0,-7 0-51 15,8 12-3-15,16 18 0 16,0 2-9-16,35 8-1 16,36 0-2-16,12 3 0 15,-3 1 2-15,-7 4-3 16,-24 3 3-16,-9 0 34 15,-28-7-11-15,-12-5 17 16,-5-7-19-16,-68-4-3 16,-12-10-22-16,-16-4-20 15,9-8-76-15,14-6-128 16,8-6-232-16</inkml:trace>
  <inkml:trace contextRef="#ctx0" brushRef="#br0" timeOffset="8724.43">21426 11543 1016 0,'0'0'13'16,"0"0"-3"-16,309-90 91 15,-182 80-29-15,-4 10-29 16,-8 0-26-16,-23 42-2 16,-26 24 9-16,-30 15 8 15,-20 2-21-15,-6 1 4 16,-6-9 8-16,8-10 7 0,16-9-15 15,15-14 7-15,23-21-9 16,19-18 3-16,28-3 0 16,2-29 28-16,-6-28-8 15,-29-12 17-15,-40-11-12 16,-33-10-8-16,-7-6-19 16,-82 13-10-16,-55 23-4 15,-61 31-23-15,-43 29-115 16,-53 0-153-16,-46 9-514 15</inkml:trace>
  <inkml:trace contextRef="#ctx0" brushRef="#br0" timeOffset="9544.23">14686 10463 1152 0,'0'0'44'0,"0"0"29"0,0 0 58 0,0 0-50 16,75 161-34-16,17 45 86 15,17 46-65-15,-3 29-20 16,0 15-22-16,0-16-17 15,-5-15-5-15,-4-17-4 16,-5-31-6-16,9-28-29 0,8-34-51 16,18-38-60-1,24-49-167-15,16-44-345 0</inkml:trace>
  <inkml:trace contextRef="#ctx0" brushRef="#br0" timeOffset="9889.81">17593 12130 413 0,'0'0'578'15,"0"0"-578"-15,0 0 0 16,351-63 26-16,-113 22-13 0,38-10-13 15,7-4-25 1,2 0-87-16,-21-2-24 0,-30 1-92 16</inkml:trace>
  <inkml:trace contextRef="#ctx0" brushRef="#br0" timeOffset="10944.24">6998 10539 726 0,'0'0'6'0,"0"0"81"16,-87-174 68-16,65 147-4 15,13 14-37-15,4 7-26 16,5 3-35-16,0 3-3 0,0 0-25 16,10 54-16-16,61 50 0 15,30 46 82-15,21 41-51 16,6 30-15-16,-6 17-8 15,-6 18-10-15,-3 3-4 16,-2-7-6-16,7-8-6 16,-3-29-35-16,3-31-73 15,-7-40-95-15,-3-48-13 16,-18-50-85-16,2-40-262 16</inkml:trace>
  <inkml:trace contextRef="#ctx0" brushRef="#br0" timeOffset="11274.81">10091 11754 696 0,'0'0'66'0,"0"0"-20"0,0 0 98 16,0 0-36-16,0 0-42 16,0 0-39-16,295-33 3 15,-71-14-20 1,30-7-5-16,15-9-4 0,-10 0 0 15,-9 3-1-15,-26 14-3 16,-42 9-120-16,-60 14-442 16</inkml:trace>
  <inkml:trace contextRef="#ctx0" brushRef="#br0" timeOffset="11904.55">11404 13127 1174 0,'0'0'22'0,"0"0"-9"15,0 0 48-15,-188 169 32 16,188-100-33-16,0-1-42 0,70-1-6 16,36-2-5-1,17-5 1-15,4-11-1 16,-21-1-4 0,-30-11 0-16,-34-7 11 15,-28 2 29-15,-14 1 7 16,-9 6 21-16,-66-3-38 15,-13 0-24-15,-4-10-9 16,22-14-15-16,13-12-61 16,22 0-66-16,4-41-159 15,5-30-313-15</inkml:trace>
  <inkml:trace contextRef="#ctx0" brushRef="#br0" timeOffset="12045.65">11348 13329 1135 0,'0'0'109'15,"0"0"-28"-15,0 0 38 16,0 0-59-16,0 0-60 16,0 0-5-16,294-128-44 15,-105 101-137-15,-17 12-86 16,-45 15-318-16</inkml:trace>
  <inkml:trace contextRef="#ctx0" brushRef="#br0" timeOffset="12422.63">12552 13282 863 0,'0'0'143'0,"0"0"-110"0,0 0 86 16,0 0-44-16,0 0-52 15,0 0-10-15,189-51-4 16,-130 102 7-16,-24 17 1 16,-28 19 0-16,-7 2-12 15,-7-2 10-15,-38-21-2 16,15-23-1-16,16-25-5 15,14-18-7-15,0 0-3 16,4-23-18-16,46-40-15 16,11-20 18-16,0-19 5 0,-20 9 12 15,-16 16 1 1,-15 24 8-16,-3 20 29 0,-7 18 29 16,0 12 26-16,0 3 0 15,0 15-38-15,-17 51-35 16,3 20 15-16,10 15-11 15,4-2-16-15,0-10-7 16,44-2-1-16,32-21-1 16,20-13-40-16,27-11-75 15,19-18-92-15,1-18-134 0,-22-6-384 16</inkml:trace>
  <inkml:trace contextRef="#ctx0" brushRef="#br0" timeOffset="12595.43">14016 13708 641 0,'0'0'681'16,"0"0"-681"-16,0 0 7 15,0 0 98-15,0 0-61 16,0 0-26-16,147 3-18 16,1-3-16-16,3 0-68 15,-7-20-65-15,-29 8-102 16,-32-1-279-16</inkml:trace>
  <inkml:trace contextRef="#ctx0" brushRef="#br0" timeOffset="12799.67">15296 13305 941 0,'0'0'170'0,"0"0"-81"16,0 0 84-16,0 0-41 15,0 0-51-15,0 0-24 16,26 54-1-16,-7 15-27 15,7 5-25-15,-5-3-4 16,-2-2-4-16,-2-3-52 16,-8-9-93-16,1-22-79 0,1-10-138 15,-1-25-357 1</inkml:trace>
  <inkml:trace contextRef="#ctx0" brushRef="#br0" timeOffset="13115.6">15794 13350 747 0,'0'0'274'15,"0"0"-215"-15,0 0 97 16,0 0-19-16,0 0-61 16,0 0-55-16,0 66 16 0,0-7-21 15,0-8-12 1,16-6-4-16,3-16-1 0,17-13-16 16,11-16-9-16,7 0-12 15,12-3 16-15,7-22 18 16,-2 10 4-16,0 10 0 15,4 5 7-15,-4 0 7 16,-10 32 23-16,-14 10-4 16,-21 3-2-16,-26 2 10 15,0-1 2-15,-47-1 4 16,-28-2-29-16,-3-6-18 16,2-13-4-16,10-7-50 15,21-10-57-15,-2-7-92 0,7 0-101 16,10-39-261-16</inkml:trace>
  <inkml:trace contextRef="#ctx0" brushRef="#br0" timeOffset="13288.92">15961 13388 214 0,'0'0'685'0,"0"0"-668"16,0 0 46-16,0 0 42 15,0 0-59-15,0 0-39 16,97-106 0-16,-31 103 11 0,5 3 4 15,-5 0-22-15,-5 0-1 16,-4 0-43-16,-6 0-63 16,-6 0-33-16,-9 0-104 15,-1 0-39-15</inkml:trace>
  <inkml:trace contextRef="#ctx0" brushRef="#br0" timeOffset="14469.82">14106 11348 672 0,'0'0'46'16,"0"0"-34"-16,0 0 193 15,0 0-58-15,0 0-55 16,0 0-13-16,-125-151-38 16,125 42-13-16,0-22 15 15,0-11 2-15,0-14-9 16,49-13-24-16,53-2 5 0,35 7-10 15,46 16-2-15,51 25 5 16,46 25 18-16,25 32-15 16,6 39 6-16,-24 27 28 15,-20 83-9-15,-39 55 3 16,-37 38-12-16,-33 23-9 16,-35 11-11-16,-41 10-9 15,-37 22-1-15,-19 0-50 16,-26 2-136-16,0-20-204 15</inkml:trace>
  <inkml:trace contextRef="#ctx0" brushRef="#br0" timeOffset="17502.86">15815 13479 643 0,'0'0'169'16,"0"0"-35"-16,0 0 82 16,0 0-121-16,-137-163-26 15,86 155-6-15,-11 8-29 16,-13 0-7-16,-8 33-26 15,3 21 8-15,9-1 2 16,20 1-5-16,20-6-6 16,21-7-5-16,10-4-7 0,0-11 3 15,0-7-1-15,31-11-16 16,30-8-2-16,10-2 10 16,9-41 1-16,8-11 13 15,-18-6 3-15,-4-2 1 16,-19 1 2-16,-18 3-2 15,-3 13 19-15,-10 19 28 16,-6 11 0-16,-6 8 3 16,-4 7-6-1,0 13-20-15,0 65-16 0,0 31 30 16,0 37 12-16,0 4-42 16,0-3-7-16,0-18-1 0,0-12-3 15,0-15-54-15,17-21-45 16,18-22-89-16,5-29-136 15,5-27-264-15</inkml:trace>
  <inkml:trace contextRef="#ctx0" brushRef="#br0" timeOffset="17951.53">16393 13373 507 0,'0'0'88'16,"0"0"64"-16,0 0 51 15,0 0-53-15,0 0-35 16,0 0-27-16,12-80-19 15,-12 80-25-15,-41 34-23 0,-10 31-9 16,-1 25 7 0,16 1-5-16,32 4-6 15,4 2 0-15,4-14 0 0,53-11-8 32,18-21 0-32,13-16 2 15,8-27-1-15,1-8 2 16,0-23 1-16,-10-39 4 15,-16-27-2-15,-27-17 8 16,-34-6 11-16,-10-8 14 16,-40 10 1-16,-45 17-14 15,-7 21-16-15,-9 38-10 16,-8 34-7-16,-2 8-12 16,15 70-40-16,13 29-73 0,24 18-188 15,12 9-318-15</inkml:trace>
  <inkml:trace contextRef="#ctx0" brushRef="#br0" timeOffset="18497.72">16562 13376 634 0,'0'0'14'15,"0"0"87"-15,0 0 43 0,0 0-17 16,0 0-114-16,0 0 18 16,-73-115 9-16,33 115-18 15,-16 12-1-15,-15 36 12 16,-4 17 17-16,4 18 23 16,14 16-22-16,22 7-19 15,35 3 2-15,0-12-12 16,52-9-19-16,42-25-1 15,19-23 2-15,10-25 1 16,-3-15-5-16,-7-17 5 16,-7-49 4-16,-14-20 4 15,-16-23 14-15,-41-6 12 16,-35-7-6-16,0 2-7 16,-61 10-9-16,-19 11-17 0,-3 25 0 15,17 27-16-15,17 34-48 16,9 13-94-16,9 48-211 15,-5 27-483-15</inkml:trace>
  <inkml:trace contextRef="#ctx0" brushRef="#br0" timeOffset="18737.16">17694 13840 1381 0,'0'0'9'15,"0"0"-2"-15,0 0 53 16,271-121-37-16,-169 95-23 16,-10 12-1-16,-12 1 0 15,-19 7-53-15,-21 6-105 16,-14 0-75-16,-26 8-170 15,0 26-87-15</inkml:trace>
  <inkml:trace contextRef="#ctx0" brushRef="#br0" timeOffset="18878.14">17975 14063 585 0,'0'0'263'0,"0"0"-94"16,0 0 29-16,0 0-69 0,0 0-55 15,0 0-33-15,-118 108-29 16,200-108-7-16,55-22-10 15,47-31-133-15,2-16-228 16</inkml:trace>
  <inkml:trace contextRef="#ctx0" brushRef="#br0" timeOffset="19098.55">19316 13341 1226 0,'0'0'78'0,"0"0"-44"15,0 0 127-15,0 0-36 16,0 0-77 0,0 0-36-16,35 69 40 0,-25 6-20 15,-3-4-23-15,-7-5-2 16,0 3-7-16,0-7 0 16,0-7-11-16,-12 3-57 0,-14-10-106 15,7-9-148 1,15-18-231-16</inkml:trace>
  <inkml:trace contextRef="#ctx0" brushRef="#br0" timeOffset="19336.14">19585 13579 1035 0,'0'0'71'0,"0"0"58"15,0 0 16-15,0 0-99 16,0 0-33-16,0 0-4 0,137 78 26 15,-55-29-16 1,10-2-5-16,0-11-6 0,-17-4-3 16,-18-11 8-16,-26-6-4 15,-22-6-6-15,-9-3-3 16,0 13-1 0,-71-2-63-16,-21 6-63 0,-4-8-142 15,9-15-100-15,16 0-355 16</inkml:trace>
  <inkml:trace contextRef="#ctx0" brushRef="#br0" timeOffset="19618.77">19686 13522 604 0,'0'0'122'0,"0"0"-19"15,0 0 94-15,276-178-112 16,-184 161-47-16,5 12 18 16,-1 5-1-16,-1 28 3 15,1 23-12-15,-8 4-20 16,-13 3-14-16,-14-7 0 15,-4-16-8-15,-12-10-1 16,-10-10 15 0,3-15 40-16,2-4-12 0,0-38 7 15,0-13-8-15,-19-15-16 16,-21 0 14-16,0-7-29 0,-82 10-14 16,-34 22-3-16,-37 30-45 15,-36 15-49-15,-32 60-140 16,-24 29-205-1</inkml:trace>
  <inkml:trace contextRef="#ctx0" brushRef="#br0" timeOffset="20217.32">16282 15190 1270 0,'0'0'0'16,"0"0"11"-16,71-158-6 15,30 126 36-15,17 22-33 16,0 10-2-16,-12 28 1 15,-31 47 17-15,-35 19 2 16,-40 12 10 0,0-4 8-16,-18-18-2 0,-34-21-1 0,21-26-18 15,12-26-8 1,12-11-8-16,7 0-7 0,0-26-4 31,61-40-7-31,5-27 3 16,0-7 3-16,-23 7 5 15,-20 21 2-15,-15 25 0 16,-8 24 16-16,0 19 19 16,0 4 28-16,0 11-24 15,-8 52-23-15,-10 20 11 16,1 12-11-16,17 1-16 16,0-18-2-16,35-3-3 0,39-10-15 15,22-9-48-15,24-5-79 16,24-15-164-16,-7-18-254 15</inkml:trace>
  <inkml:trace contextRef="#ctx0" brushRef="#br0" timeOffset="20453.32">18722 15495 1205 0,'0'0'213'0,"0"0"-207"0,0 0 8 16,273-81 83-16,-155 60-67 16,-2 4-23-16,-8 2-5 15,-23-4-2-15,-14 8-25 16,-19 1-55-16,-22 7-131 16,-30 3-77-16,0 0-114 15,-51 28-31-15</inkml:trace>
  <inkml:trace contextRef="#ctx0" brushRef="#br0" timeOffset="20593.72">18965 15626 627 0,'0'0'229'16,"0"0"-50"-16,0 0 7 0,0 0-67 15,0 0-33 1,0 0-49-16,167 33-22 0,27-73-15 16,34-6-6-16,27-8-123 15,4-4-109-15,-30 2-120 16</inkml:trace>
  <inkml:trace contextRef="#ctx0" brushRef="#br0" timeOffset="21034.58">21756 14286 1084 0,'0'0'25'0,"-372"-83"-21"16,138 59 34-16,-65 10 48 16,-83 9-10-16,-80 5-5 15,-87 40-20-15,-81 43 32 16,-61 43 8-16,-21 37-8 16,22 32-38-16,79 25-8 15,123 22 2-15,139 24-15 16,144 14 0-16,144-2-12 0,87-14-9 15,176-36-2 1,135-34-1-16,104-36 0 0,104-46-4 16,110-40-5-16,107-41-3 15,103-31-9-15,85-24-30 16,21-49 3-16,-42-27 23 16,-80-46 9-16,-111-51 9 15,-144-59 6-15,-137-46 1 16,-167-20 10-16,-179 3 3 15,-160 35 3-15,-272 42-13 0,-238 55-3 16,-263 58-8 0,-232 76-4-16,-201 53-66 0,-143 94-261 15,-30 89-284-15</inkml:trace>
  <inkml:trace contextRef="#ctx0" brushRef="#br0" timeOffset="23717.1">760 3780 913 0,'0'0'111'0,"0"0"-110"16,-304 137 58-16,278-124 46 16,26-13-48-16,73-36-34 15,94-53 17-15,93-43 9 16,84-48-24-16,52-20-10 31,38-11 18-31,-12-1 14 16,-22 12 4-16,-44 25 2 15,-66 29-12-15,-82 45-11 16,-86 44-20-16,-60 29-7 16,-53 28-3-16,-9 0-3 15,-16 6-42-15,-74 45-34 0,-28 21-79 16,-18 17-119-1,-1-6-224-15</inkml:trace>
  <inkml:trace contextRef="#ctx0" brushRef="#br0" timeOffset="27415.33">14250 5107 621 0,'0'0'165'0,"0"0"-143"16,0 0 178-16,0 0-60 15,0 0-36-15,0 0-21 16,0 0-29-16,-57-149-3 0,57 149-19 16,-5 0-22-1,5 7-8-15,0 31-2 0,0 19 26 16,0 9 12-16,0 2-21 15,0-2-8 1,0-7-5-16,0-5-3 0,10-9-1 16,-5-13 1-16,2-6-1 15,-3-15 0-15,6-8-5 16,-5-3-16-16,4 0-12 16,-9 0 18-16,7-33 15 15,-7-18-1-15,0-20 1 16,0-12-1-16,0-2 1 15,0 4 3-15,-7 13-2 0,-7 17 2 16,4 19-3-16,6 17 3 16,-8 7 8-16,7 8 13 15,0 0-19-15,5 6-5 16,-4 31 10-16,-1 17-10 16,-2 12 7-16,2 0-3 15,1-6-3-15,4-9-1 16,0-7 0-16,0-8-9 15,0-4-40-15,0-3-38 16,21-1-71-16,-2 0-58 0,-3-5-137 16,-11-2-307-1</inkml:trace>
  <inkml:trace contextRef="#ctx0" brushRef="#br0" timeOffset="27778.04">13564 6002 364 0,'0'0'196'16,"0"0"-154"-16,0 0 166 15,0 0-73-15,0 0-20 16,0 0-53-16,-184 0-7 15,184 0-12 1,0 0-10-16,0 0-14 0,30 0-11 16,62 0 7-16,40 5 26 15,31-5-16-15,4 0-9 16,6 0-7-16,-6-17 6 16,-4 3-1-16,-10 0-3 15,-21-1-3-15,-35 5-2 16,-36 3-4-16,-30 5-2 0,-17 2-3 15,-7 0-23-15,-7 0-61 16,0 0-112-16,0 0-114 16,-47 0-360-16</inkml:trace>
  <inkml:trace contextRef="#ctx0" brushRef="#br0" timeOffset="28281.95">13995 6361 556 0,'0'0'357'15,"0"0"-318"-15,0 0 104 16,0 0-43-16,0 0-82 16,0 0-15-16,35-117 0 15,22 94-1-15,9 7 5 16,0 8-2-16,-9 4 0 15,-8 4 0-15,-13 0-3 0,-6 15-1 16,-9 21 3 0,-16 7-2-16,-5 3 2 0,0 3 4 15,-21-5-5-15,-19-2-1 16,-5-9 12-16,14-9-3 16,5-10-5-16,10-2-3 15,11-12 1-15,5 0-2 16,0 0-2-16,0 0-5 15,0 0-6-15,26 0 11 16,31 0 4-16,9 6-3 16,9 6 1-16,1 7-1 15,-8 7-1-15,-18 11 6 16,-15-3-3-16,-19 6 12 0,-16-8 10 16,0 2 14-16,-51-2 18 15,-20-2-15-15,-5-6-11 16,-6-10-6-16,11-5-15 15,0-9-2-15,5 0-8 16,15-11-10-16,10-27-46 16,25-22-54-16,16-16-169 15,12-7-261-15</inkml:trace>
  <inkml:trace contextRef="#ctx0" brushRef="#br0" timeOffset="28611.99">15221 5529 966 0,'0'0'1'16,"0"0"21"-16,0 0 135 15,0 0-59-15,0 0-21 16,0 0-42-16,-38-51-5 0,38 51-2 15,0 0-19-15,43 32 3 16,11 17 48-16,12 2-34 16,-5 2-8-16,1 0-12 15,4 1-2-15,-10-6-4 16,-6-7 0-16,-3-4-2 16,-17-11-26-16,1-7-50 15,-12-8-73-15,2-11-48 16,-7 0-115-16,-2-15 7 15</inkml:trace>
  <inkml:trace contextRef="#ctx0" brushRef="#br0" timeOffset="28800.19">15702 5544 458 0,'0'0'100'0,"0"0"1"16,0 0 134-16,0 0-78 16,0 0-55-16,0 0-38 15,-97-66-6-15,83 98-26 16,-12 25 19-16,0 12 18 15,-4 0-35-15,6-1-8 16,-2-5-12-16,0-7-10 16,5-1-4-16,12-6-11 15,9 3-64-15,0-10-146 16,0-13-263-16</inkml:trace>
  <inkml:trace contextRef="#ctx0" brushRef="#br0" timeOffset="29114.78">15983 5675 902 0,'0'0'10'0,"0"0"-6"16,0 0 60-16,0 0-5 0,0 0-24 15,0 0 3-15,172-119 6 16,-111 119 17-16,-4 0-18 16,-8 39 6-16,-7 8-14 15,-23 10-5-15,-19 0 7 16,0-1-17-16,-9-6-13 16,-48 1-7-16,-4-2-25 15,0-9 13-15,16-3-144 16,14-14-62-16,17-17-247 15</inkml:trace>
  <inkml:trace contextRef="#ctx0" brushRef="#br0" timeOffset="29381.64">16501 5504 860 0,'0'0'9'0,"0"0"11"16,0 0 136-16,0 0-53 15,0 0-47-15,0 0-29 16,-21-35-8-16,2 85 18 16,-2 20 24-16,0 4-10 15,16-2-16-15,5-6-2 16,0-11-7-16,0-3-14 0,35-8-7 16,17-8-2-1,-2-3-3-15,16-12-4 0,0-10-37 16,16-8-67-1,-2-3-62-15,-7 0-164 0,-18-17-348 16</inkml:trace>
  <inkml:trace contextRef="#ctx0" brushRef="#br0" timeOffset="29664.65">17051 5875 960 0,'0'0'13'0,"0"0"34"16,0 0 105-16,0 0-105 15,0 0-32-15,0 0-8 0,30-13 11 16,46 13 16-16,8 0-10 16,13 0-11-16,12 0-3 15,1 0-4-15,8 0-3 16,-7-3-1-16,-14-3-2 15,-15-2-1-15,-16-1-30 16,-26 1-117-16,-21-5-76 0,-19-1-221 16</inkml:trace>
  <inkml:trace contextRef="#ctx0" brushRef="#br0" timeOffset="29868.87">17527 5550 623 0,'0'0'74'0,"0"0"94"0,0 0 41 15,0 0-84-15,0 0-40 16,0 0-22-16,-62-31-29 16,62 37-3-16,0 42-11 15,17 21 8-15,23 8 85 16,5 0-92-16,2-8-14 16,-7-4 0-16,7-1-7 15,-7-2 0-15,0-4-5 0,0-5-72 16,-4-9-87-16,6-19-151 15,-6-25-308-15</inkml:trace>
  <inkml:trace contextRef="#ctx0" brushRef="#br0" timeOffset="30137.37">18416 5616 921 0,'0'0'19'0,"0"0"-16"0,0 0 57 16,0 0 8-16,0 0-27 31,174-153-15-31,-82 153 2 0,-2 0 21 0,1 41 1 16,-8 11 10-16,-22 10-21 16,-25 7-2-16,-32 2-7 15,-4-1-14-15,-26-6-6 16,-44 0-10-16,-8-12-12 15,7-9-55-15,17-11-91 16,11-17-61-16,29-15-253 0</inkml:trace>
  <inkml:trace contextRef="#ctx0" brushRef="#br0" timeOffset="30388.91">19118 5463 866 0,'0'0'20'15,"0"0"23"1,0 0 134-16,0 0-81 0,0 0-35 0,0 0-25 16,-26-51-25-1,0 105 18-15,-4 20 22 0,11 10-19 16,9-3 11-16,10-4-16 31,0-9-3-31,5-10-15 16,44-4-4-16,17-14-5 15,12-6 0-15,2-11-17 16,17-8-72-16,0-12-80 16,-10-3-126-16,-21 0-464 15</inkml:trace>
  <inkml:trace contextRef="#ctx0" brushRef="#br0" timeOffset="30657.04">20205 5815 971 0,'0'0'35'15,"0"0"-17"-15,0 0 106 16,0 0-67-16,0 0-37 16,0 0-4-16,-5 15 12 15,62-6 1-15,9-7-13 16,14-2-7-16,7 0-4 0,5 0-5 15,-12-13 0-15,-9 0-56 16,-24 1-83-16,-16 5-126 16,-31 7-227-16</inkml:trace>
  <inkml:trace contextRef="#ctx0" brushRef="#br0" timeOffset="30814.87">20236 6017 843 0,'0'0'108'15,"0"0"-93"-15,0 0 123 16,0 0-47-16,0 0-59 0,0 0-8 16,77 42-7-16,25-42-8 15,30-6-9-15,9-23-69 16,1-7-126-16,-20-3-225 16</inkml:trace>
  <inkml:trace contextRef="#ctx0" brushRef="#br0" timeOffset="31208.12">21461 5404 286 0,'0'0'381'0,"0"0"-337"16,0 0 187-16,0 0-60 15,0 0-72-15,0 0-14 16,-25-114-19-16,20 114-17 16,5 0-29-16,-5 36-10 15,5 14 4-15,-7 10 8 16,2 3-15-16,5-3-5 0,-9-3 2 16,-1-1-4-1,6-9 1-15,-3-8-4 0,7-9 2 16,0-13-1-16,0-7-4 15,0-10-7-15,0 0 1 16,0 0 10-16,0 0 0 16,0 0-1-16,0-6-12 15,0-19 8-15,21-1-37 16,-7 3-22-16,3 1-47 16,-3 8-88-16,-7 2-160 15,-7 3-38-15</inkml:trace>
  <inkml:trace contextRef="#ctx0" brushRef="#br0" timeOffset="31656.66">21775 5307 675 0,'0'0'101'16,"0"0"26"-16,0 0 55 15,0 0-72-15,0 0-33 16,0 0-12-16,-59-127-15 15,38 127-11-15,-10 0-30 16,1 24 0-16,-11 19 3 0,6 14-2 16,14 9 4-1,7 0 3-15,14 2-13 0,0-5-2 16,0 0-2-16,0-6-1 16,23-9-3-16,24-7-7 15,3-8-13-15,11-9-12 16,10-10-13-16,2-8-8 15,-7-6 17-15,-7 0 6 16,-2-6 17-16,-22-23 14 16,-9-7 3-16,-21-5 0 15,-5 1 5-15,0 2 16 16,-50 5 17-16,-11 13 12 0,-10 9-2 16,-2 11-6-16,-2 0-10 15,9 19-13 1,0 18-9-16,9 4-9 15,12 7-1-15,5-2 0 0,19 5-36 16,16-5-91-16,5-11-117 16,0-16-255-16</inkml:trace>
  <inkml:trace contextRef="#ctx0" brushRef="#br0" timeOffset="32090.84">22412 5298 941 0,'0'0'5'16,"0"0"117"-16,0 0 20 15,0 0-65-15,0 0-34 16,0 0-25-16,0-32-3 16,0 67-4-16,0 17 7 15,0 7 3-15,0 5-12 0,14-5-6 16,21-9-3-16,8-5 0 15,6-12-7-15,3-12-13 16,2-12-24-16,3-9-20 16,4 0 14-16,0-15 3 15,-4-19 26-15,-17-11 19 16,-14 5 2-16,-17-3 5 16,-9 11 25-16,0 7 22 15,0 15 17-15,0 5 4 16,0 5-3-16,0 0-33 15,0 0-15-15,-4 32-7 16,-6 15-9 0,-6 8 27-16,11 6-18 15,5-4-9-15,0-1-6 0,0 4 0 0,0 3-16 16,-21 9-35-16,-45 14-124 16,-31 6-115-16,-23-9-424 15</inkml:trace>
  <inkml:trace contextRef="#ctx0" brushRef="#br0" timeOffset="33353.37">17324 7557 981 0,'0'0'4'0,"0"0"28"0,0 0 60 16,0 0-54-16,0 0-34 15,0 0-2-15,123-140 9 16,-69 134 2 0,-2 6-9-16,-8 0 1 0,-8 0-3 15,-10 21-1-15,-5 15 3 16,-12 2 1-16,-9 7 0 15,0 2-2-15,-30 1 11 16,-32 1 3-16,4-15-12 16,1-3 6-16,17-10 0 15,14-7 0-15,9-10-6 16,13-2-5-16,4-2 0 0,0 0 0 16,0 0-1-16,0 0-5 15,0 0-3-15,4 0-3 16,39 0 11-16,2 0-2 15,7 0 2-15,-8 0 1 16,1 0 0-16,2 0 0 16,-2 0 0-16,-5 0 0 15,-5 0 0-15,-4 0-1 16,-10 15 0-16,-11 4 0 16,-6 4 2-16,-4 9 0 15,0 5 8-15,0-2 5 16,-9 1-1-16,-22-4-2 15,-9-9-4 1,14-8 9-16,12-10-5 0,2-2-2 16,-2 0-9-16,-7-1 0 0,2 2-4 15,-2-2-15-15,0-2-29 16,2 0-31-16,-2 0 12 16,7 0-4-16,2 0-50 15,12 0-70-15,0 0 71 16,0 0-82-16,0-19-78 15</inkml:trace>
  <inkml:trace contextRef="#ctx0" brushRef="#br0" timeOffset="34029.41">17166 7584 905 0,'0'0'33'0,"0"0"-30"15,0 0 46-15,0 0-5 16,0 0-33-16,0 0 1 0,281-149-1 16,-211 149 12-16,-8 48 7 15,-8 20 30-15,-28 19-11 16,-22 2-20-1,-4 0-5-15,-9-10 3 0,-40-18-8 16,-3-13-4-16,12-17-7 16,18-17-1-16,13-8-5 15,9-6-2-15,0 0-1 16,0-14-10-16,26-34-16 16,28-27 16-16,7-19 6 15,5-6-3-15,-9 5 0 16,-12 2 8-16,-15 12 0 15,-4 24 1-15,-21 19 8 0,0 21 17 16,-5 12 19-16,0 5 8 16,0 0-1-16,-19 48-24 15,-16 21-9-15,4 20 8 32,10 8-2-32,21-14-18 15,0-6 4-15,16-9-2 16,34-7-8-16,11-10-1 15,14-13-5-15,-4-8-38 16,2-11-43-16,-7-17-97 16,-12-2-116-16,-6 0-293 15</inkml:trace>
  <inkml:trace contextRef="#ctx0" brushRef="#br0" timeOffset="34328.68">16902 8496 251 0,'0'0'849'16,"0"0"-838"-16,0 0 76 0,0 0 69 16,0 0-107-16,0 0-39 15,-9 24 3-15,155-24 27 16,42-21-16-16,32-11-6 15,-8-2-7-15,-10 6-1 16,-18-6 1-16,-26 7 13 16,-26 7-9-16,-30 4-10 15,-36 10-5-15,-31 0-8 16,-23 6-54-16,-12 0-152 16,0 0-148-16</inkml:trace>
  <inkml:trace contextRef="#ctx0" brushRef="#br0" timeOffset="34723.61">17430 8963 1014 0,'0'0'46'0,"0"0"29"15,0 0 63-15,0 0-85 16,0 0-31-16,0 0-18 0,-97-159 1 16,154 123-3-16,9 9 0 15,5 12 2-15,-5 13-3 16,-5 2-1-16,-14 0-3 16,-11 35 3-16,-18 13 0 15,-13 5 3-15,-5 4-2 16,0-6 1-16,0-6-1 15,0-10 0-15,0 4-1 16,52 3 3-16,5 0-2 16,4-4 0-16,-16-2 10 15,-19-6 8-15,-26 0 17 16,0 0 13-16,-71 3-17 0,-26-7-25 16,-16-8-7-16,7-15-27 15,14-3-92-15,21-12-117 16,24-35-351-1</inkml:trace>
  <inkml:trace contextRef="#ctx0" brushRef="#br0" timeOffset="34958.83">18819 8407 1305 0,'0'0'16'0,"0"0"-16"16,283-57 76-16,-144 34-39 16,-7 1-13-16,-12-1-13 15,-28 6-5-15,-31 1-6 16,-21 3-31-16,-23 2-114 16,-17-4-126-16,0-2-174 0</inkml:trace>
  <inkml:trace contextRef="#ctx0" brushRef="#br0" timeOffset="35148.05">19307 7996 941 0,'0'0'154'0,"0"0"-97"15,0 0 120-15,0 0-69 16,0 0-61-16,0 0 21 16,-17 176 7-16,38-108-43 15,24-3-13-15,7-2-13 16,5 0-6-16,-3-6-1 15,-7 0-42-15,-12-3-106 16,-20-10-140-16,-15-14-228 16</inkml:trace>
  <inkml:trace contextRef="#ctx0" brushRef="#br0" timeOffset="35541.58">19896 8102 879 0,'0'0'5'16,"0"0"3"0,0 0 127-16,0 0-47 0,309-106-41 0,-243 106-2 15,-5 23-18-15,-14 26-7 16,-28 7-7-16,-19-4-2 16,0-3-3-16,0-15-2 15,0-17 0-15,-9-6-1 16,4-11-2-16,5 0 2 15,0 0-5-15,0-28-4 16,0-29 3-16,0-18 1 16,5 1 5-16,0 11 4 15,-5 14 5-15,0 23 31 16,0 18 16-16,0 8 18 16,0 0-18-16,0 14-25 15,0 36-16-15,0 15 15 0,0 8-13 31,0-7-16-31,21-10-3 0,28-8-3 0,17-12-4 16,12-12-29-16,-3-10-61 16,6-8-80-16,-8-6-116 15,-14 0-270-15</inkml:trace>
  <inkml:trace contextRef="#ctx0" brushRef="#br0" timeOffset="35762.44">21176 8124 974 0,'0'0'223'0,"0"0"-223"0,0 0 74 15,0 0 42-15,0 0-94 16,0 0-21 0,128-39 7-16,-22 13-1 0,-5 2-7 15,-14 5-35-15,-25 7-102 16,-37 10-10-16,-25 2-40 15,0 0-183-15</inkml:trace>
  <inkml:trace contextRef="#ctx0" brushRef="#br0" timeOffset="35903.96">21167 8356 385 0,'0'0'490'31,"0"0"-404"-31,0 0 85 16,0 0-29-16,0 0-84 15,0 0-40-15,49 15-12 16,69-42-6-16,28-15-12 16,12-13-136-16,-9-5-152 15,-22-6-322-15</inkml:trace>
  <inkml:trace contextRef="#ctx0" brushRef="#br0" timeOffset="36297.81">22473 7464 428 0,'0'0'519'0,"0"0"-513"16,0 0 84-16,0 0 22 15,0 0-43-15,0 0-24 16,-224 54-3-16,177 3 23 16,11 6-36-16,18 2-13 0,13 4-6 15,5-10-3-15,0 0-7 16,40-8 2-16,21-8-5 15,5-8 0-15,0-11-19 16,0-12-22-16,-9-8-14 16,-8-4 8-16,3-6-5 15,-16-28 33-15,-13-4 22 16,-23 1 7-16,0 8-4 16,0 4 25-16,-45 11 35 15,-11 14-8-15,-10 0-1 16,0 19-26-16,-5 16 3 15,10 6-7-15,16 1-18 0,19-2-6 16,17-3-5 0,9-6-35-16,0-8-63 0,49-14-97 15,17-9-234-15</inkml:trace>
  <inkml:trace contextRef="#ctx0" brushRef="#br0" timeOffset="36659.37">22883 7312 1133 0,'0'0'18'0,"0"0"1"16,0 0 165-16,0 0-75 15,0 0-71-15,0 0-35 16,-40 31 3-16,80 46 13 16,17 7-7-16,13-7-11 15,1-12-1-15,7-10 0 16,-7-21-2-16,-5-9-10 15,-10-13-16-15,-6-12-8 16,-10 0-10-16,-2-37-5 16,-15-14 20-16,-11-10 17 15,-12-5 14-15,0 10 6 0,0 13 6 16,0 23 29 0,0 14 10-16,-7 6 6 0,7 0-3 15,-5 26-14-15,5 34-28 16,0 20 26-16,0 6-23 15,0-3-15-15,31-3-2 16,-1 3-1-16,-4 6-31 16,-12 7-77-16,-14-1-129 15,-4-9-271-15</inkml:trace>
  <inkml:trace contextRef="#ctx0" brushRef="#br0" timeOffset="37992">19901 9875 750 0,'0'0'171'16,"0"0"-128"-16,0 0 104 15,0 0 3-15,0 0-58 16,0 0-52-16,-76-54-16 15,76 87-7-15,0 11 14 16,24 7 4-16,18-3-27 0,3-13-7 16,7-1 2-16,-7-13-3 15,7-10-4-15,-12-5-12 16,5-6-29-16,-5 0-11 16,-3-29 13-16,-13-20 21 15,-12-4 9-15,-8 3 13 16,-4 2 13-16,0 13 22 15,0 13 24-15,0 11 22 16,0 7-12-16,0 4 4 16,0 0-25-16,0 0-19 15,0 43-7-15,0 16 8 0,19 11 6 16,17 2-26-16,1-6-7 16,3-6-2-16,1-9-1 15,-6-6-6-15,0-10-46 16,-4-7-94-16,-10-14-131 15,-11-14-235-15</inkml:trace>
  <inkml:trace contextRef="#ctx0" brushRef="#br0" timeOffset="38401.4">20566 9827 881 0,'0'0'146'15,"0"0"-140"-15,0 0 36 0,30-155 40 16,36 138-55-16,12 4-14 15,-7 13 4-15,-5 6 5 16,-17 35 11-16,-13 16-8 16,-20 12-14-16,-16 2-3 15,0-8-4-15,-5-12 2 16,-20-19-3-16,3-10-3 16,18-16 1-16,4-6-1 15,0 0-16-15,11-36-20 16,25-19 36-16,-1-16 2 15,-9-4-1-15,-21 1 1 0,-5 8 3 16,0 19 9-16,0 17 33 31,0 19 20-31,0 7 8 0,0 4-2 0,0 0-47 16,-5 21-6-16,5 34-9 16,0 16 0-16,0 0 11 15,0-8-18 1,45-9-4-16,0-16-7 0,11-8-15 15,1-11-47-15,-3-14-63 16,12-5-60-16,-9 0-131 16,-1-15-359-16</inkml:trace>
  <inkml:trace contextRef="#ctx0" brushRef="#br0" timeOffset="39234.96">20085 10728 1111 0,'0'0'84'15,"0"0"68"-15,0 0-28 16,0 0-78-16,0 0-24 15,0 0 2-15,-83 71 5 16,225-100 40-16,51-28-42 16,17-9-17-16,-3-5-8 15,-9 2 1-15,-14 6 1 16,-21 12-1-16,-17 10-2 16,-23 10-1-16,-27 8-1 15,-30 6-16-15,-14 8-84 0,-33 3-15 16,-14 6-108-1,-5 0-154-15</inkml:trace>
  <inkml:trace contextRef="#ctx0" brushRef="#br0" timeOffset="39660.11">20837 10904 983 0,'0'0'91'0,"0"0"-29"0,0 0 92 15,0 0-66-15,0 0-50 16,0 0-24-16,-113 30 1 16,129-62 8-16,29-6-19 15,7 6-3-15,-12 11 0 16,-5 6-1-16,-14 9 2 15,-6 4-2-15,-11 2 1 16,-4 0-1-16,0 32 0 16,0 12 8-16,0 8-6 15,10-7 0-15,20-4-2 0,17-5 0 16,10-6 0-16,-3-3-1 16,3-6 1-16,-17-9 1 15,-19-3 1-15,-11-4-2 16,-10 1 8-16,-5 3 0 15,-56 4-8-15,-27-5 0 16,-1-2-36-16,16-6-58 16,23 0-98-16,20-33-275 15</inkml:trace>
  <inkml:trace contextRef="#ctx0" brushRef="#br0" timeOffset="39895.61">22096 10257 1090 0,'0'0'55'16,"0"0"-46"-16,0 0 69 15,0 0 15-15,0 0-65 16,0 0-22-16,240-70-6 15,-181 56-27-15,-12-1-81 0,-16 10-108 16,-22 5-237-16</inkml:trace>
  <inkml:trace contextRef="#ctx0" brushRef="#br0" timeOffset="40036.93">22131 10519 878 0,'0'0'153'16,"0"0"-79"-16,0 0 75 15,0 0-61-15,0 0-61 16,0 0-11-16,167-92-16 16,-49 32-21-16,10-9-106 15,-18-5-123-15,-8-1-392 16</inkml:trace>
  <inkml:trace contextRef="#ctx0" brushRef="#br0" timeOffset="40351.39">23128 9623 1012 0,'0'0'19'16,"0"0"1"-16,0 0 135 15,0 0-50-15,0 0-48 16,-158 231-25-16,158-148-13 16,0-5-5-16,10-15-12 0,25-13 1 15,12-17-6-15,3-15 1 16,2-16 0-16,-3-2-11 15,-6 0-2 1,-8-26 15-16,-16-3-2 0,-12 4 4 16,-7 2 0-16,0 11 11 15,-61 12-2-15,-17 0-4 16,-19 0-7-16,12 26 0 16,7 4-4-16,29 3-60 15,23-1-100-15,26-10-133 16,0-13-356-16</inkml:trace>
  <inkml:trace contextRef="#ctx0" brushRef="#br0" timeOffset="40681.6">23352 9689 1021 0,'0'0'51'15,"0"0"6"-15,0 0 112 16,10 174-98-16,42-102-48 15,14-15-20-15,9-10-3 0,0-17-1 16,-9-18-27-16,0-12-31 16,-4-3 4-16,-6-45 30 15,-6-15 9 1,-8-6 8-16,-11 6 8 0,-17 19 12 16,-14 20 42-16,0 18 40 15,0 6 6-15,0 9 1 16,0 44-37-16,-9 19-4 15,4 8-34-15,5-1-21 16,9-13-5-16,62-7-1 16,21-17-45-16,9-22-70 15,10-14-88-15,2-6-98 16,-16-35-281-16</inkml:trace>
  <inkml:trace contextRef="#ctx0" brushRef="#br0" timeOffset="41011.48">24128 8774 1106 0,'0'0'65'0,"-516"-120"-14"16,204 120 85-16,-48 42-30 15,-72 85-33-15,-51 47-1 16,-10 47-3-16,0 33-13 16,55 20-22-16,98 19-20 15,107 8-7-15,132-20-2 16,101-28-3-16,158-30-2 0,136-38-1 15,112-33-3-15,103-37-6 16,80-64-12-16,76-51-11 16,31-70-34-16,-15-76-29 15,-49-47 96-15,-104-53 15 16,-132-52 22-16,-137-60-1 31,-148-59 16-31,-125-24-47 0,-210 47-5 0,-188 102-9 16,-183 135-8-16,-178 146-3 15,-165 107-43-15,-130 131-134 16,-71 61-230-16</inkml:trace>
  <inkml:trace contextRef="#ctx0" brushRef="#br0" timeOffset="43558.07">425 5124 1009 0,'0'0'12'15,"-321"115"-8"1,220-76 129-16,47-27-17 0,47-12-35 16,23-26-53-16,116-68 1 15,102-49 3-15,112-44-18 16,76-34-9-16,59-23 2 16,24-4 3-1,-8 0 16-15,-14 19 4 0,-42 29-8 16,-63 31 1-16,-84 40 6 15,-96 35-20-15,-87 37-2 16,-64 31-6 0,-47 20-1-16,0 6-2 0,-70 4-67 0,-44 45-50 15,-32 27-142-15,-16 19-243 16</inkml:trace>
  <inkml:trace contextRef="#ctx0" brushRef="#br0" timeOffset="44361.78">1151 9642 825 0,'0'0'498'0,"-396"122"-498"15,250-71 7-15,59-26 24 16,51-19 87-16,36-6-63 0,71-60-54 16,118-43 17-16,105-42-12 15,103-41 24 1,76-16-25-16,30-8-3 0,-15 11 10 16,-26 23 4-16,-76 36-2 15,-70 27-13-15,-87 26-1 16,-83 34-32-16,-99 19-207 15,-68 20-374-15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49:36.640"/>
    </inkml:context>
    <inkml:brush xml:id="br0">
      <inkml:brushProperty name="width" value="0.05292" units="cm"/>
      <inkml:brushProperty name="height" value="0.05292" units="cm"/>
      <inkml:brushProperty name="color" value="#FF0000"/>
    </inkml:brush>
  </inkml:definitions>
  <inkml:trace contextRef="#ctx0" brushRef="#br0">16984 6651 778 0,'0'0'23'15,"0"0"79"-15,0 0 24 16,-47-163-12-16,21 143-58 15,-4 8-47-15,-1 4 10 16,-4 8 13-16,-15 0-16 16,-11 8-13-16,-10 30 5 0,-7 11 1 15,19-1 1 1,12 0-5-16,21-2 10 16,17 3-12-16,9-2-3 15,0 1 3-15,66-3 3 0,9 0 7 16,22-1-11-16,0 1 3 15,-1-1-5-15,-4 5 3 16,-16-4-3-16,-24-7 0 16,-26 1 1-16,-26-4-2 15,0 2 1-15,-22 0 0 16,-48 1 6-16,-22-6 2 16,-5-11 10-16,17-15-11 15,19-6-7-15,13 0-4 0,13-27 0 16,16-11 3-16,19-11-34 15,0-2-3-15,26 1 7 16,33 2 2-16,7 9 12 16,-5 7 14-16,10 8 0 15,-3 5 0-15,3 2-4 16,0 2-6-16,-5 0 6 16,-9 3-3-16,-13-1 1 15,-8-4-8-15,-6 0 13 16,-8-10 4-16,-13-1 0 15,-9-1 5-15,0-1 0 0,0-2 3 16,0 4 14-16,-21 5 1 16,7 8 9-16,4 6-2 15,-2 6 7-15,12 3-24 16,-4 0 26-16,4 0-28 16,0 0-11-16,0 0 0 15,0 27 2-15,0 26-1 16,16 25 17-16,3 14 2 15,7 19-3-15,-5 9 5 16,3 1-11-16,2-1 2 0,0-9-4 16,0-11-1-1,-8-14-4-15,4-14-2 0,-8-16 0 32,-2-16-2-32,-8-14 0 0,-4-14 0 0,0-6 0 15,0-6 1-15,0 0 1 16,0-6 4-16,-4-46 2 15,-39-33-8-15,-6-28-3 16,9-21 0-16,14-9-17 16,16 0-1-16,10 9 6 15,0 22-5-15,0 24 20 16,19 22-11-16,33 21 11 0,14 13-1 16,0 20-2-16,0 12 3 15,-9 0-4-15,-17 26-3 16,-14 28 7-1,-26 6 0-15,0 5 2 0,-43 1-2 16,-32-7-6-16,-5-2 6 16,-3-6 0-16,17-10-12 15,21-4-129-15,15-4-38 16,8-6-182-16,13-13-209 16</inkml:trace>
  <inkml:trace contextRef="#ctx0" brushRef="#br0" timeOffset="424.81">18340 6788 397 0,'0'0'221'0,"0"0"-207"16,0 0 181-16,0 0-81 15,0 0-40-15,0 0-35 16,0-42-19-16,0 42-5 16,-5 0-9-16,1 5-2 15,-1 19 8-15,5 3-8 32,0-3-2-32,0-5-2 0,0-7 2 0,14-4-1 15,17-8 5-15,4 0-1 16,-9 0 0-16,0-6-1 31,-12-15 1-31,-4-5 13 0,-10-1 23 0,0-3-8 16,0 6-3-16,0 4-4 15,-19 7-17 1,-3 7-9-16,13 6-1 16,-12 0-12-16,-3 12-88 15,-6 30-57-15,-6 6-174 16,6 4-217-16</inkml:trace>
  <inkml:trace contextRef="#ctx0" brushRef="#br0" timeOffset="802.05">18529 7345 74 0,'0'0'549'16,"0"0"-540"-16,0 0 68 16,0 0 67-16,0 0-119 15,0 0-11-15,-40 15-7 16,28 3 10-16,2 6 19 16,1-3-18-16,9 3 4 15,0-3 0-15,0 0-6 16,0-4-8-16,0-8-8 0,19 0 3 15,7-9 2-15,0 0 5 16,4 0-2-16,-4-3 0 16,-12-17 17-16,-4-9-3 15,-10 1 19-15,0 1-21 16,0 6 11-16,-19 6-1 16,-12 4-19-16,1 7-9 15,-1 4-2-15,10 0-46 16,2 6-76-16,2 18-95 15,8-3-226-15</inkml:trace>
  <inkml:trace contextRef="#ctx0" brushRef="#br0" timeOffset="1698.36">19759 6779 129 0,'0'0'427'0,"0"0"-397"15,0 0 141-15,0 0-48 16,0 0-44-16,0 0-17 16,-193-79-35-16,132 107 4 15,-5 19 3-15,9 12 39 16,17 10-31-16,14 2-14 16,21 7 0-16,5-3-7 0,0-10-9 15,50-5-12-15,23-12 0 16,7-10 0-16,12-10 0 15,-5-16 0-15,-2-12-35 16,-2 0-23-16,-13-18-13 16,-13-24-26-16,-12-12-12 15,-19-5 61-15,-7-3 6 16,-3-4 42-16,-6 7 3 16,-6 4 1-16,-4 13 4 15,0 10 6-15,0 8 20 16,-4 4 47-16,-15 7-48 15,2 4 8-15,12 6 9 16,1 3-14-16,4 0-7 0,0 0-2 16,0 0-1-1,0 0-9-15,0 0-4 0,-12 0 0 16,7 20-9-16,-4 26 25 16,-1 14 5-16,6 12-15 15,4 5 0-15,0 8 6 16,0 6-15-16,0-2 3 15,0-2-4-15,0-10-3 16,14-3-3-16,0-8-2 16,-2-14 2-16,-3-14-3 0,-4-14 0 15,-5-12 1 1,0-10 0-16,0-2 0 0,0 0 2 16,0 0 3-16,0-23 5 15,-35-34-11-15,-6-23-1 16,6-22-1-16,19-13-1 15,16-14-16-15,0-3-5 16,0 9-14-16,35 26 7 16,3 22 17-16,6 30 8 15,1 19 4-15,-2 17 0 16,1 9 1-16,1 9-4 16,-9 32 2-16,-6 13 2 15,-13 6 2-15,-17 2-1 0,0 4 1 16,-40 0-2-1,-38-5-22-15,-19 5-113 0,-14-4-52 16,-11-2-120-16,-10-8-178 16</inkml:trace>
  <inkml:trace contextRef="#ctx0" brushRef="#br0" timeOffset="2594.69">17267 8691 563 0,'0'0'29'0,"0"0"66"16,0 0 120-16,0 0-75 15,0 0-38-15,0 0-48 0,-61-99-11 16,56 114-24-16,1 36-17 15,-1 21 31-15,-4 5-16 16,1 1-12-16,-1-10-4 16,9-11-1-16,0-13 4 15,0-11-4-15,0-15 0 16,0-9-1-16,0-6-2 16,0-3 3-16,0 0 0 15,0 0 1-15,0-6 2 16,0-23 3-16,21-7-4 15,10-4-2-15,14 5 1 16,7 4-1 0,14 10 0-16,14 8 0 0,16 7 0 0,1 6 0 15,-5 0 1-15,-5 19-1 16,-16 25 3-16,-22 9 2 16,-23 3-1-16,-21 3 13 15,-5 1-7-15,-19 1 3 16,-54 4 2-16,-24-2-14 15,-4-4-1-15,4-9-2 16,1-16-82 0,20-14-63-16,6-20-77 0,-1 0-203 15</inkml:trace>
  <inkml:trace contextRef="#ctx0" brushRef="#br0" timeOffset="2783.31">17175 8651 844 0,'0'0'4'16,"0"0"12"-16,0 0 48 15,0 0-44-15,0 0-14 16,260-12 1 0,-116 7-7-16,-3-4 0 0,0 1-78 15,-18-4-277-15</inkml:trace>
  <inkml:trace contextRef="#ctx0" brushRef="#br0" timeOffset="3161.24">18838 8639 797 0,'0'0'16'0,"0"0"-7"16,0 0 61-16,0 0-5 15,0 0-54-15,0 0-6 16,-10 37 9-16,5 1 15 16,5-1-10-16,0-9-7 15,0-3-9-15,0-13 1 16,0 0-3-16,10-12 2 15,11 0 0-15,10 0 9 16,4 0 12-16,-4-28-1 16,-5-4 13-16,-17-3 0 0,-9-2-4 15,0 8 7 1,0 5-2-16,-21 6-9 0,-10 10-16 16,1 4-12-16,-6 4-33 15,-4 0-52-15,0 30-77 16,0 23-136-16,-12 13-288 15</inkml:trace>
  <inkml:trace contextRef="#ctx0" brushRef="#br0" timeOffset="3554.34">18873 9380 859 0,'0'0'41'0,"0"0"-39"16,0 0 20-16,0 0 8 15,0 0-22-15,0 0 12 16,0 97-10-16,0-66-9 16,0-7 0-16,16-10 2 15,-11-2-2-15,0-8-1 16,0-2 12-16,2-2 2 0,-3 0 0 15,6 0 24 1,6-12 20-16,-6-14-2 0,-10-2 1 16,0 2 2-1,0 3-8-15,-5 2-15 0,-21 5-13 16,0 4-19-16,5 6-4 16,11 6-3-16,6 0-62 15,4 0-89-15,0 4-136 16,0 20-355-16</inkml:trace>
  <inkml:trace contextRef="#ctx0" brushRef="#br0" timeOffset="4213.39">19861 8947 738 0,'0'0'72'0,"0"0"-62"15,0 0 115-15,0 0-51 16,0 0-31-16,0 0-1 15,-88-41-10-15,88 20-16 16,0-4-5-16,0 1-5 16,0 4-6-16,26-5 1 15,19 2-1 1,7 8-3-16,2 3 2 0,3 10 1 16,-1 2 0-16,1 0 0 15,-12 18-1-15,-5 16 1 16,-9 9 0-16,-15 2 2 15,-16-1 3-15,0-2-4 0,0-4 11 16,-47-1-6-16,-3-8-2 16,-1-5 6-16,1-6-8 15,15-4-2-15,4-4 3 16,5-8-2-16,5-2 0 16,7 0 2-16,14 0 1 15,0 0-1-15,0 0-3 16,0 0-1-16,0 0-1 15,0 0-9-15,14-6-1 16,33 0 11-16,7 6 2 16,8 0-2-16,-1 4 2 15,5 35-1-15,-5 9 7 0,-11 5 2 16,-8 1 0-16,-28-6 17 16,-14-4-3-16,0-8 8 15,-19-6 11 1,-58 0-3-16,-20-9-22 0,-19-10-14 15,-1-11-3-15,1 0-2 16,12-17-59-16,15-34-57 16,6-21-126-16,12-16-394 15</inkml:trace>
  <inkml:trace contextRef="#ctx0" brushRef="#br0" timeOffset="7921.52">15287 3905 864 0,'0'0'18'0,"0"0"-11"15,0 0 106-15,0 0-18 16,0 0-49-16,0 0-21 16,0 0-10-1,40-9 38-15,71 9-5 0,26 0-26 16,11-2-7-16,20-7-7 0,4-3-2 15,2 3 2 1,3 1-1-16,-10 2 1 0,-4 1-3 16,-10 5-1-16,-16 0-2 15,-19 0-1 1,-29 0-1-16,-27 0-4 0,-32 0-26 16,-25 0-49-16,-5 0-77 15,-14 0-19-15,-69 5-140 16,-37 1 4-16</inkml:trace>
  <inkml:trace contextRef="#ctx0" brushRef="#br0" timeOffset="8141.96">15393 4051 545 0,'0'0'30'16,"0"0"-17"-16,0 0 102 15,0 0 51-15,0 0-141 16,0 0-14-16,26 46 50 15,125-46 14 1,52 0-35-16,25 0-34 0,22-34 0 16,10 0-3-16,-10-10-1 15,2 10-2-15,-16 7-23 16,-24 3-153-16,-50 6-170 16</inkml:trace>
  <inkml:trace contextRef="#ctx0" brushRef="#br0" timeOffset="10232.79">19957 7844 541 0,'0'0'203'15,"0"0"-156"-15,0 0 72 16,0 0 30-16,0 0-54 0,0 0 3 16,-56-90-29-1,56 90-17-15,0 0 1 0,-5 3-18 16,0 39-17-16,-6 12 23 16,1 14-6-16,10-5-12 15,0-4-14-15,0-6-4 16,0-2-4-16,21-2-1 15,3-9-3-15,-8-9-14 16,-1-11-37-16,-11-8-64 16,-4-3-87-16,0-9-165 15,0 0-414-15</inkml:trace>
  <inkml:trace contextRef="#ctx0" brushRef="#br0" timeOffset="10530.81">19677 8172 746 0,'0'0'17'0,"0"0"15"15,0 0 88-15,0 0-76 16,0 0-34-16,0 0-9 16,-5-10 0-16,36 10 3 15,-1 0 10-15,-4 10-13 16,-2 11 4-16,-8 11 6 15,-1 8 16-15,-4 3-12 0,-1-1-4 16,-1-3 5 0,3-6-13-1,-3-10-1-15,10-7 1 0,24-13 2 0,18-3-3 16,29-3-2-16,27-45-1 16,25-21-28-16,6-20-79 15,-16-13-255-15</inkml:trace>
  <inkml:trace contextRef="#ctx0" brushRef="#br0" timeOffset="11285.78">17013 7792 582 0,'0'0'27'0,"0"0"78"0,0 0 58 15,0 0-54-15,0 0-48 16,0 0 6-16,-19-128-6 15,19 128-15-15,0 0-21 16,0 14-13-16,0 32 7 16,5 14 31-16,4 3-31 15,8-1-15-15,-3-2-4 16,2-3-2-16,-6-4-7 0,6-5-19 16,-6-3-58-1,-1-4-66-15,-4-5-108 0,-5-9-152 16</inkml:trace>
  <inkml:trace contextRef="#ctx0" brushRef="#br0" timeOffset="11537.47">16911 8153 500 0,'0'0'103'0,"0"0"-93"0,0 0 95 16,0 0 6-1,0 0-89-15,0 0-20 0,-40 51 31 16,50-2 17-16,27-9-19 16,4-3 5-16,-6-11-31 15,0-14 3-15,-4-2-5 16,9-10-2-16,17 0 5 16,18-39 0-16,26-24-6 15,13-14-37-15,-4-10-136 16,-18-3-241-16</inkml:trace>
  <inkml:trace contextRef="#ctx0" brushRef="#br0" timeOffset="16124.18">17095 11334 958 0,'0'0'26'0,"0"0"2"0,0 0 77 15,-259-9-22-15,219-6-16 16,14-4-31-16,12 2-21 16,2-7 6-1,12 1-2-15,0-5 1 0,0-4-3 16,12 2-16-16,28 0 2 15,5 5-3-15,-5 11 0 16,12 9 0-16,-1 5 0 16,-1 0-4-16,2 25 2 15,-12 15-1-15,-5 10 3 16,-21 3 1-16,-6 4 4 16,-8 6-3-16,0 0 8 15,-57 6-5-15,-9-1 2 0,-5-2-3 16,0-9 1-16,15-12-2 15,4-12 1-15,17-11 0 16,16-7 2-16,2-9 4 16,13 1 3-16,4-4 5 15,0 0-5-15,0-3 8 16,0 0-14 0,0 0-3-16,0 0-2 0,0 0 22 15,4 0-20-15,41 0-4 16,28-15 3-16,17-12-3 0,6 3-1 15,1 1-32-15,-5 4-36 32,5 2-61-32,4-4-56 0,-4-3-51 0,-15 0-93 15,-28-7-73-15</inkml:trace>
  <inkml:trace contextRef="#ctx0" brushRef="#br0" timeOffset="16644.41">17725 11265 434 0,'0'0'81'15,"0"0"29"-15,0 0 56 16,0 0-46-16,0 0-14 0,-71-155-19 16,62 149 2-16,4 6 5 15,-2 0-34-15,2 0-22 16,0 0-11-16,5 9-8 16,0 29 3-16,0 16 16 15,0 15-3-15,22 5-11 16,13 6-1-16,5 5-2 15,0 10-7-15,12 3 2 16,-7 4-3-16,-10-1-1 16,8-9-7-16,-20-7 1 15,-2-20-5-15,-4-18 1 0,-8-13 0 32,-4-17-1-32,-5-8-1 0,0-7 0 15,0 2 2-15,0-4 1 0,0-4 1 16,-45-45-4-16,-28-30-8 15,-7-18-13-15,9-11 6 16,15-2-2-16,25 5 7 16,17 4 1-1,14 14-4-15,0 6 7 0,19 5-7 32,37 6 1-32,10 15 7 15,5 10-1-15,-5 15 0 16,-5 17-2-16,-4 13 3 0,-8 0 3 15,-1 49-1-15,-13 7 1 16,-26 10 1-16,-9 3 1 16,0-4 4-16,-44-5 6 15,-18-7 1-15,1-8-10 16,9-13-1-16,7-4-14 16,19-8-28-16,8-5-110 15,-4-12-104-15,18-3-203 16</inkml:trace>
  <inkml:trace contextRef="#ctx0" brushRef="#br0" timeOffset="17178.29">18904 11500 505 0,'0'0'56'16,"0"0"32"-16,0 0 49 16,0 0-6-16,0 0-64 15,0 0 2-15,-71 0-15 16,71 0 3-16,0 0-11 16,0 0-2-16,0 0-1 0,0-3 3 15,0-3 4-15,0 3-3 16,16 3-6-16,29-5-23 15,21 1-11-15,26-7 11 16,5-4-8-16,-10-4-6 16,-12 2 0-16,-9 5-2 15,-21 3-2-15,-19 7-2 16,-21 2-9-16,-5 0-30 16,0 0-54-16,0 0-27 15,-19 8-58-15,-16 18 101 16,-13 8-117-16,-8-2-63 15,-3 2-67-15</inkml:trace>
  <inkml:trace contextRef="#ctx0" brushRef="#br0" timeOffset="17240.79">18904 11500 375 0</inkml:trace>
  <inkml:trace contextRef="#ctx0" brushRef="#br0" timeOffset="17370.43">18904 11500 375 0,'-10'191'112'0,"10"-191"-58"0,0 0 115 0,0 3-75 0,0-3-33 16,10 0 45-16,27 0 11 15,8 0-67-15,5 0-20 0,11 0-8 16,12-17-5 0,12-11-14-16,7 5-3 0,14-7-3 15,-5 0-86-15,-9-2-169 16,-21-2-428-16</inkml:trace>
  <inkml:trace contextRef="#ctx0" brushRef="#br0" timeOffset="17681.86">19910 11116 941 0,'0'0'154'0,"0"0"-149"0,0 0 88 16,0 0 42-16,0 0-59 15,0 0-45-15,-54-63-14 16,54 101-4-16,0 32-3 16,0 17 111-16,0-1-103 15,0-6-7-15,0-11 0 16,0-6-6-16,0-9-4 16,9-11-1-16,10-6-6 0,2-5-21 15,-4-8-80 1,7-6-56-16,-3-12-70 0,5-6-151 15,0-8 9-15</inkml:trace>
  <inkml:trace contextRef="#ctx0" brushRef="#br0" timeOffset="18043.1">20261 11191 508 0,'0'0'102'0,"0"0"46"15,0 0 4-15,0 0-35 16,0 0-29-16,0 0-39 0,-25-106-8 15,15 116-39 1,-16 23 0-16,5 9 2 0,2 2-3 16,19-2-1-16,0-4 0 15,0-1-1-15,26-8-1 16,28-1 2-16,12-5 17 16,7-2-15-16,3-3 3 15,-5-3 2-15,-1-1 4 16,-4 7-1-16,-9 1 6 15,-27 5 8-15,-8-8 11 16,-22 7-1-16,0-6 3 16,0 4 4-16,-38 3-18 15,-21-3-3 1,-7-4-16-16,0-8-4 0,5-5-4 0,9-7-15 16,7 0-73-16,-2-13-48 15,12-25-2-15,4-11-241 16,7-7-145-16</inkml:trace>
  <inkml:trace contextRef="#ctx0" brushRef="#br0" timeOffset="18246.98">20210 11178 609 0,'0'0'124'0,"0"0"-41"16,0 0 107-1,0 0-93-15,0 0-39 0,0 0 1 16,16-33-48-16,45 16-6 15,24-4 0-15,12-4-3 16,-10 6-2-16,-4 0-9 16,-13 11-79-16,-8 3-96 15,-17 5-181-15,-15 0-95 16</inkml:trace>
  <inkml:trace contextRef="#ctx0" brushRef="#br0" timeOffset="18592.46">20999 11080 487 0,'0'0'163'0,"0"0"-80"16,0 0 72-16,0 0-49 15,0 0-73-15,0 0-13 16,0 0-7-16,-7 39 10 16,-7 9 71-16,-2 12-59 15,11-1-19-15,0 3 8 16,5 4 15-16,0-6-25 15,0-4-6-15,31-7 2 16,21-11-2-16,14-9-4 16,0-10 1-16,9-16-2 15,-9-3 4 1,0-3 5-16,5-34 15 0,-14-16-21 16,-13-13 18-16,-18-11 7 0,-26-4-2 15,0-5-9-15,-26 3-12 16,-33 14-8-16,-14 12-4 15,-7 24-21 1,-12 24-52-16,-9 9-37 16,-5 30-92-16,-3 23-209 0</inkml:trace>
  <inkml:trace contextRef="#ctx0" brushRef="#br0" timeOffset="21128.64">11109 1979 461 0,'0'0'91'0,"0"0"-54"16,0 0 96-16,0 0-13 16,-183-164-59-16,91 134 17 15,-19 3-17-15,-28 3 3 16,-29 9-31-1,-30 3 3 1,-49 12-1-16,-60 0-16 0,-49 10-8 16,-44 33 16-16,-37 14-15 15,-32 15 2-15,-19 9-4 16,21 6 0-16,55-4 15 16,98-3 10-16,86-5-14 15,84 2-8-15,42 0-6 16,41 4-5-16,47 4-2 15,14 1-1-15,45 0-1 16,87 0 2-16,68-7-1 16,78-11 0-16,83-18-8 15,92-25 9-15,87-25 9 16,89 0-5-16,71-37 1 0,52-22-5 16,0-13 0-16,-54-11-8 15,-90-4 7-15,-124-6 1 16,-119 1 2-16,-120 1 3 15,-113-6 6-15,-80-6-2 16,-52-6-9-16,-127 6 3 16,-109 6-3-16,-113 23-9 15,-120 23-19-15,-104 30-26 16,-82 21-42-16,-74 25-67 16,-23 41-153-16,21 14-207 15</inkml:trace>
  <inkml:trace contextRef="#ctx0" brushRef="#br0" timeOffset="22623.12">17074 12887 1025 0,'0'0'7'15,"0"0"1"-15,0 0 37 16,0 0 63-16,0 0-44 0,-101-163-23 16,101 136-35-1,21 3-5-15,24 7 3 0,11 1-4 16,10 7 0-16,-4 9 1 15,-18 0-1-15,8 0-1 16,-21 25 1-16,-12 7-2 16,-3 13 2-16,-16 12 0 15,0-1 6-15,-30 9 18 16,-32-6-18-16,-4-5-3 16,5-8 0-1,12-17-3-15,6-7 0 0,20-10-1 16,11-9-1-16,12-3-4 15,0 0 0-15,0 0-8 0,0 0-24 16,30-9 18-16,32-10 18 16,20-2 2-16,3 10 2 15,7 11-2-15,-5 0 2 16,-16 0 1-16,-14 17 4 16,-22 11 3-16,-26-5 16 15,-9 1-7-15,-9 3 23 16,-64 3 3-16,-24 0-30 15,-4-3-9-15,11-10-5 16,24-8 0-16,10-9-1 16,8 0-17-16,13 0-34 15,16-24-84-15,19-5-88 16,0-1-217-16</inkml:trace>
  <inkml:trace contextRef="#ctx0" brushRef="#br0" timeOffset="23109.6">17751 12867 921 0,'0'0'56'0,"0"0"27"15,0 0 56-15,0 0-29 16,0 0-65-16,0 0-17 16,4-57-5-16,32 108-1 15,16 18 87-15,-3 17-73 16,-6 2-28-16,-13 12 16 0,-6-2-12 15,-3 1-7-15,-7-12-5 16,3-13 2-16,-13-17-4 16,-4-19 0-16,0-16-6 15,0-14-16-15,0-8 23 16,0 0-13-16,0-25 14 16,-30-37 0-1,-32-31-17-15,-4-15 12 0,17-9 1 16,18-6-8-16,19 11 8 15,12 7-7-15,0 18-9 16,8 24 13-16,32 18 1 16,4 16 3-16,18 14 1 15,-1 11 0-15,5 4-1 16,5 0 0-16,-15 34 3 0,-16 11 1 16,-18 5 5-16,-22 6-4 15,0-2-2-15,-5 3 0 16,-42-5 8-16,-3-8-8 15,-2-2-23-15,8-10-55 16,13-8-109-16,10-12-127 16,21-12-331-1</inkml:trace>
  <inkml:trace contextRef="#ctx0" brushRef="#br0" timeOffset="23373.28">19109 12998 41 0,'0'0'1099'0,"0"0"-1096"16,0 0 15-16,0 0 65 16,0 0-34-16,0 0-9 15,85-30-30-15,-8 30 6 16,8-10-3-16,-2 5-8 15,-17-1-5-15,-12-3-20 0,-12 1-43 16,-11 2-49-16,-17 3-39 16,-14 3-79-1,0 0-64 1</inkml:trace>
  <inkml:trace contextRef="#ctx0" brushRef="#br0" timeOffset="23523">19290 13210 414 0,'0'0'113'0,"0"0"-17"16,0 0 125-16,0 0-102 16,0 0-60-16,0 0-5 15,-45 51 16-15,111-55-36 16,36-22-34-16,30-16-9 16,5-9-94-16,-1 0-96 15,-23 6-174-15</inkml:trace>
  <inkml:trace contextRef="#ctx0" brushRef="#br0" timeOffset="23883.47">20841 12843 942 0,'0'0'22'0,"0"0"-16"15,0 0 85-15,0 0 13 16,0 0-60-16,0 0-5 0,-108-102-37 16,150 67 0-16,8 2-4 15,11 6 2-15,-4 5-2 16,-12 14 0-16,-3 8 2 16,-7 0 0-16,-4 7 1 15,-3 28 3-15,-6 13 19 16,-13 11 21-16,-9 6 2 15,0 1-3-15,-14 0-6 16,-22-7-16-16,6-4-13 16,9-8-4-16,6-5-4 15,6-6-10-15,2-6-55 16,7-6-72-16,0 3-45 0,0-4-145 16,-5 1-74-1</inkml:trace>
  <inkml:trace contextRef="#ctx0" brushRef="#br0" timeOffset="24119.25">20973 13553 519 0,'0'0'74'0,"0"0"104"15,0 0-23-15,0 0-63 16,0 0-14-16,0 0 24 16,-4 98-18-16,8-98-31 15,1 0-21-15,-5 0-10 16,0 0 4-16,0 0 14 15,0 0 2-15,0 0 0 0,0 0-14 16,0 0-19-16,0 0-9 16,0-9-31-1,0-5-121-15,-30-5-231 0,-27 17-559 16</inkml:trace>
  <inkml:trace contextRef="#ctx0" brushRef="#br0" timeOffset="28242.85">1177 4392 590 0,'0'0'0'0,"0"0"5"15,0 0-5-15,0 0 51 0,0 0-41 16,0 0-7 0,0 0 0-16,-101 24 1 0,106-24 5 15,51-28 20-15,36-27 6 16,40-38 9-16,35-30-6 16,31-35 20-16,26-30 32 15,31-21-42-15,35-15-8 16,19 5-11-16,7 9-4 15,-33 22-6-15,-33 31 9 16,-67 31 3-16,-50 34-14 16,-58 32-12-16,-40 24-4 15,-30 21-1-15,-5 15-22 16,-61 9-100-16,-76 39-258 0</inkml:trace>
  <inkml:trace contextRef="#ctx0" brushRef="#br0" timeOffset="32421.79">5807 13079 561 0,'0'0'291'16,"0"0"-250"-16,0 0 86 0,-14-189 18 16,-21 160-58-16,4 11-41 15,5 10 6-15,-4 8-20 0,-15 0-6 16,-33 20-1-16,-7 27-24 15,-7 7 6-15,31 0-2 16,35-6-5-16,26-7-5 16,0 4 3-16,75-2 1 15,39-3 1-15,13 0 0 16,5-5 0-16,-5 4 0 16,-30 2 0-16,-26 2 2 15,-27-1-2-15,-39-2 0 16,-5 9-5-16,-35-1 5 15,-50 2 3-15,-12-13-3 0,1-14 0 16,18-12-1-16,24-11-3 16,11 0 4-16,20-3-20 15,23-28-29-15,0-18-20 16,9-11 25-16,71-2 8 16,12-2 16-16,17 7-2 15,-8 5 4 1,-12 4 13-16,-6 4 5 0,-17-1 2 15,-5 0-2-15,-16 1 0 16,-14-1 2-16,-10-4-1 0,-16 3 2 16,-5 1 8-1,0 2 5-15,0 14 12 0,0 6-1 16,-5 6-2-16,-7 9 9 16,3 2 2-16,4 6-5 15,0 0-10-15,1 0-12 16,-1 0-3-16,5 0-5 15,-7 26 3-15,7 22 10 16,0 15 14-16,0 14-8 16,0 14 2-16,12 10-4 15,23 22 5 1,14 7 2-16,3 5-3 0,-2-5-7 16,-3-10-6-16,-12-9-7 15,-4-16-1-15,-12-12 7 16,-3-17-5-16,-6-12-3 0,-5-15 1 15,2-18-1-15,-7-10 1 16,0-5 0 0,0-6 2-1,0-8-3-15,-31-55-3 0,-30-35-19 0,-1-30 3 16,6-24 5-16,20-17-22 16,15 3 2-16,12 14 9 15,9 27 5-15,0 28 12 16,21 30 6-16,28 13-8 15,3 17 7-15,5 11 3 0,-8 20 0 16,8 6 0-16,0 16 0 16,-8 37 7-16,-23 16 6 15,-26 8-4-15,0 9-2 16,-52 3-4-16,-28 4-3 16,-12 0-11-16,12-13-78 15,19-11-103 1,9-21-93-16,21-22-226 0</inkml:trace>
  <inkml:trace contextRef="#ctx0" brushRef="#br0" timeOffset="32736.84">7227 13395 709 0,'0'0'80'0,"0"0"-34"15,0 0 35 1,0 0 49-16,0 0-85 0,0 0-13 0,-48 9-5 16,100-6 4-16,19 0 13 15,16-3-17-15,8 0-19 16,1 0-3-16,1-15-3 15,0-9-2-15,-15 7-2 16,-6-2-59 0,-29-2-141-16,-33 9-241 15</inkml:trace>
  <inkml:trace contextRef="#ctx0" brushRef="#br0" timeOffset="32957.85">7545 13082 945 0,'0'0'33'0,"0"0"61"15,0 0 62-15,0 0-87 16,0 0-46-16,0 0-11 16,-19 35 4-16,45 24 53 15,9 20-25-15,-4-1-31 16,-7 5-11-16,1 1 4 0,1-7-6 15,10-3-4-15,-6-6-41 16,1-11-63-16,9-12-88 16,0-18-227-16,7-24-135 15</inkml:trace>
  <inkml:trace contextRef="#ctx0" brushRef="#br0" timeOffset="33871.58">8653 12909 646 0,'0'0'50'0,"0"0"114"15,0 0 20-15,0 0-77 16,0 0-22-16,0 0-22 15,-142-54-20 1,86 99 1-16,-5 11-18 0,11 7-2 16,19-3-10-16,27-6-10 15,4-5 2-15,0 0-6 16,61-1-3-16,14-11-6 16,13-9-13-16,-3-10-4 15,7-18-3-15,-17 0-13 16,3 0 4-16,-12-33-5 0,-5-8 23 15,-16-8 13-15,-14-8 1 16,-22 2 6-16,-9-2 4 16,0 3 1-16,0 6 9 15,-14 10 10-15,-7 10 4 16,11 13 21-16,1 9-7 16,2 6-5-16,2 0-2 15,5 0-10-15,-5 0-4 16,5 0-9-16,0 30-5 15,0 34 3-15,0 19 23 16,0 12-15-16,26 9 2 0,0 10-9 16,9 3 4-16,1-1-12 15,9-12-1 1,-10-18 1-16,0-21-3 0,-9-19-2 16,-16-20-1-16,-3-14-4 15,-7-9 2-15,0-3-4 16,0 0-1-16,-17-44 6 15,-44-33-23-15,-10-31-2 16,5-27 10-16,17-5-16 16,18-3-21-16,31 12 7 0,0 21 0 15,9 22 10-15,48 33 28 16,2 21 7-16,-2 26 4 16,4 8 0-1,5 20 0-15,0 37 19 0,-14 12 18 16,-22-6 5-16,-30-1-8 15,0 1-6 1,-21-3-4-16,-40-5-24 0,4-1-6 16,8-14-15-16,9-8-126 15,4-20-191-15,15-12-362 16</inkml:trace>
  <inkml:trace contextRef="#ctx0" brushRef="#br0" timeOffset="34100.42">10020 13222 1167 0,'0'0'7'0,"0"0"-6"15,0 0 72-15,0 0-17 0,0 0-48 16,0 0-5-16,198-101-3 15,-115 79-13-15,-3 5-56 16,-14 2-76-16,-9 6-73 16,-36 9-75-16,-21 0-174 15</inkml:trace>
  <inkml:trace contextRef="#ctx0" brushRef="#br0" timeOffset="34263.51">10108 13488 712 0,'0'0'157'0,"0"0"-126"16,0 0 136-16,0 0-56 0,0 0-58 16,0 0-38-16,49 17-4 15,59-59-11-15,39-20-22 16,20-18-176-16,0-5-173 16</inkml:trace>
  <inkml:trace contextRef="#ctx0" brushRef="#br0" timeOffset="34687.93">11454 12500 907 0,'0'0'5'0,"0"0"50"16,0 0 75-16,0 0-67 15,0 0-10 1,-269 129-18-16,234-70-12 0,9 5 25 15,11 2-32-15,15 3-2 16,0-3-9-16,0-6 0 16,36-9-4-16,18-11 4 15,7-2-5-15,1-15 0 16,4-6-3-16,0-10-2 16,-5-7 5-16,-4 0-14 15,-13-2 4-15,-13-26 9 0,-14-1-1 16,-17-8 2-16,0-1 0 15,0 4 3-15,-38 8 3 16,2 7 15-16,1 18 0 16,-14 1-3-16,-13 0 0 15,-4 33-16 1,0 6 1-16,19-1-3 0,28-2-4 16,19-7-21-16,0-3-67 15,26-13-83-15,40-13-100 16,5 0-146-16</inkml:trace>
  <inkml:trace contextRef="#ctx0" brushRef="#br0" timeOffset="35269.01">11928 12618 733 0,'0'0'169'15,"0"0"-140"-15,0 0 144 16,0 0-43-16,0 0-64 15,0 0-32 1,-114 25-8-16,84 22-2 0,11 7 8 0,19 6-18 16,0-3-13-1,0 0-1-15,40-13-4 0,9-4-7 16,-1-12-14-16,-8-11 1 16,-5-9-4-16,-9-8-14 15,0 0 11 1,-2-8 15-16,-3-35 2 0,-5-11 8 31,-16-6 4-31,0-8 2 16,0 8 0-16,0 1 0 15,0 14 0-15,0 11-1 16,0 14 1-16,0 8-12 16,24 6 0-16,11 6 7 0,12 0 5 0,3 4 0 15,2 29 0-15,-8 13 0 0,-1 9 11 16,-3 5-1-16,-9-3 7 15,-1-8-2-15,6-3 9 16,-1-14-6-16,5-11 3 31,0-12-12-31,12-9 2 16,9-3 7-16,5-42 10 16,0-9 1-16,-21-7 1 15,-24-12 2-15,-21-5 16 16,0 1-21-16,-35 5-3 15,-31 13-5-15,-12 21 5 16,-7 10-24-16,-11 16 6 16,-1 12-12-16,-4 0 6 15,4 19-15-15,5 16 2 0,17 10-69 16,13-4-46-16,27-1-83 16,23-11-74-16,12-5-60 15,0-15-109-15</inkml:trace>
  <inkml:trace contextRef="#ctx0" brushRef="#br0" timeOffset="35772">13507 12023 740 0,'0'0'105'0,"57"-164"-79"0,-57 73 124 16,0-3-10-16,-92-8-32 15,-57-2-35-15,-49-4-16 16,-54 4 2-16,-80 9-23 16,-79 22 6-16,-98 33-31 15,-94 40-7-15,-109 37 1 16,-81 81 4-16,-62 52 0 16,-29 59 0-16,35 51 21 15,57 52 17-15,106 44-3 16,127 38-32-16,142 1-12 15,157 0-3-15,150-23 1 0,110-35-7 16,157-39 7-16,143-61-22 16,153-66-20-16,131-73 20 15,147-63 20-15,122-55-30 16,102-66-49-16,87-78-12 16,36-41-44-16,-36-41-54 15,-102-43 48-15,-131-46 145 16,-154-59 17-16,-136-36 122 15,-123-24 11-15,-158 4-25 16,-160 33-32-16,-165 45-49 0,-274 66 14 16,-233 72-48-16,-231 82 14 15,-201 98-24-15,-152 60-25 16,-67 122-80-16,19 83-23 16,118 43-104-16,193 10-221 15</inkml:trace>
  <inkml:trace contextRef="#ctx0" brushRef="#br0" timeOffset="38699.58">2311 4490 890 0,'0'0'35'0,"0"0"3"0,0 0 116 16,0 0-29-1,0 0-74-15,0 0-13 0,-172 248 28 16,75-117-8-16,-11 9-9 16,-3-2-33-16,5-1-7 15,-12-3-4-15,12-8-4 16,14-20-1-16,36-12-21 15,46-29-120-15,10-27-141 16,5-35-179-16</inkml:trace>
  <inkml:trace contextRef="#ctx0" brushRef="#br0" timeOffset="38951.01">1208 4908 1034 0,'0'0'32'0,"0"0"39"16,0 0 62-16,0 0-22 15,0 0-66-15,0 0-40 16,-66-83-3-16,153 142 27 16,36 22 14-16,13 18-20 15,-4-2-13-15,5 6 2 16,-14-12-4-16,-12-4-6 16,-5-6-1-16,-3-9-1 15,-6-4 0-15,-3-9-11 16,-6-8-81-1,-18-6-49-15,-4-7-45 0,-14-4-230 0,-26-8 13 16</inkml:trace>
  <inkml:trace contextRef="#ctx0" brushRef="#br0" timeOffset="39280.94">1085 7154 651 0,'0'0'22'16,"-264"150"-8"-16,175-90 117 16,32-26 0-16,31-15-2 0,26-19-78 15,0 0 13-15,26-13 7 16,90-42-42-16,82-30-10 16,77-21-16-16,30-15 2 15,10 3-3-15,-15 1-1 16,-15 3 2-16,0 5-2 15,-2-2 6-15,-14 10 8 16,-28 10-4 0,-60 26 8-16,-58 24 6 15,-57 24-5-15,-45 11-14 0,-21 6-5 16,0 0-1-16,-47 26-23 16,-59 37-31-16,-41 17-66 0,-32 15-117 15,-9-5-150-15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50:50.660"/>
    </inkml:context>
    <inkml:brush xml:id="br0">
      <inkml:brushProperty name="width" value="0.05292" units="cm"/>
      <inkml:brushProperty name="height" value="0.05292" units="cm"/>
      <inkml:brushProperty name="color" value="#FF0000"/>
    </inkml:brush>
  </inkml:definitions>
  <inkml:trace contextRef="#ctx0" brushRef="#br0">8304 2524 927 0,'0'0'0'15,"0"0"0"-15,0 0 20 16,0 0 36-16,0 0-29 15,0 0-16-15,0 0 14 16,222-9-3-16,-24-2-7 16,61-7 3-16,52-6-7 15,40-8 6-15,36-1 12 16,28 0-4-16,24 0-11 16,18-1 15-16,-4 6 10 15,-34-3-15-15,-42 2-5 16,-65 2 7-16,-74 2-12 15,-71 8-5-15,-61 8-5 16,-49 0-4-16,-43 9 3 0,-7 0-6 16,-7 0 1-16,0 0-20 15,0 0-43-15,-66 0-1 16,-52 3-73-16,-59 21-62 16,-47 11-60-16,-30-4 59 15,-10 2-166-15</inkml:trace>
  <inkml:trace contextRef="#ctx0" brushRef="#br0" timeOffset="346.71">9478 2492 562 0,'-271'14'39'0,"33"4"-32"16,45-2 78-16,56-5 62 16,61-4-36-16,39-1-17 15,22-6-45-15,15 0-3 16,10 2-32-16,87-2-5 15,86 0 27-15,91 0-2 16,63-26-16-16,38-8 9 16,33-1 17-16,23 5 7 15,22 6-7-15,14 1-27 16,-19 7 0-16,-48 2 6 16,-70 2-1-16,-75 3 3 15,-73 3-8-15,-74 0-6 0,-47 3-2 16,-42 3-6-16,-19 0-3 15,0 0 0 1,0 0-3-16,0 0-21 0,0 0-32 16,-35 0-62-16,-41 3-61 15,-42 21-146-15,-28 2-75 16</inkml:trace>
  <inkml:trace contextRef="#ctx0" brushRef="#br0" timeOffset="143236.16">16063 6505 1065 0,'0'0'16'0,"0"0"40"0,0 0 110 0,0 0-55 15,0 0-67-15,0 0-33 16,0 0-7-16,-62 115 35 31,48-7 8-31,0-2-34 0,2-6-9 0,3-14-2 16,-1-14 0-16,3-18-1 0,7-22-1 16,0-13 0-16,0-13-3 15,0-6 2-15,0 0 1 16,0-25 12-16,0-44 3 15,0-26-15 1,0-19-8-16,0-5 7 0,0 6 0 16,0 18-1-16,0 21 2 31,7 29 4-31,-2 24-2 0,-5 14-1 0,0 7-1 16,10 3-4-16,20 50 4 0,10 25 0 15,17 18 14 1,-1 5-8-16,-11 1 3 0,7-1 0 15,-12-5-5 1,-9-9-4 0,-12-13-1-16,-3-11-1 15,-6-11-12-15,-6-9-54 16,8-14-75-16,-12-10-124 16,0-13-134-16,-12-6 4 15</inkml:trace>
  <inkml:trace contextRef="#ctx0" brushRef="#br0" timeOffset="143421.31">15372 7214 831 0,'0'0'3'0,"0"0"98"0,0 0 57 16,0 0-79-16,0 0-37 15,0 0-40-15,203-22 13 16,-19 2-15-16,23-3-45 15,-2 5-86-15,-19 2-108 16,-32 2-91-16</inkml:trace>
  <inkml:trace contextRef="#ctx0" brushRef="#br0" timeOffset="143987.81">16815 7068 450 0,'0'0'328'0,"0"0"-325"15,0 0 187-15,0 0-54 16,0 0-52-16,0 0-27 16,-151 0-25-16,151 0-7 15,0 0-10-15,45 9-6 16,21 2 10-16,21-4-9 16,24-5-4-16,7-2-1 0,-3 0-5 15,-6 0-7 1,-13 0-64-16,-16 0-51 0,-23-5-68 15,-26-10-3-15,-31-10 11 16,0-4 39-16,-26-8-18 16,-36-1 161-16,1 2 11 15,7 7 52-15,2 3 43 16,12 14-7-16,9 5 10 16,5 7 65-16,17 0-91 15,4 0-27-15,-2 0-31 16,7 21 5-16,0 9 34 15,7 0-37-15,47-1-6 0,17-5-9 16,16-5-10-16,10-11 7 16,-5-8-9-16,-12 0 5 15,-14 0-4-15,-14 0 1 16,-21-14-2-16,-13-5 4 16,-10 7 0-16,-8 10-1 15,0-2 30-15,0 4 30 16,0 0-14-16,-26 4-34 15,-22 30 0-15,-1 17 1 16,-8 9-6-16,22 3-6 16,9-3-4-16,21 6-8 15,5-3-50-15,0-8-106 16,0-10-67-16,0-15-149 0</inkml:trace>
  <inkml:trace contextRef="#ctx0" brushRef="#br0" timeOffset="144238.81">18239 6749 838 0,'0'0'34'0,"0"0"79"0,0 0 83 16,0 0-44 0,0 0-53-16,0 0-57 0,-76-108-20 15,76 147-4-15,0 18 28 16,5 18 11-16,21 2-34 15,-3 0 2-15,3 3-19 16,0 1-5-16,-12-3-1 16,3-3-4-16,-8-10-28 15,-4-8-58-15,12-15-65 16,-3-18-113-16,12-24-102 16,9 0 63-16</inkml:trace>
  <inkml:trace contextRef="#ctx0" brushRef="#br0" timeOffset="144600.6">18543 7101 55 0,'0'0'590'0,"0"0"-494"16,0-201 121-16,0 146-102 16,0 4-28-16,0 0-40 15,21 8-27-15,14 11-2 16,5 11 3-16,-4 13-12 16,11 8-6-16,-2 0-3 15,11 29 0-15,6 16 9 16,-22 10-1-16,-14 6-4 15,-22 5 8-15,-4-4 5 16,0 1 4-16,0-9 0 16,-30-10-2-16,-10-2 4 15,-12-5-13-15,7-11 18 0,5-3-17 16,9-7-8-16,15-5-1 16,6-7 1-16,10-1 2 15,0-3-4-15,0 0 1 16,0 0-2-16,0 0 3 15,5 0-3-15,52-3-4 16,28-16 4-16,32-4 0 16,11-3-27-16,-6-3-63 15,-6 3-22-15,11-1-71 16,0 1-142-16,-16 5-91 16</inkml:trace>
  <inkml:trace contextRef="#ctx0" brushRef="#br0" timeOffset="145590.76">16237 8181 1084 0,'0'0'21'16,"0"0"16"-16,0 0 126 15,0 0-45-15,0 0-43 16,0 0-34-16,-122-91-30 15,122 94 9-15,0 40-11 16,14 10 6-16,21 13 16 16,-9 0-26-16,-5 0-3 15,-2 2-2-15,-2-3-6 16,-3 3-8-16,7-2-34 0,-12-12-55 16,8-15-57-16,-8-18-51 15,1-21-35-15,-10 0 74 31,0-42 146-31,0-26 0 0,-5-10 26 0,-19 0 26 16,-1-2 45-16,3 8 68 16,8 7-60-16,7 5 1 15,7 10-41-15,0 5 0 16,38 5-18-16,21 11-13 16,14 11-5-16,-2 10-1 15,-5 8-2-15,-10 0 1 0,-11 20 0 16,-14 21-1-1,-17 10 2-15,-14 4-2 0,0 4 3 16,-10-2 2-16,-46-1 3 16,-10-5 5-16,4-9 0 15,13-10-12-15,2-7 17 16,23-10-16-16,8-9 14 16,11-6-13-16,5 0-1 15,0 0 3-15,0 0 0 16,0 0-3-16,26 0-1 15,19-4 3-15,16 2 1 16,14 2-3-16,-1 0-1 0,1 6 0 31,-9 29 0-31,-5 13 1 0,-16 6 6 0,-19-3-2 16,-26-5 15-16,0-6 0 16,-5-5 26-16,-56 2 0 15,-14-5-17-15,-3-8-2 16,2-6-13-16,15-12-12 15,4-6 1-15,17 0-4 16,10 0-13-16,11-20-53 16,19-29-54-16,9-13-125 15,67-13-230-15</inkml:trace>
  <inkml:trace contextRef="#ctx0" brushRef="#br0" timeOffset="145874.01">17175 8588 1047 0,'0'0'11'0,"0"0"6"0,0 0 112 16,0 0-70-1,0 0-30 1,0 0-21-16,109 0 5 15,6 0 30-15,17-4-18 16,0-13-15-16,-18 10-8 16,-30-5-2-16,-22 3 0 15,-20 3 0-15,-11 2-33 16,-17-1-101-16,-14-8-90 16,0-5-174-16,-14-11-101 15</inkml:trace>
  <inkml:trace contextRef="#ctx0" brushRef="#br0" timeOffset="146172.37">17685 8293 615 0,'0'0'114'0,"0"0"77"16,0 0-70-16,0 0-67 15,0 0-20-15,0 0-8 16,-10 31 16-16,60-5-41 16,11 2 41-16,5-5-38 15,12-5 3-15,-19-6-7 16,2-4 5-16,-21-5-5 15,-9-3-5-15,-15 0 5 16,-6 0 2-16,-10 0 6 16,0 0-1-16,0 0 9 15,0 0 33-15,0 3 8 0,0 0-30 16,0 7-8-16,-10 17-18 16,-25 15 9-16,-12 11 9 15,2 15-15-15,0-2-4 16,10 3-10-16,9 2-65 15,9-8-141-15,13-12-176 16,4-22-351-16</inkml:trace>
  <inkml:trace contextRef="#ctx0" brushRef="#br0" timeOffset="146644.6">18731 8458 732 0,'0'0'29'0,"0"0"-27"16,0 0 161-16,0 0-77 15,0 0-5-15,0 0-29 16,-167-105-11-16,146 76-11 16,16-4 2-16,5 1-18 15,0-6-14-15,12 6 0 16,33 9 0-16,4 1-2 0,3 16-1 15,5 6 0-15,-3 0 1 16,2 21 1-16,-4 19 1 16,-16 8 0-16,-17 4 5 15,-19 8 1-15,0 6 6 16,-15-1-5-16,-41 5 3 16,-20 1 9-16,-6-8-1 15,2-10 10-15,9-9-13 16,14-16 4-16,27-13 4 15,9-7-6-15,16-5-2 16,5 0-4-16,0-3-3 16,0 0-1-16,0 0-7 15,0 0 0-15,0 0-6 0,47 0 5 16,38-8-3-16,33-13-8 16,9-7-84-16,0-4-27 15,-6-3-53-15,-8-10-106 16,-26-3-21-16</inkml:trace>
  <inkml:trace contextRef="#ctx0" brushRef="#br0" timeOffset="146943.44">19439 8225 103 0,'0'0'567'0,"0"0"-544"0,0 0 173 16,0 0-53-16,0 0-52 15,0 0-10-15,-66-63-29 16,66 63 7-16,0 0-11 15,0 0-15-15,0 0-16 16,0 0 3-16,-12 0-5 16,-7 34-3-16,3 10 5 15,-3 9 22-15,7 2-26 16,12-2-5-16,0-2-4 16,0-1 3-16,16-11-6 15,15-3-1-15,14-12-6 16,11-8 4-16,10-8-13 15,5-8-38-15,5 0-56 0,-10-3-63 16,-10-25-58-16,-16-10-104 16,-19 0-206-16</inkml:trace>
  <inkml:trace contextRef="#ctx0" brushRef="#br0" timeOffset="147163.41">19748 8285 649 0,'0'0'95'16,"0"0"139"-16,0 0-87 15,0 0-73-15,0 0 10 16,0 0-33-16,-36-24-20 0,36 24-14 16,0 38-7-16,0 19 21 15,0 12 33-15,0 11-37 16,0 3-9-16,5 5-2 16,7-7-16-16,-3-7 5 15,1-14-10-15,1-7 3 16,-11-12-46-1,0-7-71-15,0-16-104 0,0-18-196 16</inkml:trace>
  <inkml:trace contextRef="#ctx0" brushRef="#br0" timeOffset="147480.56">19884 7232 416 0,'0'0'449'16,"0"0"-440"-16,0 0 120 16,0 0-33-16,0 0-73 0,0 0-17 0,175-46 1 15,-48 46 8-15,19 0 1 16,3 0 8-16,-8-2-6 15,-14-10-5-15,-30 0-3 16,-26 1-7 0,-19 2-3-16,-22 6-8 0,1-1-51 15,-12-2-88-15,-10-6-152 16,-9-2 45-16,0-10-213 16</inkml:trace>
  <inkml:trace contextRef="#ctx0" brushRef="#br0" timeOffset="147763.81">20952 6963 366 0,'0'0'149'16,"0"0"-22"-16,0 0 74 15,0 0-34-15,0 0-76 16,0 0-16-16,-101-66-25 16,101 66-29-16,0 0-12 31,0 0-7-31,35 13-1 0,12 14 7 0,12-4-2 16,3-3-2-1,-6-1-4-15,-11-6 1 0,-3-5 0 16,-11 1 0-1,-17-7 2-15,-9 2-3 0,0-4 2 0,-5 0 1 16,0 9 1-16,0 12 9 16,-14 20-7-16,-34 19 21 15,-6 9-10-15,-7 5-15 16,4-2-2-16,-4 5-19 16,0 1-126-16,-15-16-122 31,-4-16-460-31</inkml:trace>
  <inkml:trace contextRef="#ctx0" brushRef="#br0" timeOffset="148455.76">17126 5956 569 0,'0'0'12'0,"0"0"81"0,0 0 84 15,0 0-89 1,0 0-15-16,0 0-17 0,-259 51 12 15,214-73-17-15,7-7-24 16,10-5 2-16,7-1-3 16,16-2-11-16,5 5-10 15,0 2 12-15,0 6-16 16,35 10 1-16,1 5-2 16,4 9-2-16,7 0 1 15,-2 17 1-15,-5 19 3 16,-10 11 0-16,-13 4 6 15,-17 0 4-15,0 6-5 0,-31-4 8 16,-30 2 5 0,0-2 4-16,-1-9-2 0,6-7-2 15,16-11 4-15,14-7-14 16,12-11 2-16,9-4-6 16,5-4-6-16,0 0 3 15,0 0-8-15,0 0 1 16,14-4-1-16,43-17 4 15,35-9-9-15,14-6-7 16,16-5-73-16,-6 2-54 16,-3-6-93-16,-16-5-76 15,-22-1-69-15</inkml:trace>
  <inkml:trace contextRef="#ctx0" brushRef="#br0" timeOffset="148959.47">17477 5665 309 0,'0'0'299'16,"0"0"-254"-16,0 0 142 15,0 0-59-15,0 0-35 16,0 0-34-16,-122-115-21 16,122 115-3-16,0 0-2 15,0 0-15-15,0 9 0 16,0 14 16-16,0 5 19 16,-5-2-17-16,0 1-8 0,-7 3 0 15,3-1-12-15,4 1-2 16,1 0-7-16,4 0 0 15,0-6-6-15,0-1 4 16,4-1-5-16,41-5-4 16,16-4 2-16,22-8-5 15,14-5-22-15,-1 0-5 16,-6 0-24-16,-20-18-17 16,-18-5 12-16,-30-5 5 15,-22-4 26-15,0-10 23 16,0 0 9-16,-26 1 8 15,-10 1 7-15,1 12 9 16,9 5 12-16,5 9 5 0,11 5 1 16,10 6-1-16,0 3-9 15,0 0-13-15,0 0-10 16,0 0-3 0,0 31 1-16,22 4 20 0,8 13 13 15,6 3-12-15,-1-1-9 16,0 1-3-16,1 2-7 15,-1-4-7-15,-4-2-2 16,-1-5 0-16,-4-7-1 16,-2-4-12-16,2-8-75 0,0-8-89 15,0-13-65-15,-8-2-160 16</inkml:trace>
  <inkml:trace contextRef="#ctx0" brushRef="#br0" timeOffset="149245.26">18279 5501 577 0,'0'0'30'16,"0"0"136"-16,0 0 12 0,-31-163-64 0,26 148-6 15,1 5-34 1,4 7-15-16,0 3-4 0,0 0-36 16,0 0-14-16,0 34 1 15,0 14 19-15,0 4 4 16,0 8-11-1,0-3-5-15,0 0-1 0,0-6-5 16,21-15-2-16,2-6-5 16,25-9 0-16,22-10 0 15,48-8-4-15,33-3-16 16,42 0-21-16,22-24-80 16,-17-9-64-16,-26 1-207 0</inkml:trace>
  <inkml:trace contextRef="#ctx0" brushRef="#br0" timeOffset="150250.72">21761 7012 736 0,'0'0'32'0,"0"0"26"16,0 0 157-16,0 0-134 15,0 0-18-15,0 0-21 16,-163-141-18-16,163 108-7 16,0 3 5-16,45 3-20 15,7 3 0-15,4 10-1 16,-15 11 1-16,-1 3-2 16,0 3 0-16,-5 42 0 15,-4 12 6-15,-10 8-3 16,-21 5 2-16,0 2-3 15,0-4 2-15,-21-2-3 0,-24-9-1 16,-12-2 14 0,3-10-7-16,-12-7 5 0,5-8-10 15,9-9 10-15,17-6-5 16,13-7 12-16,13-2-6 16,9-6-3-16,0 0 0 15,0 0 8-15,0 0 6 16,0 0-11-16,0 0-11 15,0 0 3-15,40 0 0 16,21-8-2-16,10-7-2 16,7 3-1-16,14 3-2 15,-7 0 2-15,7 3-1 0,4-4-2 16,-4 4-51-16,-7-5-91 16,-2-9-168-16,-22-11-206 15</inkml:trace>
  <inkml:trace contextRef="#ctx0" brushRef="#br0" timeOffset="150690.54">22402 6510 592 0,'0'0'4'0,"0"0"15"0,0 0-11 16,0 0-8-16,0 0-13 15,0 0-8-15,-7-5-8 16,7 5 3-16,0 2 26 16,0 1 5-16,0 0 0 15,0-3 27-15,0 0 37 16,0 0 86-16,0 0-30 16,0 0-26-16,0 0-25 15,0 0-7-15,0 0-6 16,0 0-8-16,0 0-13 15,0 0-11-15,0 15-17 0,0 20-1 16,0 16 43 0,0 12-6-16,0 3-28 0,0-1 1 15,0-2-17-15,0-6 7 16,0-11-10-16,7-6 5 16,12-8-5-16,12-10-1 15,9-7 0-15,21-10 0 16,26-5-2-16,15 0-12 15,4 0-53-15,-5-23-61 16,-4-11-73-16,-19-6-153 16,-24-5-22-16</inkml:trace>
  <inkml:trace contextRef="#ctx0" brushRef="#br0" timeOffset="151069.13">23239 6098 662 0,'0'0'30'0,"0"0"137"16,0 0-33-16,0 0-42 15,0 0-43-15,0 0-8 0,-31-77 6 16,31 77-2 0,0 0-16-16,0 0-6 0,0 0-4 15,0 0 1-15,0 0 0 16,0 12 1-16,0 17 9 15,0 11 9-15,0 6-13 16,0 17-7-16,0 15 16 16,0 12-15-16,0 13 7 15,0 11 0-15,0 12-13 16,0 9 6-16,-9 1 4 16,-12 4-14-16,7-9-4 15,-3-9-5-15,12-10-1 16,5-17 0-16,0-12-1 0,0-15 0 15,0-17-11-15,0-9-55 16,17-12-78 0,28-13-138-16,2-17-221 0</inkml:trace>
  <inkml:trace contextRef="#ctx0" brushRef="#br0" timeOffset="151748.4">23524 6969 750 0,'0'0'7'16,"0"0"154"-16,0 0-7 16,0 0-59-16,0 0-24 15,0 0-21 1,0-80-18-16,0 80-13 0,0 21-15 15,0 21 7-15,0 11 10 16,10 1-12-16,-6-4-3 16,8-1-3-16,-7-15-2 15,0-9 0-15,-1-10-1 16,-4-10 0-16,0-5-2 16,0 0 2-16,0 0 0 0,0 0 5 15,0-32-5-15,-26-15-9 16,8-8 6-16,6 2-1 15,12 8 0-15,0 6 0 16,0 16 1-16,21 14 1 16,10 6-1-16,9 3 2 15,2 0 1-15,-2 35-2 16,-4 11 2-16,4 7 2 16,-10 0-1-16,-4-5 1 0,-12-5-1 15,-2-17-1-15,-12-12 2 16,5-5-2-16,-5-9 1 15,0 0 1-15,0 0-1 16,0 0 4 0,0-15 5-16,0-23-9 0,-12-15-1 15,12-11-6 1,0-6-2-16,0-5 4 0,21 3-7 16,19 18 9-1,3 18-1-15,-8 21 1 0,-11 15 0 16,2 0 1-16,0 31 1 15,14 29 19-15,-5 8-3 0,0 12 3 16,-4-5 1-16,-5-3-8 16,-5-7-9-16,-11-5-3 15,-10-5-3-15,0-1-32 16,0-2-103-16,-57-7-74 16,-28-7-220-16</inkml:trace>
  <inkml:trace contextRef="#ctx0" brushRef="#br0" timeOffset="152611.65">20313 8705 967 0,'0'0'43'0,"0"0"23"16,0 0 101-16,0 0-93 15,0 0-30-15,0 0-13 16,-52 0-12-16,118 0-8 16,41-9 4-16,25-8-1 15,11-11-7-15,-15 2-4 16,-27 2-3-16,-16 7 0 0,-24-2-2 15,-14 8-31-15,-16 2-83 16,-17 3-34-16,-14-4-16 16,0-5-3-16,-30 0-87 15,-20-5 93-15,-2-4 140 16,7 2 23-16,8 0 33 16,13 4 58-16,8 6 22 15,6 2 47-15,5 4 11 16,5 6-74-16,0-3-16 15,0 0-21-15,0 3-17 16,0 0-16-16,0 0-11 0,0 0-11 16,0 0-1-16,36 19-1 15,9 2 3-15,2-1-1 16,-2-2-5-16,-10-7 3 16,0-1-2-16,-9-4 1 15,-5-6-1-15,-11 0-1 16,-10 0 5-16,0 0-1 15,0 0 2-15,0 3 15 16,0-3 24-16,0 15-15 16,0 17-24-16,-40 25-5 15,-17 17 5-15,-4 15-6 0,-10 8-37 16,-4-3-122 0,-17 0-90-16,-14-8-572 0</inkml:trace>
  <inkml:trace contextRef="#ctx0" brushRef="#br0" timeOffset="153980.91">22051 8473 811 0,'0'0'268'0,"0"0"-231"16,0 0 129-16,0 0-29 16,0 0-30-16,0 0-34 15,-92-129-38-15,92 129-1 16,0 0-12 0,0 12-14-16,0 27 0 0,0 14 18 0,0 13-2 15,0-7-18-15,9 7-5 16,8-9-1-16,-3-6-2 15,2-7-12-15,3-7-41 16,3-5-37-16,-8-5-36 16,16-6-83-16,1-6 5 31,16-9-30-31,3-6-103 0</inkml:trace>
  <inkml:trace contextRef="#ctx0" brushRef="#br0" timeOffset="154252.84">22407 8551 534 0,'0'0'86'0,"0"0"9"15,0-177 141-15,0 147-93 16,0 19-41 0,0 5-23-16,0 3-5 0,0 3-18 15,-5 0-28-15,-2 15-16 16,2 27 1-16,1 10 15 16,-1 5-8-16,-5 1-1 15,3-1-8-15,7-8-4 16,0-3-3-16,0-7-2 15,0-10-1-15,12-6 3 16,24-4-1-16,13-6-3 16,24-8-1-16,12-2-4 15,7-3-26-15,5 0-37 16,-5 0-73-16,-12-6-85 0,-10-12-178 16</inkml:trace>
  <inkml:trace contextRef="#ctx0" brushRef="#br0" timeOffset="154515.01">23142 8219 837 0,'0'0'31'0,"0"0"74"0,0 0 70 16,0 0-59-1,0 0-20-15,0 0-51 0,-49-66-19 16,49 66-3-16,0 43-3 15,0 16 33-15,0 13-17 16,0 6 1-16,0 2 3 16,0 6-17-16,0 1-12 15,0-4-7-15,0-1-3 16,0-12-1-16,0 0-4 16,0-8-22-16,0-2-64 15,0-10-56-15,0-10-103 16,14-24-212-16,3-16-132 15</inkml:trace>
  <inkml:trace contextRef="#ctx0" brushRef="#br0" timeOffset="155080.94">23244 8800 470 0,'0'0'197'0,"0"0"-123"16,0 0 152-16,0 0-54 16,0 0-79-16,0 0-43 15,0-100-28-15,0 124-11 16,12 23 11-16,2 7 12 15,-5-3-27-15,3-8-1 16,-3-9-3-16,-4-11-3 16,-5-8 2-16,0-9-2 15,0-6 1-15,0 0-1 0,0 0 3 16,0 0 1-16,0-21 2 16,0-19-6-16,0-15-1 15,0-3-4-15,0 6 1 16,26 7 1-16,9 10-3 15,1 14 5-15,-1 5 1 16,0 16-2-16,8 0 0 16,-3 4 2-16,5 32 2 15,-3 11 2-15,-14 10 3 16,-2-1 7-16,-14 1-11 16,-7-9 4-16,0-10-7 0,-5-10 3 15,0-13 0 1,0-9 0-16,0-4-3 0,0-2 4 15,0 0 3-15,0-2 3 16,0-38-4-16,0-19-6 16,0-15-4-16,14-5 2 15,21 5-6-15,12 12 8 16,-2 17-7-16,-5 18 6 16,-2 21-2-16,7 6 1 15,11 8 2-15,6 41 7 16,4 10 0-16,-17 7 5 15,-2 3-4-15,-11-7-3 0,-18 2-3 16,-6-5-2-16,-12 1-5 16,-12 6-67-16,-58-5-128 15,-22-6-147-15,-5-14-325 16</inkml:trace>
  <inkml:trace contextRef="#ctx0" brushRef="#br0" timeOffset="155711.76">17249 10147 935 0,'0'0'23'0,"-404"34"-20"16,232-12 32-16,10-4 71 16,20-1-38-16,20-2-26 15,25-6-18-15,31-2 6 16,35-4-2-16,22-3-16 16,9 0-12-16,54 0 3 0,109 0-3 15,96 0 52-15,118-42-32 16,116-15-2-16,82-9 22 15,95-2-1-15,77 2-36 16,31 9 5-16,24 7-7 16,-24 11 5-16,-62 3-6 15,-74 3-2-15,-119-2 2 16,-96 1 2-16,-102 2-1 16,-75 2 1-16,-73 3 1 15,-66 10-1-15,-55 5 0 0,-35 9 1 16,-21 3 6-1,0 0 7 1,-9 0-16-16,-52 0-25 0,-48 0-1 0,-42 3-72 16,-33 32-102-16,-9 10-61 15,0-7-115-15</inkml:trace>
  <inkml:trace contextRef="#ctx0" brushRef="#br0" timeOffset="157284.43">16638 11506 884 0,'0'0'52'0,"0"0"15"15,0 0 64-15,0 0-50 16,0 0-21-16,0 0-12 15,-92-35 6-15,83 26-20 16,4-6-4-16,5-4-16 16,0-9-11-16,0-5-3 15,40 3 0-15,5 6 0 16,2 5-4-16,-2 7 4 0,-15 10 0 16,-4 2 1-16,-12 0-1 15,-9 0-3-15,7 0 3 16,-7 23 2-16,4 8 1 15,-9 2 0-15,0 0-2 16,0 1 3-16,-9 3-4 16,-27-2 1-16,-11 2 2 15,2-1-1-15,5-9-1 16,10-7-1-16,13-8 0 16,12-10-1-16,5 1 3 15,0-3-2-15,0 0 0 16,0 0 0-16,0 0 3 15,0 0-2-15,0 0-1 0,0 0 2 16,0 0-1-16,0 0 0 16,0 0 0-16,0 0-1 15,0 0 0-15,0 0-1 16,0 0-1-16,0 0 1 16,0 0-2-16,0 0 2 15,0 0 1-15,0 0 0 16,5 0 0-16,2 0-1 15,-7 0 1-15,0 0 0 16,0 0 0-16,0 0 1 16,0 0-1-16,0 0 1 15,0 0 1-15,0 0-1 0,0 0 1 16,0 0-2-16,0 0 0 16,0 0 1-16,0 0-1 15,0 0 0-15,0 0 0 16,0 0 0-16,0 0 1 15,0 0-1-15,0 0 0 16,0 0 1-16,0 0 0 16,0 0-1-16,0 0 1 15,0 0-1-15,0 0 0 16,0 0 2-16,0 0-2 16,0 0 0-16,0 0-1 0,0 0 2 15,0 0-1-15,0 0 0 16,0 0 0-16,0 0 0 15,0 0 0-15,0 0 1 16,0 0-1-16,0 0 0 16,0 0-1-16,0 0 1 15,0 0-1-15,0 0-9 16,0 0-19-16,0 0-36 16,0 0-39-16,0 0-4 15,0 0-23-15,0 0-25 16,0 0-41-16,10-15 26 15,-1-13-128-15</inkml:trace>
  <inkml:trace contextRef="#ctx0" brushRef="#br0" timeOffset="157914.93">16581 11728 468 0,'0'0'100'16,"0"0"-46"-16,0 0 103 16,0 0-73-16,0 0-49 15,0 0-3-15,-30-73-6 0,30 61 25 16,0-3-30 0,4 1 3-16,27 2-7 0,4 4 7 15,-4 1-18-15,-5 3 4 16,5 4-4-1,4 0-6-15,0 17 13 0,8 15-9 16,-3 4 6-16,0 5-4 16,-5-2-1-16,1-7-5 15,-6-10 2-15,-4-7 1 16,-12-9-3-16,12-6 2 16,5 0-1-16,9-12 7 15,17-21-8-15,-5-16-36 0,-3-6-151 16,-18-13-221-16,-5-2 31 15</inkml:trace>
  <inkml:trace contextRef="#ctx0" brushRef="#br0" timeOffset="158638.25">17482 11377 630 0,'0'0'70'15,"0"0"-47"-15,0 0 11 16,0 0 26-16,0 0-51 16,0 0 22-16,85-135-9 15,-59 135 6-15,-5 0 5 16,-2 8 9-16,2 24-3 15,-4 14-4-15,-8 3-3 16,5 0-19-16,-2-7-12 0,-7-10 2 16,-1-10-2-16,-4-8 0 15,0-7 6-15,0-4-7 16,0-3 3-16,0 0 3 16,0 0 2-16,0-16 19 15,0-20-13-15,0-11-8 16,0-6-2-16,0 4 1 15,0 7-4-15,5 10 0 16,16 11-1-16,-2 8 0 16,-2 11-2-16,-8 2 0 15,12 0-7-15,15 15 9 16,8 26 12-16,8 11 10 16,-12 7-11-1,-4-2 1-15,-10-10-9 0,-12-4 3 0,-2-20-6 16,-12-8 2-16,0-8 0 15,0-7-1-15,0 0 2 16,0 0-1-16,0-11 8 16,0-29-8-16,0-15-2 15,0-13-5-15,0 2 0 16,0 6-1 0,0 8 4-16,4 15-3 0,22 16 5 15,-2 13-1-15,2 8 1 0,9 0 0 16,12 15 0-1,3 23 13-15,6 10 11 0,-11 6-2 16,-14 3 11 0,-10-4-19-1,-16-3-8-15,-5-7-1 0,0-9-5 0,0-2-1 16,0-6-30-16,0-6-62 31,0 2-68-31,0-4-225 0,0-10-16 16</inkml:trace>
  <inkml:trace contextRef="#ctx0" brushRef="#br0" timeOffset="159378.43">18802 11500 809 0,'0'0'18'0,"0"0"52"16,0 0 94-16,0 0-94 16,0 0-43-16,0 0-15 15,-19 0-1-15,50 0-3 16,35 0 11-16,35 0 9 15,20-17-1-15,18-4 0 16,2-4 3-16,1 2 0 16,-3 3-6-16,-3-1 10 15,-13-1-12-15,-17 10-3 16,-35 1-1-16,-26 8-5 16,-24 0-5-16,-16 3 3 0,-1 0-4 15,-4 0 7-15,0 0 0 16,0 0-6-16,0 0-2 15,0 0-3-15,0 0-2 16,0 0 0-16,0 0-1 16,0 0 1-16,0 0 1 15,0 0 1-15,0 0 0 16,0 0 2-16,0 0-1 16,0 0 1-16,0 0-2 15,0 0 0-15,0 0-1 16,0 0-1-16,0 0 0 0,0 0 0 15,0 0 0 1,0 0-1-16,0 0 1 0,0 0 0 16,0 0-1-16,0 0 0 15,0 0 1-15,0 0-1 16,0 0 0-16,0 0-1 16,0 0 1-16,0 0 1 15,0 0-1-15,0 0 0 16,0 0 0-16,0 0 2 15,0 0-2-15,0 0 0 16,0 0 0-16,0 0 0 16,0 0 0-16,0 0 0 15,0 0 0-15,0 0 0 16,0 0 0-16,0 0-1 0,0 0-9 16,0 0-53-16,0 0-80 15,0 0-130-15,-19 0-362 16</inkml:trace>
  <inkml:trace contextRef="#ctx0" brushRef="#br0" timeOffset="160117.15">20608 11142 830 0,'0'0'27'0,"0"0"-14"0,0 0 89 16,0 0-43-16,0 0-43 15,-47-163 7-15,94 135-12 16,-2 7 8-16,7 4-14 16,2 8-4-16,-2 3-1 15,-7 6 0-15,2 0 0 16,-17 0-3-1,-6 4 9-15,-3 22-4 0,-11 13 2 16,-6 2 8-16,-4 10-2 0,0-3 3 16,-4-4-3-16,-36-4 7 15,-1-2-5-15,-6-2-2 16,3-4-6-16,8-7-2 16,1-4-1-16,14-10-1 15,11-2-1-15,5-3-1 16,5-2-2-16,0-1 1 15,0-2-4-15,5 4 0 16,30-5 2-16,10 0 5 16,12 0-2-16,-5 0 4 15,2 2 5-15,3 8-6 16,-6 10 2-16,-1 3-3 16,-10 8 5-16,-14 1 7 0,-21-2 5 15,-5 0 9-15,0-3 29 16,-19 0 5-16,-38-1-16 15,-9-1-9-15,-9-1-10 16,-3-10-22-16,12-2 0 16,0-8 0-1,12-4-3-15,11 0-2 0,8-4-50 16,16-28-48-16,12-11-75 16,7-1-242-16</inkml:trace>
  <inkml:trace contextRef="#ctx0" brushRef="#br0" timeOffset="160494.59">21379 11017 896 0,'0'0'85'16,"0"0"-81"-16,0 0 101 15,0 0 20-15,0 0-85 16,0 0-20-1,35-81 15-15,-35 81 10 0,0 0-17 0,12 31-14 16,-2 10 27 0,4 14-14-16,-3 1-14 0,-6-4 8 15,0 4-8-15,0-6-13 16,-1-2 11-16,3-6-8 16,-7-7-2-1,0-9 1-15,0-4-2 0,0-10 1 16,0-6-1-1,0-3-1-15,5-3-1 0,9 3 2 16,17 2-8-16,14-1 3 16,33-4-3-16,6 0 5 15,25 0 0-15,11 0-22 0,7-18-24 16,5-6-31-16,7-3-51 16,-6-10-117-16,-27 5-323 15</inkml:trace>
  <inkml:trace contextRef="#ctx0" brushRef="#br0" timeOffset="164621.68">16171 10612 1052 0,'0'0'22'16,"0"0"-20"0,-280 84 65-16,178 35 65 0,1 45-9 15,14 27-46-15,37 12-15 16,24-1 5-16,26-14-29 15,5-9-25-15,70-15-10 16,38-21-3-16,29-17 0 16,37-31-18-1,33-27-12-15,17-28-44 0,35-38-54 16,43-2-92-16,27-65-137 0,32-33-298 16</inkml:trace>
  <inkml:trace contextRef="#ctx0" brushRef="#br0" timeOffset="165155.97">21400 10295 1206 0,'0'0'35'15,"0"0"-23"-15,0 0 117 16,0 0-80-16,0 0-44 15,321-26 21-15,-78 91 9 16,2 34-17-16,-33 29 13 0,-23 18 2 16,-27 24-7-16,-46 1-10 15,-43-3-10-15,-64-2-3 16,-18-20-2-16,-100-12-1 16,-27-3 0-16,-6-18-47 15,10-14-61-15,19-22-66 16,16-33-164-16,17-31-508 15</inkml:trace>
  <inkml:trace contextRef="#ctx0" brushRef="#br0" timeOffset="165502.03">22574 10250 981 0,'0'0'31'0,"0"0"0"16,0 0 110-16,0 0-65 15,0 0-48-15,0 0-21 0,66-26 0 16,5 62 60-1,11 8-22-15,-6 4-23 16,-10-3-17-16,-9 2-2 0,-8-4-3 16,-14-5-3-16,8-11-31 15,-15-6-57-15,3-15-63 16,-1-6-52-16,-4-12-121 16,-9-39 89-16</inkml:trace>
  <inkml:trace contextRef="#ctx0" brushRef="#br0" timeOffset="165676.29">23168 10164 6 0,'0'0'507'16,"0"0"-391"-16,0 0 99 16,0 0-63-16,0 0-12 15,0 0-82-15,-153-66-31 0,118 103-12 16,-1 7 39-16,1 7-23 16,9 0-19-16,12-5-9 15,4-1-3-15,-1 1-22 16,1-5-49-16,1 1-32 15,-17-4-111-15,0-10-130 16,0-16-154-16</inkml:trace>
  <inkml:trace contextRef="#ctx0" brushRef="#br0" timeOffset="165846.9">22508 10561 685 0,'0'0'151'0,"0"0"-51"16,0 0 54-16,0 0-101 15,0 0-35-15,0 0-16 16,106-51 7-16,-23 34-9 16,6-2-9-16,13 4-24 15,11-5-123-15,-7-1-93 16,-9 0-149-16</inkml:trace>
  <inkml:trace contextRef="#ctx0" brushRef="#br0" timeOffset="166223.46">23906 10069 659 0,'0'0'65'0,"0"0"27"0,0 0 60 15,0 0-59-15,0 0-39 16,0 0-25-16,-198-83-12 16,142 85 0-16,-6 25 10 15,18 3-20-15,13 0 13 16,19 5-20-16,12 4 0 15,0 6-1-15,26-1 1 16,31 5 0-16,13-4-1 16,1 1-2-16,-10 0 2 15,-9-7-1-15,-21-7 2 16,-17-8-4-16,-14-10 3 0,0-3-1 16,0-9-18-16,-9-2 20 15,-43 0 8-15,-5-13 1 16,8-19 5-16,13-10 0 15,15-8-14-15,21-10-3 16,0-8-6-16,40-4-11 16,47-5-70-16,19-1-119 15,-4-1-285-15</inkml:trace>
  <inkml:trace contextRef="#ctx0" brushRef="#br0" timeOffset="166930.34">18783 13526 1047 0,'0'0'79'16,"0"0"-61"-16,0 0 79 15,0 0-22-15,0 0-58 16,0 0 28-16,295-6-18 15,-132-29 5-15,-5-5-11 16,-8 2-12-16,-6-2-1 16,-12 6-6-16,-21 3-2 15,-24 11-11-15,-32-1-72 16,-20 6-54-16,-28 0 29 0,-7-3 9 16,0 0 40-16,-42-3 45 15,-3 3 14-15,9 6 32 16,11 6 14-16,20 1 17 15,5 5 2-15,0 0-21 16,0 0-8-16,0 0-7 16,26 5-4-16,23 25 35 15,3 3-15-15,-2 5-6 16,-15 2-5-16,-4-3-17 16,-10 6-5-16,-12-7-12 15,-9-3 0-15,0-1-7 16,0-4-36-16,0-5-89 15,0-8-56-15,0-15-168 0,-4 0-405 16</inkml:trace>
  <inkml:trace contextRef="#ctx0" brushRef="#br0" timeOffset="167732.26">20749 13168 1221 0,'0'0'0'0,"0"0"10"16,0 0 2-16,0 0 55 0,-61-176-40 16,122 146-18-1,10 12-7 1,5 10 4-16,1 8 3 0,-6 0 0 0,-10 28 1 16,-20 21 6-16,-16 8 11 15,-25 6 0-15,0 2 8 16,0 1-14-16,-47 3-4 15,-7-3-8 1,-2-9-1-16,4-2-4 0,16-16 5 16,13-10-2-16,11-10-4 15,7-13-3-15,5-3 0 16,0-3-3-16,0 0-4 16,10 0-14-16,51 0-2 0,21-7 5 15,15-20-24-15,0-12-9 16,-12-5 22-16,-3-7 9 15,-11-6 4 1,-15 2 15-16,-20 4 1 0,-10 0 1 16,-22 7 4-16,-4 1 1 15,0 9 1-15,0 12 8 16,0 4 1-16,0 12 9 16,-4 3 13-16,-3 3-19 15,2 0 0-15,5 0-14 16,0 0-5-1,0 30 1-15,0 12 4 0,0 7 2 0,16-3-7 16,20-7 1-16,13-1 1 16,3-10-4-16,-7-8-4 15,2-8-9-15,-11-12-9 16,-1 0 1-16,0-3-8 16,1-31 17-16,-10-9-1 15,-17-9 15-15,-9 7 2 16,0 5 1-16,0 2 9 15,0 19 19-15,0 7 2 16,-9 6 7-16,4 3-2 16,5 3-9-16,-5 0-9 0,-2 12-11 31,2 39-3-31,5 11 34 0,0 13-7 0,0-6-17 16,0-3-1-16,12-5-8 15,2-5-7-15,3-7-1 16,-3-10 1-16,0-9-4 15,-2-13-29-15,-7-8-68 16,4-7-41 0,3-2-89-16,-7 0-87 0,4-22-215 31</inkml:trace>
  <inkml:trace contextRef="#ctx0" brushRef="#br0" timeOffset="168015.36">22209 13051 658 0,'0'0'144'0,"0"0"-138"16,0 0 80-16,0 0 100 15,30-164-36-15,-25 152-81 16,0 7-8-16,-5 5 9 16,0 0 5-16,0 0-51 15,0 0-19-15,5 30 1 16,-1 14 16-16,13 20 11 0,-8 1-12 15,12 0-12-15,-2-2 0 16,7-9-1-16,10-7-6 16,8-10-1-16,4-14-2 15,8-12 0-15,29-11-2 16,23 0-5-16,24-14-10 16,10-24-29-16,-10-10-21 15,-26 0-51-15,-28-1-93 16,-38 3-93-16,-40 7-279 15</inkml:trace>
  <inkml:trace contextRef="#ctx0" brushRef="#br0" timeOffset="168882.47">16501 13367 893 0,'0'0'17'0,"0"0"-2"0,0 0 80 15,0 0 38-15,0 0-55 16,0 0-29-16,-71-115 9 16,71 115 10-16,0 0-16 15,0 0-24-15,0 27-5 16,0 23 32-16,10 20 12 15,4 4-18-15,-2 6-27 16,-7-2-10-16,-1-3-9 16,6-10-2-16,1-5-1 15,-6-11-3-15,5-6-18 16,-6-13-56-16,8-12-41 16,2-12-51-16,12-6-52 15,5-3-146-15,4-40 3 0</inkml:trace>
  <inkml:trace contextRef="#ctx0" brushRef="#br0" timeOffset="169271.9">16984 13296 469 0,'0'0'60'0,"0"0"-8"16,0 0 76-16,0 0 55 16,5-160-68-1,-5 154-37-15,0 6 18 0,0 0-26 16,-12 6-22-16,-23 34-29 15,-5 17 7-15,5 15-6 0,13 2 7 16,18 7-9-16,4 0-9 16,0-3 5-16,0-4-11 15,35-8 0 1,12-10-3-16,3-5 0 0,11-15-7 16,0-13-2-16,1-11-10 15,-1-12-8-15,-7 0 6 16,-2 0-4-16,-17-23 7 15,-9-11 18-15,-21 2 1 16,-5-1 4-16,0 1 3 16,-31 11 6-16,-25 3 6 15,-6 12-7-15,-4 6-11 16,0 0-2-16,8 21-5 0,1 9-23 16,17-4-68-16,14 1-108 15,9-10-135-15,17-8-364 16</inkml:trace>
  <inkml:trace contextRef="#ctx0" brushRef="#br0" timeOffset="169854.26">17517 13419 1057 0,'0'0'71'0,"0"0"-36"15,0 0 109-15,0 0-82 16,0 0-51-16,0 0-2 15,57 101 19-15,-12-39-19 16,-5-2 0-16,-10-11-9 16,-8-15-4-16,-13-8 4 15,-4-15-4-15,-1-8-3 16,-4-3 4-16,0 0 2 16,0-18 1-1,-4-30-25-15,-27-17 16 0,12-7 7 16,15 4 0-16,4 11-4 15,0 15 6-15,9 14-1 16,31 11-3-16,0 11-1 0,12 6 3 16,5 0 0-16,-8 35 4 15,12 11 0 1,-21 2 0-16,-4-5-1 0,-10-6-1 16,-10-5-1-16,-6-10-1 15,-10-13 2-15,0 0 1 16,0-9 2-16,0 0 0 15,0 0 0-15,0-34-3 16,-5-16-10-16,-16-12 10 16,11-1-2-16,10 9-6 15,0 8 4-15,0 20 4 16,0 12 1-16,31 8 1 0,14 6 7 16,2 3 6-16,7 34 8 15,7 15-5-15,-4 2-7 16,-7 3-2-16,-13-4-8 15,-18 0-1 1,-9-7-7-16,-10-5-41 0,0-11-50 16,0-15-69-16,-15-15-90 15,-11 0-43-15,12-20-113 16</inkml:trace>
  <inkml:trace contextRef="#ctx0" brushRef="#br0" timeOffset="170246.3">17953 12472 384 0,'0'0'241'15,"-405"-72"-179"-15,176 72 123 16,-4 10-39-16,-8 47-36 16,-1 26-41-1,-8 28-15-15,2 29-9 0,-2 27 3 16,7 30-7-16,19 30-2 15,41 9-8-15,65-1-10 16,89-15-10-16,44-28-9 16,138-29-2-16,71-31 0 0,49-27 0 15,27-33 0 1,4-35-3-16,12-31-5 0,14-6-10 16,26-65-13-16,0-37-1 15,-17-32 31-15,-32-26 1 16,-74-26 12-16,-75-34 11 15,-87-30 2-15,-71-24-3 16,-88-21-21-16,-98 13-1 16,-68 32 0-16,-53 62-19 15,-54 81-19-15,-39 94-8 0,-36 55-67 16,2 86-147-16,33 30-631 16</inkml:trace>
  <inkml:trace contextRef="#ctx0" brushRef="#br0" timeOffset="171664.4">1269 4138 1072 0,'0'0'2'0,"0"0"0"16,0 0 69-16,0 0-45 15,0 0-14-15,0 0-5 16,0 0 18-16,92-77 16 16,85-31-13-16,33-26-21 15,18-20 0-15,15-18-6 16,21-6 45-16,7-1-23 0,-7 22-3 15,-16 22 23-15,-34 27-15 16,-51 31-5-16,-57 27-8 16,-54 24-9-16,-38 21-3 15,-14 5-2-15,0 0-1 16,0 3-23-16,-61 33 22 16,-31 14-60-16,-19 13-66 15,-11 2-15-15,-6 10-11 16,1 7-130-16,-19 1 86 15,-7 1-145-15</inkml:trace>
  <inkml:trace contextRef="#ctx0" brushRef="#br0" timeOffset="172005.78">1274 4091 545 0,'0'0'34'0,"0"0"-26"16,-264 155 84-16,233-132 67 15,22-10-96-15,9-10-39 16,0-3-9-16,56-12 46 16,50-47 45-16,52-32-50 15,24-28-36-15,28-12-4 16,-8-9 10-16,11-3 24 0,11-3 6 16,0 6-9-16,0 11 0 15,-22 16 8-15,-27 18-27 31,-24 14 9-31,-24 12-17 0,-30 19-1 0,-27 16-7 32,-30 16-4-32,-23 15-8 0,-17 3 0 15,0 0-2-15,0 0-30 16,-31 24-57-16,-49 27-20 16,-43 17-120-16,-30 12-75 0,-14 1-379 15</inkml:trace>
  <inkml:trace contextRef="#ctx0" brushRef="#br0" timeOffset="176217.8">4431 13591 674 0,'0'0'52'0,"0"0"61"16,0 0 91-16,0 0-67 15,0 0-35-15,0 0-18 16,0 0 24-16,0-103-40 16,0 103-24-16,0 0-20 15,0 26-9-15,0 39 1 16,0 22 1-16,0 15-4 15,-17-4-7 1,8-2-4-16,4-4-1 0,5-9-1 16,0-11 0-16,0-12 0 15,-5-18 0-15,5-15-1 16,0-13-3-16,0-11-5 0,0-3 1 16,0 0 1-16,0-47-5 15,0-35 6 1,0-30 6-16,0-20-3 0,0-4 3 15,14-2 3-15,17 18 0 16,-10 34-3-16,-2 32 0 16,-2 28 9-16,-17 17-9 15,9 9 1 1,8 0 7-16,18 18-6 0,31 47 13 0,9 27 8 31,8 13-11-31,-12 6 3 0,-10-7-9 0,-16-3-2 31,-5-5-4-31,-10-7-3 16,-4-11 3-16,0-7-2 16,0-11-25-16,-12-12-73 15,-4-12-156-15,-10-28-83 16,0-8-257-16</inkml:trace>
  <inkml:trace contextRef="#ctx0" brushRef="#br0" timeOffset="176422.03">4360 14177 93 0,'0'0'879'16,"0"0"-831"-16,0 0-12 15,0 0 96-15,0 0-81 16,0 0-38-16,-21-6-12 16,103 2 6-16,38-3-7 15,24-7-7-15,24-6-72 16,4-7-64-16,-5-1-38 15,-18 5-141-15</inkml:trace>
  <inkml:trace contextRef="#ctx0" brushRef="#br0" timeOffset="176627.46">5579 14140 928 0,'0'0'100'16,"0"0"-86"-16,0 0 107 15,0 0-68-15,0 0-6 16,0 0-22-16,386-37-13 16,-258 11 1-16,-1 0 1 15,-12 2-11-15,-13 0-3 16,-15 7-17-16,-30 8 7 0,-38 0-87 16,-19 0-136-16,-31 6-168 15</inkml:trace>
  <inkml:trace contextRef="#ctx0" brushRef="#br0" timeOffset="176846.93">5824 13765 831 0,'0'0'129'0,"0"0"-48"16,0 0 49-16,0 0-20 16,0 0-68-16,0 0-17 0,54 62 91 15,3-2-52-15,-5 9-16 16,-8 2-14-16,-4 10-25 15,-4 3-9-15,-10 7 0 16,-5 3-5-16,-7-5-27 16,-4-15-61-1,-3-13-93-15,2-33-52 0,12-25-128 16,3-3-108-16</inkml:trace>
  <inkml:trace contextRef="#ctx0" brushRef="#br0" timeOffset="177522.33">6534 13702 883 0,'0'0'113'16,"0"0"-24"-16,0 0 93 15,0 0-53-15,0 0-70 16,0 0-28-16,-10-62 4 16,10 101 0-16,5 10 17 15,30 17-8-15,1 3-26 16,-6 2-8-16,1 1 1 15,-5-7-8-15,-5-5-3 16,-2-14 0-16,-3-14-3 16,-2-10-17-16,-9-14-52 0,2-8-14 15,-7 0 24-15,0-28 35 16,-7-25 1-16,-33-22-18 16,-5-11 41-16,-7 0 3 15,17 2 1-15,14 1 4 16,16 1 1-16,5 14-2 15,0 7-2-15,47 13-2 16,15 11-10-16,8 17 10 16,1 11-1-16,-5 9-1 15,-9 0-5-15,-8 32 5 16,-2 19-1-16,-16 15 3 16,-12 6 7-16,-19-4-7 15,0-2 0-15,-10-3 4 0,-41-9 9 16,-4-8 1-16,-1-6-6 15,11-14 5-15,7-10-6 16,24-8-5-16,5-4 1 16,9-4-3-1,0 0-3-15,0 0-3 0,4 0-5 16,41-19-12-16,21-2 20 16,17 7-1-16,-3 8 2 15,2 6-5-15,-2 0 5 16,-2 35 2-16,-7 13 0 0,-26 1 7 15,-15-9 2 1,-25-6 5-16,-5-2 12 0,-5-2 27 16,-65 0-18-16,-22-3 6 15,-19-12-19-15,-7-6-8 16,12-9-3-16,14 0-8 16,17-12-3-16,23-24-6 15,26-12-68-15,26-16-83 16,21-3-221-1</inkml:trace>
  <inkml:trace contextRef="#ctx0" brushRef="#br0" timeOffset="177883.7">7724 13917 1256 0,'0'0'0'16,"0"0"3"-16,0 0 0 0,0 0 33 16,0 0-8-16,0 0-12 15,35-9-4-15,76 9 13 16,28-3 2-16,24-15-17 15,0-10-4-15,-17 0 9 16,-9-6 16-16,-15-1 6 16,-4 4-15-1,-17 6 5-15,-16 4-23 0,-14 4-4 16,-10 3-4-16,-18 5-61 16,-24 0-121-16,-19 7-89 15,-5-1-245-15</inkml:trace>
  <inkml:trace contextRef="#ctx0" brushRef="#br0" timeOffset="178245.87">8674 13439 831 0,'0'0'62'15,"0"0"69"-15,0 0 35 16,0 0-78-16,0 0-28 16,0 0-39-16,-21-26-19 15,21 26 1-15,47 18-1 16,7 5-1-1,3 8 1-15,4-2-2 0,5-9 1 16,5-1-3-16,7-13-1 16,-8-6-4-16,-8 0-22 15,-13 0-15-15,-18-3 10 0,-15-12 5 16,-11 2 22-16,-5 5 7 16,0 4 2-1,0 4 7-15,0 0 17 0,0 0 3 16,-5 10 0-16,-32 37-11 15,-8 16-5-15,-12 15 15 16,22-3-4-16,9-13-8 16,17-2-6-16,-1-9-7 15,5-4-3-15,5-5-1 16,0-7-33-16,0 2-110 16,0-20-197-16</inkml:trace>
  <inkml:trace contextRef="#ctx0" brushRef="#br0" timeOffset="178748.18">10372 13076 1095 0,'0'0'3'15,"0"0"-3"-15,0 0 63 16,-62-165 22-16,41 147-15 16,-14 12-36-16,-10 6-17 15,-21 0-4-15,-5 34-3 16,5 13-9-16,14 6 0 16,26 2-2-16,22-4 1 15,4-2 0-15,0 8-6 16,47-2 2-1,24-2 4-15,13-2 0 0,13-1-5 0,-5-2 1 16,0 7 2 0,-10-2 2-1,-16 3 1-15,-16-8-1 0,-29-6 0 0,-21-12-1 16,0-4 1-16,-5-1 10 16,-56-4-4-1,0-8 3 1,-15-6 2-16,-1-7 12 15,1 0 4-15,1-24-1 16,13-14 10-16,11-10-16 16,20-6 12-16,17-6-23 15,14-5-9-15,0-5 0 16,23 0-8-16,50-2-12 0,17 6-55 16,19 9-58-1,1 13-125-15,-13 11-193 0</inkml:trace>
  <inkml:trace contextRef="#ctx0" brushRef="#br0" timeOffset="179566.99">10772 13236 837 0,'0'0'73'0,"0"0"-55"0,0 0 129 16,0 0-60-1,0 0-68-15,0 0 19 0,-4 85 43 16,4-39-21-16,0 9-35 16,0-4 5-16,16-4-16 15,-6-5-10-15,4-13 12 16,-10-11-14-16,4-8-1 16,-8-7 2-16,0-3-5 15,0 0 2-15,0 0 0 16,0-37 0-16,0-15-21 15,-22-14 10-15,1 6 4 16,7 7 7-16,14 7 0 0,0 14 1 16,0 4-1-1,14 13-4-15,29 7 3 0,1 8 1 16,13 0-1-16,4 8-2 16,-7 32 3-16,8 1 0 15,-10 1 1-15,-12-3-1 16,-10-6 0-16,-8-10 0 15,-8-11 0-15,-10-6 0 16,-4-6 0-16,0 0 1 16,0 0-1-16,0-15 0 15,0-20-2-15,0-17-1 16,0 1 3-16,0-1 1 16,12 4-1-16,2 8 0 0,0 12 0 15,-2 13 0-15,-7 9 0 16,4 6 0-16,13 0-1 15,13 3 1-15,5 26 4 16,7 7-1-16,-7 0-2 16,-4-6-1-16,-6-1-1 15,1-11 1-15,-5-4-1 16,-7-3-9-16,-3-11-37 16,3 0-6-16,2 0 9 15,1-23 30-15,-8-14-12 0,-5-5 20 16,-9-2 6-16,0 5 1 15,0 6-1-15,0 11 14 16,0 14 19-16,0 2 22 16,0 6 6-16,0 0-18 15,0 0-14-15,-5 23-16 16,1 13 43-16,4 7-24 16,0-5-13-16,0-2 9 15,0-7-17-15,0-3-9 16,9-7-2-16,17-7-1 15,5-6-18-15,9-6-58 0,2 0-58 16,-6-33-130-16,-32-24-194 16</inkml:trace>
  <inkml:trace contextRef="#ctx0" brushRef="#br0" timeOffset="179819.71">11409 12667 680 0,'0'0'20'0,"0"0"21"16,0 0 137-16,0 0-81 0,0 0-44 16,0 0-5-16,0 0 26 15,163 32 22-15,-149-58-22 16,-10-4-10 0,-4-1-10-16,0 9-3 0,0 4-22 15,0 5-28-15,-9 11-1 16,-12 2-8-16,-10 0-46 15,-14 42-118-15,1 15-79 16,1 8-209-16</inkml:trace>
  <inkml:trace contextRef="#ctx0" brushRef="#br0" timeOffset="180242.65">12069 12846 997 0,'0'0'54'0,"0"0"-22"0,0 0 84 15,0 0-53-15,0 0 8 16,0 0-45-16,111 184 8 16,-99-144-18-16,-3-8-9 15,-9-7-2-15,0-14-1 16,0-5 1-16,0-6-3 15,0 0 6-15,0 0 3 0,0-14 0 16,-14-25-7-16,-7-12-4 16,16-6 0-1,5-2-1-15,0-1 4 0,0 9-3 16,9 13 0-16,17 15-1 16,-7 18 1-16,2 5 1 15,15 0 0-15,4 31 5 16,7 13 12-16,3 9 2 15,-8 2 10-15,-2-9-5 16,-5-1-14-16,1-8-7 16,-10-8-1-16,-7-8-1 0,-8-2-4 15,-1-10 1 1,-10-1-67-16,0 1-106 16,0-6-236-16,-26-3-486 0</inkml:trace>
  <inkml:trace contextRef="#ctx0" brushRef="#br0" timeOffset="180998.34">12342 12086 805 0,'0'0'94'0,"8"-161"-1"16,-8 71 44-16,-17 1-52 15,-84 2-3-15,-67 11-42 16,-77 23-39-16,-104 23 8 16,-99 30-2-16,-106 9-5 15,-92 63-1 1,-85 41 2-16,-72 39-3 16,-51 39 16-16,-46 44 36 0,6 46 9 15,41 50 6-15,39 40-16 16,102 28-25-16,113 10-7 15,142-15-1-15,167-25-5 16,167-40-11-16,123-34-2 16,168-47 0-1,157-55-5-15,133-47 1 0,126-67-6 0,133-68-13 16,132-39-15-16,153-95-29 16,141-54 23-16,111-32 8 31,48-35 25-31,-22-32-1 0,-90-42-5 0,-148-51 17 15,-193-46 16-15,-215-20 8 32,-221 10 44-32,-241 29-28 15,-182 62-31-15,-284 56-9 16,-230 66-2-16,-192 70-13 0,-145 67-69 16,-108 75-37-16,-63 38-268 15,-20 82-411-15</inkml:trace>
  <inkml:trace contextRef="#ctx0" brushRef="#br0" timeOffset="189812.42">5508 2521 800 0,'0'0'11'16,"-311"3"7"-16,191 7 89 15,23-7 50-15,40-3-72 16,36 0-20-16,21 0-24 0,0 0 16 16,57 0-47-1,84 0-6-15,74 0 24 0,44-7-22 16,26-23-2-16,-11-2-3 16,-15-6 4-16,-21-2-3 15,-9 5-2-15,-24-2 1 16,-28 11-1-16,-36 5-4 15,-49 13 1-15,-52 3-71 16,-40 5-47-16,-4 0-3 16,-112 19-192-16,-77 19-192 15</inkml:trace>
  <inkml:trace contextRef="#ctx0" brushRef="#br0" timeOffset="190000.87">5209 2757 17 0,'0'0'918'15,"0"0"-918"-15,0 0 0 16,0 0 40-16,0 0-9 16,278 21 33-16,-94-21-32 15,35-15-23-15,10-24-2 16,9-2-7-16,0-1-4 16,-24 5-10-16,-56 3-353 15</inkml:trace>
  <inkml:trace contextRef="#ctx0" brushRef="#br0" timeOffset="206148.31">939 9992 737 0,'0'0'142'0,"0"0"-132"16,-365 89 92-16,282-63 32 0,34-5-50 15,32-11-30-15,17-10-20 16,0 0 0-16,12-6 9 16,103-51-24-16,105-43-8 15,74-40-5-15,62-23-4 16,5-4 0-1,-26 5 1-15,-24 13-2 0,-28 12 17 16,-12 9-8-16,-23 15 15 16,-15 21-7-16,-44 22-13 15,-48 29-3-15,-54 20-2 16,-51 13-1-16,-27 8-24 16,-9 0-35-16,-9 15-92 15,-76 31-120-15,-54 11-295 0</inkml:trace>
  <inkml:trace contextRef="#ctx0" brushRef="#br0" timeOffset="207342.44">1467 6797 624 0,'0'0'0'0,"0"0"0"15,0 0-188-15,0 0 128 16,269 62 60-16,-238-56 1 16,-15 0 55-16,10 9-47 15,14 18-9-15,10 14-34 16,6 16-192-16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56:26.366"/>
    </inkml:context>
    <inkml:brush xml:id="br0">
      <inkml:brushProperty name="width" value="0.05292" units="cm"/>
      <inkml:brushProperty name="height" value="0.05292" units="cm"/>
      <inkml:brushProperty name="color" value="#FF0000"/>
    </inkml:brush>
  </inkml:definitions>
  <inkml:trace contextRef="#ctx0" brushRef="#br0">9091 3413 611 0,'0'0'31'0,"0"0"-22"0,0 0 174 16,-294 0-89-16,263 0 28 16,10 0-53-16,16 0-32 15,5 0 15-15,0 0-15 16,0 0-13-16,0 0-6 15,0 0-15-15,0 0 1 16,61 0 6-16,50 0 5 16,43 0 2-16,39 0 1 15,10-9-7-15,-1-5-6 16,-4-1 1-16,7-3 0 16,-18 3-6-16,-13 3 1 15,-28 3 1-15,-33 1-2 0,-28 4 1 16,-28 1 0-1,-22 1-1-15,-13 2-2 0,-4 0-3 16,-6 0-13-16,7 0-91 16,7-4-65-16,14-3-140 15,-5-7-55-15</inkml:trace>
  <inkml:trace contextRef="#ctx0" brushRef="#br0" timeOffset="725.82">13304 3479 715 0,'0'0'18'0,"0"0"34"16,0 0 16-16,-268 8 66 0,256-8-56 16,12 0-30-1,0 0-23-15,0 0 4 0,52 0-9 16,75 0-7-16,66-5 15 15,41-12-10-15,20-8 2 16,-1 1 10-16,6 4-4 16,-4-1 0-16,4 3-10 15,-16 6-5-15,-24 3-5 16,-30 3-3-16,-48 1 2 16,-28-1-2-16,-37 6-2 15,-32-4-1-15,-13 4 0 16,-19 0-4-16,-7 0-16 15,-5 0-29-15,0 0-47 0,-83 0-67 16,-44 0-213-16,-41 6-45 16</inkml:trace>
  <inkml:trace contextRef="#ctx0" brushRef="#br0" timeOffset="1088.21">13314 3434 459 0,'0'0'107'16,"0"0"-92"-16,0 0 121 0,-264 0 11 0,259 0-49 15,5 0-64-15,0 0-11 32,0 0-5-32,9 0 4 0,62 0-6 0,31 6 5 15,46 1-5-15,36-7 6 16,33 0 4-16,28 0 5 15,33-19-11 1,29 1 3-16,2 1-7 0,-15 2-8 16,-44 1-6-16,-61 1 4 15,-64 4 5-15,-52 0 9 0,-33 6 12 16,-31 0-20-16,-9 1-4 16,0 2-4-16,0 0-1 15,0 0-3-15,0 0-16 16,0 0-64-16,0 0-100 31,-4 0-210-31</inkml:trace>
  <inkml:trace contextRef="#ctx0" brushRef="#br0" timeOffset="2189.66">17020 3384 306 0,'0'0'234'0,"0"0"-201"15,0 0 60-15,0 0 150 16,-276 20-104-16,262-20-66 15,9 4-13-15,5-4-6 16,0 0-6-16,0 0-14 16,0 0-3-16,0 0-15 15,5 0-6-15,44 0 2 0,29 0 11 16,33 0 21 0,21 0-14-16,26 0-8 0,0 0 4 15,9 0 10 1,-9-12-24-16,-16 3 4 0,-15 0-1 15,-9-1-4-15,-21 1-4 16,-17 3 12-16,-10 0-13 16,-13 4-2-16,-7-5 2 15,-20 5-2-15,-13-1-1 16,-13 3-2-16,-4-3 1 16,0 3-4-16,0 0 1 15,0 0-4-15,0 0-19 16,0 0-21-16,0 0-1 0,0 0-34 15,-56 0 6-15,-24 0-43 16,-34 8-25-16,-18 13 21 16,-14 1-34-16,2 1-68 15,3-5 74-15,18 0-9 16,22-8 74-16,21-5 44 16,19 1 40-16,-1-2 0 15,10-2 24-15,-2 7 12 16,2-3 11-16,3-3 23 15,2 3-6-15,2 0 43 0,5-4-58 16,9 3 5 0,10-4 5-16,16-1 43 0,1 5-61 15,4-5-9-15,0 0-9 16,0 0 1-16,9 0-15 16,57 0-7-16,35 0 46 15,36 0-6-15,2-17-15 16,3 6 12-16,-10 0-7 15,-14 1-13-15,-8-1 2 16,-8 1 0-16,-10 1 2 16,-12 0 0-16,-24 3 0 15,-16 0-7-15,-18 4-11 16,-18 2-5-16,-4 0-2 0,0 0-4 16,0 0-36-1,0 0-86-15,0 0-75 0,-75 2-203 16</inkml:trace>
  <inkml:trace contextRef="#ctx0" brushRef="#br0" timeOffset="4565.66">15412 6048 167 0,'0'0'267'16,"0"0"-235"-16,0 0 134 0,0 0 2 15,0-170 6-15,0 139-73 16,12 8-20-16,-7 4-17 16,-1 15 15-16,-4-1-18 15,0 5-10-15,0 0 4 16,0 0-40-16,0 0 10 16,0 0 3-16,0 19-28 15,0 31 16-15,0 26 22 0,10 13 7 16,6 3-13-16,3 13-14 15,-2 1-1-15,-3 3 7 16,2-8-15-16,3-10 0 16,-7-10-8-16,2-11 4 15,-2-17-5-15,-3-20-3 16,-4-9 3-16,4-16-6 16,3-5-23-16,-12-3-65 15,5 0-43-15,-5-32-89 16,0-28-275-16</inkml:trace>
  <inkml:trace contextRef="#ctx0" brushRef="#br0" timeOffset="5020.64">15652 6048 414 0,'0'0'31'0,"0"0"-24"0,0 0 75 16,0 0 6-16,0 0-33 15,0 0-2-15,-77 77 13 16,63-77 30-16,4 0 30 16,-11 0-63-16,-5-3-4 15,12-15-24 1,-7-5 6-16,2-2-21 0,7-4-5 15,3-4-4-15,9 1 5 16,0-2-12-16,0 4-4 16,0 0 1-16,9 1 5 15,38-1-4-15,19 0-2 16,0 13 1-16,5 7 0 16,-5 10 0-16,-10 0 4 0,-6 15-5 15,-15 23 3-15,-9 10 8 16,-16 7-3-16,-10 1 2 15,-14 7 8-15,-57 6-6 16,-16-1-12-16,-10-2 0 16,5-3-14-16,17-10-92 15,13-5-81-15,17-19-211 16</inkml:trace>
  <inkml:trace contextRef="#ctx0" brushRef="#br0" timeOffset="5838.61">18682 5988 868 0,'0'0'25'15,"0"0"52"-15,0 0 83 16,0 0-42-16,0-155-35 16,0 155-37-16,0 0-12 15,0 17-13 1,0 44 1-16,0 16 23 0,0 12-2 0,0 4-22 16,0 0-1-16,0-8-12 15,0-13-5-15,0-15 2 16,0-24-5-16,0-18 2 15,0-8-1-15,0-7-2 16,0 0 3 0,0 0 5-16,0-33 2 0,0-40-3 15,0-25-5-15,0-9 3 16,0 8-4-16,0 19 0 16,9 17-2-16,5 25 2 15,-9 16 2-15,2 11-2 0,-2 11 2 16,9 0-2-1,22 3-2-15,20 38 2 0,27 15 9 16,6 13 0-16,-6 2-5 16,-17 2-3-16,-10 1 1 15,-16-2-2-15,-9 3 0 16,-22-10-1-16,-9-6-3 16,0-8-18-16,0-6-28 15,0-13-60 1,-21-7-81-16,-19-10-48 0,-5-12-130 15,-16-3 34-15</inkml:trace>
  <inkml:trace contextRef="#ctx0" brushRef="#br0" timeOffset="6011.96">18524 6477 642 0,'0'0'21'16,"0"0"-12"-16,0 0 182 15,0 0-87-15,0 0-74 16,0 0-13-16,177-78-4 16,-29 49-11-16,15-4-2 15,0 0-1-15,-12 3-35 16,-19 0-168-16,-24 3-29 0</inkml:trace>
  <inkml:trace contextRef="#ctx0" brushRef="#br0" timeOffset="6720.46">15240 7707 742 0,'0'0'47'0,"0"0"41"15,0 0 109-15,0 0-97 16,0 0-28-16,0 0-14 0,-116-18-32 16,140-10 5-16,18-1-27 15,8 5 0-15,2 9 0 16,-3 11-2-16,3 4 9 15,5 0 9-15,-3 19 14 16,3 23-22-16,-6 11 34 16,-22 1-31-16,-18 5 20 15,-11 4-22-15,0-1-1 16,-40-1-6-16,-16-10-2 16,-1-8-4-16,12-12 0 15,10-11-19-15,19-8-65 0,6-12-36 16,5 0-70-16,5 0-111 15,0-23-250-15</inkml:trace>
  <inkml:trace contextRef="#ctx0" brushRef="#br0" timeOffset="6986.81">15829 7664 212 0,'0'0'390'0,"0"0"-379"16,0 0 112-16,0 0-7 15,0 0 12-15,0 0-39 0,-49-134-32 16,32 134 19-16,8 0-13 16,-22 8-41-16,-4 41-10 15,-1 14 29-15,1 11-4 16,9 6-2-16,26-2 8 16,0-7-12-16,0-5-15 15,50-15-13-15,27-12-6 16,15-10 2-16,10-14-5 15,13-12-4-15,3-3-35 16,-2-5-65-16,-8-25-66 0,-16-15-297 16</inkml:trace>
  <inkml:trace contextRef="#ctx0" brushRef="#br0" timeOffset="8165.12">18371 7453 1070 0,'0'0'10'16,"0"0"13"-16,0 0 131 15,0 0-70-15,0 0-47 0,0 0-31 16,-57-27-1 0,64 27-5-16,33-3 1 0,26 0 7 15,5 0-5-15,-10 1-1 16,-4-2-2-16,-17 4 1 15,-5 0 3 1,5 0-3-16,-4 0 1 0,-1 0-2 16,-4 0 1-16,-10 0 0 15,-7 0-2-15,-2 0 2 16,-7 0-1-16,-5 0 1 16,0 0 0-16,0 0-1 15,0 0 3-15,0 0-3 16,0 0 3-16,0 0 5 0,0 0-7 15,0 0 0-15,0 0 5 16,0 0-1-16,0 0 6 16,0 0 4-16,0 0 6 15,0 0-1-15,0 0 7 16,0 0 3-16,0 0-5 16,0 0-1-16,0 0 0 15,0 0-10-15,0 0 7 16,0 0-14-16,0 0-3 15,0 0 1-15,0 0-2 0,0 0-1 16,0 27 3-16,0 14 2 16,9 10 13-16,-4 0-6 15,0 0 8 1,2 0-9-16,-3 1-8 0,1 3 0 16,-5-4 7-16,0-2-7 15,5-4 4-15,-1-5-7 16,-4-2-2-16,5-10 5 15,-5-8-5-15,0-8 0 16,0-6 1-16,0-4-1 16,7-2-4-16,-7 0-7 15,5 0-61-15,-5 0-57 16,0 0-59-16,5 0-145 0,4-11-242 16</inkml:trace>
  <inkml:trace contextRef="#ctx0" brushRef="#br0" timeOffset="8543.34">19255 7695 125 0,'0'0'697'0,"0"0"-675"0,0 0 160 0,0 0-48 16,0 0-81-16,0 0-26 16,-31-81-5-16,31 60-12 15,0 0 3-15,12 10 4 16,2 1-1 0,12 8-1-1,5-3 1-15,13 5-1 16,18 0 2-16,-1 25 14 15,-4 14 2-15,-17 11-1 0,-14 8-16 16,-17-5-1-16,-9 0 3 16,0-2-10-16,-21-3-6 15,-29-7-4-15,-11-5-2 16,4-8-48-16,1-13-58 16,2-15-93-16,-3 0-168 15,5-19-318-15</inkml:trace>
  <inkml:trace contextRef="#ctx0" brushRef="#br0" timeOffset="8857.99">19783 7515 507 0,'0'0'146'16,"0"0"-137"-16,0 0 23 15,0 0 75-15,0 0-72 16,0 0 18-16,-35-30 5 16,4 34 40-16,-9 31-32 15,0 13-5-15,-7 15-4 16,16 5 2-16,17 4 2 16,4 0-18-16,10-10-11 0,0-9-15 15,0-5 2-15,36-9-12 16,20-9-7-16,15-9-3 15,14-19-3-15,28-2-69 16,3-12-119-16,-8-29-131 16,-28-10-373-16</inkml:trace>
  <inkml:trace contextRef="#ctx0" brushRef="#br0" timeOffset="9425.99">21400 5773 624 0,'0'0'29'0,"0"0"81"16,0 0 133-16,0 0-111 16,0 0-42-16,0 0-33 15,-5-54-3-15,5 54-1 16,0 0-20-16,0 31-11 15,0 15 17-15,0 14 27 16,15 3-36-16,1 0 2 16,-2 0-9-16,-9 2-14 15,7-2-2-15,-8-3-7 0,-4-6-1 16,0-10 1 0,0-2-21-16,0-7-111 15,0-10-116-15,-11-25-187 0,-34 0-290 16</inkml:trace>
  <inkml:trace contextRef="#ctx0" brushRef="#br0" timeOffset="9630.29">20999 5908 57 0,'0'0'734'0,"0"0"-728"0,0 0 116 16,0 0 6-1,0 0-75-15,0 0-38 0,116-124-9 16,-19 113 5-16,-1 2 4 15,6 7-11-15,-6-2-2 16,-9 4-2-16,-6 0-4 16,-15 4-39-16,-14 30-111 15,-22 20-175-15</inkml:trace>
  <inkml:trace contextRef="#ctx0" brushRef="#br0" timeOffset="10204.02">21334 7617 520 0,'0'0'67'0,"0"0"25"0,0 0 132 16,0 0-113-1,0 0-45-15,0 0 0 0,-163 18-7 16,142-55-21-16,7-6-20 31,9-2-6-31,5-1-2 0,0 8-4 0,19 4-6 16,28 6 3-16,15 7-4 15,-3 8 1-15,2 7 0 16,-4 6-1-16,-6 0 0 16,-1 21 1-16,-10 17 0 15,-9 5 0-15,-20 3 3 16,-11 9-1-16,0 5 1 16,-21-1 7-16,-35 2 3 0,-10-11 5 15,4-6 2 1,1-1-5-16,7-11 7 0,14-7-6 15,9-11-2-15,19-8-1 32,8-3 0-32,4-3-10 0,0 0 5 0,0 0-7 15,0 0-1-15,35 0 0 16,43 0 2-16,16 0-2 16,24-17 0-16,0-8-49 15,2-1-58-15,-2-1-89 0,-12-3-109 16,-19 0-140-1</inkml:trace>
  <inkml:trace contextRef="#ctx0" brushRef="#br0" timeOffset="10558.22">22183 7214 641 0,'0'0'25'0,"0"0"102"15,0 0 75-15,0 0-100 16,0 0-34-16,0 0-16 16,-40-54 8-16,40 54-4 0,0 0-18 15,0 0-14 1,-7 0-5-16,-3 15-10 0,-4 24 3 31,-7 11 14-31,7 1-8 0,2 4-2 0,3-5-7 16,4-2-3-16,5-4 0 15,0-7 2-15,0-11-6 16,31-3 8-16,9-4-11 16,11-10 1-16,8-3 0 15,19-6 1 1,2 0-1-16,8-6-18 16,-8-16-47-1,2 2-73-15,-11-1-59 0,-19 2-109 16,-29 2-105-16</inkml:trace>
  <inkml:trace contextRef="#ctx0" brushRef="#br0" timeOffset="10809.34">22513 7338 620 0,'0'0'65'0,"0"0"25"15,0 0 148-15,0 0-118 16,0 0-42-16,0 0 4 15,-45-65-3-15,45 65-22 16,0 0-26-16,0 4-16 0,0 31-1 16,0 13 22-16,19 12-7 15,2-1-18-15,10 5-7 16,-5-6-4-16,2-1 3 16,-7 1-3-16,-16-2-28 15,-5 3-70-15,0 6-101 16,-54-1-156-16,-24-5-386 15</inkml:trace>
  <inkml:trace contextRef="#ctx0" brushRef="#br0" timeOffset="13855">8917 2589 1051 0,'0'0'11'0,"0"0"-7"0,0 0 20 0,0 0 69 16,0 0-60-16,0 0-33 16,0 0 1-16,321 0 22 15,-5 0-21-15,110-17 9 16,88-25-10-16,71-5 7 15,40 2 14-15,-5 5 9 16,-17 11-18-16,-54 9-3 16,-65 8-1-16,-72 6-7 15,-108-3-1-15,-91-1 0 16,-81 1 5-16,-66 1 1 16,-40 5-3-16,-22 0 5 0,-4 0 5 15,0 3-14-15,-35 0-5 31,-50 0-32-31,-23 0-122 16,-8 9-96-16,-2 8-264 16</inkml:trace>
  <inkml:trace contextRef="#ctx0" brushRef="#br0" timeOffset="14892.93">16449 10218 1165 0,'0'0'12'0,"0"0"0"0,0 0 71 16,-264-39-5-16,203 54-44 15,7 32-10-15,7 10-11 16,16 10-2-16,26-2-6 15,5 0-2-15,10-5-6 16,56-10-22-16,16-5 25 16,15 1 1-16,4-3 31 15,1 6-31-15,-20 5 5 0,-16 0-3 16,-30-5 6-16,-22-1-8 16,-14-3 28-16,0-3 9 15,-71 3-3-15,-30-3-11 16,-22-4-8-16,-9-12-7 15,9-15-4-15,31-11-2 16,17 0-2-16,18-11-2 16,22-23-12-16,26-21-47 15,9-11-72-15,44-11-124 16,48 3-198-16</inkml:trace>
  <inkml:trace contextRef="#ctx0" brushRef="#br0" timeOffset="15175.74">17131 10298 1031 0,'0'0'24'16,"0"0"21"0,0 0 102-16,0 0-28 0,0 0-75 15,0 0-25-15,-26-26 7 16,26 67 14-16,0 18 12 15,4 13-4-15,13 9-30 0,-8-1-4 16,3 1 5 0,-2-3-7-16,-6-6-4 0,6 2-8 15,2-5 0-15,-3-4 0 16,5-5-16-16,3-3-80 16,9-10-112-16,14-11-84 15,9-18-208-15</inkml:trace>
  <inkml:trace contextRef="#ctx0" brushRef="#br0" timeOffset="15427.45">17838 11017 1020 0,'0'0'42'0,"0"0"8"16,0 0 93-1,0 0-65-15,0 0-45 0,0 0-26 16,-31-9 7 0,41 9-1-16,34 0-4 0,18 0-8 15,11 0-2-15,2 0-5 16,-9 0-56-16,-9-3-69 16,-22 3-36-16,-11 0-73 0,-12 0-27 15,-12 0-172-15</inkml:trace>
  <inkml:trace contextRef="#ctx0" brushRef="#br0" timeOffset="15584.12">17852 11268 383 0,'0'0'149'0,"0"0"-86"16,0 0 35 0,0 0 65-16,0 0-98 0,0 0-24 15,17 26 5-15,79-26-22 16,29-23-24-16,14-6-3 15,-2-5-200-15,-10 4-164 16</inkml:trace>
  <inkml:trace contextRef="#ctx0" brushRef="#br0" timeOffset="16102.53">18951 10647 305 0,'0'0'552'15,"0"0"-506"-15,0 0 154 16,0 0-82-16,0 0-21 16,0 0-39-16,-88-86-29 0,88 86 10 15,0 0-13-15,0 23-8 16,0 34 6-16,0 18 41 16,0 5-31-16,22 7-20 15,-3 3-7-15,2 2 5 16,-5-6-5-1,-6-8-5-15,-1-13-2 0,-9-20 2 16,0-8-2-16,0-19-2 16,0-10-2-16,0-5-8 15,0-3 3-15,0 0-5 16,0-5 10-16,-35-44 0 16,-31-22-44-16,0-27 32 15,14-19 9-15,28-6-18 0,24 7 18 16,0 14-8-16,19 25 2 15,38 14 2-15,13 17 6 16,8 13 1-16,-2 12 4 16,4 21-1-16,-2 0 1 15,-8 23 3-15,-13 28 1 16,-29 12 1 0,-28 0 5-16,0-2 0 0,-28 5-3 15,-55-3 3-15,-9-1-10 16,1-7-8-16,10-10-70 0,20-13-100 15,12-20-159-15,6-12-322 16</inkml:trace>
  <inkml:trace contextRef="#ctx0" brushRef="#br0" timeOffset="16385.39">19830 10507 967 0,'0'0'10'15,"0"0"94"-15,0 0 59 0,0 0-82 16,0 0-42-16,0 0-29 16,14 69 41-16,3 14 56 15,-3 3-70-15,-5 5-23 16,3-2-7-1,-3-3-4-15,8-2-3 0,-8-9-7 16,-4-10-13-16,-5-12-93 16,0-10-114-16,0-20-106 15,-35-17-205-15</inkml:trace>
  <inkml:trace contextRef="#ctx0" brushRef="#br0" timeOffset="16527.59">19549 10752 752 0,'0'0'35'16,"0"0"-22"-16,0 0 53 15,78-162-46-15,24 124-20 16,25 2-2-16,5 13-125 16,-16 10-22-16,-25 11-89 15</inkml:trace>
  <inkml:trace contextRef="#ctx0" brushRef="#br0" timeOffset="17095.32">20464 10409 539 0,'0'0'136'0,"0"0"44"16,0 0 58-16,0 0-103 15,0 0-54-15,0 0-34 16,0-22-4-16,0 65-6 16,21 20 48-16,-2 5-44 15,-2 7-28-15,-3 2-6 16,-7-5-6-16,-7-4-1 15,0-2-7-15,0-6-23 16,0-14-53-16,0-8-55 16,-7-21-9-16,-12-15-10 0,-12-2-4 15,-9-26 11-15,-2-34 95 16,2-8 55-16,14-9 2 16,21 2 10-16,5 0 20 15,0 1 21-15,40 11-11 16,26 4 12-16,0 10-14 15,17 14-12-15,-8 11-3 16,-4 14 3-16,2 10-2 16,-7 0 15-16,-12 40 47 0,-2 17-57 15,-21 9 3 1,-17 5-17-16,-14 0-16 0,0 1 1 16,-45 0-2-16,-30-1 1 15,-17-2 1-15,-14-9 0 16,9-16-2-16,10-20 0 15,30-15 0-15,22-9 5 16,21 0-5-16,14 0 4 16,0 0-4-16,0 0-1 15,0 0 1-15,54 0 1 16,19 0 6-16,7 15 3 16,3 14 1-16,-3 5 1 0,2 4-7 15,-1-5-4-15,-11 2 1 16,-18-4-2-16,-17-2-9 15,-25 10-50-15,-10-7-249 16,-10 5-149-16</inkml:trace>
  <inkml:trace contextRef="#ctx0" brushRef="#br0" timeOffset="17378.49">18788 11865 677 0,'0'0'403'16,"0"0"-402"-16,0 0 6 0,0 0 67 15,0 0-43-15,295 0 8 16,-97-13-15-16,21-10-1 16,10-4 19-16,14-7 17 15,2 2-22-15,-7-1-4 16,-14 4-15-16,-21-2-1 15,-41 11-13-15,-56 5-4 0,-44 13-2 16,-58 2-35-16,-8 5-174 16,-107 39-87-16,-64 20-138 15</inkml:trace>
  <inkml:trace contextRef="#ctx0" brushRef="#br0" timeOffset="17645.91">19255 12310 915 0,'0'0'94'0,"0"0"-21"0,0 0 117 15,0 0-84-15,0 0-59 16,0 0-15 0,-10 0-8-16,10 0 7 0,0 0-4 15,0 22-5-15,0 18-3 16,19 11 51-16,-2 2-57 15,-3-2-11-15,-2 0 0 16,2 0-2-16,2-7-10 16,-2-2-63-16,12-7-76 15,10-10-103-15,9-19-167 16</inkml:trace>
  <inkml:trace contextRef="#ctx0" brushRef="#br0" timeOffset="18218.34">19950 12363 687 0,'0'0'106'0,"0"0"-102"0,0 0 93 15,0 0 100-15,0 0-91 16,0 0-38-16,-45-80 4 16,36 80-14-16,-12 0-34 15,-15 32-6-15,-8 13-3 16,-3 5 15-16,21-5-26 15,26-9 0-15,0-3-4 16,0-7-5-16,30-1 3 0,13-10-3 16,1-10-16-16,1-1 13 15,2-4-21-15,-11 0 5 16,-6-13 10-16,-15-16-2 16,-4-10 9-16,-11-1 7 15,0 2 0 1,0 5 0-16,0 10 0 0,0 2 3 15,0 1-3-15,19 0-13 16,17 7-7-16,11 3 10 16,-2 10 10-16,2 0-3 0,-7 0 2 15,0 12 1-15,5 19 0 16,-3 7 2 0,-11 10 2-16,-8-1 1 0,3 1 0 15,0 0 0-15,10-4 2 16,4-8-7-16,2-10 7 15,-7-9-5-15,1-13 1 16,-10-4 2-16,-3 0-4 16,3-11 16-16,-5-31 11 15,-16-12-1 1,-5-11-3-16,0-7 7 0,-35 1-9 16,-36 2-18-16,-7 12-3 15,-7 22-2-15,3 19-8 0,2 16-52 16,2 16-132-16,2 27-363 15</inkml:trace>
  <inkml:trace contextRef="#ctx0" brushRef="#br0" timeOffset="19032.96">15485 8448 750 0,'0'0'2'16,"0"0"-2"-16,0 0 41 15,0 0-41-15,0 0-2 16,0 0-111-16,156-15-58 16</inkml:trace>
  <inkml:trace contextRef="#ctx0" brushRef="#br0" timeOffset="19442.25">18717 8437 606 0,'0'0'38'15,"0"0"-4"-15,0 0 142 16,0 0-110-16,0 0-35 16,0 0 3-16,102 15 43 15,44-15-19-15,16-19-40 0,18-13-6 16,-8-1-4 0,-5 1-6-16,-14 1-2 0,-25 8 0 15,-32 6-18 1,-34 7-175-16,-48 2-131 0</inkml:trace>
  <inkml:trace contextRef="#ctx0" brushRef="#br0" timeOffset="19619.66">18981 8541 656 0,'0'0'25'16,"0"0"46"-16,0 0 106 0,0 0-94 15,0 0-50-15,0 0-6 16,14 87 23-16,196-116-41 15,43-22-9-15,27-9-47 16,-11-3-192-16,-40-9-86 16</inkml:trace>
  <inkml:trace contextRef="#ctx0" brushRef="#br0" timeOffset="20274.74">15443 8571 651 0,'0'0'23'0,"0"0"44"16,0 0 166-16,-290 0-93 15,266 0-64-15,12 0-9 0,12 0-35 16,0 0-11-16,73 0-20 15,43 0 49-15,42-9-31 16,14-18-14-16,12-15 0 16,-3 1 4-16,-11 2-9 15,-38 8-2-15,-42 17-8 16,-53 11-29-16,-37 3-56 16,-25 0 30-16,-103 24 11 15,-44 24-18-15,-38 11 42 16,3 1 24-16,18-5 5 15,43-12 1-15,33-9 5 0,42-14 3 16,36-11 8 0,35-2-6-16,9-7-10 0,114 0 0 15,61-19-12-15,49-38-25 16,15-20-294-16</inkml:trace>
  <inkml:trace contextRef="#ctx0" brushRef="#br0" timeOffset="25888.12">16388 13609 617 0,'0'0'102'0,"0"0"32"16,0 0 42-16,0 0-31 15,0 0-44-15,0 0-9 16,0 0-12-16,-132-121-18 16,78 149-20-16,-19 38-25 15,7 18-5-15,11 9-3 16,13-6 0-16,28-8-6 16,14-1-1-16,0-10-2 15,14-8-5-15,43-8-4 16,13-11 6-16,8-5-12 15,-2-10 0-15,-1-10-20 16,-9-13 10-16,-9-3-13 0,-17 0 25 16,-14-19-5-16,-10-13 13 15,-16-11 5-15,0-3 2 16,0 1 1-16,-31 8 5 16,1 14 8-16,4 14 29 15,-5 9-7-15,-14 0-32 16,-6 6 14-16,-6 27-16 15,12 5-2-15,15-1-2 16,20-2-4-16,10-3-14 16,0 5-35-16,0-1-92 15,31-7-80-15,9-8-165 16</inkml:trace>
  <inkml:trace contextRef="#ctx0" brushRef="#br0" timeOffset="26333.2">16749 13965 1069 0,'0'0'5'15,"0"0"-1"-15,0 0 4 16,0 0 7-16,0 0-11 16,0 0-3-16,342-134 2 15,-258 143 2-15,-22 31 1 0,-20 17 0 16,-42 3 4-16,0 6 7 15,-21-1 22-15,-40-7-12 16,-1-13-6-16,18-10-10 16,18-18 23-16,21-4-34 15,5-13-11-15,0 0-22 16,26-21-10-16,28-28 22 16,12-19 2-16,-9-7 7 15,-10-2 12-15,-19 2 2 16,-2 12 2-16,-14 14 35 15,-12 21 23-15,0 11 12 16,0 11 11-16,0 6-2 16,0 0-38-16,0 12-17 15,0 42-2-15,-21 17 13 0,11 15-15 16,10-8-19-16,0-10-5 16,14-2-1-16,48-6-7 15,8-6-16-15,6-9-40 16,11-4-34-16,-4-12-85 15,6-13-1-15,-6-16-216 16</inkml:trace>
  <inkml:trace contextRef="#ctx0" brushRef="#br0" timeOffset="26578.71">18229 14272 1105 0,'0'0'57'16,"0"0"-42"-16,0 0 102 16,0 0-12-16,0 0-47 15,0 0-48-15,19 8 1 16,42-5 12-16,10-3-16 16,7 0-7-16,7 0-1 15,-3 0-22-15,-6-14-80 0,-20-4-100 16,-25-1-48-1,-26 11-190-15</inkml:trace>
  <inkml:trace contextRef="#ctx0" brushRef="#br0" timeOffset="26752.69">18366 14612 23 0,'0'0'855'0,"0"0"-817"15,0 0 28-15,0 0 82 16,0 0-79-16,0 0-38 15,-16 74 6-15,119-74-19 16,39-20-18-16,25-23-29 16,5-4-58-16,-14 0-139 15,-40 7-225-15</inkml:trace>
  <inkml:trace contextRef="#ctx0" brushRef="#br0" timeOffset="27134.94">19241 13609 909 0,'0'0'10'15,"0"0"9"-15,0 0 91 16,0 0 2-1,0 0-56-15,0 0-39 0,-66-75-12 16,75 74-4-16,57-6-1 16,21-3 6-16,10 1-4 15,-7 9 2-15,-17 0-2 16,-14 0 0-16,-12 26-2 16,-28 23 10-16,-19 17 23 15,0 14 20-15,-24 5-35 16,-42-7 13-16,5-16-14 0,9-15 1 15,12-10-18-15,19-9 0 16,11-3-2-16,5-7-19 16,5-3-103-16,0-10-120 15,5-5-264-15</inkml:trace>
  <inkml:trace contextRef="#ctx0" brushRef="#br0" timeOffset="27365.4">19901 13386 942 0,'0'0'68'0,"0"0"-60"15,0 0 85-15,0 0 77 0,0 0-85 16,0 0-43-16,-132 110 6 16,115-15 1-16,17 1 0 15,0 0-29-15,12-11-17 16,33-13-5-16,16-21 2 15,5-15-25-15,10-15-63 16,6-18-31-16,3-3-92 16,-7-12-189-16</inkml:trace>
  <inkml:trace contextRef="#ctx0" brushRef="#br0" timeOffset="27664.05">20570 13329 729 0,'0'0'145'16,"0"0"-128"-16,0 0 95 15,0 0 31-15,0 0-70 0,0 0-38 16,-23-30-4 0,23 30 12-16,0 0-1 15,0 3-9-15,0 45-10 0,0 21 71 16,-17 12-41-16,-9 7-33 15,3 3-7-15,-8-5-1 16,0-5-12-16,6-13 0 16,3-11-12-16,-1-14-37 15,1-6-76-15,8-14-88 16,-2-17-103-16,6-6-81 16</inkml:trace>
  <inkml:trace contextRef="#ctx0" brushRef="#br0" timeOffset="27852.57">20247 13573 669 0,'0'0'125'0,"0"0"-66"16,0 0 102-1,0 0-13-15,0 0-89 0,0 0-30 16,24-14-18-16,37 62 78 16,17 7-60-16,2 2-24 15,-4-5-5-15,6-8-2 16,-11-5-43-16,0-2-68 15,-10-11-71-15,-5-14-185 16,-11-12-247-16</inkml:trace>
  <inkml:trace contextRef="#ctx0" brushRef="#br0" timeOffset="28073.08">21190 13395 1069 0,'0'0'12'0,"0"0"-2"0,0 0 114 16,0 0 21-16,0 0-45 0,0 0-61 16,-40 42 14-16,66 23 21 15,10 4-51-15,4 2-15 16,-5 1-7-16,-4-10-1 0,-1-4-6 16,-4-20-32-1,0-5-47-15,-7-15-59 0,-12-16-92 16,-7-2-175-16</inkml:trace>
  <inkml:trace contextRef="#ctx0" brushRef="#br0" timeOffset="28235.65">20882 13463 1042 0,'0'0'0'16,"0"0"-17"-16,0 0 17 0,0 0 10 0,299-90-10 15,-141 67-33-15,9 0-165 16,-4-2-65-16</inkml:trace>
  <inkml:trace contextRef="#ctx0" brushRef="#br0" timeOffset="28451.4">22381 13013 932 0,'0'0'96'0,"0"0"-5"0,0 0 60 16,0 0-53-16,0 0-47 16,0 0 38-16,-76 203-40 15,65-120-20-15,6 6-12 16,0 5-14-16,1-5-3 16,-13-6-4-16,3-15-30 15,-3-14-51-15,8-17-55 16,-5-23-75-16,-12-14-146 15,-14-2-164-15</inkml:trace>
  <inkml:trace contextRef="#ctx0" brushRef="#br0" timeOffset="28636.46">21980 13261 868 0,'0'0'72'16,"0"0"-40"-16,0 0 51 15,0 0 10-15,0 0-12 16,0 0-3-16,212 152-60 15,-115-98-11-15,0 1-5 16,9 0-2-16,2-13-5 16,-6-7-54-16,-11-10-55 15,-25-17-90-15,-25-8-201 16</inkml:trace>
  <inkml:trace contextRef="#ctx0" brushRef="#br0" timeOffset="30118.8">20903 13609 624 0,'0'0'51'0,"0"0"-39"15,0 0 153-15,0 0-69 16,0 0-60 0,0 0-3-16,0 0 33 0,0-2 9 15,0 2-13-15,0 0-18 16,-7-9-5-16,-17-10-27 15,-2-1 10-15,10-6-7 16,11-5-7-16,5-2-5 16,0-3-1-16,0 4-2 15,26 7 0-15,14 5 0 0,2 8 0 16,-2 7 1 0,-4 5-1-16,13 0 0 0,3 8 0 15,0 37 3-15,-7 14 8 16,0 12 2-16,-15 11 21 15,-8-5-22-15,-8-5-4 16,-7-4-1-16,-7-9 2 16,0-2 2-16,0-12-6 15,-26-7-2-15,-10-7 1 16,1-11-4-16,-7-5 2 16,2-8-2-16,4-4 1 15,1-3-1-15,4 0 2 16,5-6-2-16,7-19 0 15,3-1 0-15,11-4-2 0,5 3 1 16,0 1 1-16,10 1 0 16,32 5-1-16,3 2 1 15,4 12 0-15,8 6 3 16,-5 0-3-16,9 27 8 16,-7 15 3-16,8 2-3 15,-11 1-4-15,-6-4-4 16,7-4-2-16,-12-8-11 15,0-8-53-15,-9-11-89 0,-5-10-65 16,-5-6-185-16</inkml:trace>
  <inkml:trace contextRef="#ctx0" brushRef="#br0" timeOffset="30512.06">21650 13339 868 0,'0'0'74'0,"0"0"-6"15,0 0 72-15,0 0-12 16,0 0-44-16,0 0-47 16,-92-55-20-16,92 79-6 15,0 24 13-15,19 15 12 16,16 6-34-16,8-7-2 0,-3 1 0 31,-9-10-3-31,4-8 3 0,5-12-10 0,-5-12-9 16,-4-12-25-16,4-9-10 15,-4 0-11-15,0-30 32 32,-1-12 15-32,-4-9 16 15,-7 4 2-15,-2-4 4 16,-13 9-2-16,1 10 1 0,-5 9 10 16,0 18 30-1,0 5 6-15,0 0-10 0,0 0-2 16,0 28-16-16,12 19 4 15,2 15 25-15,-5 4-38 16,8-1-12-16,-12 5 0 16,4-5-1-16,-4-2-20 15,2-12-65-15,-2-5-87 16,4-15-65-16,7-19-221 16</inkml:trace>
  <inkml:trace contextRef="#ctx0" brushRef="#br0" timeOffset="31109.3">22777 13195 213 0,'0'0'643'16,"0"0"-589"-16,0 0 69 15,0 0 32-15,0 0-42 16,0 0-38-16,9-104-38 15,-2 104-9-15,3 26 6 16,-5 27 31-16,4 16-26 16,-4-3-20-16,7 5-5 15,-3-5 1-15,-4-6-12 0,6-9-1 16,-6-16-2-16,0-10 0 16,0-13-8-16,-5-6-9 15,0-6-3-15,0-3 1 16,0-46 1-16,0-19-30 15,-10-18 21-15,-11-4 0 16,12-6-16-16,9 1 13 16,0 9 6-16,40 15 7 15,26 20 10-15,-5 17-1 16,0 16-2-16,-11 15 3 16,-3 3 2-16,-7 21 5 0,-5 27 1 15,-18 12 8 1,-17 9 6-16,0-6-3 0,-17-4 7 15,-32-3 4-15,-8-11-1 16,1-8-1-16,11-9-3 16,19-13-7-16,17-5-6 15,1-1-4-15,8 0-1 16,0 9-1-16,0 8 1 16,31 5 3-16,42-2-2 15,7-2 0-15,8-6-1 16,-8-4-13-16,-10-5-15 15,-8-3-9-15,-15 4-17 0,-7-4-69 16,-19 3-131-16,-21 5-192 16</inkml:trace>
  <inkml:trace contextRef="#ctx0" brushRef="#br0" timeOffset="31471.5">19611 14606 1004 0,'0'0'22'0,"0"0"-17"16,0 0 61-16,0 0 19 15,0 0 29-15,467 17-51 16,-182-17-42-16,35-28 10 16,27-15 25-16,28-1-26 15,2-4-17-15,-28 9-6 0,-33 1-4 16,-57 4 1-16,-47 8-2 16,-32 1-2-16,-44 7 1 15,-39 4-4-15,-31 5-10 16,-31 6-72-16,-30 3-68 15,-5 0-77-15,-80 12-331 16</inkml:trace>
  <inkml:trace contextRef="#ctx0" brushRef="#br0" timeOffset="31754.23">20759 14953 1180 0,'0'0'63'0,"0"0"-56"15,0 0 4-15,0 0 92 16,0 0 4-16,0 0-54 16,-19 134 17-16,43-45-30 15,2 0-12-15,-5 4-12 16,-2-10-12-16,7-5-4 15,-5-16-9-15,5-11-17 0,-3-15-41 16,13-16-41 0,6-14-96-16,12-6-40 0,3-9-183 15</inkml:trace>
  <inkml:trace contextRef="#ctx0" brushRef="#br0" timeOffset="32257.85">21282 15140 617 0,'0'0'106'15,"0"0"27"-15,0 0 8 16,0 0-2 0,0 0-65-16,0 0-5 0,-132-93-26 15,132 127-23-15,0 19 29 16,0 9-22-16,47-3-22 0,19-2-3 16,10-14-1-16,-5-8-1 15,-5-13-2-15,-19-7-10 16,-17-13-19-16,-11-2 10 15,-2-6-5-15,-13-33 18 16,-4-14 2-16,0-13 5 16,-4 1 0-16,-17-1 2 15,16 9 0-15,5 12-1 16,0 9 1-16,26 13-1 16,23 8 1-16,17 10-1 0,5 5-2 15,2 0 0-15,-7 26 2 16,-7 19 3-16,-12 8 1 15,-7 4 3-15,-9-4-7 16,-10 4 4-16,-2-8 4 16,7-11-2-16,0-8-3 15,9-12-3 1,-4-10 2-16,9-8 4 16,0 0-2-16,2-17-1 0,-1-22 6 15,-6-12-4-15,-21-8 14 16,-14-4 5-16,0-2-3 15,-45-1 2-15,-35 12-6 16,-28 15-12-16,-24 18-2 0,-15 21-3 16,-10 0-27-16,-6 11-38 15,10 26-99-15,21 2-235 16</inkml:trace>
  <inkml:trace contextRef="#ctx0" brushRef="#br0" timeOffset="35274.37">23484 12255 694 0,'0'0'70'0,"0"0"5"15,0 0 57-15,0 0 19 0,0 0-28 16,0 0-50 0,0 0-22-16,-233-15-28 0,101 111 25 15,-7 26 5 1,11 21-19-16,27 15 6 0,26 4-16 15,35 2 6 1,28-3-1-16,12-3-19 0,56-3 4 16,41-15-12-16,21-12-1 15,2-24-1-15,3-29-2 16,9-24 2-16,4-31 0 16,18-20-3-16,8-26 2 15,6-51 1-15,-1-38-5 16,-9-25 4-16,-31-11 2 0,-35-13 0 15,-52-15 4-15,-40-12-4 16,-14-8-1-16,-104 1-16 16,-40 25-26-16,-49 52-45 31,-31 57-16-31,-33 64-33 0,-12 31-173 0,-19 57-268 16</inkml:trace>
  <inkml:trace contextRef="#ctx0" brushRef="#br0" timeOffset="38310.43">1177 4183 993 0,'0'0'9'0,"-269"99"-4"16,189-67 70-1,43-17 4-15,27-11-56 0,10-4-17 32,0 0 2-32,83-39 33 15,63-45-17-15,61-38-10 16,38-33-6-16,15-16 1 15,-1-11-1-15,10-5 30 16,16-4-1-16,15 2-7 16,-10 17-14-16,-31 29-5 15,-56 38 0-15,-71 36 1 16,-66 40-10-16,-45 23 1 0,-21 6-3 16,0 9-7-16,-52 42-76 15,-45 21-98-15,-35 17-150 16,-14 0-203-16</inkml:trace>
  <inkml:trace contextRef="#ctx0" brushRef="#br0" timeOffset="45089.06">6178 4926 600 0,'0'0'14'0,"0"0"-10"0,0 0 78 0,0 0 80 16,0 0-62-16,0 0-45 16,0 0-22-16,0 0-9 15,-208-8-8-15,208 8-6 16,0 0-10-16,31 0 15 15,39 0-13-15,32 0 9 16,37 0 23-16,28 0-2 16,1-4-1-16,-10-10-14 15,-26 5 4-15,-47 2-3 16,-29 7-12-16,-25 0-6 16,-22 0 0-16,-4 0 0 0,7 0-15 15,-3 0 4-15,26 0-21 31,31 11-86-31,26-11-306 0</inkml:trace>
  <inkml:trace contextRef="#ctx0" brushRef="#br0" timeOffset="45765.67">11423 5040 692 0,'0'0'11'0,"0"0"-3"15,-273 6 136-15,237-4-1 16,24-2-44-16,12 0-53 15,0 0-46-15,74 0 0 16,62 0 45-16,62 0-28 16,45-7-5-16,21-7-7 15,-5-4-1-15,-13 4 0 16,-18-1 6-16,-8 0-2 16,-18 5 3-16,-13-1-3 0,-29 2 4 15,-47 3 10 1,-47 3 6-16,-35 0-14 0,-31 3-5 15,0 0 5-15,0 0-6 16,0 0-8-16,0 0-11 16,0 0-14-16,0 0-47 15,-31 3-87-15,-13 15-123 16,-22 3-234-16</inkml:trace>
  <inkml:trace contextRef="#ctx0" brushRef="#br0" timeOffset="46725.56">2728 12813 609 0,'0'0'79'0,"0"0"39"15,0 0 11-15,0 0-12 0,-179-163-13 16,170 148-68 0,4 9 26-16,0 1 3 0,5 5-16 15,0 0-13-15,-4 0-3 16,4 0-1-1,-7 0-10-15,2 0-14 0,5 32 0 16,0 27 13-16,0 18 17 16,12 10-13-16,16-2 8 15,-2-2-23-15,-10-9 2 16,3 0 9-16,-2-8-16 16,-8-11-2-16,-4-4-3 15,7-5-1-15,-3-17-13 16,1-8-20-16,6-9-80 15,8-12-125-15,2-30-102 16,4-36-172-16</inkml:trace>
  <inkml:trace contextRef="#ctx0" brushRef="#br0" timeOffset="47197.38">3344 12950 678 0,'0'0'17'15,"0"0"36"-15,0 0 109 16,0 0-65-16,0 0-50 16,0 0-10-16,-109 20 9 15,90-20 8-15,-2-12-15 0,7-8-25 16,-2-9 5-16,16-1-17 16,0-3 23-16,0 0-25 15,21 6-1-15,24 3-3 16,6 12 4-16,4 9-1 15,1 3 0-15,1 0-1 16,-8 43 0-16,-6 8 2 16,-13 10 9-16,-20 7-5 15,-10 2 9-15,0-6 0 16,-35-3 16-16,-22-10 1 16,0-12-7-16,8-6 17 0,2-16-10 15,11-1-10 1,17-8 1-16,15-8-2 15,4 0-7-15,0 0-5 0,0 0 1 16,0 0-8-16,0 0-10 16,0 0-6-16,40 0 13 15,31-19-2-15,25-3-23 16,15-9-78-16,7 5-73 16,-12-1-70-16,-9-1-46 15,-15 8-152 1</inkml:trace>
  <inkml:trace contextRef="#ctx0" brushRef="#br0" timeOffset="47354.08">4110 13127 891 0,'0'0'136'0,"0"0"-73"15,0 0 93-15,0 0-73 16,0 0-47 0,0 0 6-16,0 106 52 0,0-51-54 15,0 1-35-15,0 7-4 16,0 5-1-16,0 2-13 15,0-8-88-15,0-12-119 16,0-26-197-16</inkml:trace>
  <inkml:trace contextRef="#ctx0" brushRef="#br0" timeOffset="47747.64">4329 12750 945 0,'0'0'29'0,"0"0"84"15,0 0 16-15,0 0-80 16,0 0-43-16,0 0-6 16,-26 12-1-16,26 42 1 0,0 17 5 15,0 4-1-15,0-1-2 16,14-6-2-16,17-10-2 15,7-13-2-15,-3-16 1 16,10-10-2-16,-5-17 1 16,0-2-11-16,3-2 13 15,-3-40 2-15,-5-12 7 16,-14-12-2-16,-21-3 11 16,0 1 13-16,-12 8 18 15,-37 13-15-15,-8 11 10 16,8 15-18-16,-8 13-6 15,1 8-18-15,6 0-5 16,8 0-22-16,11 29-93 0,22 16-56 16,9 2-93-16,0 1-109 15</inkml:trace>
  <inkml:trace contextRef="#ctx0" brushRef="#br0" timeOffset="48166.77">4843 12841 714 0,'0'0'92'0,"0"0"-34"0,0 0 98 15,0 0-60-15,0 0-22 16,0 0-51-16,-16-72-23 16,16 72-1-16,0 17 1 15,0 25 1-15,0 11 10 16,0 8-7-16,0-1-2 15,16-7-2-15,12-4 1 16,10-5-1-16,2-11-3 16,10-7 3-16,6-11-6 15,6-6 6-15,-1-9 0 16,0 0-2-16,-7-30 2 0,-6-18 8 16,-13-6-4-16,-16-5 0 15,-19-5 10-15,0-1 26 16,-40 6 7-16,-31 5-26 15,0 15 11-15,1 13-10 16,4 14-17-16,0 9-5 16,14 3 0-16,7 0-17 15,14 12-47-15,10 27-82 16,12 10-81-16,-8 8-101 16,17-8-145-16</inkml:trace>
  <inkml:trace contextRef="#ctx0" brushRef="#br0" timeOffset="48504.08">5548 12798 840 0,'0'0'20'16,"0"0"50"-16,0 0 85 16,0 0-67-16,0 0-73 15,0 0-15-15,-66 43 0 16,66 21 1-16,17 7 12 0,18 4-13 15,14-11 2-15,13-5-4 16,-1-11-2-16,5-13-1 16,-5-16 5-16,-11-16 2 15,-3-3 0-15,-2-22 1 16,-10-22 5-16,-14-16 0 16,-16-6 18-16,-5-2 38 15,-14-1-19-15,-52 9-5 16,-12 19-2-16,-2 8-27 15,-7 21-2-15,7 9-9 16,14 3-18-16,14 12-69 16,26 24-107-16,26 2-306 0</inkml:trace>
  <inkml:trace contextRef="#ctx0" brushRef="#br0" timeOffset="48803.4">7033 13248 1268 0,'0'0'0'0,"0"0"-32"15,0 0 32 1,0 0 57-16,0 0-40 0,0 0-1 15,264-21 21-15,-77 19-11 16,-8-10 1-16,-21 0 4 16,-17-2-20-16,-14-8-5 15,-4 5-2-15,0-8-4 16,2 4-4-16,23-2-82 16,-2-7-191-16,8-11-429 15</inkml:trace>
  <inkml:trace contextRef="#ctx0" brushRef="#br0" timeOffset="49196.99">9030 12918 921 0,'0'0'37'15,"0"0"-18"-15,0 0 118 0,0 0-49 16,0 0-50-16,0 0-16 15,-203-171-16 1,203 142 6-16,0-1-12 16,59 3-2-16,14 6-8 0,3 12 5 15,-5 7-1-15,-1 2 3 16,-8 2 2-16,4 36 1 16,-19 11 0-16,-28 14 1 15,-19 8 6-15,0 4-3 16,-62 0 9-16,-13-7 1 15,4-5 16-15,5-7-4 16,10-6-2-16,15-10-5 16,25-14-1-16,11-15-5 0,5-5-12 15,0-6-1-15,26 0 0 16,66 0 4-16,40-17-4 16,31-31 0-16,4-2-80 31,-4-4-69-31,-36 0-56 0,-25 6-138 0,-36-1-307 15</inkml:trace>
  <inkml:trace contextRef="#ctx0" brushRef="#br0" timeOffset="49416.49">9994 12601 941 0,'0'0'60'0,"0"0"18"0,0 0 78 15,0 0-66-15,0 0-47 16,0 0-21-16,-18 22-7 15,32 28 66-15,7 7-59 16,-7 3-18-16,3 2-4 31,1 4-4-31,4-3-8 0,-6 3-102 0,-6-2-74 16,-6-5-115-16,-4-10-230 16</inkml:trace>
  <inkml:trace contextRef="#ctx0" brushRef="#br0" timeOffset="49605.4">10525 13055 1155 0,'0'0'14'0,"0"0"17"16,0 0 100-16,0 0-55 16,0 0-53-16,0 0 2 15,9 126 4-15,-9-43-24 16,0 3-5-16,0 6-3 15,0-8-106-15,-16-12-76 16,11-28-137-16,0-29-202 0</inkml:trace>
  <inkml:trace contextRef="#ctx0" brushRef="#br0" timeOffset="49950.49">10702 12771 458 0,'0'0'438'0,"0"0"-375"16,0 0 60-16,0 0-36 16,0 0-68-16,0 0-19 15,-10 33 1-15,10 21 15 16,14 3-5-16,12-2-6 16,5-9 0-16,9-11-3 0,0-10-2 15,3-14 1-15,1-11 1 16,1 0 0-16,7-5 12 15,-7-30 4-15,-3-14 3 16,-18-7 24-16,-24-11 3 16,0 5-5-16,-10 5-4 15,-46 16-15-15,-10 10-1 16,-5 16-18-16,-4 10-5 16,-8 5-2-16,-2 5-8 15,14 38-65-15,24 16-89 16,28 0-121-16,19-2-180 15</inkml:trace>
  <inkml:trace contextRef="#ctx0" brushRef="#br0" timeOffset="50343.21">11282 12635 829 0,'0'0'16'16,"0"0"8"-16,0 0 144 15,0 0-41-15,0 0-74 16,0 0-49-16,9-66 7 16,-9 87-9-16,0 24 18 0,0 10 5 15,0 2-21-15,5 0 0 16,11-6-1-16,15-6-3 16,0-7 0-16,4-6 0 15,5-4 0-15,0-10-1 16,-5-10 1-16,-4-5-9 15,-5-3 0-15,5 0 9 16,-5-17 21-16,0-18-17 16,-12-13 6-16,-10-6 5 15,-4-6 33-15,0 6 2 0,-35 7-20 16,-10 10-3 0,-7 14-2-16,-4 11-14 0,-6 9-10 15,4 3-1-15,-4 0-11 16,10 9-4-16,17 20-72 15,26 8-93-15,9-2-169 16,0-4-158-16</inkml:trace>
  <inkml:trace contextRef="#ctx0" brushRef="#br0" timeOffset="50736.5">11897 12544 808 0,'0'0'49'16,"0"0"98"-16,0 0 13 16,0 0-93-16,0 0-60 15,0 0 6-15,0-20-7 16,-12 59 7-16,7 8-2 16,5 7-7-16,0 3 4 15,0 0-3-15,17-5-5 16,6-3-4-16,3-7 3 15,10-7 1-15,-1-15 0 0,8-7 7 16,1-13-4-16,13 0-1 16,4-19 6-16,1-15 5 15,-18-9 9-15,-13-4 8 16,-22-1 8-16,-9-3 0 16,0 1-10-16,-26 3-15 15,-28 7-13-15,-7 14-5 16,-10 11-17-16,-11 15-73 15,-20 0-93-15,-30 9-171 16,-26 12-295-16</inkml:trace>
  <inkml:trace contextRef="#ctx0" brushRef="#br0" timeOffset="55000.01">3836 12032 621 0,'0'0'37'16,"0"0"0"-16,0 0 64 0,0 0 97 15,0 0-128 1,0 0-25-16,0 0 45 0,-127-144-37 15,122 142 7-15,5 2-9 16,-7 0-23-16,3 0-15 16,4 0-2-16,0 17-10 15,0 28 10-15,0 18 12 16,21 12-8-16,14 5-6 16,1-6 1-16,-1-4-7 15,0-8 3-15,-9-8-5 16,-5-4 0-16,-2-11 3 15,-7-13-4-15,-7-8 1 16,0-8 0-16,-1-7-1 16,-4-3 0-16,0 0 2 0,5 0 0 15,-5 0 2-15,0-9 3 16,0-30-7-16,-31-18-8 16,-4-10 7-16,-5-7-7 15,9 3 5-15,5-7-4 16,7 10 2-16,3 5-1 15,2 12 1-15,9 4 2 16,5 8 1-16,0 1-12 16,0 2 10-16,14 3-20 15,26 9 13-15,12 3 3 16,5 10-3-16,2 11 10 0,2 0-8 16,0 22 6-16,-4 15 2 15,-12 1 1-15,-19-5 0 16,-10-3-6-16,-16 6-4 15,0 12-6-15,-66 11 2 16,-38 12 9-16,-16 4-155 16,-7-10-69-16,4-19-76 15</inkml:trace>
  <inkml:trace contextRef="#ctx0" brushRef="#br0" timeOffset="58847.63">10006 11572 635 0,'0'0'14'16,"0"0"85"-16,0 0 53 16,0 0-36-16,-21-161-13 15,21 158-26-15,0 3-25 16,0 3-20-16,0 45-18 16,9 23 58-16,8 25-39 15,-8 3-15-15,-9-1-9 16,0-9 2-16,0-15-8 15,0-19-2-15,0-19 3 0,0-19-7 16,0-11 6-16,0-3-2 16,0-3 1-16,0 0 6 15,0-26 2-15,0-37-7 16,0-20 0-16,0-11-3 16,0 5 0-16,0 9 1 15,12 8 0-15,-2 16-1 16,-1 16 1-16,0 17 1 15,-2 14-2-15,-2 9 0 16,9 0 1-16,12 6 1 16,26 36 1-16,7 14 16 15,7 4-9-15,0 5 1 0,-5 1-4 16,-4-6-6-16,0 3 0 16,-13-7-1-16,-8-3 0 15,-15-2-2-15,-12 1-33 16,-9-9-41-16,0-3-90 15,0-17-57-15,0-16-140 16,-26-7 9-16</inkml:trace>
  <inkml:trace contextRef="#ctx0" brushRef="#br0" timeOffset="59020.47">9893 11984 628 0,'0'0'66'0,"0"0"79"16,0 0-35-16,0 0-51 15,0 0-26-15,0 0 19 16,215-26-24-16,-48 1-28 16,26-7-14-1,10-10-146-15,0-9-185 0,-34-3-148 16</inkml:trace>
  <inkml:trace contextRef="#ctx0" brushRef="#br0" timeOffset="59901.53">6107 14077 872 0,'0'0'20'0,"0"0"57"0,0 0 40 15,0 0-26-15,0 0-9 16,0 0-26-16,-111-74-28 15,111 74-2-15,0 30-12 16,0 40-6-16,0 21 32 16,0 17-21-1,5-1-4-15,16-4-7 0,2-3-2 16,3-8-2-16,0-15-3 16,5-20-1-16,-10-18 1 15,-2-18 0-15,-2-12-1 16,-3-7-1-16,7-2-1 0,19 0-1 15,26 0 3 1,31-11 5-16,30-12-5 0,40-5 0 16,36 5 0-16,38-1 2 15,23 2-2-15,30-1-1 16,25-1-1-16,1-3-3 16,1-5-10-16,-5-5-1 15,-22-1 6-15,-15-4 5 16,-34-2 3-1,-38-1 4-15,-28-6-1 0,-32 2 2 0,-29 0-2 16,-27-2 3-16,-25 0 5 16,-21 3-2-16,-19 4 6 15,-16-2-1-15,-10-6 2 16,0-8 7 0,-31 0-14-16,-14 3 13 15,-7 3-6-15,12 13-4 0,10 7-6 16,4 11 5-16,12 6-5 15,2 6-4-15,7 5-2 16,5 6 2-16,-5 0-13 31,5 0-57-31,-14 0-64 0,-33 17-177 0,-33 21-338 16</inkml:trace>
  <inkml:trace contextRef="#ctx0" brushRef="#br0" timeOffset="60305.97">6703 15758 833 0,'0'0'59'0,"0"0"26"16,0 0 60-16,0 0 5 15,0 0-43-15,0 0-50 16,-56-113-24-16,56 113-10 15,0 38-8-15,4 21 12 0,36 12 4 16,-4 7-19-16,6-4-7 16,-6-4-2-16,-13 1-3 15,-2-6 0-15,-11-5-1 16,-10-14-11-16,0-7-63 16,0-19-62-16,-10-17-94 15,-51-3-52-15,-19-28-210 16</inkml:trace>
  <inkml:trace contextRef="#ctx0" brushRef="#br0" timeOffset="60499.24">6123 15856 332 0,'0'0'179'0,"0"0"-128"16,0 0 54-16,0 0 19 16,0 0-93-16,26-168 21 15,45 133-18-15,21 0-3 16,2 7-4-16,3 2-16 15,-10 7-7-15,-21 13-4 16,-9 6-14-16,-22 0-87 16,-9 13-102-16,-21 29 31 15,-5 11-90-15</inkml:trace>
  <inkml:trace contextRef="#ctx0" brushRef="#br0" timeOffset="60685.62">6427 16383 82 0,'0'0'46'15,"0"0"61"-15,0 0-5 16,0 0-6-16,0 0-17 16,0 0-24-16,-30 138 43 15,82-138-29-15,18-12 3 16,22-27-42-16,19-5-26 16,7-8-4-16,2-5-98 15,3 5-72-15,-17 1-144 16</inkml:trace>
  <inkml:trace contextRef="#ctx0" brushRef="#br0" timeOffset="60925.1">7592 16047 566 0,'0'0'309'0,"0"0"-281"0,0 0 82 16,0 0-6-16,0 0-61 15,0 0-15-15,-21 3-9 16,56-3-7-16,36-19 9 16,11-13 3-16,10-2-16 15,-7 0-5-15,-12 3-3 16,-7 10-1-16,-21 7-47 16,-19 11-74-16,-26 3-143 15,0 8-48-15,-31 32-2 16</inkml:trace>
  <inkml:trace contextRef="#ctx0" brushRef="#br0" timeOffset="61086.18">7733 16226 478 0,'0'0'84'0,"0"0"-44"0,0 0 96 16,0 0-11 0,0 0-87-16,0 0-17 0,88-6 16 15,23-37-13-15,21-9-24 16,11-14-36-16,-22-12-172 15,-29 1-156-15</inkml:trace>
  <inkml:trace contextRef="#ctx0" brushRef="#br0" timeOffset="64896.35">20943 3745 520 0,'0'0'140'0,"0"0"-114"16,0 0 124-16,0 0-12 16,0 0-33-16,0 0-48 15,-347-140 13-15,236 140-24 0,-32 40-1 16,-13 33-5 0,-23 31-23-16,7 27 1 0,19 7-3 15,25 8 8-15,43-3-8 16,29 3-5-16,42 0-4 15,14-3 4-15,14-8-10 16,78-12 5-16,35-16-3 16,31-21 0-16,2-17-2 15,15-25 0-15,-3-25 0 16,7-19-2-16,-2-5 2 16,7-50 3-16,-7-23 7 15,-1-21-7 1,-13-21 4-16,-36-15 3 0,-44-22 1 0,-64-9 6 15,-19-8-9-15,-66 13-5 16,-59 19-3-16,-50 34-14 16,-32 40-14-16,-38 46-63 15,-24 22-93-15,-21 40-177 16,-5 31-354-16</inkml:trace>
  <inkml:trace contextRef="#ctx0" brushRef="#br0" timeOffset="67706.63">11230 1245 181 0,'0'0'330'15,"0"0"-327"-15,0 0 10 0,0 0 96 16,0 0-12-16,-10-172 32 16,-86 146-40-16,-32 13-15 15,-34 3-3-15,-36 10-51 16,-40 4-10-16,-38 41 13 16,-54 23-10-16,-36 24-10 15,-20 23 2-15,11 14 3 16,59 2 17-16,71-7-2 15,84-15-13-15,79-10-3 16,72-4-4-16,15 7 2 16,127 2-5-16,71-5 2 15,87-9-1-15,87-16 7 16,50-17 1-16,44-9-9 0,27-19-5 16,16-23-8-16,26-6 10 15,28-44-1-15,21-32-9 16,22-22-9-16,-12-16 13 15,-29-7 3-15,-77-11 6 16,-123-4 1-16,-132-5 9 16,-134-8-5-16,-104-4 3 15,-163 10 6-15,-143 19-14 16,-126 24-2-16,-96 41 1 16,-52 33 2-16,-26 26 2 0,-14 14-3 15,-9 55-5-15,-10 35 1 16,-7 29-57-16,35 30-195 15,57 9-74 1</inkml:trace>
  <inkml:trace contextRef="#ctx0" brushRef="#br0" timeOffset="71897.4">934 10761 1046 0,'0'0'0'0,"0"0"0"16,0 0 51-16,0 0-10 15,0 0-30-15,0 0-3 16,0 0 1-16,-214 122-4 16,322-169 17-16,60-40-2 15,49-48 0-15,37-32 4 16,27-14 8-16,13 2-8 15,15 6 11-15,12 17-26 16,-5 19-6-16,-38 27-3 16,-45 36-12-16,-58 31-48 15,-83 38-186-15,-83 5-130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8:58:56.049"/>
    </inkml:context>
    <inkml:brush xml:id="br0">
      <inkml:brushProperty name="width" value="0.05292" units="cm"/>
      <inkml:brushProperty name="height" value="0.05292" units="cm"/>
      <inkml:brushProperty name="color" value="#FF0000"/>
    </inkml:brush>
  </inkml:definitions>
  <inkml:trace contextRef="#ctx0" brushRef="#br0">17227 1342 288 0,'0'0'439'16,"0"0"-374"-16,-61-192 100 15,26 153 14 1,4 15-46-16,17 12-31 0,-3 12-28 16,17 0-38-16,-4 21-25 15,4 48-6-15,0 23 14 0,0 16-1 16,0 4-12 0,0-1-4-16,0-7-1 0,0-5 1 15,0-16-2 1,0-23 0-16,0-22-1 0,0-19 0 15,-5-16 0-15,0-3 2 16,-7-24-2-16,8-41 0 16,-6-31-11-16,10-19 6 15,0 0 6-15,5 1-4 16,35 8 4-16,3 19 1 31,-8 28-1-31,-16 20 3 0,-3 21-2 0,-6 15 2 31,11 3-2-31,10 17 1 16,18 40 3-16,12 24 6 16,1 10-5-16,-1 15-3 0,-4 0 1 15,-8 6-2-15,-4-3-2 16,-3-4-2-16,-2-10 0 16,-4-15-10-16,-1-17-57 15,0-20-98-15,-13-20-69 16,-18-23-96-16,-4 0-32 15</inkml:trace>
  <inkml:trace contextRef="#ctx0" brushRef="#br0" timeOffset="173.66">16496 1836 699 0,'0'0'7'16,"0"0"76"-16,0 0 50 15,0 0-60-15,0 0-42 16,0 0-30-16,24-4 19 15,146 4-14-15,68-17-6 16,47-21-106-16,19-11-219 16,0-8-104-16</inkml:trace>
  <inkml:trace contextRef="#ctx0" brushRef="#br0" timeOffset="487.06">18564 1200 695 0,'0'0'6'0,"0"0"12"16,0 0 152-16,0 0-127 15,0 0-24-15,0 0-1 16,-82 134-14-16,82-94 3 16,0-12 4-16,11-3-7 15,8-13-1-15,-2-6 13 0,-8-6 1 16,8 0 32-1,-8-15 41-15,12-22-39 16,-7-9-11-16,-4-2 9 0,-10 2-16 16,0 8-16-16,0 5-10 15,-24 16-7-15,-23 11-1 16,-9 6-45-16,-10 20-128 16,-10 40-112-16,5 11-350 15</inkml:trace>
  <inkml:trace contextRef="#ctx0" brushRef="#br0" timeOffset="880.17">18797 1985 1097 0,'0'0'12'0,"0"0"-8"16,0 0 31-16,0 0 33 15,0 0-15-15,0 0-24 16,-18-45-26-16,18 45-3 16,0 3-2-16,0 30-2 15,9 8 4-15,5-1 0 16,12-8 0-16,0-5-2 16,5-9 1-16,4-6 0 15,-9-6-2-15,-7-6 2 0,-3 0 1 16,-6-9 10-1,-6-24-1-15,-4-12-5 0,0 3 17 16,-4 7 1-16,-36 2-14 16,0 15 0-16,-3 6-7 15,8 12-1-15,4 0-1 16,-4 24-10-16,-1 27-36 16,10 6-87-16,26-4-107 15,0-14-154-15</inkml:trace>
  <inkml:trace contextRef="#ctx0" brushRef="#br0" timeOffset="1163.76">20002 1268 848 0,'0'0'15'16,"0"0"27"-16,0-151 124 15,0 127-31-15,-52 18-50 16,-23 6-66-16,-22 24 10 0,-14 47-8 16,3 28 10-1,23 5-4-15,38-3-3 0,42-2-9 16,5-7-9-16,43-11-1 16,41-9-5-16,23-28 1 15,15-22-7-15,10-22 6 16,5-22-44-16,-5-41-46 15,-5-20-61-15,-14-19-124 16,-28-7-221-16</inkml:trace>
  <inkml:trace contextRef="#ctx0" brushRef="#br0" timeOffset="2616.53">16409 5773 50 0,'0'0'567'15,"0"0"-541"-15,0 0 164 16,-106-167-33-16,94 156-25 16,12 7-23-16,-9 4-60 15,0 31-35-15,-17 40 24 16,-5 20 33-16,5 12-37 16,12-2-25-16,14-6-4 15,0-2 1-15,0-12-5 16,0-16-1-16,0-20 0 0,0-18 0 15,0-16-6-15,5-11 6 16,-5-2-1-16,0-53 4 16,0-25-1-16,0-24-1 15,4-7-2-15,13-1-1 16,-3 4 2-16,0 10 2 16,3 18 0-16,-3 20-1 15,-2 24 2-15,-8 21 2 16,6 15 1-16,16 0-6 15,14 41 0-15,16 30 9 16,1 14 3-16,-8 10-5 16,-2 3-6-16,-6 1 1 15,-1-4-2-15,-10-6 0 0,-4-5-3 16,-12-9-3-16,8-15-49 16,-1-14-86-16,-7-12-91 15,-5-18-81-15,-9-16-38 16</inkml:trace>
  <inkml:trace contextRef="#ctx0" brushRef="#br0" timeOffset="2805.38">15966 6352 664 0,'0'0'13'0,"0"0"17"16,0 0 172-16,0 0-80 15,0 0-58-15,0 0-50 16,-66-53-7-16,158 36 7 15,40-6-14-15,35-3-18 16,22-8-141-16,9-1-84 16,-9 1-35-16</inkml:trace>
  <inkml:trace contextRef="#ctx0" brushRef="#br0" timeOffset="3040.99">17175 6048 724 0,'0'0'88'0,"0"0"-29"15,0 0 121-15,0 0-76 16,0 0-33-16,0 0-14 16,-247 35-20-16,247-35-9 15,14 4-22-15,52 2-1 16,31-6-4-16,21 0 5 16,18 0-6-16,1-6-9 15,-10-13-35-15,-4 2-40 16,-26-4-46-16,-17 2-127 0,-28 2-13 15,-31-7-95 1</inkml:trace>
  <inkml:trace contextRef="#ctx0" brushRef="#br0" timeOffset="3245.67">17517 5836 456 0,'0'0'76'16,"0"0"38"-16,0 0 106 15,0 0-88-15,0 0-19 16,0 0-10-16,-219-31-10 15,219 31-27-15,0 0-34 16,0 36-13-16,0 15 29 0,17 13-21 16,6 7-24-16,15 6-3 15,7 12 0-15,11-2-10 16,20-4-59-16,-1-10-151 16,-2-15-75-16,-14-20-114 15</inkml:trace>
  <inkml:trace contextRef="#ctx0" brushRef="#br0" timeOffset="3482.61">18010 5947 139 0,'0'0'692'0,"0"0"-681"16,0-203 84-16,0 160 88 16,0 17-60-1,0 16-14-15,0 10-40 0,0 0-27 16,0 7-31-16,0 37-5 15,0 16 23-15,0 11-9 16,0 6-10-16,0-5-8 16,0 0-2-16,0-4-3 15,21-2-14-15,15-3-85 16,-6-12-122-16,-6-19-115 16,2-26-289-16</inkml:trace>
  <inkml:trace contextRef="#ctx0" brushRef="#br0" timeOffset="3859.86">18458 5784 845 0,'0'0'30'0,"0"0"49"0,0 0 76 0,0 0-45 16,0 0-39-16,0 0-28 16,-97-128-28-16,97 128-13 15,0 37 2-15,0 8-3 16,0 7 3-16,0 3-4 15,14-2 2-15,3 1 0 32,2 2-2-32,2-2 1 0,14-6-2 15,5-10-1-15,8-6 0 16,6-19-5-16,2-9-10 16,6-4 5-16,-6-9 7 15,-6-37 5-15,-10-9 4 16,-19-11 1-16,-21-6 4 15,0 4 18-15,-14-1-4 16,-43 7 11-16,-4 8-18 16,-5 14-3-16,0 14-8 15,9 14-5-15,17 6-9 16,14 6-40-16,12 18-117 0,10 30-107 16,4 9-206-16</inkml:trace>
  <inkml:trace contextRef="#ctx0" brushRef="#br0" timeOffset="5231.89">21009 5675 784 0,'0'0'19'0,"0"0"100"15,0 0 73-15,0 0-61 16,0 0-28-16,0 0-35 16,-92-122-8-1,92 122-17-15,0 0-4 0,-5 0-14 16,5 0 2-16,0 0-13 16,0 23-1-16,0 25-1 15,0 21 29-15,0 8-18 16,0-2-10-16,21-4-7 15,-2-2 1-15,2-9-4 16,-11-7-3-16,-10-3 1 16,0-5-4-16,0-5-2 15,0-10-22-15,0-13-77 0,0-10-40 16,0-7-69-16,0-13-6 16,0-34-161-16,-5-16-198 15</inkml:trace>
  <inkml:trace contextRef="#ctx0" brushRef="#br0" timeOffset="5733.92">20917 5856 463 0,'0'0'35'16,"0"0"63"-16,0 0 97 15,0 0-40-15,0 0-76 16,0 0 0-16,-123-80-6 16,114 54-20-16,4-5-23 15,5-4-8-15,0-5-6 0,0 2-8 16,40-3-7-16,22 8-1 15,4 2-1-15,9 14 1 16,12 9 0-16,-7 8 1 16,-2 0 1-16,-17 8-2 15,-11 27 0-15,-15 11-2 32,-18 7 5-32,-12 1-2 0,-5-1 2 0,0-5 0 15,-36-9 9-15,-20-4-6 16,-1-4-1-16,3-4 4 15,2-8-9-15,7 0 0 0,10-4 2 16,4-5-1 0,15-4 1-16,11-4-2 15,0-2 2 1,5 0-2-16,0 0 2 16,0 0 0-16,0 0-1 15,0 0-1-15,0 0 1 16,0 0-1-16,0 0-1 15,0 0 1-15,0 0-3 16,0 0 0-16,0 0 3 16,0 0-6-16,0 0 0 15,0 0-7-15,0 0-14 16,0 0-7-16,0 0-23 16,0-2-24-16,10-2-53 0,6 4-72 15,-2 0-47-15,-2 0-205 16</inkml:trace>
  <inkml:trace contextRef="#ctx0" brushRef="#br0" timeOffset="6709.19">15582 6130 942 0,'0'0'15'0,"0"0"0"0,0 0 175 15,0 0-77-15,0 0-57 16,0 0-37-16,-47-183-7 16,143 141 6-16,6 5 27 15,6 22-13-15,-7 12 1 16,1 3-6-16,-6 40 8 16,-15 26 22-16,-25 17-26 15,-30 8 0-15,-26 18-8 16,-5 0-7-16,-72 3-5 15,-20-6-6-15,0-16-3 16,17-15-4-16,14-15-2 16,19-17-47-16,16-9-105 0,17-13-60 15,5-19-97-15,9-2-211 16</inkml:trace>
  <inkml:trace contextRef="#ctx0" brushRef="#br0" timeOffset="6976.58">16567 5934 429 0,'0'0'499'0,"0"0"-492"16,19-188 51-16,-19 149 89 15,-14 19-35-15,-21 17-24 0,-17 3-32 16,-14 32-12 0,-14 40-7-16,-8 24-6 0,13 8 2 15,23 6 8-15,26 3-11 16,26-10 6-16,0-6-23 15,38-14-3-15,42-17-10 16,21-6 0-16,22-20-1 16,4-17-3-16,5-14-34 15,-9-9-44-15,-3-4-63 16,-23-31-103-16,-31-12-168 16</inkml:trace>
  <inkml:trace contextRef="#ctx0" brushRef="#br0" timeOffset="7307.84">15612 6122 793 0,'0'0'11'16,"0"0"100"-16,0 0 27 15,0 0-101-15,76-166-9 0,-5 147 25 16,-1 16-13 0,13 3 2-16,-8 15 1 0,8 38 19 15,-24 22-5-15,-17 15-13 16,-32 8-11-16,-10 4-11 16,-10-4-7-16,-56-9-1 15,-16-4-14-15,6-13 2 16,10-15-4-16,26-8-33 15,19-15-75-15,21-17-55 16,0-11-48-16,21-6-117 16,33-23-89-16</inkml:trace>
  <inkml:trace contextRef="#ctx0" brushRef="#br0" timeOffset="7544.31">16485 5941 434 0,'0'0'42'16,"0"0"63"-16,0-177 46 15,0 159 59-15,0 16-46 16,-19 2-64-16,-33 35-64 16,-14 42 35-16,-21 25 21 15,7 8-41-15,14 10-9 0,21-9-3 16,33-11-16 0,12-7-5-16,16-19-12 0,74-12-6 15,49-13 0-15,38-15 0 16,42-26-61-16,29-8-85 15,2-6-141-15,-12-41-294 16</inkml:trace>
  <inkml:trace contextRef="#ctx0" brushRef="#br0" timeOffset="8160.7">20749 5595 616 0,'0'0'48'0,"0"0"150"16,0 0-16-16,0 0-63 16,0 0-24-16,-259 2 7 15,259-29-41-15,0-5-30 16,0-2-17-16,40 8-5 15,12 7-1-15,5 13 3 16,2 6 1-16,18 0 5 16,-1 37 1-16,6 23 5 15,-11 12 16-15,-26 2-19 16,-29 0-2-16,-16 3 1 16,0-2-12-16,-66-1-2 15,-7 1-5-15,3-6-1 0,8-12-33 16,17-10-65-16,15-9-44 15,9-16-139-15,16-22-200 16</inkml:trace>
  <inkml:trace contextRef="#ctx0" brushRef="#br0" timeOffset="8425.07">21313 5425 736 0,'0'0'21'0,"0"0"106"0,0 0 134 15,0 0-137-15,0 0-37 16,0 0-56-16,-182-40-17 16,95 105 16-16,16 8-3 15,24 10 1-15,28 4-1 16,15-4-4-16,4-3-4 16,9-8-13-16,52-6-2 15,24-9-4-15,12-12 0 16,16-13-1-16,14-20-17 15,5-12-61-15,1 0-30 16,-11-42-73-16,-37-11-148 16,-28-10-177-16</inkml:trace>
  <inkml:trace contextRef="#ctx0" brushRef="#br0" timeOffset="8724.19">20429 5544 806 0,'0'0'22'0,"0"0"25"15,0 0 52-15,0 0 9 16,0 0-43-16,0 0-31 16,295-134 11-16,-208 134 3 15,-7 43 8-15,-9 29 1 16,-19 15-4-16,-27 6-19 15,-25 3-16-15,0-7-4 16,-70-3-1-16,-17-9-11 16,-1-8-2-16,13-9-3 15,14-15-28-15,20-15-92 16,25-16-77-16,11-14-80 16,5-3-111-16</inkml:trace>
  <inkml:trace contextRef="#ctx0" brushRef="#br0" timeOffset="8976.04">21075 5523 643 0,'0'0'37'0,"0"0"116"15,0 0 62-15,0 0-86 16,0 0-28-16,0 0-47 16,-61-91-31-16,-10 169 12 15,0 18 1-15,15 5-5 16,30-7-5-16,26-8-2 0,0-11-10 15,47-13-5-15,49-9-7 16,29-16 0 0,29-21-2-16,18-16-2 0,7 0-50 15,-7-37-60-15,-19-23-110 16,-26-17-321-16</inkml:trace>
  <inkml:trace contextRef="#ctx0" brushRef="#br0" timeOffset="9966.59">16867 4797 590 0,'0'0'32'0,"0"0"93"15,0 0 118-15,0-175-67 16,0 159-25-16,0 13-55 16,-5 3-41-16,0 0-26 15,-7 31-15-15,3 31-7 0,-5 19 6 16,-7 3 3-16,4-10-11 16,8-17-2-16,-1-16-3 15,6-14 1-15,4-14-1 16,-5-11 0-16,5-2 0 15,0 0 4-15,0-29 2 16,0-40-3-16,0-24-3 16,5-14 0-16,13-1 2 15,-1 10-1-15,-3 11-1 16,-2 23 3-16,-3 27-3 16,-4 19 10-16,0 18 10 15,21 0-14 1,14 42-5-16,16 30 2 0,10 17 7 0,-4 12-5 15,-18 7-3-15,-18-1-2 16,-16 1-2-16,-10-8-5 16,0 0-35-16,0-17-75 15,-31-11-149-15,-9-27-80 16,-9-33-229-16</inkml:trace>
  <inkml:trace contextRef="#ctx0" brushRef="#br0" timeOffset="10123.67">16440 5149 891 0,'0'0'14'0,"0"0"49"31,0 0 83-31,0 0-115 0,0 0-20 0,467-103-11 16,-177 52-9-16,56-12-166 15,10-8-194-15</inkml:trace>
  <inkml:trace contextRef="#ctx0" brushRef="#br0" timeOffset="10485.12">20754 4377 833 0,'0'0'28'0,"0"0"14"16,0 0 152-16,0 0-76 16,0 0-18-16,0 0-9 15,-158-131 1-15,154 131-33 16,4 0-24-16,0 11-17 15,-5 32 0-15,0 13 13 0,5 8 4 16,0 0-19-16,0 1-1 16,0 1-15-16,0 6 1 15,0-10-1-15,5-2-6 16,0-6-13-16,-5-9-86 16,4-12-89-16,1-19-81 15,-5-14-213-15</inkml:trace>
  <inkml:trace contextRef="#ctx0" brushRef="#br0" timeOffset="10956.16">20632 4422 783 0,'0'0'25'16,"0"0"106"-16,0 0-43 16,-19-159-20-16,49 124-30 15,25 9-22-15,6 4-3 16,5 11 3-16,-5 11 3 15,-4 0-9-15,-12 14-3 16,-10 28 8-16,-19 6 0 16,-16 8 7-16,0 1-5 15,0 0 0-15,-47-10-5 16,-2-2-5-16,-12-9-1 16,9-13 4-16,2-5 1 0,15-8-2 15,9-4 4-15,12-3-10 16,2-3 0-16,12 0 0 15,0 0-3-15,0 0 1 16,0 0-1-16,35 0 0 16,31-6 8-16,17-13-7 15,-3 5 3-15,7 2-2 16,-11 12-1-16,-6 0 7 16,3 9-6-16,-7 27 11 15,-21 8 10-15,-19 4 3 0,-21 0 7 16,-5-1 10-1,-35-1-9-15,-62-3 24 0,-26 2-40 16,-9-11-18-16,0-11 0 16,10-11 0-16,20-12-15 15,27 0-66-15,23-20-97 16,21-34-209-16</inkml:trace>
  <inkml:trace contextRef="#ctx0" brushRef="#br0" timeOffset="18229.23">14443 3593 350 0,'0'0'27'15,"0"0"-3"-15,0 0 91 16,0 0-9-16,-271 0-47 15,236 0 2-15,-1 0 16 0,10 0 11 16,-2 0-39 0,7 0-13-16,4 0-4 0,13 0-12 15,4 0 4-15,0 6-6 16,61-6 5 0,52 0 24-16,33 0-1 0,38-15-27 15,14-13-5-15,10-4 2 16,-10 1-5-16,-19 5-5 15,-28 12-2-15,-29 5-4 16,-25 9-2-16,-26 0-4 16,-24 0-7-16,-28 0-27 15,-19 3-48-15,0 21-31 16,-26-4-63-16,-33-6-75 0,-7-7-92 16</inkml:trace>
  <inkml:trace contextRef="#ctx0" brushRef="#br0" timeOffset="18482.77">14356 3493 421 0,'0'0'5'0,"0"0"10"0,0 0 88 16,0 0-5-16,0 0-43 0,0 0-43 15,-146 4-6 1,146 3 0-16,59-6 35 15,49 4 71-15,43-5-73 0,28 0-6 16,19-6-16-16,-5-13-10 16,-20 7-5-16,-32 10-2 15,-28 2-6-15,-33 0-39 16,-18 16-67-16,-22 15-91 16,-24 1-3-16,-16-2-71 15</inkml:trace>
  <inkml:trace contextRef="#ctx0" brushRef="#br0" timeOffset="22788.6">24052 3705 845 0,'0'0'37'0,"0"0"28"0,0 0 66 16,-259-49-31-16,167 54-31 15,-9 50-25-15,-10 19 13 16,14 9 12-16,22 6-21 16,23-6-31-16,26-5-3 15,26-12-10-15,0-7 12 16,26-10-12-16,45-13 0 16,42-13-4-16,24-10 0 15,25-13-3-15,10 0-41 16,-14 0-52-16,-16-13-69 15,-20-1-77-15,-34 1-298 16</inkml:trace>
  <inkml:trace contextRef="#ctx0" brushRef="#br0" timeOffset="23243.1">22956 5788 894 0,'0'0'17'0,"0"0"92"16,0 0 26-16,0 0-64 16,0 0-51-16,0-184-15 15,59 162-1-15,-7 10-3 16,-12 12 1-16,0 0 0 15,-2 8-1-15,-10 30 13 16,-7 5 27-16,-4 3-13 0,-12 1-4 16,-5-5-13-16,0 0-11 15,0-7 0 1,-26-1-15-16,-14-2-67 0,-8-5-88 16,4-9-175-16,8-18-120 15</inkml:trace>
  <inkml:trace contextRef="#ctx0" brushRef="#br0" timeOffset="23510.7">23437 5425 119 0,'0'0'426'0,"0"0"-372"15,0 0 178-15,0 0-57 16,0 0-87-16,0 0-48 15,-89 34-16-15,41 30 24 16,18 8-1-16,16-4-17 16,14 0 6-16,0-5-12 15,0-12-13-15,14-6-11 16,33-7-5-16,7-10-8 16,12-8 6-16,5-8-92 15,2-12-84-15,-7 0-177 16,-17-12-226-16</inkml:trace>
  <inkml:trace contextRef="#ctx0" brushRef="#br0" timeOffset="23730.58">23708 5770 729 0,'0'0'107'0,"0"0"7"15,0 0 45-15,0 0-96 16,0 0-25-16,0 0-16 15,80 0-15-15,-9-3-1 16,12-6 2-16,-3-3-2 16,-10-3-5-16,-4 3-1 31,-9 0-40-31,-22 1-108 0,-13-1-59 0,-22 0-68 16,0-4-302-16</inkml:trace>
  <inkml:trace contextRef="#ctx0" brushRef="#br0" timeOffset="23951.01">23942 5519 519 0,'0'0'71'0,"0"0"135"0,0 0-39 15,0 0-79-15,0 0-35 16,0 0-25-16,-31 21-11 16,31 24 72-1,0 12-40-15,0 2-14 0,0 2-7 16,0-5-15-16,9-3-12 15,1-2-1-15,6-5-1 16,6-7-21-16,1-4-52 16,8-12-121-16,-5-7-117 15,-5-16-97-15</inkml:trace>
  <inkml:trace contextRef="#ctx0" brushRef="#br0" timeOffset="24328.1">24658 5383 611 0,'0'0'67'15,"0"0"152"-15,0 0-86 16,0 0-51-16,0 0-41 16,0 0-14-16,-66-64-7 15,45 64-14-15,0 7-3 16,7 20 0-16,-3 3-2 15,17-1-1-15,0 1 2 0,0 0-2 16,26-3 2-16,26 3 8 16,-2 0 9-16,1 0-18 31,-11 3 3-31,-4 0 0 0,-10-1 9 0,-17-6 12 16,-9 2 8-16,0-11-6 15,0 1 0-15,-5-4-7 16,-35 1-11-16,-11-2-6 15,6-3-3-15,0-8-14 16,2-2-91 0,20 0-76-16,-3-27-212 15,5-24-294-15</inkml:trace>
  <inkml:trace contextRef="#ctx0" brushRef="#br0" timeOffset="24454.18">24496 5358 820 0,'0'0'58'16,"0"0"58"-16,0 0-40 16,0 0-66-16,186-151-8 15,-42 105-2-15,9-8-43 16,-2-5-277-16</inkml:trace>
  <inkml:trace contextRef="#ctx0" brushRef="#br0" timeOffset="30239.55">5654 4571 639 0,'0'0'133'0,"-295"-3"-45"16,194 3 42-16,56 0-13 15,24 0-16-15,21 0-25 16,17 0-32-16,103 0-11 16,99 0-27-16,106 0 14 15,76-8 7-15,47-20-16 16,14-1-5-16,-9 10 7 15,-26 4 2-15,-55 12-3 16,-73 3-7-16,-91 0 2 16,-90 0-5-16,-69 0 0 15,-37 0-2-15,-12 3-6 16,-42 28-1-16,-48 16-22 0,-42 21-58 16,-21 4-106-16,-10-4-184 15,-9 11-411-15</inkml:trace>
  <inkml:trace contextRef="#ctx0" brushRef="#br0" timeOffset="30838.35">5609 11369 692 0,'0'0'164'0,"0"0"-17"0,0 0 33 16,0 0-41-16,0 0-50 16,0 0-39-16,-35 78-24 15,35 9 2-15,0 11 12 16,0-9-23-16,0-15-14 16,-9-10-3-16,-3-20-2 15,7-16-7-15,5-20-3 16,0-8-3-16,0 0-7 15,0-30-6-15,-5-44 14 0,-4-33 7 16,-3-19 5 0,7 3 2-16,5 20 0 0,0 21 7 15,0 32 1 1,0 26 4-16,0 20 27 0,22 4-14 16,27 13-11-16,29 29-10 15,14 15 46-15,-7 17-21 16,-15 7-19-16,-8 4-9 15,-22 6 4-15,-19-2-5 16,-4 0-38-16,-17-6-23 16,0-4-55-16,0-23-82 15,-38-25-74-15,-2-29-179 16</inkml:trace>
  <inkml:trace contextRef="#ctx0" brushRef="#br0" timeOffset="31011.05">5451 11935 624 0,'0'0'304'16,"0"0"-215"-16,0 0-21 16,0 0 22-16,0 0-53 15,0 0-37-15,250-133-5 16,-87 73-6-16,4 1-54 16,-20 8-75-16,-20 9-102 0,-31 12 12 15,-30 21-250 1</inkml:trace>
  <inkml:trace contextRef="#ctx0" brushRef="#br0" timeOffset="31184.09">6576 11640 981 0,'0'0'0'16,"0"0"0"-16,0 0 37 0,0 0 6 15,278-38-4-15,-155-4-9 16,9-2-16-16,-5-1-6 0,-11 0-8 15,-20 13-14 1,-30 5-102-16,-35 5-151 0,-31 8-18 16</inkml:trace>
  <inkml:trace contextRef="#ctx0" brushRef="#br0" timeOffset="31374.12">7118 11191 983 0,'0'0'90'16,"0"0"-67"-16,0 0 87 15,0 0 9-15,0 0-59 16,-5 172-26-16,36-85 27 16,9-1-5-1,-4 4-33-15,6-10-17 0,3-6-6 0,-5-5-18 16,2-9-39-16,-2-15-53 16,-9-21-97-16,-17-24-204 15</inkml:trace>
  <inkml:trace contextRef="#ctx0" brushRef="#br0" timeOffset="31611.19">7769 11044 1204 0,'0'0'59'0,"0"0"-31"15,0 0 90-15,0 0-6 16,0 0-45-16,-5 193-29 15,36-102 13-15,-1-8-27 16,1-3-18-16,0-11-6 16,-5-12-3-16,-12-12-15 15,-5-10-34-15,-2-7-18 16,-7-11-60-16,0-5-83 16,0-12-33-16,0 0-162 15</inkml:trace>
  <inkml:trace contextRef="#ctx0" brushRef="#br0" timeOffset="31987.67">7840 11376 634 0,'0'0'83'16,"0"0"54"-16,7-215 2 15,47 151-82-15,12 17-42 16,12 14-11-16,-3 18 5 16,-4 12-6-16,-10 3 14 15,-4 3-3-15,-27 39-14 16,-15 9 0-16,-15 15 5 15,0 4 4-15,-50-4 5 0,-11-3 0 16,-1-12 9-16,15-12-4 16,17-18-8-16,15-13 1 15,15-4-10-15,0-4-2 16,41 0-27-16,36 2 1 16,8 1 26-16,7 9 3 15,0 10-1-15,-5 10 1 16,-21 8-1-16,-16 0 18 15,-29 3 18-15,-21 1 20 16,0 1 9-16,-42 0 3 16,-39-4-6-16,-20-7-20 15,-5-14-17-15,2-14-12 0,19-6-15 16,3-9-5-16,32-42-30 16,24-27-31-16,26-10-128 15,0 2-203-15</inkml:trace>
  <inkml:trace contextRef="#ctx0" brushRef="#br0" timeOffset="32223.8">8959 11575 1248 0,'0'0'0'0,"0"0"-10"15,0 0 10-15,326 0 48 16,-185-7-32-16,-13-7-8 16,-22 3-8-16,-14 2-3 15,-26 3-22-15,-31-3-109 16,-30-1-204-16,-5-5-237 16</inkml:trace>
  <inkml:trace contextRef="#ctx0" brushRef="#br0" timeOffset="32427.93">9320 11163 1060 0,'0'0'112'16,"0"0"-62"-16,0 0 74 15,0 0-19-15,0 0-43 16,-31 227-9-16,31-146-24 16,10-3-8-16,25-4-15 15,5-8-6-15,7-7-19 16,-2-5-30-16,2-4-46 15,-6-10-82-15,-11-20-83 16,1-14-238-16</inkml:trace>
  <inkml:trace contextRef="#ctx0" brushRef="#br0" timeOffset="32680.02">10504 11274 781 0,'0'0'306'15,"0"0"-288"-15,0 0 65 16,0 0 76-16,-274 39-55 16,213 30-55-16,9 11-24 15,21 4 14-15,27-4-15 0,4-6-4 16,0-8-15 0,40-9 6-16,21-15-2 0,26-12-8 15,29-22-1-15,23-8-11 16,16-8-29-16,15-38-68 15,-2-1-102-15,-6 2-84 16,-11 7-32-16</inkml:trace>
  <inkml:trace contextRef="#ctx0" brushRef="#br0" timeOffset="32931.49">11242 11736 1047 0,'0'0'97'0,"0"0"-81"16,0 0 65-16,0 0 34 16,0 0-66-16,0 0-34 15,75 0-13-15,48 0 10 16,13 0 12-16,6 0-8 16,-6 0-12-16,-13 0-2 15,-10 0 1-15,-11 0-1 16,-6 0-2-16,-6-11 0 15,-8-8-1-15,-16-4-61 0,-14-5-92 32,-28-1-61-32,-24 3-171 0,0 5-38 0</inkml:trace>
  <inkml:trace contextRef="#ctx0" brushRef="#br0" timeOffset="33151.78">12319 11509 151 0,'0'0'391'0,"0"0"-245"15,0 0 12-15,0 0 24 16,0 0-84-16,0 0-49 15,-57-15-22-15,97 15-14 16,22 0 23-16,4 15 16 16,0 10-18-16,-5 9-8 0,-16 12-8 15,-3 11 10 1,-23 12 7-16,-19 8-5 0,0 9-16 16,-14 6-3-1,-47 1-11-15,-10 0-8 0,-7-10-28 16,7-11-54-16,-4-15-72 15,4-16-88 1,-2-20-260-16</inkml:trace>
  <inkml:trace contextRef="#ctx0" brushRef="#br0" timeOffset="38563.24">13125 11516 878 0,'0'0'71'0,"0"0"-2"16,0 0 32-16,0 0 4 15,0 0-52-15,0 0-41 16,0 0-10-16,87-28-1 16,20 11 6-16,6-4 13 15,-7-1-12-15,-14 2-6 16,-17 8 1 0,-14 4-1-16,-30 4 1 0,-10 2-2 15,-16-3 4-15,-5 5-5 16,0 0 7-16,0 0 19 15,0 0 8-15,0 0 5 16,0 0-7-16,0 28-4 16,0 29-9-16,-5 17 9 0,-6 16-2 15,11-4-6 1,0 1-6-16,0 9 8 0,0-11-11 16,0-4 2-16,0-10-5 15,0-20-7-15,0-8 1 16,0-11-2-16,0-13-4 15,0-8-20 1,0-8-31-16,0-3-59 0,4 0-87 16,13-21-78-16,2-11-162 15</inkml:trace>
  <inkml:trace contextRef="#ctx0" brushRef="#br0" timeOffset="38916.61">14259 11530 599 0,'0'0'58'0,"0"0"74"16,0 0 6-16,0 0 2 15,0 0-73-15,0 0-29 16,-198 76-6-16,177-23 9 16,16 7-23-16,5-7-4 0,0-8-8 15,40-1-6 1,7-8 2-16,3-6-1 0,2-3 3 15,4-3-4-15,-1-3 1 16,1 3 3-16,-9-1-1 16,-7 5 8-16,-14 1 5 15,-11 7 17 1,-15 2 16-16,0 8-5 0,-5-3-8 16,-57 3-7-16,-4-7 4 15,0-9-24-15,10-13-9 16,16-8-1-16,14-9-38 15,12 0-17-15,2-44-54 0,3-19-105 16,-1-14-232-16</inkml:trace>
  <inkml:trace contextRef="#ctx0" brushRef="#br0" timeOffset="39122.18">14153 11608 880 0,'0'0'56'0,"0"0"-17"0,0 0 26 16,0 0 16-16,0 0-56 15,0 0-17-15,366-99-4 32,-230 58-2-32,-8-5-2 0,-15 1-47 0,-33 16-137 15,-35 12-355-15</inkml:trace>
  <inkml:trace contextRef="#ctx0" brushRef="#br0" timeOffset="40920">11067 14117 1175 0,'0'0'83'16,"0"0"-71"-16,0 0-3 15,396 26 29-15,21-79 57 16,128-31-31-16,89-14-38 16,38-2 6-16,-17 14 5 15,-65 12-9-15,-93 11-16 16,-89 4-11 0,-87 6 0-16,-78 5 1 0,-59 5-1 0,-48 8 0 15,-51 9-1 1,-42 4-27-16,-43 2-50 0,-31 8-54 15,-106 9-94-15,-56 3-266 16</inkml:trace>
  <inkml:trace contextRef="#ctx0" brushRef="#br0" timeOffset="49989.37">15605 7595 1061 0,'-309'46'18'0,"10"4"-12"16,49-8 39-16,92-21 44 15,102-15 7-15,108-6-46 16,221-27-23-16,196-39 0 16,217-26-16-16,194-19 4 15,157-10-3-15,76-2-5 16,-1 6 18-16,-70 13-15 0,-127 11-2 15,-149 19-4-15,-155 14-4 16,-158 13 0-16,-170 10 1 16,-135 15 0-16,-82 3 0 15,-66 4 6-15,-14 0 8 16,-104 7-15-16,-75 8-50 16,-57 8-62-16,-50 41-135 15,-25 4-359-15</inkml:trace>
  <inkml:trace contextRef="#ctx0" brushRef="#br0" timeOffset="52547.57">2620 12478 1091 0,'0'0'24'0,"0"0"-21"15,-257 165 12-15,226-147 41 16,31-18 13-16,15-9-15 16,117-63-35-16,92-53 19 15,96-64-2-15,81-45-7 16,47-35-17-16,23-15 8 15,22 21-11-15,-19 35-9 16,-38 58-5-16,-63 63-113 16,-131 43-194-16</inkml:trace>
  <inkml:trace contextRef="#ctx0" brushRef="#br0" timeOffset="61306.78">2139 8253 84 0,'0'0'111'15,"0"0"-111"-15,0 0-163 16,0 0 131-16</inkml:trace>
  <inkml:trace contextRef="#ctx0" brushRef="#br0" timeOffset="61967.24">1243 8545 315 0,'0'0'44'0,"0"0"17"16,0 0 41-16,-299 66-3 16,237-46-53-16,13-3 21 15,18-5 12-15,10-8-15 16,21-4 27 0,0 0-20-16,0 0-30 0,21-6-7 15,64-35-2-15,47-25 4 16,52-21-7-16,24-12-1 15,16-1 1-15,4-3 2 16,6 9 6-16,1 1-20 16,-13 13-1-16,-33 9-9 15,-41 19-5-15,-47 15 4 0,-44 20-6 16,-33 8 1 0,-20 7 4-16,-4 2-4 0,0 0 4 15,0 0-5-15,0 0 0 16,0 0-13-16,-40 0 11 15,-40 26-1-15,-33 19-8 16,-45 21-9 0,-24 11-9-16,-20 9-7 0,-22 9 14 15,0 7 8-15,-5-4 2 16,15-5 11-16,16-6 1 16,25-7 0-16,37-8 0 15,30-4 0-15,28-8 0 0,17-3 1 16,16-12-1-1,14-12 0-15,22-19 1 0,9-8-1 16,0-6-3-16,0 0 0 16,49-15 3-16,53-45 17 15,55-29-6-15,53-25 0 16,33-11 2-16,21-7 3 16,5 9 8-16,11-3-8 15,-6 6-10 1,-10 10 16-16,-19 8-1 0,-42 17-2 15,-40 7 0-15,-36 12-5 0,-35 21-5 16,-43 13-4 0,-18 20-5-16,-24 8 0 0,-7 4-15 15,-12 0-132-15,-94 0-387 16</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10-07T09:00:46.189"/>
    </inkml:context>
    <inkml:brush xml:id="br0">
      <inkml:brushProperty name="width" value="0.05292" units="cm"/>
      <inkml:brushProperty name="height" value="0.05292" units="cm"/>
      <inkml:brushProperty name="color" value="#FF0000"/>
    </inkml:brush>
  </inkml:definitions>
  <inkml:trace contextRef="#ctx0" brushRef="#br0">16810 6280 989 0,'0'0'23'0,"0"0"40"0,0 0 109 15,0 0-38-15,0 0-52 16,0 0-43-16,0 0-20 16,-92 140 14-16,92-59 23 15,-5 3-37-15,5-7-14 16,0 1 1-16,0-6-6 0,5-4-1 0,33-5-22 31,11-13-35-31,8-17-118 0,-12-33-135 0,-15 0-287 16</inkml:trace>
  <inkml:trace contextRef="#ctx0" brushRef="#br0" timeOffset="204.57">16897 6328 1008 0,'0'0'22'0,"0"0"13"0,0 0 106 15,0 0-26-15,0 0-53 16,0 0-40-16,-70 9-11 15,70 53 17-15,23 13-5 16,24-4-13-16,10-7-10 16,9-7 0-16,9-10-10 15,5-5-1-15,12-9-41 16,5-13-87-16,0-16-41 16,-5-4-167-16,-22-18-282 15</inkml:trace>
  <inkml:trace contextRef="#ctx0" brushRef="#br0" timeOffset="408.78">17588 6180 655 0,'0'0'141'0,"0"0"24"15,0 0-9-15,0 0-76 16,0 0-21-16,0 0-44 16,-295 166-3-16,269-76 10 15,26 2-14-15,0-6-8 16,0-6 0-16,43-11-22 15,11-15-47-15,7-12-64 16,5-18-56-16,0-21-90 16,0-3-65-16</inkml:trace>
  <inkml:trace contextRef="#ctx0" brushRef="#br0" timeOffset="644.78">17878 6182 485 0,'0'0'182'15,"0"0"-107"-15,0 0 133 16,0 0-57-16,0 0-45 16,0 0-51-16,-158 48-55 15,153 47 21-15,5 9 17 0,0 1-3 16,10-5-18-16,25-6 0 16,8-5-12-16,-13-6-5 15,6 2 0-15,-6-7-6 16,-6-4-15-16,6-13-41 15,1-16-71-15,0-26-139 16,16-19-68-16</inkml:trace>
  <inkml:trace contextRef="#ctx0" brushRef="#br0" timeOffset="991.76">18467 6289 389 0,'0'0'306'0,"0"0"-284"16,0 0 186-16,0 0-75 16,0 0-69-16,0 0-51 15,-44 6-12-15,44 47 14 16,0 4 29-16,0-2-22 16,30-14-14-16,-1-5-4 15,8-16-1-15,-6-11-3 0,-3-6 2 16,3-3 4-16,-1 0 5 15,6-24-8-15,-6-20 7 16,-4-7 9-16,-21 0-3 16,-5 4 24-16,0 5-14 15,0 8-6-15,0 15-8 16,-14 10-11 0,9 9-1-16,-2 0-14 0,2 9-56 15,-9 42-132-15,-12 17-84 16,-4 4-33-16</inkml:trace>
  <inkml:trace contextRef="#ctx0" brushRef="#br0" timeOffset="1274.55">18899 6937 222 0,'0'0'457'15,"0"0"-456"-15,0 0 37 16,0 0 107-16,0 0-66 15,0 0-30-15,167 122-35 16,-115-116-2-16,-12-6 24 16,-9 0-16-16,-10 0-9 15,-7-13 9-15,-2-13 16 0,-12-3 21 16,0 4-7-16,0 7-2 16,0 7 23-16,-12 5-35 15,7 6-33-15,5 0-1 16,-4 0-2-16,-13 6-34 15,-2 31-89-15,-11 9-77 16,13-9-165-16</inkml:trace>
  <inkml:trace contextRef="#ctx0" brushRef="#br0" timeOffset="1604">19927 6242 862 0,'0'0'8'0,"0"0"89"16,0 0 39 0,0 0-33-16,0 0-45 0,0 0-32 15,0 0-2-15,-5 47-7 16,14 23 42-16,6 4-7 15,-4 0-18-15,-6-2-12 0,0 0-3 16,0-4-13-16,-1-6-6 16,8-3 0-16,2-2-4 15,3-8-14-15,6-15-63 16,8-11-73-16,-10-23-53 16,-11 0-130-16,-10-29-199 15</inkml:trace>
  <inkml:trace contextRef="#ctx0" brushRef="#br0" timeOffset="1823.64">19814 6182 644 0,'0'0'27'16,"0"0"81"-16,0 0 55 0,0 0-58 16,0 0-25-16,0 0-31 15,-92-111-22-15,143 105-19 16,20-3-7-1,12 6-1-15,-3 3 0 0,2 0-3 16,-11 0-4-16,0 15-68 16,-26 27-70-16,-15 12-49 15,-23 12-26-15,-7 8-189 16</inkml:trace>
  <inkml:trace contextRef="#ctx0" brushRef="#br0" timeOffset="1996.53">19941 6688 574 0,'0'0'18'0,"0"0"-7"16,0 0 142-16,0 0-56 16,0 0-59-16,0 0 30 15,245 31 16-15,-108-31-43 16,4-13-29 0,-9-10-7-16,-19 2-4 0,-28 0-1 15,-28 6-41-15,-31 6-141 16,-26 6-192-16</inkml:trace>
  <inkml:trace contextRef="#ctx0" brushRef="#br0" timeOffset="2468">16683 7822 950 0,'0'0'25'16,"0"0"-17"-16,0 0 129 16,0 0 16-16,0 0-76 15,0 0-51-15,0 68-8 0,0 2 63 16,12 6-16-1,2 7-36-15,7-9-14 0,-7-2-5 16,-2-7-9-16,2-8-2 16,12-5-2-16,0-3-15 15,9-10-45-15,10-12-115 16,-5-27-116 0,-5 0-222-16</inkml:trace>
  <inkml:trace contextRef="#ctx0" brushRef="#br0" timeOffset="2892.18">17135 8007 973 0,'0'0'32'16,"0"0"83"-16,0 0 13 0,0 0-77 0,0 0-41 31,0 0 18-31,-30 209 7 0,30-155-22 0,0-3-6 16,16-13-6-16,-6-8 1 15,-1-12-2-15,-2-6-1 32,-2-9-7-32,0-3-4 15,4 0-9-15,-4 0 11 16,7 0-12-16,6-23 17 0,13-11 4 16,4-7-5-16,13 4-1 15,6 9 3-15,2-3 0 16,15 11-1-16,12 8 5 15,1 5 1-15,13 7-1 16,-5 0 0-16,-5 24 6 16,-7 16-2-16,-23 3 15 15,-17 11 3-15,-28 3-4 16,-12 7 0-16,-7-8-8 16,-47 3 5-16,-17-2-6 15,-7-6-8-15,7-12-2 16,1-15-45-16,4-22-63 0,9-2-50 15,-14-42-100-15,5-30-156 16</inkml:trace>
  <inkml:trace contextRef="#ctx0" brushRef="#br0" timeOffset="3065.22">17126 7939 762 0,'0'0'39'16,"0"0"16"-16,0 0 47 15,0 0-77-15,0 0-19 16,0 0-1-16,405 0 4 0,-216-9-9 16,4-6 0-1,-21 1-65-15,-28 1-136 0,-38 4-203 16</inkml:trace>
  <inkml:trace contextRef="#ctx0" brushRef="#br0" timeOffset="3379.75">18885 7907 791 0,'0'0'13'0,"0"0"47"0,0 0 47 16,0 0-44-16,0 0-25 16,-47 172-23-16,47-142-3 15,16-9-2-15,10-9 3 16,-2-7-5-16,1-5-6 15,6 0 11-15,4-5-2 16,-4-31 6-16,0-2 16 16,-22-4 33-16,-9 0-17 15,0 5-10-15,0 8-14 16,-9 7 1-16,-22 8-26 16,0 11-14-16,-4 3-15 15,-5 28-104-15,-12 27-18 16,-2 13-192-16,7 4-104 0</inkml:trace>
  <inkml:trace contextRef="#ctx0" brushRef="#br0" timeOffset="3693.69">18965 8527 126 0,'0'0'574'16,"0"0"-570"-16,0 0 78 0,0 0 53 15,0 0-65 1,0 0-33-16,56 143-11 0,-34-125-13 16,1-6 0-16,-2-7-8 15,1-5 3-15,-8 0-5 16,-5 0 7-16,8-3 1 16,-3-23 15-16,-7-5 28 15,-7-3-11-15,0 9-10 16,0 4 19-16,-17 7-9 15,-4 4-1-15,2 8-22 16,3 2-15-16,11-4-5 16,0 4-28-16,1 0-5 15,-6 4-117-15,-2 17-80 0,8-8-179 16</inkml:trace>
  <inkml:trace contextRef="#ctx0" brushRef="#br0" timeOffset="3977.46">19849 7998 1117 0,'0'0'12'0,"0"0"64"0,0 0 58 16,0 0-52-16,0 0-51 15,0 0-23 1,-19 4-3-16,45 47 4 0,2 11 38 15,-7-2-12-15,-4-1-20 16,-8-2-12-16,1-4 0 16,-5 2-2-16,-1-2-1 15,3-3-6-15,3-1-20 16,11-16-78-16,10-25-123 16,9-8-123-16,0-27-182 15</inkml:trace>
  <inkml:trace contextRef="#ctx0" brushRef="#br0" timeOffset="4386.39">20292 8090 153 0,'0'0'659'0,"0"0"-654"15,0 0 40-15,0-160 41 16,26 137-36-16,28 11-27 16,8 7-14-16,4 5 0 15,-5 11 12-15,-5 27-10 16,-15 10-7-16,-11 1 1 0,-13 2 3 15,-17-2 5-15,0-9 3 16,0 3-2 0,-22-9 3-16,-18-5-17 0,-7-3 17 15,2-7-11-15,10-7 32 16,14-7-28-16,7-1-4 16,14-4-2-16,0 0-3 15,0 0 0-15,0 0 1 16,30-9-1-16,29-12-2 15,24-1-13-15,4 11 7 16,-2 11 6-16,-7 0 0 16,2 11 1-16,-5 29 0 15,3 5 2-15,-17 5 12 0,-37 4 12 16,-24-4 1 0,-9 3-11-16,-83 2 5 0,-24-7 0 15,-21-5-12 1,-16-9-9-16,-5-23-53 0,-4-11-138 15,-1 0-216-15</inkml:trace>
  <inkml:trace contextRef="#ctx0" brushRef="#br0" timeOffset="6799.92">16027 3768 249 0,'0'0'1'16,"0"0"-1"-16,0 0-76 0,0 0 0 16</inkml:trace>
  <inkml:trace contextRef="#ctx0" brushRef="#br0" timeOffset="8015.25">16827 3876 237 0,'0'0'8'16,"0"0"1"-16,0 0 25 0,0 0 43 16,-276 45-10-16,266-40-23 15,6-5-6-15,4 7-10 0,0-1-11 16,0 3-1-16,56 2 15 16,24 1 56-16,31-6-34 15,28-3-6 1,24-3-12-16,18 0-20 0,29 0 12 15,24 0-8-15,4-15 0 16,0-11-3-16,-19-2 17 16,-35-1-16-16,-43 3-7 15,-53 7-9-15,-39 4-1 16,-32 10 0-16,-17 5-1 16,0 0-1-16,-22 0-28 0,-44 5-44 15,-21 16-70-15,-14 0 24 16,-5-9-80-16,-26 0-107 15</inkml:trace>
  <inkml:trace contextRef="#ctx0" brushRef="#br0" timeOffset="8235.34">16572 4102 362 0,'0'0'10'0,"0"0"-6"0,0 0-1 16,0 0 39-16,0 0 11 16,0 0-12-16,229 9-10 15,-62-35-11-15,31-8 3 16,26 0-9-16,5-3-4 16,-15 5-5-16,-32 8-5 15,-46 8-2-15,-53 13-6 16,-52 0-140-16,-31 1-215 15</inkml:trace>
  <inkml:trace contextRef="#ctx0" brushRef="#br0" timeOffset="10441.19">17517 9496 982 0,'0'0'62'16,"0"0"-49"-16,0 0 82 16,0 0 30-16,0 0-41 15,0 0-28-15,0 0-21 16,-153-51-14-16,153 63-3 15,47 51-12-15,55 32 10 16,25 16 18-16,19-4-27 16,21-11-3-16,13-16-2 15,18-14 0-15,21-15-1 16,-2-19 1-16,-7-23-1 0,-12-9 8 16,-22-20-2-16,-8-40-3 15,-24-12-2-15,-24-11 0 16,-33-8 7-16,-21 2-8 15,-26 4-1-15,-9 7 0 16,-15 15-2-16,-6 14-47 16,-5 21-47-16,-5 16-95 15,0 12-79-15,-31 8-345 16</inkml:trace>
  <inkml:trace contextRef="#ctx0" brushRef="#br0" timeOffset="10913.5">16845 11411 1175 0,'0'0'0'0,"0"0"-1"16,0 0 1-16,0 0 37 15,-202-197-20-15,211 137-8 16,52 7-9-16,17 15 2 16,2 13 2-1,8 17 6-15,-13 8-4 0,-9 20 2 16,-14 49 5-16,-29 23 19 16,-15 19-6-16,-8 1-12 15,-22 3-4-15,-44-15-2 16,-16-7-4-16,-3-15 3 15,2-16 15-15,8-17 7 16,14-12 0-16,16-15-13 0,14-12-3 16,15 0-7-16,16-6 4 15,0 0 1-15,0 0-2 16,0 0-9-16,0 0 0 16,35-15 1-16,38-25-3 15,24 0 2-15,9-3-7 16,-5 11-10-1,1 7-26-15,-6 10-57 0,-8 9-56 16,-8 6-55-16,-19 0-148 16,-21 0-38-16</inkml:trace>
  <inkml:trace contextRef="#ctx0" brushRef="#br0" timeOffset="11337.81">17557 11596 549 0,'0'0'126'0,"0"0"16"0,0 0 0 16,0 0-20-16,0 0-23 15,0 0-24-15,-56-99-4 16,56 102-12-16,0 54-17 16,0 26 2-16,7 25 9 15,16 20-32-15,3 1 1 16,0 3-12-16,0-5-8 16,-2-16 0-16,-3-22 0 15,0-20-1-15,-11-27-2 0,-10-16-3 16,0-17-3-16,0-9 1 15,0 0 4-15,-10-24 2 16,-46-41-6-16,-15-33-1 16,0-15 4-1,19-11 2-15,17 2 1 0,26 10-1 16,9 12 2-16,0 22-2 16,44 16 0-16,13 18-5 15,9 14 4-15,0 18 2 16,-5 12 3-16,-7 0-3 0,-2 36 5 15,-12 14-2 1,-35 10 1-16,-5 5-4 0,-19 1 4 16,-51 0-2-16,-4-6-2 15,16-12 0-15,6-10-45 16,16-14-44-16,15-6-102 16,12-12-69-16,9-6-220 15</inkml:trace>
  <inkml:trace contextRef="#ctx0" brushRef="#br0" timeOffset="11573.59">18345 12035 861 0,'0'0'74'0,"0"0"-39"15,0 0 90-15,0 0-42 16,0 0-62-16,0 0-16 15,30 0-2-15,32-9-2 16,20-12-1-16,15-4-3 16,-12 3-50-16,-7-1-40 15,-19 8-80-15,-12 4-123 16,-17 11 31-16</inkml:trace>
  <inkml:trace contextRef="#ctx0" brushRef="#br0" timeOffset="11731.07">18543 12300 343 0,'0'0'229'16,"0"0"-180"-1,0 0 0-15,0 0 37 0,0 0-56 16,0 0-19-16,96-15-11 16,6-26-24-16,20-11-92 15,1 1-149-15</inkml:trace>
  <inkml:trace contextRef="#ctx0" brushRef="#br0" timeOffset="11962.01">19519 11709 866 0,'0'0'86'16,"0"0"-22"-16,0 0 88 16,0 0-29-16,0 0-56 15,0 0-35-15,-61 10-2 16,61 43 19-1,0 10-18-15,0 5-21 0,0-2-7 16,0 2-3-16,7 7-6 0,-3-6-30 16,1 2-65-16,14-17-73 15,-3-17-132-15,10-33-396 16</inkml:trace>
  <inkml:trace contextRef="#ctx0" brushRef="#br0" timeOffset="12297.02">19752 11634 906 0,'0'0'50'0,"0"0"3"0,0 0 77 0,0 0-32 15,0 0-44-15,0 0-36 0,-40-8-7 16,40 68 13-16,0 17-7 16,0-3-10-16,0-5-7 15,5-9 0-15,26-9-8 16,4-10 0-16,7-13-9 15,-2-14 2-15,10-11-8 16,-8-3-3-16,-2-3 11 16,1-36 14-1,-6-11 1-15,-4-3 4 0,-31-4 10 16,0 5 13-16,0 5 4 16,-41 5-6-16,-15 10-3 15,-10 10-4-15,0 10-5 0,0 12-13 16,5 0-19-1,16 0-59-15,24 3-71 16,21 21-176-16,0 1-305 0</inkml:trace>
  <inkml:trace contextRef="#ctx0" brushRef="#br0" timeOffset="12642.16">20384 11594 824 0,'0'0'16'0,"0"0"18"16,0 0 76-16,0 0-54 15,0 0-34-15,0 0-11 16,-21 201-4-16,21-141-2 16,5-6-5-16,25-5 1 15,6-12-1-15,-1-9 2 16,-4-10 0-16,-1-13-1 15,1-5-1-15,0 0 11 16,-1-14-8-16,1-23 8 16,-17-4 8-16,-7-7 19 15,-7 1 9-15,0-10 21 16,-31 3-28-16,-20 3-12 16,-6 16-13-16,12 11 1 15,0 12-7-15,-2 9-9 0,7 3-11 16,5 3-59-16,9 33-58 15,21 8-39-15,5 2-144 16,0-13-162-16</inkml:trace>
  <inkml:trace contextRef="#ctx0" brushRef="#br0" timeOffset="12988.3">20872 11583 631 0,'0'0'42'0,"0"0"-26"15,0 0 130-15,0 0-6 0,0 0-57 16,0 0-45-16,10-83-11 16,-10 102 5-16,0 24-3 15,0 15-8-15,0 5-7 16,0 0-4-16,0-7-1 16,25-6 1-16,16-1-6 15,3-4-3-15,8-7 2 16,0-11-1-16,-7-15-1 15,4-12 2-15,-1 0 6 16,-4-31 0-16,3-15 3 0,-11-12 15 16,-22-7 11-1,-14-6 2-15,0-10 15 0,-50 4-33 16,-11 11-14-16,0 12-4 16,0 23-4-16,-1 22-12 15,-8 9-68-15,-22 28-56 16,-24 38-61-16,-28 17-216 15</inkml:trace>
  <inkml:trace contextRef="#ctx0" brushRef="#br0" timeOffset="13319.33">17105 13401 1139 0,'0'0'23'0,"0"0"-12"0,0 0 82 15,0 0 2-15,0 0-61 16,-31 235 2-16,31-112-15 15,26-8-3-15,5-3-9 16,4-12-9 0,-4-9 0-16,-1-14-17 0,-4-17-46 15,-7-16-55-15,-2-13-57 16,9-23-88-16,4-8-156 16</inkml:trace>
  <inkml:trace contextRef="#ctx0" brushRef="#br0" timeOffset="13727.16">17605 13751 667 0,'0'0'129'0,"0"0"-17"0,0 0 56 16,0 0-35-16,0 0-31 15,0 0-56-15,0-83-39 16,4 159 16-16,27 17 25 16,4 16-33-16,-4-7-13 15,-8-4-2-15,-1-7 0 16,-6-14 0-16,-11-19-5 15,-5-9-7-15,0-15 4 16,0-17-4-16,0-9-5 16,0-8 3-16,-35-14 10 15,-8-40-13-15,3-24 12 0,9-17 5 16,17-18 2 0,14-10-2-16,0-6 0 0,0 8-2 15,10 25 2-15,25 30 0 16,0 28 2-16,13 26-1 15,-4 12 2-15,8 6 2 16,-2 38-1-16,-3 22 5 16,-28 5 1-16,-19 7-1 15,0-4-6-15,-19-1-3 16,-28-14-4-16,2-8-25 16,2-18-86-16,25-18-65 0,-8-12-233 15</inkml:trace>
  <inkml:trace contextRef="#ctx0" brushRef="#br0" timeOffset="13947.61">18489 13968 1025 0,'0'0'22'0,"0"0"-21"16,0 0 10-1,0 0 32-15,0 0-27 0,0 0-12 16,252-83-4-16,-165 49-1 16,-16 2-47-16,-5 2-107 15,-31 9-176-15,-18 18-134 16</inkml:trace>
  <inkml:trace contextRef="#ctx0" brushRef="#br0" timeOffset="14104.84">18710 14224 818 0,'0'0'63'0,"0"0"-60"0,0 0 34 15,0 0 71-15,0 0-84 16,0 0-24 0,175-4-12-16,-69-51-90 0,-5-7-166 15,-9-2-117-15</inkml:trace>
  <inkml:trace contextRef="#ctx0" brushRef="#br0" timeOffset="14403.91">19814 13376 794 0,'0'0'46'0,"0"0"-26"0,0 0 107 16,0 0-16-16,0 0-54 15,0 0-44-15,-97 91-3 16,73-38 4-16,17-2-10 15,7-3-4 1,0-5 1 0,36-6-1-16,11-5 0 0,9-1-1 0,3-2 1 15,-7 1 4-15,-7-3-4 16,-7-1 4-16,-24-1 12 16,-9-1 27-16,-5 6 13 15,-5-1-13-15,-47 3-22 16,-14 2-19-16,-5-11-2 15,17-8-18-15,7-8-60 0,21-7-47 16,7-22-166-16,-2-29-316 16</inkml:trace>
  <inkml:trace contextRef="#ctx0" brushRef="#br0" timeOffset="14593.2">19818 13451 909 0,'0'0'122'0,"0"0"-97"15,0 0 39-15,0 0 21 16,0 0-60-16,0 0-25 16,163-101 0-16,-66 61-20 15,-5 12-54-15,-10 10-102 32,-16 11-173-32,-16 7 76 0</inkml:trace>
  <inkml:trace contextRef="#ctx0" brushRef="#br0" timeOffset="15166.95">20521 13350 197 0,'0'0'493'15,"0"0"-398"1,0 0 4-16,0 0 42 16,0 0-67-16,0 0-23 15,-127 157-9-15,127-93-14 16,0-4-16-16,4-6-2 15,27-8-8-15,4-6-1 16,1-14-1-16,-1-8 0 16,0-8-2-16,-9-1-9 15,5-9 0-15,-5 0 0 16,-12-19-6-16,2-16 15 16,-16-7 2-16,0 0 3 15,0-6 1-15,0 0-3 0,-16 1-1 16,-3-1 0-16,3 6 0 15,6-2 0-15,10 4 0 16,0 2-1-16,5 2-1 16,35 7 0-16,-2 8 2 15,-3 5 0-15,0 10 0 16,-4 6 0-16,4 0 5 16,1 15-5-16,-1 25 10 15,5 5-3-15,0 1 3 16,3 3-2-16,2-4-6 15,11-4 1-15,-6-5 0 0,6-9-3 16,-16-13 1-16,-9-11 1 16,0-3 0-16,-1 0 3 15,-9-21 6-15,-2-18 19 16,-14-7 18-16,-5-9-3 16,0-2 16-16,-49 2-41 15,-17 7-5-15,-5 6-7 16,0 15-8-16,-16 16 0 15,4 11-5-15,-6 0-56 16,2 2-42-16,20 19-67 16,16-1-147-16,32-1-215 15</inkml:trace>
  <inkml:trace contextRef="#ctx0" brushRef="#br0" timeOffset="15630.75">21638 12927 669 0,'0'0'84'16,"0"0"-68"-16,47-186 99 16,-47 112 15-16,-82-1-70 15,-60 4-37-15,-51 8-2 16,-40 15 29-16,-53 13 1 16,-48 20-12-16,-58 12-6 0,-72 3-5 15,-64 56 2 1,-66 49-7-16,-52 46-12 0,12 53 3 15,63 38 27-15,114 31 15 16,162 18 10-16,154-8-20 16,136 0-20-16,66-20-16 15,151-30-10-15,74-37-8 16,70-40 2-16,70-49-19 16,58-42 6-16,65-54-4 15,54-32-10-15,62-91-1 0,68-58 11 16,45-45-42-1,-7-31 18-15,-68-29 31 0,-130-25 16 16,-165-3 14-16,-184-10 23 16,-180 16 5-16,-100 38-8 15,-218 47-27-15,-152 69 1 16,-159 77-8-16,-127 66-2 16,-59 43-23-16,-28 70-55 15,37 33-63-15,76 18-45 16,97 1-243-16</inkml:trace>
  <inkml:trace contextRef="#ctx0" brushRef="#br0" timeOffset="17821.09">10930 3270 897 0,'0'0'4'15,"0"0"-4"-15,0 0 30 0,0 0 54 16,0 0-18-16,0 0-34 16,0 0-22-16,-202-32 0 15,282 41 25-15,64 3 10 16,58-10-19-16,62-2 7 16,31 0-16-16,16-23 19 15,-16-5-11-15,-22 3-10 16,-30 2 3-16,-19 8-9 15,-30 7-5-15,-41 5-4 16,-38 3 0-16,-42 0-3 16,-33 0-27-16,-18 0-64 0,-22 0-42 15,0 22-72 1,-7-5-149-16</inkml:trace>
  <inkml:trace contextRef="#ctx0" brushRef="#br0" timeOffset="20490.06">16049 8096 93 0,'0'0'21'0,"0"0"27"16,0 0 72-16,0 0 2 16,0 0 0-16,0 0-6 15,0 0-9-15,101 132 49 16,-101-124-32-16,0-4-49 15,0-2 1-15,0-2 18 0,0 0-2 16,0 0-9-16,-26-23-15 16,-35-24-36-16,-15-19-16 15,6-10-3-15,-13-10 2 16,3-11-6-16,-12-15-6 16,5-4-1-16,-3 7 1 15,12 10-3-15,8 20 1 16,8 24 8-16,17 15-5 15,5 14 8-15,3 7-5 16,23 7 1-16,-1 4-3 16,8 8-3-16,7 0 1 15,0 0-3-15,0 0-2 16,0 0 1-16,0 0-7 0,0 0-14 16,0 0-17-16,0 0-56 15,-4 0-85-15,-11 8-120 16,-15 10-166-16</inkml:trace>
  <inkml:trace contextRef="#ctx0" brushRef="#br0" timeOffset="20804.79">14742 7468 81 0,'0'0'644'0,"0"0"-638"15,0 0-1-15,0 0 75 16,0 0 16-16,0 0-66 15,-4-19-14-15,34-26 81 16,6-10-71-16,-10-17-2 16,-17-7 2-16,-9-1-6 15,0-1 15-15,0 10-7 16,0 17 18-16,-9 19 4 16,2 17-4-16,7 12 3 15,0 6-22-15,0 0-21 16,0 0-6-16,56 12-2 15,36 18 2-15,19 6 0 16,2-7-1-16,-12-3-21 0,-9-4-87 16,-30-16-112-16,-43-6-349 15</inkml:trace>
  <inkml:trace contextRef="#ctx0" brushRef="#br0" timeOffset="21259.81">13102 6734 680 0,'0'0'105'0,"0"0"-76"15,0 0 164-15,0 0-85 16,0 0-63-16,0 0-35 0,-123 0-6 31,97 47-1-31,12 4 7 0,14-6-9 0,0-10 1 16,0-1-1-16,49-8 0 15,13-1 2-15,13-2-3 16,3 1 1-16,-3 0 5 16,-18-4-5-16,-22-2 0 15,-16-6 9-15,-19-6 13 16,0 7 11-16,0 8-1 16,-59 1-21-16,-23 9-12 15,11-10-4-15,0-10-92 16,19-11-81-16,-4 0-265 0</inkml:trace>
  <inkml:trace contextRef="#ctx0" brushRef="#br0" timeOffset="21418.38">12786 6853 1045 0,'0'0'5'0,"0"0"-1"16,0 0 53-16,0 0-23 15,0 0-34 1,0 0-14-16,228-113-17 0,-110 92-45 0,-7 6-164 16,-24 3-74-16</inkml:trace>
  <inkml:trace contextRef="#ctx0" brushRef="#br0" timeOffset="22015.99">13559 6660 677 0,'0'0'23'0,"0"0"26"16,0 0 94-16,0 0-84 0,0 0-49 15,0 0 34-15,-38 115-23 16,38-64-8-16,0-3-9 31,0-10-3-31,0-2 0 0,0-10 1 0,12-9-4 16,7-9 2-16,2-8-6 15,0 0-2-15,-2 0 8 16,2-14 0-16,1-19 26 16,-13-7-21-16,-9 2 5 15,0 2 4-15,0 4-13 16,0 5 5-16,0 5-4 0,0 11 0 16,0 5-2-16,0 0 0 15,0-6 0-15,5 1 0 16,16-8-1-16,3-5-1 15,13 7 3-15,-13-6-1 16,7 12 5-16,-10 5-1 16,-7 4 3-16,-2 2-2 15,2 0-3-15,12 8-2 16,9 26 9-16,10 3-5 16,7 6 1-16,4-2-2 15,3-7-2-15,3-6-2 16,-1-9 5-16,-5-10-5 0,-4-9 2 31,-7 0 11-31,-5-9 25 0,-4-24 9 0,-10-12 1 16,-17-11 2-16,-9-10-19 15,0 1 2-15,-45-1-14 16,-21 15-5-16,-5 13-10 16,-16 16-2-16,-5 22-2 15,-4 0-11-15,11 22-28 16,19 31-65-1,23 4-65 1,20 2-216-16</inkml:trace>
  <inkml:trace contextRef="#ctx0" brushRef="#br0" timeOffset="22692.53">20740 7918 850 0,'0'0'43'0,"0"0"66"15,0 0 10-15,0 0-63 16,76-177-42-16,4 86-3 15,33-10 16-15,28-10 0 0,17-15-2 16,10-8 1-16,-6-9-12 16,-4-6 11-16,-21 9 0 15,-14 14 7-15,-27 25 10 16,-16 24-15-16,-23 20 0 16,-10 18-3-16,-23 18 1 15,-8 12 3-15,-11 7-8 16,-5 2-5-16,0 0-13 15,0 0-2-15,0 0-11 16,0 0-4-16,0 0-34 16,0 0-37-16,0 0-69 15,-10 14-39-15,-37 0-185 16,-14-2-103-16</inkml:trace>
  <inkml:trace contextRef="#ctx0" brushRef="#br0" timeOffset="22975.52">21919 6361 601 0,'0'0'65'16,"0"0"8"-16,0 0 45 16,0 0-70-16,0 0-38 15,0 0-3-15,66 0 17 16,26-13 49-16,4-13-54 16,-1-7-13-16,-13-2 1 0,-11-5 7 15,-10 6 7 1,-21 2 8-16,-9 14 11 0,-19 10 20 15,-12 5-10-15,0 0-13 16,0 3-3-16,0 0-12 16,0 48-20-16,-17 15 3 15,-9 18 1-15,8 5-6 16,13 2-8-16,5 6-93 16,-7 2-99-16,-12-2-183 15</inkml:trace>
  <inkml:trace contextRef="#ctx0" brushRef="#br0" timeOffset="27254.26">1682 4263 851 0,'0'0'11'15,"-316"168"-11"-15,163-82 32 16,11-11 128-16,24-12-83 16,43-18-35-16,39-22-9 15,27-17-1-15,9-6-11 16,97-33-11-16,101-60 30 15,101-47-34-15,76-50-6 16,33-26 0-16,-7-4 15 16,-15 8-7-16,-30 27 2 15,-35 30-6-15,-62 32 1 0,-73 40-4 16,-77 36 0 0,-55 22-1-16,-42 23 1 0,-12 2-1 15,-5 0-27-15,-77 27-37 16,-29 23-36-16,-21 20-115 15,-7 6-90-15</inkml:trace>
  <inkml:trace contextRef="#ctx0" brushRef="#br0" timeOffset="29520.21">5131 6000 877 0,'0'0'9'0,"0"0"-4"15,0 0 4-15,0 0 86 16,0 0-24-16,0 0-64 16,0 0-5-16,0 0-2 15,-31 17 19-15,224-17-19 16,36 0-43-16,26 0-109 15,-1-17-11-15,6-7-80 16</inkml:trace>
  <inkml:trace contextRef="#ctx0" brushRef="#br0" timeOffset="33788.53">5869 12824 509 0,'0'0'77'0,"0"0"-8"16,0 0 149-16,0 0-87 16,0 0-21-16,0 0-42 0,0 0-8 15,-66-136 2 1,66 136-9-16,0 18-23 0,0 41-10 16,14 22 47-16,7 17-40 15,-4-2-16-15,-13-13-4 16,-4-2 2-16,5-15-9 15,4-7-3-15,1-6-21 16,11-4-164-16,0-20-112 16,-11-20-233-16</inkml:trace>
  <inkml:trace contextRef="#ctx0" brushRef="#br0" timeOffset="33992.86">5935 12879 1161 0,'0'0'20'0,"0"0"-4"16,0 0 64-16,0 0 6 16,0 0-60-16,0 0-26 15,0-24 2-15,75 50 0 16,22 8-2-16,-1 9-9 16,-4 7-79-16,-16 6-93 15,-15-5-140-15,-14-13-86 16</inkml:trace>
  <inkml:trace contextRef="#ctx0" brushRef="#br0" timeOffset="34165.68">6854 12506 843 0,'0'0'54'0,"0"0"-20"15,0 0 39-15,0 0-29 16,-273 123-36-16,233-37-8 15,23 6-4-15,12-3-15 16,5-4-53-16,0-5-150 16,5-14-104-16</inkml:trace>
  <inkml:trace contextRef="#ctx0" brushRef="#br0" timeOffset="34370.39">6814 12688 714 0,'0'0'73'0,"0"0"46"16,0 0 109-16,0 0-119 16,0 0-71-16,0 0-14 15,-26 53 24-15,43 47 11 16,6 9-49-16,-6 11-8 16,4-1-4-16,-7 6-5 0,7 6-107 15,3 1-126-15,-3-22-201 16</inkml:trace>
  <inkml:trace contextRef="#ctx0" brushRef="#br0" timeOffset="34559.22">7571 12747 1183 0,'0'0'19'0,"0"0"-9"0,0 0 78 15,0 0-29-15,0 0-59 16,0 0-74 0,-87-35-76-16,94 64-140 0,12 11-176 15</inkml:trace>
  <inkml:trace contextRef="#ctx0" brushRef="#br0" timeOffset="34700.39">7957 13299 1046 0,'0'0'5'0,"0"0"-5"0,0 0 8 15,0 0-8-15,0 0-159 16,0 0-200-16</inkml:trace>
  <inkml:trace contextRef="#ctx0" brushRef="#br0" timeOffset="34951.44">8476 12695 1127 0,'0'0'38'0,"0"0"27"0,0 0 63 0,0 0-39 15,0 0-64-15,0 0-23 16,-40 86 7-16,40 0 8 15,0 5-7-15,0-2-8 16,19-6-2-16,2-9-2 16,5-5-15-16,-12-7-106 15,-4-9-82-15,-3-13-59 16,-7-26-170-16</inkml:trace>
  <inkml:trace contextRef="#ctx0" brushRef="#br0" timeOffset="35124.92">8429 12771 775 0,'0'0'93'0,"0"0"-77"0,0 0 63 15,0 0-11-15,0 0-66 16,0-181-4-16,61 144 0 16,1 17-1-1,-6 11-22-15,-16 9-145 0,-23 14-93 16,-17 38-66-16</inkml:trace>
  <inkml:trace contextRef="#ctx0" brushRef="#br0" timeOffset="35283.44">8467 13042 173 0,'0'0'224'16,"0"0"-147"-16,0 0 14 16,0 0-27-16,0 0 46 15,0 0-47-15,28 91-3 16,19-91-22-16,19-18 7 15,10-10-28-15,1-8-15 16,4 4-2-16,-15 5-40 16,-26 11-136-16,-40 16-150 15</inkml:trace>
  <inkml:trace contextRef="#ctx0" brushRef="#br0" timeOffset="35614.25">5503 14797 197 0,'0'0'863'0,"0"0"-849"16,0 0 38-16,0 0 89 15,0 0-39-15,0 0-54 16,-47 21-33-16,47 57 25 16,0 16 0-16,26 11-26 15,0-7-13-15,5-15-1 16,9-7-3-16,0-14-35 16,12-11-131-16,-3-15-119 15,-2-27-249-15</inkml:trace>
  <inkml:trace contextRef="#ctx0" brushRef="#br0" timeOffset="35930.43">6083 14758 1219 0,'0'0'1'16,"0"0"-1"-16,0 0 44 15,0 0-20-15,0 0-21 16,0 0-3-16,-144 200 0 0,144-149 0 15,0-7-5-15,17-10-25 16,6-11 5-16,8-7-8 16,16-8 23-16,15-2 10 15,22 3 1-15,18 0 4 16,-6 5-4-16,-4 1 4 16,-21 4-3-16,-28-4 12 15,-25-1 13-15,-18 6 8 16,0 14-4-16,-44 16-8 15,-44 13-23-15,-18 0-5 16,5-6-53-16,18-12-78 16,13-25-177-16,4-17-289 15</inkml:trace>
  <inkml:trace contextRef="#ctx0" brushRef="#br0" timeOffset="36071.61">6088 14826 776 0,'0'0'454'16,"0"0"-434"-16,0 0-3 16,0 0 29-16,0 0-46 15,0 0-14-15,101-51-24 0,15 39-95 16,-3 7-299-16</inkml:trace>
  <inkml:trace contextRef="#ctx0" brushRef="#br0" timeOffset="36260.14">7484 14710 1310 0,'0'0'13'0,"0"0"3"16,0 0 75-16,0 0-48 15,0 0-43-15,0 0-20 16,-24 19-81-16,24 13-83 0,0 1-231 15</inkml:trace>
  <inkml:trace contextRef="#ctx0" brushRef="#br0" timeOffset="36423.51">7587 15299 1206 0,'0'0'30'0,"0"0"-24"15,0 0 50 1,0 0-33-16,0 0-23 0,0 0-93 0,-26 0-111 16,31-4-245-16</inkml:trace>
  <inkml:trace contextRef="#ctx0" brushRef="#br0" timeOffset="36684.9">8130 14409 868 0,'0'0'59'0,"0"0"-15"15,0 0 154-15,0 0-44 16,0 0-84-16,0 0-29 16,-66-45 12-16,66 66 1 15,0 36-23-15,0 24-7 16,11 11-14-16,-1 0-8 15,9-5-2-15,2-17-7 16,9-6-45-16,1-17-73 16,0-4-80-16,-5-14-123 15,-17-16-122-15</inkml:trace>
  <inkml:trace contextRef="#ctx0" brushRef="#br0" timeOffset="37093.92">8379 14644 732 0,'0'0'61'0,"0"0"-27"16,0-161 31-16,0 104 52 16,26-3-101-16,36 11-12 15,8 12-1-15,1 17 2 16,-10 20 5-16,-16 0-10 16,-14 38 3-16,-10 22 9 15,-21 11 8-15,0 2 11 16,-5-5 2-16,-32-9-8 0,1-13-3 15,13-7-9 1,2-16-6-16,11-8-1 0,5-9-6 16,5-6 1-16,0 0-1 31,0 0 4-31,0 0-4 0,0 0-4 0,40-11 4 16,5-1 8-16,17 6-2 15,4 6-3-15,4 0 2 16,1 20 4-16,-10 9 15 15,-14 5 21-15,-37-8-11 16,-10 11 7-16,-35 12 0 31,-62 8-4-31,-26 9-37 0,-4-9-22 16,0-9-33-16,6-13-96 16,4-13-46-16,1-13-283 15</inkml:trace>
  <inkml:trace contextRef="#ctx0" brushRef="#br0" timeOffset="37692.68">8974 15656 912 0,'0'0'66'0,"0"0"-16"0,0 0 94 15,0 0-9-15,-111-155-66 16,106 152-16-16,5 3-10 16,0 0 8-16,0 15-20 15,0 39-15-15,24 24 32 16,23 19-18-16,-7 8-24 15,0 7 5-15,-9 6-11 16,4-9-2-16,0 2-5 0,1-16-32 16,1-13-44-1,-1-11-93-15,-6-14-124 0,-25-22-172 16</inkml:trace>
  <inkml:trace contextRef="#ctx0" brushRef="#br0" timeOffset="37991.75">8806 16523 692 0,'0'0'93'16,"0"0"3"-16,0 0 54 16,0 0-21-16,0 0-82 15,0 0-30-15,-56-23-8 16,117 34 50-16,21 23-1 16,8 4-24-16,-3 8-14 0,-4-6-8 15,-13-1-7-15,-15-5-2 16,-18-10 2-16,-22-12 2 15,-6-10-1-15,-9-2 4 16,5 0-4-16,16-5 2 16,10-44 3-16,20-16-1 15,4-19-10-15,1 4-2 16,-4 6-22-16,-12 17-62 16,-4 27-63-16,-1 27-36 15,-9 3-155-15,-17 50-129 16</inkml:trace>
  <inkml:trace contextRef="#ctx0" brushRef="#br0" timeOffset="38427.17">9162 17487 1040 0,'0'0'50'0,"0"0"5"16,0 0 15-16,0 0 80 15,0 0-67-15,0 0-40 16,-198 78-25-16,167 15-16 16,27 13 7-16,4-10-4 15,0-9-5-15,40-12-7 16,31-19 3-16,4-18 0 15,12-10-11-15,10-19-4 16,-5-9 8-16,-12 0-5 16,-14-9-6-16,-19-19 8 15,-21-12 14-15,-21 0 7 0,-5 2 3 16,0 4 14 0,-31 14 8-16,-25 8-6 0,-6 12 8 15,-13 0-27-15,-1 6 4 16,-6 32-11-16,16 2-1 15,14 8-16-15,33-7-52 16,19 4-58-16,0-7-104 16,0-4-198-16</inkml:trace>
  <inkml:trace contextRef="#ctx0" brushRef="#br0" timeOffset="38746.89">9827 17601 1075 0,'0'0'91'0,"0"0"-36"16,0 0 43-16,0 0 7 15,0 0-66-15,0 0-33 16,-24-43 10-16,8 103-9 16,11 6 2-16,5-6-9 15,10-6-3-15,46-16-18 16,10-4 12-16,5-11 3 15,0 1 6 1,-5-11-2-16,-14 1 4 0,-12-2-1 0,-19-6 0 16,-16 2 9-16,-5-2 11 15,0 16 2-15,-45 5-22 16,-24 12-1-16,-1-7-58 16,4-6-124-16,0-13-205 15,4-13-127-15</inkml:trace>
  <inkml:trace contextRef="#ctx0" brushRef="#br0" timeOffset="38872.04">9756 17699 1189 0,'0'0'44'0,"0"0"-33"0,0 0 11 31,0 0 3-31,132-200-25 0,-35 150-46 0,-5 13-159 16,-26 17-236-16</inkml:trace>
  <inkml:trace contextRef="#ctx0" brushRef="#br0" timeOffset="39359.64">10614 17300 219 0,'0'0'626'16,"0"0"-526"-16,0 0 36 0,0 0-9 15,0 0-29 1,0 0-69-16,-242 124-5 0,232-55 15 15,10-4-13-15,0-5-19 16,50-8-7-16,11-10-1 16,5-16-5-16,0-8-11 15,-9-10-17-15,-8-8 0 16,-2 0-23-16,-16-38-11 16,-17-9 27-16,-14-19 30 15,0-3 11-15,0 3 1 16,-9 6-1-16,-8 3 4 15,8 17 2 1,9 10-2-16,0 11 1 0,4 11-4 0,48 8 0 16,19 2 3-16,21 34 4 15,5 9 1-15,9 3-5 16,-14-6-1-16,-8-6-2 16,-18-12 1-16,-9-7 9 15,-17-11 7 1,-14-6 12-1,5 0 23-15,-15-33 2 0,-2-21-6 0,-14-13 0 16,0-8-9-16,-21-3-2 16,-38 9-9-1,-23 10-9-15,-20 14-8 0,-8 19-12 0,-23 4-1 32,-1 13-18-32,9 7-32 15,17-7-63-15,18-6-104 16,12-16-302-16</inkml:trace>
  <inkml:trace contextRef="#ctx0" brushRef="#br0" timeOffset="39611.18">9910 15305 1202 0,'0'0'14'15,"0"0"7"-15,0 0 16 16,0 0 28-16,0 0-38 16,0 0 0-16,259 31-8 15,-127 6-9-15,0-2-7 16,-17 4-3-16,-11 2-4 16,-33 1-73-16,-17-2-58 15,-19-11-61-15,-18-15-162 0,-12-14-91 16</inkml:trace>
  <inkml:trace contextRef="#ctx0" brushRef="#br0" timeOffset="39784.37">10621 15143 821 0,'0'0'129'16,"0"0"-21"-16,0 0 88 16,0 0-109-16,0 0-44 15,-198 193-7-15,177-106 0 16,12 0-29-16,2-1-7 15,7-3 0-15,0-4-26 16,0-7-63-16,0-17-64 16,7-9-117-16,-7-24-259 0</inkml:trace>
  <inkml:trace contextRef="#ctx0" brushRef="#br0" timeOffset="40145.53">10916 15075 662 0,'0'0'284'0,"0"0"-269"15,0 0 22-15,0 0 108 0,0 0-121 16,0 0-21-16,-108 6-3 16,84 32 1-16,17-2-2 15,7 2-7-15,0-8-25 16,47 2-6-16,15 2 22 15,13-5-15-15,12 8 32 16,3 1-1-16,-3 8 3 16,-12-7 28-16,-23-4-17 15,-21-12 13-15,-17-7 16 16,-14-7 17-16,0 5 29 16,-5 7-26-16,-44 2-34 15,-12 5-28-15,-1-13-5 16,1-7-47-16,11-8-69 0,-6 0-125 15,-1-19-251 1</inkml:trace>
  <inkml:trace contextRef="#ctx0" brushRef="#br0" timeOffset="40318.42">10824 15178 1172 0,'0'0'28'0,"0"0"20"15,0 0 40-15,0 0-59 0,0 0-26 16,0 0 0-16,212-125-3 16,-129 93-46-16,-12 7-83 15,-15 13-150-15,-25 12-193 16</inkml:trace>
  <inkml:trace contextRef="#ctx0" brushRef="#br0" timeOffset="40838.99">11494 14987 562 0,'0'0'109'0,"0"0"-59"15,0 0 134 1,0 0-45-16,0 0-100 0,0 0-21 16,-76 126 14-16,76-72-14 15,0 0-9-15,0-3 4 16,31-5-11-16,4-6 13 15,5-8-15-15,3-10 0 16,-8-11-5-16,-11-7 4 16,-3-4-3-1,-4 0 1-15,-3-22 3 0,-10-25 5 16,1-10-5-16,-5-11 4 16,0-4-4-16,0 0 1 0,5 10 4 15,7 14-4-15,6 16 0 16,-1 15 10-16,9 11-1 15,5 6-3 1,18 13 7-16,17 31 17 0,10 16-4 16,1 6-16-16,3-1-11 15,-2-8 2-15,-7-6 4 16,-10-19-6-16,-11-11 1 16,-15-8-1-16,-4-13 1 15,-5 0 4-15,4-30 26 16,-4-27 7-16,-7-15-16 0,-7-8-8 15,-12-9 11-15,0-1-8 16,-21-6-5-16,-29 16-8 16,-18 14-4-16,-12 21-3 15,-22 27-5-15,-20 18-29 16,-20 9-56-16,-11 45-102 16,-10 15-183-1,-13 5-216-15</inkml:trace>
  <inkml:trace contextRef="#ctx0" brushRef="#br0" timeOffset="41738.03">5833 16357 775 0,'0'0'59'16,"0"0"-21"-16,-101-188 180 15,80 152-46-15,7 21-63 16,2 7-45-16,7 8 2 16,5 0-19-16,0 23-20 15,5 43-19-15,37 29 24 16,8 16-5-16,2 5-15 0,-3-6-11 15,3 3-1-15,-3-3 0 16,-1-4-5-16,-4-8-32 16,-3-15-32-16,-11-11-63 15,-9-30-22-15,-16-19 8 16,-5-20 3-16,0-3 138 16,-31 0 3-16,-18-9 4 15,2-8 11-15,16 11 25 16,12 3 17-16,7 3-4 15,12 0-4-15,0 0-6 16,0 12-39-16,0 17 19 16,17 2 26-16,9-8-30 15,-12-20-3-15,-5-3-5 0,8 0-2 16,9 0 7-16,14-35 10 16,21-22-6-16,-4-8-18 15,-8-13-23-15,-18-3-108 16,-31-8-52-16,0-1-247 15</inkml:trace>
  <inkml:trace contextRef="#ctx0" brushRef="#br0" timeOffset="42052.51">4831 16593 954 0,'0'0'191'0,"0"0"-166"16,0 0-4-16,0 0 91 15,0 0-61-15,0 0-46 0,-26 24-5 16,12 60 14-1,-7 16-14-15,-3 5 0 0,3-4-31 16,0-14-66-16,7-7-44 16,4-14-42-16,3-25-177 15</inkml:trace>
  <inkml:trace contextRef="#ctx0" brushRef="#br0" timeOffset="42240.77">4273 16775 1142 0,'0'0'62'0,"0"0"3"0,0 0 19 16,0 0-50-16,0 0-23 15,0 0 1-15,30 194-10 16,36-135-2-16,5-2-8 16,0-1-33-16,-5-2-89 15,-19-3-107-15,-28-10-86 16,-19-1-37-16</inkml:trace>
  <inkml:trace contextRef="#ctx0" brushRef="#br0" timeOffset="42555.32">2910 17189 1107 0,'0'0'59'16,"0"0"-54"-16,0 0 29 16,0 0 38-16,0 0-54 15,0 0-11-15,12 113-6 16,23-62 10-16,5-12-11 16,12-10-2-16,-2-4 0 15,1-16-7-15,-6-3 7 0,-14-3 2 16,-17-3 4-1,-7 3-4-15,-7 8 0 0,0 17-8 16,-7 10-113-16,-33 10-66 16,0-13-177-1,0-10-252-15</inkml:trace>
  <inkml:trace contextRef="#ctx0" brushRef="#br0" timeOffset="42711.55">2835 17281 283 0,'0'0'707'15,"0"0"-672"-15,-62-155-25 0,62 87 57 16,10 8-32 0,42 10-35-16,9-1-4 0,0 17-35 15,0 12-87-15,-6 12-111 16,-20 10-68-16</inkml:trace>
  <inkml:trace contextRef="#ctx0" brushRef="#br0" timeOffset="43089.2">3240 16801 131 0,'0'0'561'16,"0"0"-449"-16,0 0-74 15,52 182 50-15,-26-122-37 0,4-9-34 16,6-24-3-16,-6-7-6 16,-4-7-6-16,-7-13 1 15,2 0-1-15,-6-13 0 16,-11-25 29-16,3-13-21 15,-7-6 4-15,0 10 8 16,5 8-6-16,5 16-5 16,11 11-11-16,14 5 2 15,15 7-2-15,20 0 0 16,13 2-3-16,-3 11 3 16,-2-9 5-16,-17-4-4 15,-21 0 17-15,-14-4 16 16,-16-17 27-16,-10-5 24 0,0-8-20 15,-52-7-37-15,-14 4-6 16,-10 5-15-16,1 9-6 16,9 4-1-1,14 13-15-15,17 6-33 0,9 0-77 16,12 12-55-16,9 15-178 16,5 11-139-16</inkml:trace>
  <inkml:trace contextRef="#ctx0" brushRef="#br0" timeOffset="48316.34">974 10874 1246 0,'0'0'16'0,"-462"164"-12"0,260-74-2 15,44-24 67-15,61-31 52 16,50-22-59-16,42-13-42 16,5 0-5-16,0-11 20 15,83-49-26-15,68-46 2 16,89-49-5-16,59-33-1 16,27-12 1-16,4 5 0 15,-5 21 9-15,5 7-8 16,0 14-6-16,-14 21 10 15,-52 35 1-15,-87 31-8 16,-73 36-3-16,-64 20-1 0,-40 10-4 16,0 0-15-16,-26 19-61 15,-75 47-96-15,-48 25-91 16,-37 15-234-16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7065B-999F-41CF-9FDC-48E438AFEA67}" type="datetimeFigureOut">
              <a:rPr lang="en-IN" smtClean="0"/>
              <a:t>14-03-2024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98A15E-05C4-441C-AC20-510171B34BC4}" type="slidenum">
              <a:rPr lang="en-IN" smtClean="0"/>
              <a:t>‹#›</a:t>
            </a:fld>
            <a:endParaRPr lang="en-IN"/>
          </a:p>
        </p:txBody>
      </p:sp>
    </p:spTree>
    <p:extLst>
      <p:ext uri="{BB962C8B-B14F-4D97-AF65-F5344CB8AC3E}">
        <p14:creationId xmlns:p14="http://schemas.microsoft.com/office/powerpoint/2010/main" val="3887609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 </a:t>
            </a:r>
          </a:p>
        </p:txBody>
      </p:sp>
      <p:sp>
        <p:nvSpPr>
          <p:cNvPr id="4" name="Slide Number Placeholder 3"/>
          <p:cNvSpPr>
            <a:spLocks noGrp="1"/>
          </p:cNvSpPr>
          <p:nvPr>
            <p:ph type="sldNum" sz="quarter" idx="5"/>
          </p:nvPr>
        </p:nvSpPr>
        <p:spPr/>
        <p:txBody>
          <a:bodyPr/>
          <a:lstStyle/>
          <a:p>
            <a:fld id="{5898A15E-05C4-441C-AC20-510171B34BC4}" type="slidenum">
              <a:rPr lang="en-IN" smtClean="0"/>
              <a:t>3</a:t>
            </a:fld>
            <a:endParaRPr lang="en-IN"/>
          </a:p>
        </p:txBody>
      </p:sp>
    </p:spTree>
    <p:extLst>
      <p:ext uri="{BB962C8B-B14F-4D97-AF65-F5344CB8AC3E}">
        <p14:creationId xmlns:p14="http://schemas.microsoft.com/office/powerpoint/2010/main" val="398163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898A15E-05C4-441C-AC20-510171B34BC4}" type="slidenum">
              <a:rPr lang="en-IN" smtClean="0"/>
              <a:t>4</a:t>
            </a:fld>
            <a:endParaRPr lang="en-IN"/>
          </a:p>
        </p:txBody>
      </p:sp>
    </p:spTree>
    <p:extLst>
      <p:ext uri="{BB962C8B-B14F-4D97-AF65-F5344CB8AC3E}">
        <p14:creationId xmlns:p14="http://schemas.microsoft.com/office/powerpoint/2010/main" val="3791844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p:txBody>
      </p:sp>
      <p:sp>
        <p:nvSpPr>
          <p:cNvPr id="4" name="Slide Number Placeholder 3"/>
          <p:cNvSpPr>
            <a:spLocks noGrp="1"/>
          </p:cNvSpPr>
          <p:nvPr>
            <p:ph type="sldNum" sz="quarter" idx="5"/>
          </p:nvPr>
        </p:nvSpPr>
        <p:spPr/>
        <p:txBody>
          <a:bodyPr/>
          <a:lstStyle/>
          <a:p>
            <a:fld id="{5898A15E-05C4-441C-AC20-510171B34BC4}" type="slidenum">
              <a:rPr lang="en-IN" smtClean="0"/>
              <a:t>5</a:t>
            </a:fld>
            <a:endParaRPr lang="en-IN"/>
          </a:p>
        </p:txBody>
      </p:sp>
    </p:spTree>
    <p:extLst>
      <p:ext uri="{BB962C8B-B14F-4D97-AF65-F5344CB8AC3E}">
        <p14:creationId xmlns:p14="http://schemas.microsoft.com/office/powerpoint/2010/main" val="448089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7</a:t>
            </a:fld>
            <a:endParaRPr lang="en-IN"/>
          </a:p>
        </p:txBody>
      </p:sp>
    </p:spTree>
    <p:extLst>
      <p:ext uri="{BB962C8B-B14F-4D97-AF65-F5344CB8AC3E}">
        <p14:creationId xmlns:p14="http://schemas.microsoft.com/office/powerpoint/2010/main" val="2153852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a:t>
            </a:r>
          </a:p>
        </p:txBody>
      </p:sp>
      <p:sp>
        <p:nvSpPr>
          <p:cNvPr id="4" name="Slide Number Placeholder 3"/>
          <p:cNvSpPr>
            <a:spLocks noGrp="1"/>
          </p:cNvSpPr>
          <p:nvPr>
            <p:ph type="sldNum" sz="quarter" idx="5"/>
          </p:nvPr>
        </p:nvSpPr>
        <p:spPr/>
        <p:txBody>
          <a:bodyPr/>
          <a:lstStyle/>
          <a:p>
            <a:fld id="{5898A15E-05C4-441C-AC20-510171B34BC4}" type="slidenum">
              <a:rPr lang="en-IN" smtClean="0"/>
              <a:t>8</a:t>
            </a:fld>
            <a:endParaRPr lang="en-IN"/>
          </a:p>
        </p:txBody>
      </p:sp>
    </p:spTree>
    <p:extLst>
      <p:ext uri="{BB962C8B-B14F-4D97-AF65-F5344CB8AC3E}">
        <p14:creationId xmlns:p14="http://schemas.microsoft.com/office/powerpoint/2010/main" val="3873364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9</a:t>
            </a:fld>
            <a:endParaRPr lang="en-IN"/>
          </a:p>
        </p:txBody>
      </p:sp>
    </p:spTree>
    <p:extLst>
      <p:ext uri="{BB962C8B-B14F-4D97-AF65-F5344CB8AC3E}">
        <p14:creationId xmlns:p14="http://schemas.microsoft.com/office/powerpoint/2010/main" val="3131210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10</a:t>
            </a:fld>
            <a:endParaRPr lang="en-IN"/>
          </a:p>
        </p:txBody>
      </p:sp>
    </p:spTree>
    <p:extLst>
      <p:ext uri="{BB962C8B-B14F-4D97-AF65-F5344CB8AC3E}">
        <p14:creationId xmlns:p14="http://schemas.microsoft.com/office/powerpoint/2010/main" val="81423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898A15E-05C4-441C-AC20-510171B34BC4}" type="slidenum">
              <a:rPr lang="en-IN" smtClean="0"/>
              <a:t>11</a:t>
            </a:fld>
            <a:endParaRPr lang="en-IN"/>
          </a:p>
        </p:txBody>
      </p:sp>
    </p:spTree>
    <p:extLst>
      <p:ext uri="{BB962C8B-B14F-4D97-AF65-F5344CB8AC3E}">
        <p14:creationId xmlns:p14="http://schemas.microsoft.com/office/powerpoint/2010/main" val="3333893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12</a:t>
            </a:fld>
            <a:endParaRPr lang="en-IN"/>
          </a:p>
        </p:txBody>
      </p:sp>
    </p:spTree>
    <p:extLst>
      <p:ext uri="{BB962C8B-B14F-4D97-AF65-F5344CB8AC3E}">
        <p14:creationId xmlns:p14="http://schemas.microsoft.com/office/powerpoint/2010/main" val="4216071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a:t>
            </a:r>
          </a:p>
        </p:txBody>
      </p:sp>
      <p:sp>
        <p:nvSpPr>
          <p:cNvPr id="4" name="Slide Number Placeholder 3"/>
          <p:cNvSpPr>
            <a:spLocks noGrp="1"/>
          </p:cNvSpPr>
          <p:nvPr>
            <p:ph type="sldNum" sz="quarter" idx="5"/>
          </p:nvPr>
        </p:nvSpPr>
        <p:spPr/>
        <p:txBody>
          <a:bodyPr/>
          <a:lstStyle/>
          <a:p>
            <a:fld id="{5898A15E-05C4-441C-AC20-510171B34BC4}" type="slidenum">
              <a:rPr lang="en-IN" smtClean="0"/>
              <a:t>13</a:t>
            </a:fld>
            <a:endParaRPr lang="en-IN"/>
          </a:p>
        </p:txBody>
      </p:sp>
    </p:spTree>
    <p:extLst>
      <p:ext uri="{BB962C8B-B14F-4D97-AF65-F5344CB8AC3E}">
        <p14:creationId xmlns:p14="http://schemas.microsoft.com/office/powerpoint/2010/main" val="3768352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14</a:t>
            </a:fld>
            <a:endParaRPr lang="en-IN"/>
          </a:p>
        </p:txBody>
      </p:sp>
    </p:spTree>
    <p:extLst>
      <p:ext uri="{BB962C8B-B14F-4D97-AF65-F5344CB8AC3E}">
        <p14:creationId xmlns:p14="http://schemas.microsoft.com/office/powerpoint/2010/main" val="1191734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898A15E-05C4-441C-AC20-510171B34BC4}" type="slidenum">
              <a:rPr lang="en-IN" smtClean="0"/>
              <a:t>15</a:t>
            </a:fld>
            <a:endParaRPr lang="en-IN"/>
          </a:p>
        </p:txBody>
      </p:sp>
    </p:spTree>
    <p:extLst>
      <p:ext uri="{BB962C8B-B14F-4D97-AF65-F5344CB8AC3E}">
        <p14:creationId xmlns:p14="http://schemas.microsoft.com/office/powerpoint/2010/main" val="24548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a:t>
            </a:r>
          </a:p>
        </p:txBody>
      </p:sp>
      <p:sp>
        <p:nvSpPr>
          <p:cNvPr id="4" name="Slide Number Placeholder 3"/>
          <p:cNvSpPr>
            <a:spLocks noGrp="1"/>
          </p:cNvSpPr>
          <p:nvPr>
            <p:ph type="sldNum" sz="quarter" idx="5"/>
          </p:nvPr>
        </p:nvSpPr>
        <p:spPr/>
        <p:txBody>
          <a:bodyPr/>
          <a:lstStyle/>
          <a:p>
            <a:fld id="{5898A15E-05C4-441C-AC20-510171B34BC4}" type="slidenum">
              <a:rPr lang="en-IN" smtClean="0"/>
              <a:t>16</a:t>
            </a:fld>
            <a:endParaRPr lang="en-IN"/>
          </a:p>
        </p:txBody>
      </p:sp>
    </p:spTree>
    <p:extLst>
      <p:ext uri="{BB962C8B-B14F-4D97-AF65-F5344CB8AC3E}">
        <p14:creationId xmlns:p14="http://schemas.microsoft.com/office/powerpoint/2010/main" val="33011799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a:t>
            </a:r>
          </a:p>
        </p:txBody>
      </p:sp>
      <p:sp>
        <p:nvSpPr>
          <p:cNvPr id="4" name="Slide Number Placeholder 3"/>
          <p:cNvSpPr>
            <a:spLocks noGrp="1"/>
          </p:cNvSpPr>
          <p:nvPr>
            <p:ph type="sldNum" sz="quarter" idx="5"/>
          </p:nvPr>
        </p:nvSpPr>
        <p:spPr/>
        <p:txBody>
          <a:bodyPr/>
          <a:lstStyle/>
          <a:p>
            <a:fld id="{5898A15E-05C4-441C-AC20-510171B34BC4}" type="slidenum">
              <a:rPr lang="en-IN" smtClean="0"/>
              <a:t>17</a:t>
            </a:fld>
            <a:endParaRPr lang="en-IN"/>
          </a:p>
        </p:txBody>
      </p:sp>
    </p:spTree>
    <p:extLst>
      <p:ext uri="{BB962C8B-B14F-4D97-AF65-F5344CB8AC3E}">
        <p14:creationId xmlns:p14="http://schemas.microsoft.com/office/powerpoint/2010/main" val="1815759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898A15E-05C4-441C-AC20-510171B34BC4}" type="slidenum">
              <a:rPr lang="en-IN" smtClean="0"/>
              <a:t>18</a:t>
            </a:fld>
            <a:endParaRPr lang="en-IN"/>
          </a:p>
        </p:txBody>
      </p:sp>
    </p:spTree>
    <p:extLst>
      <p:ext uri="{BB962C8B-B14F-4D97-AF65-F5344CB8AC3E}">
        <p14:creationId xmlns:p14="http://schemas.microsoft.com/office/powerpoint/2010/main" val="2165326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898A15E-05C4-441C-AC20-510171B34BC4}" type="slidenum">
              <a:rPr lang="en-IN" smtClean="0"/>
              <a:t>19</a:t>
            </a:fld>
            <a:endParaRPr lang="en-IN"/>
          </a:p>
        </p:txBody>
      </p:sp>
    </p:spTree>
    <p:extLst>
      <p:ext uri="{BB962C8B-B14F-4D97-AF65-F5344CB8AC3E}">
        <p14:creationId xmlns:p14="http://schemas.microsoft.com/office/powerpoint/2010/main" val="1343287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a:t>
            </a:r>
          </a:p>
        </p:txBody>
      </p:sp>
      <p:sp>
        <p:nvSpPr>
          <p:cNvPr id="4" name="Slide Number Placeholder 3"/>
          <p:cNvSpPr>
            <a:spLocks noGrp="1"/>
          </p:cNvSpPr>
          <p:nvPr>
            <p:ph type="sldNum" sz="quarter" idx="5"/>
          </p:nvPr>
        </p:nvSpPr>
        <p:spPr/>
        <p:txBody>
          <a:bodyPr/>
          <a:lstStyle/>
          <a:p>
            <a:fld id="{5898A15E-05C4-441C-AC20-510171B34BC4}" type="slidenum">
              <a:rPr lang="en-IN" smtClean="0"/>
              <a:t>20</a:t>
            </a:fld>
            <a:endParaRPr lang="en-IN"/>
          </a:p>
        </p:txBody>
      </p:sp>
    </p:spTree>
    <p:extLst>
      <p:ext uri="{BB962C8B-B14F-4D97-AF65-F5344CB8AC3E}">
        <p14:creationId xmlns:p14="http://schemas.microsoft.com/office/powerpoint/2010/main" val="2899241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t>
            </a:r>
          </a:p>
        </p:txBody>
      </p:sp>
      <p:sp>
        <p:nvSpPr>
          <p:cNvPr id="4" name="Slide Number Placeholder 3"/>
          <p:cNvSpPr>
            <a:spLocks noGrp="1"/>
          </p:cNvSpPr>
          <p:nvPr>
            <p:ph type="sldNum" sz="quarter" idx="5"/>
          </p:nvPr>
        </p:nvSpPr>
        <p:spPr/>
        <p:txBody>
          <a:bodyPr/>
          <a:lstStyle/>
          <a:p>
            <a:fld id="{5898A15E-05C4-441C-AC20-510171B34BC4}" type="slidenum">
              <a:rPr lang="en-IN" smtClean="0"/>
              <a:t>21</a:t>
            </a:fld>
            <a:endParaRPr lang="en-IN"/>
          </a:p>
        </p:txBody>
      </p:sp>
    </p:spTree>
    <p:extLst>
      <p:ext uri="{BB962C8B-B14F-4D97-AF65-F5344CB8AC3E}">
        <p14:creationId xmlns:p14="http://schemas.microsoft.com/office/powerpoint/2010/main" val="2032593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err="1">
                <a:solidFill>
                  <a:srgbClr val="0D0B0B"/>
                </a:solidFill>
                <a:effectLst/>
                <a:latin typeface="Roboto" panose="02000000000000000000" pitchFamily="2" charset="0"/>
              </a:rPr>
              <a:t>Ans.E</a:t>
            </a:r>
            <a:r>
              <a:rPr lang="en-US" b="1" i="0" dirty="0">
                <a:solidFill>
                  <a:srgbClr val="0D0B0B"/>
                </a:solidFill>
                <a:effectLst/>
                <a:latin typeface="Roboto" panose="02000000000000000000" pitchFamily="2" charset="0"/>
              </a:rPr>
              <a:t> E. </a:t>
            </a:r>
            <a:br>
              <a:rPr lang="en-US" b="0" i="0" dirty="0">
                <a:solidFill>
                  <a:srgbClr val="0D0B0B"/>
                </a:solidFill>
                <a:effectLst/>
                <a:latin typeface="Roboto" panose="02000000000000000000" pitchFamily="2" charset="0"/>
              </a:rPr>
            </a:br>
            <a:endParaRPr lang="en-US" b="0" i="0" dirty="0">
              <a:solidFill>
                <a:srgbClr val="000000"/>
              </a:solidFill>
              <a:effectLst/>
              <a:latin typeface="Roboto" panose="02000000000000000000" pitchFamily="2" charset="0"/>
            </a:endParaRPr>
          </a:p>
          <a:p>
            <a:pPr algn="l"/>
            <a:r>
              <a:rPr lang="en-US" b="0" i="0" dirty="0">
                <a:solidFill>
                  <a:srgbClr val="0D0B0B"/>
                </a:solidFill>
                <a:effectLst/>
                <a:latin typeface="Roboto" panose="02000000000000000000" pitchFamily="2" charset="0"/>
              </a:rPr>
              <a:t>Aman + Bharat + Chandu = 310 </a:t>
            </a:r>
            <a:br>
              <a:rPr lang="en-US" b="0" i="0" dirty="0">
                <a:solidFill>
                  <a:srgbClr val="000000"/>
                </a:solidFill>
                <a:effectLst/>
                <a:latin typeface="Roboto" panose="02000000000000000000" pitchFamily="2" charset="0"/>
              </a:rPr>
            </a:br>
            <a:r>
              <a:rPr lang="en-US" b="1" i="0" dirty="0">
                <a:solidFill>
                  <a:srgbClr val="0D0B0B"/>
                </a:solidFill>
                <a:effectLst/>
                <a:latin typeface="Roboto" panose="02000000000000000000" pitchFamily="2" charset="0"/>
              </a:rPr>
              <a:t>From I</a:t>
            </a:r>
            <a:r>
              <a:rPr lang="en-US" b="0" i="0" dirty="0">
                <a:solidFill>
                  <a:srgbClr val="0D0B0B"/>
                </a:solidFill>
                <a:effectLst/>
                <a:latin typeface="Roboto" panose="02000000000000000000" pitchFamily="2" charset="0"/>
              </a:rPr>
              <a:t>, </a:t>
            </a:r>
            <a:br>
              <a:rPr lang="en-US" b="0" i="0" dirty="0">
                <a:solidFill>
                  <a:srgbClr val="000000"/>
                </a:solidFill>
                <a:effectLst/>
                <a:latin typeface="Roboto" panose="02000000000000000000" pitchFamily="2" charset="0"/>
              </a:rPr>
            </a:br>
            <a:r>
              <a:rPr lang="en-US" b="0" i="0" dirty="0">
                <a:solidFill>
                  <a:srgbClr val="0D0B0B"/>
                </a:solidFill>
                <a:effectLst/>
                <a:latin typeface="Roboto" panose="02000000000000000000" pitchFamily="2" charset="0"/>
              </a:rPr>
              <a:t>Bharat = Chandu + 16 </a:t>
            </a:r>
            <a:br>
              <a:rPr lang="en-US" b="0" i="0" dirty="0">
                <a:solidFill>
                  <a:srgbClr val="000000"/>
                </a:solidFill>
                <a:effectLst/>
                <a:latin typeface="Roboto" panose="02000000000000000000" pitchFamily="2" charset="0"/>
              </a:rPr>
            </a:br>
            <a:r>
              <a:rPr lang="en-US" b="1" i="0" dirty="0">
                <a:solidFill>
                  <a:srgbClr val="0D0B0B"/>
                </a:solidFill>
                <a:effectLst/>
                <a:latin typeface="Roboto" panose="02000000000000000000" pitchFamily="2" charset="0"/>
              </a:rPr>
              <a:t>From II</a:t>
            </a:r>
            <a:r>
              <a:rPr lang="en-US" b="0" i="0" dirty="0">
                <a:solidFill>
                  <a:srgbClr val="0D0B0B"/>
                </a:solidFill>
                <a:effectLst/>
                <a:latin typeface="Roboto" panose="02000000000000000000" pitchFamily="2" charset="0"/>
              </a:rPr>
              <a:t>, </a:t>
            </a:r>
            <a:br>
              <a:rPr lang="en-US" b="0" i="0" dirty="0">
                <a:solidFill>
                  <a:srgbClr val="000000"/>
                </a:solidFill>
                <a:effectLst/>
                <a:latin typeface="Roboto" panose="02000000000000000000" pitchFamily="2" charset="0"/>
              </a:rPr>
            </a:br>
            <a:r>
              <a:rPr lang="en-US" b="0" i="0" dirty="0">
                <a:solidFill>
                  <a:srgbClr val="0D0B0B"/>
                </a:solidFill>
                <a:effectLst/>
                <a:latin typeface="Roboto" panose="02000000000000000000" pitchFamily="2" charset="0"/>
              </a:rPr>
              <a:t>Aman = 3 + Chandu </a:t>
            </a:r>
            <a:br>
              <a:rPr lang="en-US" b="0" i="0" dirty="0">
                <a:solidFill>
                  <a:srgbClr val="000000"/>
                </a:solidFill>
                <a:effectLst/>
                <a:latin typeface="Roboto" panose="02000000000000000000" pitchFamily="2" charset="0"/>
              </a:rPr>
            </a:br>
            <a:r>
              <a:rPr lang="en-US" b="1" i="0" dirty="0">
                <a:solidFill>
                  <a:srgbClr val="0D0B0B"/>
                </a:solidFill>
                <a:effectLst/>
                <a:latin typeface="Roboto" panose="02000000000000000000" pitchFamily="2" charset="0"/>
              </a:rPr>
              <a:t>From III</a:t>
            </a:r>
            <a:r>
              <a:rPr lang="en-US" b="0" i="0" dirty="0">
                <a:solidFill>
                  <a:srgbClr val="0D0B0B"/>
                </a:solidFill>
                <a:effectLst/>
                <a:latin typeface="Roboto" panose="02000000000000000000" pitchFamily="2" charset="0"/>
              </a:rPr>
              <a:t>, </a:t>
            </a:r>
            <a:br>
              <a:rPr lang="en-US" b="0" i="0" dirty="0">
                <a:solidFill>
                  <a:srgbClr val="000000"/>
                </a:solidFill>
                <a:effectLst/>
                <a:latin typeface="Roboto" panose="02000000000000000000" pitchFamily="2" charset="0"/>
              </a:rPr>
            </a:br>
            <a:r>
              <a:rPr lang="en-US" b="0" i="0" dirty="0">
                <a:solidFill>
                  <a:srgbClr val="0D0B0B"/>
                </a:solidFill>
                <a:effectLst/>
                <a:latin typeface="Roboto" panose="02000000000000000000" pitchFamily="2" charset="0"/>
              </a:rPr>
              <a:t>Aman = Bharat – 13 </a:t>
            </a:r>
            <a:br>
              <a:rPr lang="en-US" b="0" i="0" dirty="0">
                <a:solidFill>
                  <a:srgbClr val="000000"/>
                </a:solidFill>
                <a:effectLst/>
                <a:latin typeface="Roboto" panose="02000000000000000000" pitchFamily="2" charset="0"/>
              </a:rPr>
            </a:br>
            <a:r>
              <a:rPr lang="en-US" b="0" i="0" dirty="0">
                <a:solidFill>
                  <a:srgbClr val="0D0B0B"/>
                </a:solidFill>
                <a:effectLst/>
                <a:latin typeface="Roboto" panose="02000000000000000000" pitchFamily="2" charset="0"/>
              </a:rPr>
              <a:t>So from any two of statements I, II, and III the share of any person can be obtained. It will convert into two variables and a 2 equation model. </a:t>
            </a:r>
            <a:br>
              <a:rPr lang="en-US" b="0" i="0" dirty="0">
                <a:solidFill>
                  <a:srgbClr val="000000"/>
                </a:solidFill>
                <a:effectLst/>
                <a:latin typeface="Roboto" panose="02000000000000000000" pitchFamily="2" charset="0"/>
              </a:rPr>
            </a:br>
            <a:r>
              <a:rPr lang="en-US" b="0" i="0" dirty="0">
                <a:solidFill>
                  <a:srgbClr val="0D0B0B"/>
                </a:solidFill>
                <a:effectLst/>
                <a:latin typeface="Roboto" panose="02000000000000000000" pitchFamily="2" charset="0"/>
              </a:rPr>
              <a:t>Hence, option E is correct.</a:t>
            </a:r>
            <a:endParaRPr lang="en-US" b="0" i="0" dirty="0">
              <a:solidFill>
                <a:srgbClr val="000000"/>
              </a:solidFill>
              <a:effectLst/>
              <a:latin typeface="Roboto" panose="02000000000000000000" pitchFamily="2" charset="0"/>
            </a:endParaRPr>
          </a:p>
          <a:p>
            <a:pPr algn="l"/>
            <a:endParaRPr lang="en-IN" dirty="0"/>
          </a:p>
        </p:txBody>
      </p:sp>
      <p:sp>
        <p:nvSpPr>
          <p:cNvPr id="4" name="Slide Number Placeholder 3"/>
          <p:cNvSpPr>
            <a:spLocks noGrp="1"/>
          </p:cNvSpPr>
          <p:nvPr>
            <p:ph type="sldNum" sz="quarter" idx="5"/>
          </p:nvPr>
        </p:nvSpPr>
        <p:spPr/>
        <p:txBody>
          <a:bodyPr/>
          <a:lstStyle/>
          <a:p>
            <a:fld id="{5898A15E-05C4-441C-AC20-510171B34BC4}" type="slidenum">
              <a:rPr lang="en-IN" smtClean="0"/>
              <a:t>22</a:t>
            </a:fld>
            <a:endParaRPr lang="en-IN"/>
          </a:p>
        </p:txBody>
      </p:sp>
    </p:spTree>
    <p:extLst>
      <p:ext uri="{BB962C8B-B14F-4D97-AF65-F5344CB8AC3E}">
        <p14:creationId xmlns:p14="http://schemas.microsoft.com/office/powerpoint/2010/main" val="1529533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23</a:t>
            </a:fld>
            <a:endParaRPr lang="en-IN"/>
          </a:p>
        </p:txBody>
      </p:sp>
    </p:spTree>
    <p:extLst>
      <p:ext uri="{BB962C8B-B14F-4D97-AF65-F5344CB8AC3E}">
        <p14:creationId xmlns:p14="http://schemas.microsoft.com/office/powerpoint/2010/main" val="601447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a:t>
            </a:r>
          </a:p>
        </p:txBody>
      </p:sp>
      <p:sp>
        <p:nvSpPr>
          <p:cNvPr id="4" name="Slide Number Placeholder 3"/>
          <p:cNvSpPr>
            <a:spLocks noGrp="1"/>
          </p:cNvSpPr>
          <p:nvPr>
            <p:ph type="sldNum" sz="quarter" idx="5"/>
          </p:nvPr>
        </p:nvSpPr>
        <p:spPr/>
        <p:txBody>
          <a:bodyPr/>
          <a:lstStyle/>
          <a:p>
            <a:fld id="{5898A15E-05C4-441C-AC20-510171B34BC4}" type="slidenum">
              <a:rPr lang="en-IN" smtClean="0"/>
              <a:t>24</a:t>
            </a:fld>
            <a:endParaRPr lang="en-IN"/>
          </a:p>
        </p:txBody>
      </p:sp>
    </p:spTree>
    <p:extLst>
      <p:ext uri="{BB962C8B-B14F-4D97-AF65-F5344CB8AC3E}">
        <p14:creationId xmlns:p14="http://schemas.microsoft.com/office/powerpoint/2010/main" val="18770893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a:t>
            </a:r>
          </a:p>
        </p:txBody>
      </p:sp>
      <p:sp>
        <p:nvSpPr>
          <p:cNvPr id="4" name="Slide Number Placeholder 3"/>
          <p:cNvSpPr>
            <a:spLocks noGrp="1"/>
          </p:cNvSpPr>
          <p:nvPr>
            <p:ph type="sldNum" sz="quarter" idx="5"/>
          </p:nvPr>
        </p:nvSpPr>
        <p:spPr/>
        <p:txBody>
          <a:bodyPr/>
          <a:lstStyle/>
          <a:p>
            <a:fld id="{5898A15E-05C4-441C-AC20-510171B34BC4}" type="slidenum">
              <a:rPr lang="en-IN" smtClean="0"/>
              <a:t>25</a:t>
            </a:fld>
            <a:endParaRPr lang="en-IN"/>
          </a:p>
        </p:txBody>
      </p:sp>
    </p:spTree>
    <p:extLst>
      <p:ext uri="{BB962C8B-B14F-4D97-AF65-F5344CB8AC3E}">
        <p14:creationId xmlns:p14="http://schemas.microsoft.com/office/powerpoint/2010/main" val="28479656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a:t>
            </a:r>
          </a:p>
        </p:txBody>
      </p:sp>
      <p:sp>
        <p:nvSpPr>
          <p:cNvPr id="4" name="Slide Number Placeholder 3"/>
          <p:cNvSpPr>
            <a:spLocks noGrp="1"/>
          </p:cNvSpPr>
          <p:nvPr>
            <p:ph type="sldNum" sz="quarter" idx="5"/>
          </p:nvPr>
        </p:nvSpPr>
        <p:spPr/>
        <p:txBody>
          <a:bodyPr/>
          <a:lstStyle/>
          <a:p>
            <a:fld id="{5898A15E-05C4-441C-AC20-510171B34BC4}" type="slidenum">
              <a:rPr lang="en-IN" smtClean="0"/>
              <a:t>26</a:t>
            </a:fld>
            <a:endParaRPr lang="en-IN"/>
          </a:p>
        </p:txBody>
      </p:sp>
    </p:spTree>
    <p:extLst>
      <p:ext uri="{BB962C8B-B14F-4D97-AF65-F5344CB8AC3E}">
        <p14:creationId xmlns:p14="http://schemas.microsoft.com/office/powerpoint/2010/main" val="1065488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Roboto" panose="02000000000000000000" pitchFamily="2" charset="0"/>
              </a:rPr>
              <a:t> As per the given statements Diksha’s birth date was a single digit number which is odd and is a perfect square. The only such number is 9. Thus Diksha birth day falls on 9 February. So, both I and II required answering the given Question.</a:t>
            </a:r>
          </a:p>
          <a:p>
            <a:pPr algn="l"/>
            <a:r>
              <a:rPr lang="en-US" b="0" i="0">
                <a:effectLst/>
                <a:latin typeface="Roboto" panose="02000000000000000000" pitchFamily="2" charset="0"/>
              </a:rPr>
              <a:t>Hence, option C is the correct answer.</a:t>
            </a:r>
          </a:p>
          <a:p>
            <a:endParaRPr lang="en-IN" dirty="0"/>
          </a:p>
        </p:txBody>
      </p:sp>
      <p:sp>
        <p:nvSpPr>
          <p:cNvPr id="4" name="Slide Number Placeholder 3"/>
          <p:cNvSpPr>
            <a:spLocks noGrp="1"/>
          </p:cNvSpPr>
          <p:nvPr>
            <p:ph type="sldNum" sz="quarter" idx="5"/>
          </p:nvPr>
        </p:nvSpPr>
        <p:spPr/>
        <p:txBody>
          <a:bodyPr/>
          <a:lstStyle/>
          <a:p>
            <a:fld id="{5898A15E-05C4-441C-AC20-510171B34BC4}" type="slidenum">
              <a:rPr lang="en-IN" smtClean="0"/>
              <a:t>27</a:t>
            </a:fld>
            <a:endParaRPr lang="en-IN"/>
          </a:p>
        </p:txBody>
      </p:sp>
    </p:spTree>
    <p:extLst>
      <p:ext uri="{BB962C8B-B14F-4D97-AF65-F5344CB8AC3E}">
        <p14:creationId xmlns:p14="http://schemas.microsoft.com/office/powerpoint/2010/main" val="1562138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5CB84E3-FF43-4BB2-A1AC-14C86DFC0B52}"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108859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CB84E3-FF43-4BB2-A1AC-14C86DFC0B52}"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4007866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B84E3-FF43-4BB2-A1AC-14C86DFC0B52}"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2848481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CB84E3-FF43-4BB2-A1AC-14C86DFC0B52}"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462267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5CB84E3-FF43-4BB2-A1AC-14C86DFC0B52}" type="datetimeFigureOut">
              <a:rPr lang="en-IN" smtClean="0"/>
              <a:t>14-03-2024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1145545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B84E3-FF43-4BB2-A1AC-14C86DFC0B52}" type="datetimeFigureOut">
              <a:rPr lang="en-IN" smtClean="0"/>
              <a:t>14-03-2024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1997728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CB84E3-FF43-4BB2-A1AC-14C86DFC0B52}" type="datetimeFigureOut">
              <a:rPr lang="en-IN" smtClean="0"/>
              <a:t>14-03-2024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3463445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CB84E3-FF43-4BB2-A1AC-14C86DFC0B52}"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33839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CB84E3-FF43-4BB2-A1AC-14C86DFC0B52}" type="datetimeFigureOut">
              <a:rPr lang="en-IN" smtClean="0"/>
              <a:t>14-03-2024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1308854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CB84E3-FF43-4BB2-A1AC-14C86DFC0B52}"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4254560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CB84E3-FF43-4BB2-A1AC-14C86DFC0B52}" type="datetimeFigureOut">
              <a:rPr lang="en-IN" smtClean="0"/>
              <a:t>14-03-2024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52AEAF7-1CB8-482E-9456-445C59673040}" type="slidenum">
              <a:rPr lang="en-IN" smtClean="0"/>
              <a:t>‹#›</a:t>
            </a:fld>
            <a:endParaRPr lang="en-IN"/>
          </a:p>
        </p:txBody>
      </p:sp>
    </p:spTree>
    <p:extLst>
      <p:ext uri="{BB962C8B-B14F-4D97-AF65-F5344CB8AC3E}">
        <p14:creationId xmlns:p14="http://schemas.microsoft.com/office/powerpoint/2010/main" val="215984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CB84E3-FF43-4BB2-A1AC-14C86DFC0B52}" type="datetimeFigureOut">
              <a:rPr lang="en-IN" smtClean="0"/>
              <a:t>14-03-2024</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2AEAF7-1CB8-482E-9456-445C59673040}" type="slidenum">
              <a:rPr lang="en-IN" smtClean="0"/>
              <a:t>‹#›</a:t>
            </a:fld>
            <a:endParaRPr lang="en-IN"/>
          </a:p>
        </p:txBody>
      </p:sp>
    </p:spTree>
    <p:extLst>
      <p:ext uri="{BB962C8B-B14F-4D97-AF65-F5344CB8AC3E}">
        <p14:creationId xmlns:p14="http://schemas.microsoft.com/office/powerpoint/2010/main" val="24079475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EBA-9483-4B24-A763-1A3BB5C441D2}"/>
              </a:ext>
            </a:extLst>
          </p:cNvPr>
          <p:cNvSpPr>
            <a:spLocks noGrp="1"/>
          </p:cNvSpPr>
          <p:nvPr>
            <p:ph type="ctrTitle"/>
          </p:nvPr>
        </p:nvSpPr>
        <p:spPr>
          <a:xfrm>
            <a:off x="304060" y="908151"/>
            <a:ext cx="7772400" cy="2387600"/>
          </a:xfrm>
        </p:spPr>
        <p:txBody>
          <a:bodyPr>
            <a:normAutofit/>
          </a:bodyPr>
          <a:lstStyle/>
          <a:p>
            <a:r>
              <a:rPr lang="en-US" sz="4800" dirty="0">
                <a:solidFill>
                  <a:schemeClr val="accent1">
                    <a:lumMod val="50000"/>
                  </a:schemeClr>
                </a:solidFill>
                <a:latin typeface="Georgia" panose="02040502050405020303" pitchFamily="18" charset="0"/>
              </a:rPr>
              <a:t>Data Sufficiency</a:t>
            </a:r>
            <a:endParaRPr lang="en-IN" sz="4800" dirty="0">
              <a:solidFill>
                <a:schemeClr val="accent1">
                  <a:lumMod val="50000"/>
                </a:schemeClr>
              </a:solidFill>
              <a:latin typeface="Georgia" panose="02040502050405020303" pitchFamily="18" charset="0"/>
            </a:endParaRPr>
          </a:p>
        </p:txBody>
      </p:sp>
      <p:sp>
        <p:nvSpPr>
          <p:cNvPr id="3" name="Subtitle 2">
            <a:extLst>
              <a:ext uri="{FF2B5EF4-FFF2-40B4-BE49-F238E27FC236}">
                <a16:creationId xmlns:a16="http://schemas.microsoft.com/office/drawing/2014/main" id="{158E7AFC-B640-4391-8C66-9589B7766FE3}"/>
              </a:ext>
            </a:extLst>
          </p:cNvPr>
          <p:cNvSpPr>
            <a:spLocks noGrp="1"/>
          </p:cNvSpPr>
          <p:nvPr>
            <p:ph type="subTitle" idx="1"/>
          </p:nvPr>
        </p:nvSpPr>
        <p:spPr>
          <a:xfrm>
            <a:off x="0" y="1887739"/>
            <a:ext cx="3109404" cy="428424"/>
          </a:xfrm>
          <a:solidFill>
            <a:schemeClr val="accent1">
              <a:lumMod val="40000"/>
              <a:lumOff val="60000"/>
            </a:schemeClr>
          </a:solidFill>
          <a:ln>
            <a:noFill/>
          </a:ln>
          <a:effectLst>
            <a:glow rad="63500">
              <a:schemeClr val="accent2">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Autofit/>
          </a:bodyPr>
          <a:lstStyle/>
          <a:p>
            <a:pPr algn="l"/>
            <a:r>
              <a:rPr lang="en-US" sz="2800" dirty="0">
                <a:latin typeface="Calisto MT" panose="02040603050505030304" pitchFamily="18" charset="0"/>
              </a:rPr>
              <a:t>Logical Reasoning</a:t>
            </a:r>
            <a:endParaRPr lang="en-IN" sz="2800" dirty="0">
              <a:latin typeface="Calisto MT" panose="02040603050505030304" pitchFamily="18" charset="0"/>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5EA9B14-3B77-3180-D5B5-6ADC78C502D5}"/>
                  </a:ext>
                </a:extLst>
              </p14:cNvPr>
              <p14:cNvContentPartPr/>
              <p14:nvPr/>
            </p14:nvContentPartPr>
            <p14:xfrm>
              <a:off x="3249000" y="92880"/>
              <a:ext cx="3527640" cy="1982520"/>
            </p14:xfrm>
          </p:contentPart>
        </mc:Choice>
        <mc:Fallback xmlns="">
          <p:pic>
            <p:nvPicPr>
              <p:cNvPr id="4" name="Ink 3">
                <a:extLst>
                  <a:ext uri="{FF2B5EF4-FFF2-40B4-BE49-F238E27FC236}">
                    <a16:creationId xmlns:a16="http://schemas.microsoft.com/office/drawing/2014/main" id="{15EA9B14-3B77-3180-D5B5-6ADC78C502D5}"/>
                  </a:ext>
                </a:extLst>
              </p:cNvPr>
              <p:cNvPicPr/>
              <p:nvPr/>
            </p:nvPicPr>
            <p:blipFill>
              <a:blip r:embed="rId3"/>
              <a:stretch>
                <a:fillRect/>
              </a:stretch>
            </p:blipFill>
            <p:spPr>
              <a:xfrm>
                <a:off x="3239640" y="83520"/>
                <a:ext cx="3546360" cy="2001240"/>
              </a:xfrm>
              <a:prstGeom prst="rect">
                <a:avLst/>
              </a:prstGeom>
            </p:spPr>
          </p:pic>
        </mc:Fallback>
      </mc:AlternateContent>
    </p:spTree>
    <p:extLst>
      <p:ext uri="{BB962C8B-B14F-4D97-AF65-F5344CB8AC3E}">
        <p14:creationId xmlns:p14="http://schemas.microsoft.com/office/powerpoint/2010/main" val="1816904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37428C-3D20-2712-3C12-A7B7494FCB35}"/>
              </a:ext>
            </a:extLst>
          </p:cNvPr>
          <p:cNvSpPr txBox="1"/>
          <p:nvPr/>
        </p:nvSpPr>
        <p:spPr>
          <a:xfrm>
            <a:off x="449317" y="684539"/>
            <a:ext cx="8245366" cy="5755422"/>
          </a:xfrm>
          <a:prstGeom prst="rect">
            <a:avLst/>
          </a:prstGeom>
          <a:noFill/>
        </p:spPr>
        <p:txBody>
          <a:bodyPr wrap="square">
            <a:spAutoFit/>
          </a:bodyPr>
          <a:lstStyle/>
          <a:p>
            <a:pPr algn="just"/>
            <a:r>
              <a:rPr lang="en-US" sz="1600" b="1" i="0" dirty="0">
                <a:solidFill>
                  <a:srgbClr val="0D0B0B"/>
                </a:solidFill>
                <a:effectLst/>
                <a:latin typeface="Roboto" panose="02000000000000000000" pitchFamily="2" charset="0"/>
              </a:rPr>
              <a:t>Know Concepts of Data Sufficiency </a:t>
            </a:r>
            <a:endParaRPr lang="en-US" sz="1600" b="1" i="0" dirty="0">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The first and foremost thing to do is to go through the complete question properly first. This way, you will know, what data is required to arrive at the answer to the given question. After that, proceed to the statements that have been provided.</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Don’t forget, </a:t>
            </a:r>
            <a:r>
              <a:rPr lang="en-US" sz="1600" b="1" i="0" dirty="0">
                <a:solidFill>
                  <a:srgbClr val="0D0B0B"/>
                </a:solidFill>
                <a:effectLst/>
                <a:latin typeface="Roboto" panose="02000000000000000000" pitchFamily="2" charset="0"/>
              </a:rPr>
              <a:t>you don’t have to solve the question completely.</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All you need to do is figure out if the data that has been provided to you is sufficient to answer the question. This saves the time that is spent on calculations or the complete solution.</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The step must be: </a:t>
            </a:r>
            <a:r>
              <a:rPr lang="en-US" sz="1600" b="1" i="0" dirty="0">
                <a:solidFill>
                  <a:srgbClr val="0D0B0B"/>
                </a:solidFill>
                <a:effectLst/>
                <a:latin typeface="Roboto" panose="02000000000000000000" pitchFamily="2" charset="0"/>
              </a:rPr>
              <a:t>Analyze each statement separately first. </a:t>
            </a:r>
            <a:r>
              <a:rPr lang="en-US" sz="1600" b="0" i="0" dirty="0">
                <a:solidFill>
                  <a:srgbClr val="0D0B0B"/>
                </a:solidFill>
                <a:effectLst/>
                <a:latin typeface="Roboto" panose="02000000000000000000" pitchFamily="2" charset="0"/>
              </a:rPr>
              <a:t>There can be two or three statements</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If all the statements aren’t providing sufficient information to answer the question, then take the details provided in any two or all the statements and check if the information together is sufficient to answer the question.</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Understand the language of the question properly. Don’t make assumptions. </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1" i="0" dirty="0">
                <a:solidFill>
                  <a:srgbClr val="0D0B0B"/>
                </a:solidFill>
                <a:effectLst/>
                <a:latin typeface="Roboto" panose="02000000000000000000" pitchFamily="2" charset="0"/>
              </a:rPr>
              <a:t>Do not mark the answer after testing just one statement.</a:t>
            </a:r>
            <a:r>
              <a:rPr lang="en-US" sz="1600" b="0" i="0" dirty="0">
                <a:solidFill>
                  <a:srgbClr val="0D0B0B"/>
                </a:solidFill>
                <a:effectLst/>
                <a:latin typeface="Roboto" panose="02000000000000000000" pitchFamily="2" charset="0"/>
              </a:rPr>
              <a:t> For instance, even if you conclude that the data in statement 1 is sufficient to answer the question, do not forget to check for the other states.</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Use the process of elimination of options to narrow down the possible answers. For instance, if data in statement 1 is sufficient to answer the question, you only need to check for the second statement. Combining the information of the two statements and checking if it would be sufficient to answer the question won’t be required here.</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Make sure that you don’t spend too much time on these problems.</a:t>
            </a:r>
            <a:endParaRPr lang="en-US" sz="1600" b="0" i="0" dirty="0">
              <a:solidFill>
                <a:srgbClr val="000000"/>
              </a:solidFill>
              <a:effectLst/>
              <a:latin typeface="Roboto" panose="02000000000000000000" pitchFamily="2" charset="0"/>
            </a:endParaRPr>
          </a:p>
          <a:p>
            <a:pPr algn="just">
              <a:buFont typeface="Arial" panose="020B0604020202020204" pitchFamily="34" charset="0"/>
              <a:buChar char="•"/>
            </a:pPr>
            <a:r>
              <a:rPr lang="en-US" sz="1600" b="0" i="0" dirty="0">
                <a:solidFill>
                  <a:srgbClr val="0D0B0B"/>
                </a:solidFill>
                <a:effectLst/>
                <a:latin typeface="Roboto" panose="02000000000000000000" pitchFamily="2" charset="0"/>
              </a:rPr>
              <a:t>Practice these types of questions thoroughly.</a:t>
            </a:r>
            <a:endParaRPr lang="en-US" sz="1600" b="0" i="0" dirty="0">
              <a:solidFill>
                <a:srgbClr val="000000"/>
              </a:solidFill>
              <a:effectLst/>
              <a:latin typeface="Roboto" panose="02000000000000000000" pitchFamily="2" charset="0"/>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9DC47C8-4C7D-DC93-97F3-AB103C53554F}"/>
                  </a:ext>
                </a:extLst>
              </p14:cNvPr>
              <p14:cNvContentPartPr/>
              <p14:nvPr/>
            </p14:nvContentPartPr>
            <p14:xfrm>
              <a:off x="132840" y="1192680"/>
              <a:ext cx="8451720" cy="3211200"/>
            </p14:xfrm>
          </p:contentPart>
        </mc:Choice>
        <mc:Fallback xmlns="">
          <p:pic>
            <p:nvPicPr>
              <p:cNvPr id="2" name="Ink 1">
                <a:extLst>
                  <a:ext uri="{FF2B5EF4-FFF2-40B4-BE49-F238E27FC236}">
                    <a16:creationId xmlns:a16="http://schemas.microsoft.com/office/drawing/2014/main" id="{D9DC47C8-4C7D-DC93-97F3-AB103C53554F}"/>
                  </a:ext>
                </a:extLst>
              </p:cNvPr>
              <p:cNvPicPr/>
              <p:nvPr/>
            </p:nvPicPr>
            <p:blipFill>
              <a:blip r:embed="rId3"/>
              <a:stretch>
                <a:fillRect/>
              </a:stretch>
            </p:blipFill>
            <p:spPr>
              <a:xfrm>
                <a:off x="123480" y="1183320"/>
                <a:ext cx="8470440" cy="3229920"/>
              </a:xfrm>
              <a:prstGeom prst="rect">
                <a:avLst/>
              </a:prstGeom>
            </p:spPr>
          </p:pic>
        </mc:Fallback>
      </mc:AlternateContent>
    </p:spTree>
    <p:extLst>
      <p:ext uri="{BB962C8B-B14F-4D97-AF65-F5344CB8AC3E}">
        <p14:creationId xmlns:p14="http://schemas.microsoft.com/office/powerpoint/2010/main" val="2845062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08940"/>
            <a:ext cx="7886700" cy="1325563"/>
          </a:xfrm>
        </p:spPr>
        <p:txBody>
          <a:bodyPr>
            <a:normAutofit/>
          </a:bodyPr>
          <a:lstStyle/>
          <a:p>
            <a:r>
              <a:rPr lang="en-US" sz="2000" dirty="0">
                <a:latin typeface="+mn-lt"/>
              </a:rPr>
              <a:t>1. How long will it take to empty the tank if both the inlet pipe A and the outlet pipe B are opened simultaneously</a:t>
            </a:r>
            <a:br>
              <a:rPr lang="en-US" sz="2000" dirty="0">
                <a:latin typeface="+mn-lt"/>
              </a:rPr>
            </a:br>
            <a:r>
              <a:rPr lang="en-US" sz="2000" dirty="0">
                <a:latin typeface="+mn-lt"/>
              </a:rPr>
              <a:t>Statement I: A can fill the tank in 16 minutes</a:t>
            </a:r>
            <a:br>
              <a:rPr lang="en-US" sz="2000" dirty="0">
                <a:latin typeface="+mn-lt"/>
              </a:rPr>
            </a:br>
            <a:r>
              <a:rPr lang="en-US" sz="2000" dirty="0">
                <a:latin typeface="+mn-lt"/>
              </a:rPr>
              <a:t>Statement II: B can empty the tank in 8 minutes</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83450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D99F013-258E-7543-88F3-D0DAC06D0509}"/>
                  </a:ext>
                </a:extLst>
              </p14:cNvPr>
              <p14:cNvContentPartPr/>
              <p14:nvPr/>
            </p14:nvContentPartPr>
            <p14:xfrm>
              <a:off x="209880" y="1498680"/>
              <a:ext cx="8890560" cy="4140720"/>
            </p14:xfrm>
          </p:contentPart>
        </mc:Choice>
        <mc:Fallback xmlns="">
          <p:pic>
            <p:nvPicPr>
              <p:cNvPr id="4" name="Ink 3">
                <a:extLst>
                  <a:ext uri="{FF2B5EF4-FFF2-40B4-BE49-F238E27FC236}">
                    <a16:creationId xmlns:a16="http://schemas.microsoft.com/office/drawing/2014/main" id="{BD99F013-258E-7543-88F3-D0DAC06D0509}"/>
                  </a:ext>
                </a:extLst>
              </p:cNvPr>
              <p:cNvPicPr/>
              <p:nvPr/>
            </p:nvPicPr>
            <p:blipFill>
              <a:blip r:embed="rId4"/>
              <a:stretch>
                <a:fillRect/>
              </a:stretch>
            </p:blipFill>
            <p:spPr>
              <a:xfrm>
                <a:off x="200520" y="1489320"/>
                <a:ext cx="8909280" cy="4159440"/>
              </a:xfrm>
              <a:prstGeom prst="rect">
                <a:avLst/>
              </a:prstGeom>
            </p:spPr>
          </p:pic>
        </mc:Fallback>
      </mc:AlternateContent>
    </p:spTree>
    <p:extLst>
      <p:ext uri="{BB962C8B-B14F-4D97-AF65-F5344CB8AC3E}">
        <p14:creationId xmlns:p14="http://schemas.microsoft.com/office/powerpoint/2010/main" val="1232132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483818"/>
            <a:ext cx="7886700" cy="1325563"/>
          </a:xfrm>
        </p:spPr>
        <p:txBody>
          <a:bodyPr>
            <a:normAutofit/>
          </a:bodyPr>
          <a:lstStyle/>
          <a:p>
            <a:r>
              <a:rPr lang="en-US" sz="2000" dirty="0">
                <a:latin typeface="+mn-lt"/>
              </a:rPr>
              <a:t>2. What is the total CI on a sum of money after 5 years</a:t>
            </a:r>
            <a:br>
              <a:rPr lang="en-US" sz="2000" dirty="0">
                <a:latin typeface="+mn-lt"/>
              </a:rPr>
            </a:br>
            <a:r>
              <a:rPr lang="en-US" sz="2000" dirty="0">
                <a:latin typeface="+mn-lt"/>
              </a:rPr>
              <a:t>Statement I: The sum was Rs. 20,000</a:t>
            </a:r>
            <a:br>
              <a:rPr lang="en-US" sz="2000" dirty="0">
                <a:latin typeface="+mn-lt"/>
              </a:rPr>
            </a:br>
            <a:r>
              <a:rPr lang="en-US" sz="2000" dirty="0">
                <a:latin typeface="+mn-lt"/>
              </a:rPr>
              <a:t>Statement II: The total amount of SI on the sum after 5 years was Rs.4000</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83450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96A1933-D773-D4A4-5ACF-22AB8B9F9BFB}"/>
                  </a:ext>
                </a:extLst>
              </p14:cNvPr>
              <p14:cNvContentPartPr/>
              <p14:nvPr/>
            </p14:nvContentPartPr>
            <p14:xfrm>
              <a:off x="249840" y="7560"/>
              <a:ext cx="9130680" cy="4958640"/>
            </p14:xfrm>
          </p:contentPart>
        </mc:Choice>
        <mc:Fallback xmlns="">
          <p:pic>
            <p:nvPicPr>
              <p:cNvPr id="4" name="Ink 3">
                <a:extLst>
                  <a:ext uri="{FF2B5EF4-FFF2-40B4-BE49-F238E27FC236}">
                    <a16:creationId xmlns:a16="http://schemas.microsoft.com/office/drawing/2014/main" id="{C96A1933-D773-D4A4-5ACF-22AB8B9F9BFB}"/>
                  </a:ext>
                </a:extLst>
              </p:cNvPr>
              <p:cNvPicPr/>
              <p:nvPr/>
            </p:nvPicPr>
            <p:blipFill>
              <a:blip r:embed="rId4"/>
              <a:stretch>
                <a:fillRect/>
              </a:stretch>
            </p:blipFill>
            <p:spPr>
              <a:xfrm>
                <a:off x="240480" y="-1800"/>
                <a:ext cx="9149400" cy="4977360"/>
              </a:xfrm>
              <a:prstGeom prst="rect">
                <a:avLst/>
              </a:prstGeom>
            </p:spPr>
          </p:pic>
        </mc:Fallback>
      </mc:AlternateContent>
    </p:spTree>
    <p:extLst>
      <p:ext uri="{BB962C8B-B14F-4D97-AF65-F5344CB8AC3E}">
        <p14:creationId xmlns:p14="http://schemas.microsoft.com/office/powerpoint/2010/main" val="2241961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08940"/>
            <a:ext cx="7886700" cy="1325563"/>
          </a:xfrm>
        </p:spPr>
        <p:txBody>
          <a:bodyPr>
            <a:normAutofit/>
          </a:bodyPr>
          <a:lstStyle/>
          <a:p>
            <a:r>
              <a:rPr lang="en-US" sz="2000" dirty="0">
                <a:latin typeface="+mn-lt"/>
              </a:rPr>
              <a:t>3. An article was sold at 20% profit. Find its cost price.</a:t>
            </a:r>
            <a:br>
              <a:rPr lang="en-US" sz="2000" dirty="0">
                <a:latin typeface="+mn-lt"/>
              </a:rPr>
            </a:br>
            <a:r>
              <a:rPr lang="en-US" sz="2000" dirty="0">
                <a:latin typeface="+mn-lt"/>
              </a:rPr>
              <a:t>Statement I: Marked price was Rs. 1000 and discount was 28%</a:t>
            </a:r>
            <a:br>
              <a:rPr lang="en-US" sz="2000" dirty="0">
                <a:latin typeface="+mn-lt"/>
              </a:rPr>
            </a:br>
            <a:r>
              <a:rPr lang="en-US" sz="2000" dirty="0">
                <a:latin typeface="+mn-lt"/>
              </a:rPr>
              <a:t>Statement II: Marked price was Rs. 400 more than cost price</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83450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04B1587-DF02-6824-38DC-2568825E6A4F}"/>
                  </a:ext>
                </a:extLst>
              </p14:cNvPr>
              <p14:cNvContentPartPr/>
              <p14:nvPr/>
            </p14:nvContentPartPr>
            <p14:xfrm>
              <a:off x="279360" y="105120"/>
              <a:ext cx="8354520" cy="6151320"/>
            </p14:xfrm>
          </p:contentPart>
        </mc:Choice>
        <mc:Fallback xmlns="">
          <p:pic>
            <p:nvPicPr>
              <p:cNvPr id="4" name="Ink 3">
                <a:extLst>
                  <a:ext uri="{FF2B5EF4-FFF2-40B4-BE49-F238E27FC236}">
                    <a16:creationId xmlns:a16="http://schemas.microsoft.com/office/drawing/2014/main" id="{904B1587-DF02-6824-38DC-2568825E6A4F}"/>
                  </a:ext>
                </a:extLst>
              </p:cNvPr>
              <p:cNvPicPr/>
              <p:nvPr/>
            </p:nvPicPr>
            <p:blipFill>
              <a:blip r:embed="rId4"/>
              <a:stretch>
                <a:fillRect/>
              </a:stretch>
            </p:blipFill>
            <p:spPr>
              <a:xfrm>
                <a:off x="270000" y="95760"/>
                <a:ext cx="8373240" cy="6170040"/>
              </a:xfrm>
              <a:prstGeom prst="rect">
                <a:avLst/>
              </a:prstGeom>
            </p:spPr>
          </p:pic>
        </mc:Fallback>
      </mc:AlternateContent>
    </p:spTree>
    <p:extLst>
      <p:ext uri="{BB962C8B-B14F-4D97-AF65-F5344CB8AC3E}">
        <p14:creationId xmlns:p14="http://schemas.microsoft.com/office/powerpoint/2010/main" val="4032372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08940"/>
            <a:ext cx="7982690" cy="1390881"/>
          </a:xfrm>
        </p:spPr>
        <p:txBody>
          <a:bodyPr>
            <a:noAutofit/>
          </a:bodyPr>
          <a:lstStyle/>
          <a:p>
            <a:r>
              <a:rPr lang="en-US" sz="2000" dirty="0">
                <a:latin typeface="+mn-lt"/>
              </a:rPr>
              <a:t>4. What is the time taken by Anjana to complete the work alone?</a:t>
            </a:r>
            <a:br>
              <a:rPr lang="en-US" sz="2000" dirty="0">
                <a:latin typeface="+mn-lt"/>
              </a:rPr>
            </a:br>
            <a:r>
              <a:rPr lang="en-US" sz="2000" dirty="0">
                <a:latin typeface="+mn-lt"/>
              </a:rPr>
              <a:t>Statement I: Anjana is 50% more efficient than Bhavna and the difference between the time taken by Bhavna and Anjana is 20 days.</a:t>
            </a:r>
            <a:br>
              <a:rPr lang="en-US" sz="2000" dirty="0">
                <a:latin typeface="+mn-lt"/>
              </a:rPr>
            </a:br>
            <a:r>
              <a:rPr lang="en-US" sz="2000" dirty="0">
                <a:latin typeface="+mn-lt"/>
              </a:rPr>
              <a:t>Statement II: Anjana and Bhavna together can complete the work in 24 days</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6532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not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16B05C2-C446-337E-DB28-CE5CA1D2C5A2}"/>
                  </a:ext>
                </a:extLst>
              </p14:cNvPr>
              <p14:cNvContentPartPr/>
              <p14:nvPr/>
            </p14:nvContentPartPr>
            <p14:xfrm>
              <a:off x="-20880" y="141120"/>
              <a:ext cx="9340560" cy="6545880"/>
            </p14:xfrm>
          </p:contentPart>
        </mc:Choice>
        <mc:Fallback xmlns="">
          <p:pic>
            <p:nvPicPr>
              <p:cNvPr id="4" name="Ink 3">
                <a:extLst>
                  <a:ext uri="{FF2B5EF4-FFF2-40B4-BE49-F238E27FC236}">
                    <a16:creationId xmlns:a16="http://schemas.microsoft.com/office/drawing/2014/main" id="{116B05C2-C446-337E-DB28-CE5CA1D2C5A2}"/>
                  </a:ext>
                </a:extLst>
              </p:cNvPr>
              <p:cNvPicPr/>
              <p:nvPr/>
            </p:nvPicPr>
            <p:blipFill>
              <a:blip r:embed="rId3"/>
              <a:stretch>
                <a:fillRect/>
              </a:stretch>
            </p:blipFill>
            <p:spPr>
              <a:xfrm>
                <a:off x="-30240" y="131760"/>
                <a:ext cx="9359280" cy="6564600"/>
              </a:xfrm>
              <a:prstGeom prst="rect">
                <a:avLst/>
              </a:prstGeom>
            </p:spPr>
          </p:pic>
        </mc:Fallback>
      </mc:AlternateContent>
    </p:spTree>
    <p:extLst>
      <p:ext uri="{BB962C8B-B14F-4D97-AF65-F5344CB8AC3E}">
        <p14:creationId xmlns:p14="http://schemas.microsoft.com/office/powerpoint/2010/main" val="4031227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08940"/>
            <a:ext cx="7886700" cy="1325563"/>
          </a:xfrm>
        </p:spPr>
        <p:txBody>
          <a:bodyPr>
            <a:normAutofit/>
          </a:bodyPr>
          <a:lstStyle/>
          <a:p>
            <a:r>
              <a:rPr lang="en-US" sz="2000" dirty="0">
                <a:latin typeface="+mn-lt"/>
              </a:rPr>
              <a:t>5. What is the value of X?</a:t>
            </a:r>
            <a:br>
              <a:rPr lang="en-US" sz="2000" dirty="0">
                <a:latin typeface="+mn-lt"/>
              </a:rPr>
            </a:br>
            <a:r>
              <a:rPr lang="en-US" sz="2000" dirty="0">
                <a:latin typeface="+mn-lt"/>
              </a:rPr>
              <a:t>Statement I: the difference between x% of 500 and 15% of 600 is 150</a:t>
            </a:r>
            <a:br>
              <a:rPr lang="en-US" sz="2000" dirty="0">
                <a:latin typeface="+mn-lt"/>
              </a:rPr>
            </a:br>
            <a:r>
              <a:rPr lang="en-US" sz="2000" dirty="0">
                <a:latin typeface="+mn-lt"/>
              </a:rPr>
              <a:t>Statement II: when one-third of x is added to x, the result becomes 64</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83450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not sufficient</a:t>
            </a:r>
          </a:p>
          <a:p>
            <a:pPr marL="514350" indent="-514350">
              <a:buFont typeface="Arial" panose="020B0604020202020204" pitchFamily="34" charset="0"/>
              <a:buAutoNum type="alphaUcParenR"/>
            </a:pPr>
            <a:r>
              <a:rPr lang="en-US" sz="2000" dirty="0"/>
              <a:t>Statement Either I or II alone is sufficient</a:t>
            </a:r>
          </a:p>
          <a:p>
            <a:pPr marL="514350" indent="-514350">
              <a:buFont typeface="Arial" panose="020B0604020202020204" pitchFamily="34" charset="0"/>
              <a:buAutoNum type="alphaUcParenR"/>
            </a:pPr>
            <a:r>
              <a:rPr lang="en-US" sz="2000" dirty="0"/>
              <a:t>Both I and II together are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5313768-2A46-F0A4-F8F6-466D654ABAD1}"/>
                  </a:ext>
                </a:extLst>
              </p14:cNvPr>
              <p14:cNvContentPartPr/>
              <p14:nvPr/>
            </p14:nvContentPartPr>
            <p14:xfrm>
              <a:off x="-20880" y="778680"/>
              <a:ext cx="9327600" cy="5382000"/>
            </p14:xfrm>
          </p:contentPart>
        </mc:Choice>
        <mc:Fallback xmlns="">
          <p:pic>
            <p:nvPicPr>
              <p:cNvPr id="4" name="Ink 3">
                <a:extLst>
                  <a:ext uri="{FF2B5EF4-FFF2-40B4-BE49-F238E27FC236}">
                    <a16:creationId xmlns:a16="http://schemas.microsoft.com/office/drawing/2014/main" id="{F5313768-2A46-F0A4-F8F6-466D654ABAD1}"/>
                  </a:ext>
                </a:extLst>
              </p:cNvPr>
              <p:cNvPicPr/>
              <p:nvPr/>
            </p:nvPicPr>
            <p:blipFill>
              <a:blip r:embed="rId4"/>
              <a:stretch>
                <a:fillRect/>
              </a:stretch>
            </p:blipFill>
            <p:spPr>
              <a:xfrm>
                <a:off x="-30240" y="769320"/>
                <a:ext cx="9346320" cy="5400720"/>
              </a:xfrm>
              <a:prstGeom prst="rect">
                <a:avLst/>
              </a:prstGeom>
            </p:spPr>
          </p:pic>
        </mc:Fallback>
      </mc:AlternateContent>
    </p:spTree>
    <p:extLst>
      <p:ext uri="{BB962C8B-B14F-4D97-AF65-F5344CB8AC3E}">
        <p14:creationId xmlns:p14="http://schemas.microsoft.com/office/powerpoint/2010/main" val="4161832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53617" y="683950"/>
            <a:ext cx="7975477" cy="1340159"/>
          </a:xfrm>
        </p:spPr>
        <p:txBody>
          <a:bodyPr>
            <a:noAutofit/>
          </a:bodyPr>
          <a:lstStyle/>
          <a:p>
            <a:r>
              <a:rPr lang="en-US" sz="2000" dirty="0">
                <a:latin typeface="+mn-lt"/>
              </a:rPr>
              <a:t>6. What is the cost price of article?</a:t>
            </a:r>
            <a:br>
              <a:rPr lang="en-US" sz="2000" dirty="0">
                <a:latin typeface="+mn-lt"/>
              </a:rPr>
            </a:br>
            <a:r>
              <a:rPr lang="en-US" sz="2000" dirty="0">
                <a:latin typeface="+mn-lt"/>
              </a:rPr>
              <a:t>Statement I: the profit earned on the article is Rs 150 and the ratio between selling price and cost price is 5:3</a:t>
            </a:r>
            <a:br>
              <a:rPr lang="en-US" sz="2000" dirty="0">
                <a:latin typeface="+mn-lt"/>
              </a:rPr>
            </a:br>
            <a:r>
              <a:rPr lang="en-US" sz="2000" dirty="0">
                <a:latin typeface="+mn-lt"/>
              </a:rPr>
              <a:t>Statement II: The sum of selling price and cost price of the article is Rs. 600</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171854"/>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69755280-0B82-75FC-30F4-15488F893878}"/>
                  </a:ext>
                </a:extLst>
              </p14:cNvPr>
              <p14:cNvContentPartPr/>
              <p14:nvPr/>
            </p14:nvContentPartPr>
            <p14:xfrm>
              <a:off x="233640" y="614520"/>
              <a:ext cx="7532640" cy="4973760"/>
            </p14:xfrm>
          </p:contentPart>
        </mc:Choice>
        <mc:Fallback xmlns="">
          <p:pic>
            <p:nvPicPr>
              <p:cNvPr id="4" name="Ink 3">
                <a:extLst>
                  <a:ext uri="{FF2B5EF4-FFF2-40B4-BE49-F238E27FC236}">
                    <a16:creationId xmlns:a16="http://schemas.microsoft.com/office/drawing/2014/main" id="{69755280-0B82-75FC-30F4-15488F893878}"/>
                  </a:ext>
                </a:extLst>
              </p:cNvPr>
              <p:cNvPicPr/>
              <p:nvPr/>
            </p:nvPicPr>
            <p:blipFill>
              <a:blip r:embed="rId4"/>
              <a:stretch>
                <a:fillRect/>
              </a:stretch>
            </p:blipFill>
            <p:spPr>
              <a:xfrm>
                <a:off x="224280" y="605160"/>
                <a:ext cx="7551360" cy="4992480"/>
              </a:xfrm>
              <a:prstGeom prst="rect">
                <a:avLst/>
              </a:prstGeom>
            </p:spPr>
          </p:pic>
        </mc:Fallback>
      </mc:AlternateContent>
    </p:spTree>
    <p:extLst>
      <p:ext uri="{BB962C8B-B14F-4D97-AF65-F5344CB8AC3E}">
        <p14:creationId xmlns:p14="http://schemas.microsoft.com/office/powerpoint/2010/main" val="741004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17818"/>
            <a:ext cx="7886700" cy="1325563"/>
          </a:xfrm>
        </p:spPr>
        <p:txBody>
          <a:bodyPr>
            <a:normAutofit fontScale="90000"/>
          </a:bodyPr>
          <a:lstStyle/>
          <a:p>
            <a:r>
              <a:rPr lang="en-US" sz="2000" dirty="0">
                <a:latin typeface="+mn-lt"/>
              </a:rPr>
              <a:t>7. If </a:t>
            </a:r>
            <a:r>
              <a:rPr lang="en-US" sz="2200" dirty="0">
                <a:latin typeface="+mn-lt"/>
              </a:rPr>
              <a:t>pipe</a:t>
            </a:r>
            <a:r>
              <a:rPr lang="en-US" sz="2000" dirty="0">
                <a:latin typeface="+mn-lt"/>
              </a:rPr>
              <a:t> A and B open at alternate minutes, then in how many minutes tank will be filled</a:t>
            </a:r>
            <a:br>
              <a:rPr lang="en-US" sz="2000" dirty="0">
                <a:latin typeface="+mn-lt"/>
              </a:rPr>
            </a:br>
            <a:r>
              <a:rPr lang="en-US" sz="2000" dirty="0">
                <a:latin typeface="+mn-lt"/>
              </a:rPr>
              <a:t>Statement I: pipe A alone can fill the tank in 12 minutes and pipe B alone can fill the tank in 24 minutes</a:t>
            </a:r>
            <a:br>
              <a:rPr lang="en-US" sz="2000" dirty="0">
                <a:latin typeface="+mn-lt"/>
              </a:rPr>
            </a:br>
            <a:r>
              <a:rPr lang="en-US" sz="2000" dirty="0">
                <a:latin typeface="+mn-lt"/>
              </a:rPr>
              <a:t>Statement II: pipe A and B together can fill the tank in 8 minutes</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99772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alone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3886E32-60BA-7203-48A8-0523B350470D}"/>
                  </a:ext>
                </a:extLst>
              </p14:cNvPr>
              <p14:cNvContentPartPr/>
              <p14:nvPr/>
            </p14:nvContentPartPr>
            <p14:xfrm>
              <a:off x="153000" y="763920"/>
              <a:ext cx="8843040" cy="5042160"/>
            </p14:xfrm>
          </p:contentPart>
        </mc:Choice>
        <mc:Fallback xmlns="">
          <p:pic>
            <p:nvPicPr>
              <p:cNvPr id="4" name="Ink 3">
                <a:extLst>
                  <a:ext uri="{FF2B5EF4-FFF2-40B4-BE49-F238E27FC236}">
                    <a16:creationId xmlns:a16="http://schemas.microsoft.com/office/drawing/2014/main" id="{13886E32-60BA-7203-48A8-0523B350470D}"/>
                  </a:ext>
                </a:extLst>
              </p:cNvPr>
              <p:cNvPicPr/>
              <p:nvPr/>
            </p:nvPicPr>
            <p:blipFill>
              <a:blip r:embed="rId4"/>
              <a:stretch>
                <a:fillRect/>
              </a:stretch>
            </p:blipFill>
            <p:spPr>
              <a:xfrm>
                <a:off x="143640" y="754560"/>
                <a:ext cx="8861760" cy="5060880"/>
              </a:xfrm>
              <a:prstGeom prst="rect">
                <a:avLst/>
              </a:prstGeom>
            </p:spPr>
          </p:pic>
        </mc:Fallback>
      </mc:AlternateContent>
    </p:spTree>
    <p:extLst>
      <p:ext uri="{BB962C8B-B14F-4D97-AF65-F5344CB8AC3E}">
        <p14:creationId xmlns:p14="http://schemas.microsoft.com/office/powerpoint/2010/main" val="3303915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717796" y="683950"/>
            <a:ext cx="7886700" cy="1325563"/>
          </a:xfrm>
        </p:spPr>
        <p:txBody>
          <a:bodyPr>
            <a:noAutofit/>
          </a:bodyPr>
          <a:lstStyle/>
          <a:p>
            <a:r>
              <a:rPr lang="en-US" sz="2000" dirty="0">
                <a:latin typeface="+mn-lt"/>
              </a:rPr>
              <a:t>8. What is the rate of interest per annum?</a:t>
            </a:r>
            <a:br>
              <a:rPr lang="en-US" sz="2000" dirty="0">
                <a:latin typeface="+mn-lt"/>
              </a:rPr>
            </a:br>
            <a:r>
              <a:rPr lang="en-US" sz="2000" dirty="0">
                <a:latin typeface="+mn-lt"/>
              </a:rPr>
              <a:t>Statement I: A sum of amount becomes 7 times in 24 years at simple interest</a:t>
            </a:r>
            <a:br>
              <a:rPr lang="en-US" sz="2000" dirty="0">
                <a:latin typeface="+mn-lt"/>
              </a:rPr>
            </a:br>
            <a:r>
              <a:rPr lang="en-US" sz="2000" dirty="0">
                <a:latin typeface="+mn-lt"/>
              </a:rPr>
              <a:t>Statement II: the amount of Rs. 12,000 becomes Rs 21,000 in 3 years at Simple interest</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69509"/>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alone is sufficient</a:t>
            </a:r>
          </a:p>
          <a:p>
            <a:pPr marL="514350" indent="-514350">
              <a:buFont typeface="Arial" panose="020B0604020202020204" pitchFamily="34" charset="0"/>
              <a:buAutoNum type="alphaUcParenR"/>
            </a:pPr>
            <a:r>
              <a:rPr lang="en-US" sz="2000" dirty="0"/>
              <a:t>Both I and II together are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5868FA5-E332-26E7-F091-F24C7B2937C9}"/>
                  </a:ext>
                </a:extLst>
              </p14:cNvPr>
              <p14:cNvContentPartPr/>
              <p14:nvPr/>
            </p14:nvContentPartPr>
            <p14:xfrm>
              <a:off x="259200" y="368640"/>
              <a:ext cx="8551800" cy="5579280"/>
            </p14:xfrm>
          </p:contentPart>
        </mc:Choice>
        <mc:Fallback xmlns="">
          <p:pic>
            <p:nvPicPr>
              <p:cNvPr id="4" name="Ink 3">
                <a:extLst>
                  <a:ext uri="{FF2B5EF4-FFF2-40B4-BE49-F238E27FC236}">
                    <a16:creationId xmlns:a16="http://schemas.microsoft.com/office/drawing/2014/main" id="{15868FA5-E332-26E7-F091-F24C7B2937C9}"/>
                  </a:ext>
                </a:extLst>
              </p:cNvPr>
              <p:cNvPicPr/>
              <p:nvPr/>
            </p:nvPicPr>
            <p:blipFill>
              <a:blip r:embed="rId4"/>
              <a:stretch>
                <a:fillRect/>
              </a:stretch>
            </p:blipFill>
            <p:spPr>
              <a:xfrm>
                <a:off x="249840" y="359280"/>
                <a:ext cx="8570520" cy="5598000"/>
              </a:xfrm>
              <a:prstGeom prst="rect">
                <a:avLst/>
              </a:prstGeom>
            </p:spPr>
          </p:pic>
        </mc:Fallback>
      </mc:AlternateContent>
    </p:spTree>
    <p:extLst>
      <p:ext uri="{BB962C8B-B14F-4D97-AF65-F5344CB8AC3E}">
        <p14:creationId xmlns:p14="http://schemas.microsoft.com/office/powerpoint/2010/main" val="3096273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08940"/>
            <a:ext cx="7886700" cy="1325563"/>
          </a:xfrm>
        </p:spPr>
        <p:txBody>
          <a:bodyPr>
            <a:normAutofit/>
          </a:bodyPr>
          <a:lstStyle/>
          <a:p>
            <a:r>
              <a:rPr lang="en-US" sz="2000" dirty="0">
                <a:latin typeface="+mn-lt"/>
              </a:rPr>
              <a:t>9. Find the ratio of age of A to age of C</a:t>
            </a:r>
            <a:br>
              <a:rPr lang="en-US" sz="2000" dirty="0">
                <a:latin typeface="+mn-lt"/>
              </a:rPr>
            </a:br>
            <a:r>
              <a:rPr lang="en-US" sz="2000" dirty="0">
                <a:latin typeface="+mn-lt"/>
              </a:rPr>
              <a:t>Statement I: A is 10 years older than B and C is 5 years younger than A</a:t>
            </a:r>
            <a:br>
              <a:rPr lang="en-US" sz="2000" dirty="0">
                <a:latin typeface="+mn-lt"/>
              </a:rPr>
            </a:br>
            <a:r>
              <a:rPr lang="en-US" sz="2000" dirty="0">
                <a:latin typeface="+mn-lt"/>
              </a:rPr>
              <a:t>Statement II: Average age of A, B and C is 25</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83450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alone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9FA2DBB-1659-0F0F-ADD9-F1FF9FBD46C7}"/>
                  </a:ext>
                </a:extLst>
              </p14:cNvPr>
              <p14:cNvContentPartPr/>
              <p14:nvPr/>
            </p14:nvContentPartPr>
            <p14:xfrm>
              <a:off x="206640" y="387000"/>
              <a:ext cx="8840520" cy="4704840"/>
            </p14:xfrm>
          </p:contentPart>
        </mc:Choice>
        <mc:Fallback xmlns="">
          <p:pic>
            <p:nvPicPr>
              <p:cNvPr id="4" name="Ink 3">
                <a:extLst>
                  <a:ext uri="{FF2B5EF4-FFF2-40B4-BE49-F238E27FC236}">
                    <a16:creationId xmlns:a16="http://schemas.microsoft.com/office/drawing/2014/main" id="{E9FA2DBB-1659-0F0F-ADD9-F1FF9FBD46C7}"/>
                  </a:ext>
                </a:extLst>
              </p:cNvPr>
              <p:cNvPicPr/>
              <p:nvPr/>
            </p:nvPicPr>
            <p:blipFill>
              <a:blip r:embed="rId4"/>
              <a:stretch>
                <a:fillRect/>
              </a:stretch>
            </p:blipFill>
            <p:spPr>
              <a:xfrm>
                <a:off x="197280" y="377640"/>
                <a:ext cx="8859240" cy="4723560"/>
              </a:xfrm>
              <a:prstGeom prst="rect">
                <a:avLst/>
              </a:prstGeom>
            </p:spPr>
          </p:pic>
        </mc:Fallback>
      </mc:AlternateContent>
    </p:spTree>
    <p:extLst>
      <p:ext uri="{BB962C8B-B14F-4D97-AF65-F5344CB8AC3E}">
        <p14:creationId xmlns:p14="http://schemas.microsoft.com/office/powerpoint/2010/main" val="1645243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Autofit/>
          </a:bodyPr>
          <a:lstStyle/>
          <a:p>
            <a:r>
              <a:rPr lang="en-US" sz="2000" dirty="0">
                <a:latin typeface="+mn-lt"/>
              </a:rPr>
              <a:t>10. The ratio of the population of males to the population of females is 15:13. what is the population of the city?</a:t>
            </a:r>
            <a:br>
              <a:rPr lang="en-US" sz="2000" dirty="0">
                <a:latin typeface="+mn-lt"/>
              </a:rPr>
            </a:br>
            <a:r>
              <a:rPr lang="en-US" sz="2000" dirty="0">
                <a:latin typeface="+mn-lt"/>
              </a:rPr>
              <a:t>Statement I: The difference between population of males and the population of females is 1000.</a:t>
            </a:r>
            <a:br>
              <a:rPr lang="en-US" sz="2000" dirty="0">
                <a:latin typeface="+mn-lt"/>
              </a:rPr>
            </a:br>
            <a:r>
              <a:rPr lang="en-US" sz="2000" dirty="0">
                <a:latin typeface="+mn-lt"/>
              </a:rPr>
              <a:t>Statement II: The population of females is 6500.</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44741" y="2278387"/>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6BBAA3F-F3D8-3F5C-417A-B8C9F910FABE}"/>
                  </a:ext>
                </a:extLst>
              </p14:cNvPr>
              <p14:cNvContentPartPr/>
              <p14:nvPr/>
            </p14:nvContentPartPr>
            <p14:xfrm>
              <a:off x="1080" y="1081800"/>
              <a:ext cx="8482320" cy="5478480"/>
            </p14:xfrm>
          </p:contentPart>
        </mc:Choice>
        <mc:Fallback xmlns="">
          <p:pic>
            <p:nvPicPr>
              <p:cNvPr id="4" name="Ink 3">
                <a:extLst>
                  <a:ext uri="{FF2B5EF4-FFF2-40B4-BE49-F238E27FC236}">
                    <a16:creationId xmlns:a16="http://schemas.microsoft.com/office/drawing/2014/main" id="{46BBAA3F-F3D8-3F5C-417A-B8C9F910FABE}"/>
                  </a:ext>
                </a:extLst>
              </p:cNvPr>
              <p:cNvPicPr/>
              <p:nvPr/>
            </p:nvPicPr>
            <p:blipFill>
              <a:blip r:embed="rId4"/>
              <a:stretch>
                <a:fillRect/>
              </a:stretch>
            </p:blipFill>
            <p:spPr>
              <a:xfrm>
                <a:off x="-8280" y="1072440"/>
                <a:ext cx="8501040" cy="5497200"/>
              </a:xfrm>
              <a:prstGeom prst="rect">
                <a:avLst/>
              </a:prstGeom>
            </p:spPr>
          </p:pic>
        </mc:Fallback>
      </mc:AlternateContent>
    </p:spTree>
    <p:extLst>
      <p:ext uri="{BB962C8B-B14F-4D97-AF65-F5344CB8AC3E}">
        <p14:creationId xmlns:p14="http://schemas.microsoft.com/office/powerpoint/2010/main" val="3571997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508940"/>
            <a:ext cx="7886700" cy="1325563"/>
          </a:xfrm>
        </p:spPr>
        <p:txBody>
          <a:bodyPr>
            <a:normAutofit/>
          </a:bodyPr>
          <a:lstStyle/>
          <a:p>
            <a:r>
              <a:rPr lang="en-US" sz="2000" dirty="0">
                <a:latin typeface="+mn-lt"/>
              </a:rPr>
              <a:t>11. Find rate of simple interest</a:t>
            </a:r>
            <a:br>
              <a:rPr lang="en-US" sz="2000" dirty="0">
                <a:latin typeface="+mn-lt"/>
              </a:rPr>
            </a:br>
            <a:r>
              <a:rPr lang="en-US" sz="2000" dirty="0">
                <a:latin typeface="+mn-lt"/>
              </a:rPr>
              <a:t>Statement I: interest earned Rs 4000</a:t>
            </a:r>
            <a:br>
              <a:rPr lang="en-US" sz="2000" dirty="0">
                <a:latin typeface="+mn-lt"/>
              </a:rPr>
            </a:br>
            <a:r>
              <a:rPr lang="en-US" sz="2000" dirty="0">
                <a:latin typeface="+mn-lt"/>
              </a:rPr>
              <a:t>Statement II: Sum invested for 4 years</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1834503"/>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3833400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rmAutofit/>
          </a:bodyPr>
          <a:lstStyle/>
          <a:p>
            <a:r>
              <a:rPr lang="en-US" sz="2000" dirty="0">
                <a:latin typeface="+mn-lt"/>
              </a:rPr>
              <a:t>12. Gowtham ranks 18</a:t>
            </a:r>
            <a:r>
              <a:rPr lang="en-US" sz="2000" baseline="30000" dirty="0">
                <a:latin typeface="+mn-lt"/>
              </a:rPr>
              <a:t>th</a:t>
            </a:r>
            <a:r>
              <a:rPr lang="en-US" sz="2000" dirty="0">
                <a:latin typeface="+mn-lt"/>
              </a:rPr>
              <a:t> in a class. What is the rank from the last?</a:t>
            </a:r>
            <a:br>
              <a:rPr lang="en-US" sz="2000" dirty="0">
                <a:latin typeface="+mn-lt"/>
              </a:rPr>
            </a:br>
            <a:r>
              <a:rPr lang="en-US" sz="2000" dirty="0">
                <a:latin typeface="+mn-lt"/>
              </a:rPr>
              <a:t>Statement I: There are 47 students in the class</a:t>
            </a:r>
            <a:br>
              <a:rPr lang="en-US" sz="2000" dirty="0">
                <a:latin typeface="+mn-lt"/>
              </a:rPr>
            </a:br>
            <a:r>
              <a:rPr lang="en-US" sz="2000" dirty="0">
                <a:latin typeface="+mn-lt"/>
              </a:rPr>
              <a:t>Statement II: </a:t>
            </a:r>
            <a:r>
              <a:rPr lang="en-US" sz="2000" dirty="0" err="1">
                <a:latin typeface="+mn-lt"/>
              </a:rPr>
              <a:t>Jegan</a:t>
            </a:r>
            <a:r>
              <a:rPr lang="en-US" sz="2000" dirty="0">
                <a:latin typeface="+mn-lt"/>
              </a:rPr>
              <a:t> who ranks 10</a:t>
            </a:r>
            <a:r>
              <a:rPr lang="en-US" sz="2000" baseline="30000" dirty="0">
                <a:latin typeface="+mn-lt"/>
              </a:rPr>
              <a:t>th</a:t>
            </a:r>
            <a:r>
              <a:rPr lang="en-US" sz="2000" dirty="0">
                <a:latin typeface="+mn-lt"/>
              </a:rPr>
              <a:t> in the same class, ranks 38</a:t>
            </a:r>
            <a:r>
              <a:rPr lang="en-US" sz="2000" baseline="30000" dirty="0">
                <a:latin typeface="+mn-lt"/>
              </a:rPr>
              <a:t>th</a:t>
            </a:r>
            <a:r>
              <a:rPr lang="en-US" sz="2000" dirty="0">
                <a:latin typeface="+mn-lt"/>
              </a:rPr>
              <a:t> from the last</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83078"/>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1501842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rmAutofit fontScale="90000"/>
          </a:bodyPr>
          <a:lstStyle/>
          <a:p>
            <a:r>
              <a:rPr lang="en-US" sz="2000" dirty="0">
                <a:latin typeface="+mn-lt"/>
              </a:rPr>
              <a:t>13. Who is the shortest among all?</a:t>
            </a:r>
            <a:br>
              <a:rPr lang="en-US" sz="2000" dirty="0">
                <a:latin typeface="+mn-lt"/>
              </a:rPr>
            </a:br>
            <a:r>
              <a:rPr lang="en-US" sz="2000" dirty="0">
                <a:latin typeface="+mn-lt"/>
              </a:rPr>
              <a:t>Statement I: if Meena is taller than Rajesh and Rajesh is taller than veena. Pallavi is not the tallest</a:t>
            </a:r>
            <a:br>
              <a:rPr lang="en-US" sz="2000" dirty="0">
                <a:latin typeface="+mn-lt"/>
              </a:rPr>
            </a:br>
            <a:r>
              <a:rPr lang="en-US" sz="2000" dirty="0">
                <a:latin typeface="+mn-lt"/>
              </a:rPr>
              <a:t>Statement II: if Ashok is taller than </a:t>
            </a:r>
            <a:r>
              <a:rPr lang="en-US" sz="2000" dirty="0" err="1">
                <a:latin typeface="+mn-lt"/>
              </a:rPr>
              <a:t>Sujal</a:t>
            </a:r>
            <a:r>
              <a:rPr lang="en-US" sz="2000" dirty="0">
                <a:latin typeface="+mn-lt"/>
              </a:rPr>
              <a:t> and </a:t>
            </a:r>
            <a:r>
              <a:rPr lang="en-US" sz="2000" dirty="0" err="1">
                <a:latin typeface="+mn-lt"/>
              </a:rPr>
              <a:t>Sujal</a:t>
            </a:r>
            <a:r>
              <a:rPr lang="en-US" sz="2000" dirty="0">
                <a:latin typeface="+mn-lt"/>
              </a:rPr>
              <a:t> is not the shortest. Veena is taller than Ashok</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83078"/>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85619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rmAutofit/>
          </a:bodyPr>
          <a:lstStyle/>
          <a:p>
            <a:r>
              <a:rPr lang="en-US" sz="2000" dirty="0">
                <a:latin typeface="+mn-lt"/>
              </a:rPr>
              <a:t>14. How is L related to J?</a:t>
            </a:r>
            <a:br>
              <a:rPr lang="en-US" sz="2000" dirty="0">
                <a:latin typeface="+mn-lt"/>
              </a:rPr>
            </a:br>
            <a:r>
              <a:rPr lang="en-US" sz="2000" dirty="0">
                <a:latin typeface="+mn-lt"/>
              </a:rPr>
              <a:t>Statement I: I is the sister of J.</a:t>
            </a:r>
            <a:br>
              <a:rPr lang="en-US" sz="2000" dirty="0">
                <a:latin typeface="+mn-lt"/>
              </a:rPr>
            </a:br>
            <a:r>
              <a:rPr lang="en-US" sz="2000" dirty="0">
                <a:latin typeface="+mn-lt"/>
              </a:rPr>
              <a:t>Statement II: L is the husband of K, who is the sister of J.</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83078"/>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353507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rmAutofit/>
          </a:bodyPr>
          <a:lstStyle/>
          <a:p>
            <a:r>
              <a:rPr lang="en-US" sz="2000" dirty="0">
                <a:latin typeface="+mn-lt"/>
              </a:rPr>
              <a:t>15. In arow of five buildings A, B, C, D, and E which building is in the middle</a:t>
            </a:r>
            <a:br>
              <a:rPr lang="en-US" sz="2000" dirty="0">
                <a:latin typeface="+mn-lt"/>
              </a:rPr>
            </a:br>
            <a:r>
              <a:rPr lang="en-US" sz="2000" dirty="0">
                <a:latin typeface="+mn-lt"/>
              </a:rPr>
              <a:t>Statement I: building D and B are at the two extreme ends of the row</a:t>
            </a:r>
            <a:br>
              <a:rPr lang="en-US" sz="2000" dirty="0">
                <a:latin typeface="+mn-lt"/>
              </a:rPr>
            </a:br>
            <a:r>
              <a:rPr lang="en-US" sz="2000" dirty="0">
                <a:latin typeface="+mn-lt"/>
              </a:rPr>
              <a:t>Statement II: Building E is to the right of Building C</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83078"/>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1257058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rmAutofit/>
          </a:bodyPr>
          <a:lstStyle/>
          <a:p>
            <a:r>
              <a:rPr lang="en-US" sz="2000" dirty="0">
                <a:latin typeface="+mn-lt"/>
              </a:rPr>
              <a:t>16. How Ram is related to Mona?</a:t>
            </a:r>
            <a:br>
              <a:rPr lang="en-US" sz="2000" dirty="0">
                <a:latin typeface="+mn-lt"/>
              </a:rPr>
            </a:br>
            <a:r>
              <a:rPr lang="en-US" sz="2000" dirty="0">
                <a:latin typeface="+mn-lt"/>
              </a:rPr>
              <a:t>Statement I: Mona’s brother is husband of Poonam</a:t>
            </a:r>
            <a:br>
              <a:rPr lang="en-US" sz="2000" dirty="0">
                <a:latin typeface="+mn-lt"/>
              </a:rPr>
            </a:br>
            <a:r>
              <a:rPr lang="en-US" sz="2000" dirty="0">
                <a:latin typeface="+mn-lt"/>
              </a:rPr>
              <a:t>Statement II: Poonam is mother of Ram’s sister.</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83078"/>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476555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28650" y="683950"/>
            <a:ext cx="7886700" cy="1325563"/>
          </a:xfrm>
        </p:spPr>
        <p:txBody>
          <a:bodyPr>
            <a:normAutofit/>
          </a:bodyPr>
          <a:lstStyle/>
          <a:p>
            <a:r>
              <a:rPr lang="en-US" sz="2000" dirty="0">
                <a:latin typeface="+mn-lt"/>
              </a:rPr>
              <a:t>17. On which day is </a:t>
            </a:r>
            <a:r>
              <a:rPr lang="en-US" sz="2000" dirty="0" err="1">
                <a:latin typeface="+mn-lt"/>
              </a:rPr>
              <a:t>Shyam’s</a:t>
            </a:r>
            <a:r>
              <a:rPr lang="en-US" sz="2000" dirty="0">
                <a:latin typeface="+mn-lt"/>
              </a:rPr>
              <a:t> birthday?</a:t>
            </a:r>
            <a:br>
              <a:rPr lang="en-US" sz="2000" dirty="0">
                <a:latin typeface="+mn-lt"/>
              </a:rPr>
            </a:br>
            <a:r>
              <a:rPr lang="en-US" sz="2000" dirty="0">
                <a:latin typeface="+mn-lt"/>
              </a:rPr>
              <a:t>Statement I: His Birthday is not on </a:t>
            </a:r>
            <a:r>
              <a:rPr lang="en-US" sz="2000" dirty="0" err="1">
                <a:latin typeface="+mn-lt"/>
              </a:rPr>
              <a:t>wednesday</a:t>
            </a:r>
            <a:br>
              <a:rPr lang="en-US" sz="2000" dirty="0">
                <a:latin typeface="+mn-lt"/>
              </a:rPr>
            </a:br>
            <a:r>
              <a:rPr lang="en-US" sz="2000" dirty="0">
                <a:latin typeface="+mn-lt"/>
              </a:rPr>
              <a:t>Statement II: His birthday is between Monday and Friday</a:t>
            </a:r>
            <a:br>
              <a:rPr lang="en-US" sz="2000" dirty="0">
                <a:latin typeface="+mn-lt"/>
              </a:rPr>
            </a:br>
            <a:r>
              <a:rPr lang="en-US" sz="2000" dirty="0">
                <a:latin typeface="+mn-lt"/>
              </a:rPr>
              <a:t>Statement III: his birthday between Wednesday and Sunday</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083078"/>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III is sufficient</a:t>
            </a:r>
          </a:p>
          <a:p>
            <a:pPr marL="514350" indent="-514350">
              <a:buFont typeface="Arial" panose="020B0604020202020204" pitchFamily="34" charset="0"/>
              <a:buAutoNum type="alphaUcParenR"/>
            </a:pPr>
            <a:r>
              <a:rPr lang="en-US" sz="2000" dirty="0"/>
              <a:t>Statement II and III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 II and III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3163345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34562" y="970579"/>
            <a:ext cx="7886700" cy="1325563"/>
          </a:xfrm>
        </p:spPr>
        <p:txBody>
          <a:bodyPr>
            <a:noAutofit/>
          </a:bodyPr>
          <a:lstStyle/>
          <a:p>
            <a:r>
              <a:rPr lang="en-US" sz="1800" dirty="0">
                <a:latin typeface="+mn-lt"/>
              </a:rPr>
              <a:t>18. </a:t>
            </a:r>
            <a:r>
              <a:rPr lang="en-US" sz="1800" b="1" i="0" dirty="0">
                <a:solidFill>
                  <a:srgbClr val="0D0B0B"/>
                </a:solidFill>
                <a:effectLst/>
                <a:latin typeface="+mn-lt"/>
              </a:rPr>
              <a:t>What is the simple interest accrued on a principal of Rs. 25000 in six years? </a:t>
            </a:r>
            <a:br>
              <a:rPr lang="en-US" sz="1800" b="0" i="0" dirty="0">
                <a:solidFill>
                  <a:srgbClr val="000000"/>
                </a:solidFill>
                <a:effectLst/>
                <a:latin typeface="+mn-lt"/>
              </a:rPr>
            </a:br>
            <a:r>
              <a:rPr lang="en-US" sz="1800" b="0" i="0" dirty="0">
                <a:solidFill>
                  <a:srgbClr val="000000"/>
                </a:solidFill>
                <a:effectLst/>
                <a:latin typeface="+mn-lt"/>
              </a:rPr>
              <a:t>I. The rate of the simple interest for the first three years is 4 </a:t>
            </a:r>
            <a:r>
              <a:rPr lang="en-US" sz="1800" b="0" i="0" dirty="0" err="1">
                <a:solidFill>
                  <a:srgbClr val="000000"/>
                </a:solidFill>
                <a:effectLst/>
                <a:latin typeface="+mn-lt"/>
              </a:rPr>
              <a:t>p.c.p.a</a:t>
            </a:r>
            <a:r>
              <a:rPr lang="en-US" sz="1800" b="0" i="0" dirty="0">
                <a:solidFill>
                  <a:srgbClr val="000000"/>
                </a:solidFill>
                <a:effectLst/>
                <a:latin typeface="+mn-lt"/>
              </a:rPr>
              <a:t>.? </a:t>
            </a:r>
            <a:br>
              <a:rPr lang="en-US" sz="1800" b="0" i="0" dirty="0">
                <a:solidFill>
                  <a:srgbClr val="000000"/>
                </a:solidFill>
                <a:effectLst/>
                <a:latin typeface="+mn-lt"/>
              </a:rPr>
            </a:br>
            <a:r>
              <a:rPr lang="en-US" sz="1800" b="0" i="0" dirty="0">
                <a:solidFill>
                  <a:srgbClr val="000000"/>
                </a:solidFill>
                <a:effectLst/>
                <a:latin typeface="+mn-lt"/>
              </a:rPr>
              <a:t>II. The rate of simple interest for the next three years is 6 </a:t>
            </a:r>
            <a:r>
              <a:rPr lang="en-US" sz="1800" b="0" i="0" dirty="0" err="1">
                <a:solidFill>
                  <a:srgbClr val="000000"/>
                </a:solidFill>
                <a:effectLst/>
                <a:latin typeface="+mn-lt"/>
              </a:rPr>
              <a:t>p.c.p.a</a:t>
            </a:r>
            <a:r>
              <a:rPr lang="en-US" sz="1800" b="0" i="0" dirty="0">
                <a:solidFill>
                  <a:srgbClr val="000000"/>
                </a:solidFill>
                <a:effectLst/>
                <a:latin typeface="+mn-lt"/>
              </a:rPr>
              <a:t>.?</a:t>
            </a:r>
            <a:br>
              <a:rPr lang="en-US" sz="1800" b="0" i="0" dirty="0">
                <a:solidFill>
                  <a:srgbClr val="000000"/>
                </a:solidFill>
                <a:effectLst/>
                <a:latin typeface="+mn-lt"/>
              </a:rPr>
            </a:br>
            <a:endParaRPr lang="en-IN" sz="18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413599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r>
              <a:rPr lang="en-US" sz="2000" dirty="0">
                <a:latin typeface="+mn-lt"/>
              </a:rPr>
              <a:t>19. Five girls are sitting on a bench to be photographed. Who is sitting immediate right of Lata?</a:t>
            </a:r>
            <a:br>
              <a:rPr lang="en-US" sz="2000" dirty="0">
                <a:latin typeface="+mn-lt"/>
              </a:rPr>
            </a:br>
            <a:r>
              <a:rPr lang="en-US" sz="2000" dirty="0">
                <a:latin typeface="+mn-lt"/>
              </a:rPr>
              <a:t>Statement I: Radha is to the left of </a:t>
            </a:r>
            <a:r>
              <a:rPr lang="en-US" sz="2000" dirty="0" err="1">
                <a:latin typeface="+mn-lt"/>
              </a:rPr>
              <a:t>Anvesha</a:t>
            </a:r>
            <a:r>
              <a:rPr lang="en-US" sz="2000" dirty="0">
                <a:latin typeface="+mn-lt"/>
              </a:rPr>
              <a:t> and to the right of Mona</a:t>
            </a:r>
            <a:br>
              <a:rPr lang="en-US" sz="2000" dirty="0">
                <a:latin typeface="+mn-lt"/>
              </a:rPr>
            </a:br>
            <a:r>
              <a:rPr lang="en-US" sz="2000" dirty="0">
                <a:latin typeface="+mn-lt"/>
              </a:rPr>
              <a:t>Statement II: Natasha is to the right of </a:t>
            </a:r>
            <a:r>
              <a:rPr lang="en-US" sz="2000" dirty="0" err="1">
                <a:latin typeface="+mn-lt"/>
              </a:rPr>
              <a:t>Anvesha</a:t>
            </a:r>
            <a:r>
              <a:rPr lang="en-US" sz="2000" dirty="0">
                <a:latin typeface="+mn-lt"/>
              </a:rPr>
              <a:t>. Lata is between </a:t>
            </a:r>
            <a:r>
              <a:rPr lang="en-US" sz="2000" dirty="0" err="1">
                <a:latin typeface="+mn-lt"/>
              </a:rPr>
              <a:t>Anvesha</a:t>
            </a:r>
            <a:r>
              <a:rPr lang="en-US" sz="2000" dirty="0">
                <a:latin typeface="+mn-lt"/>
              </a:rPr>
              <a:t> and Natasha</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426523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r>
              <a:rPr lang="en-US" sz="2000" dirty="0">
                <a:latin typeface="+mn-lt"/>
              </a:rPr>
              <a:t>20. </a:t>
            </a:r>
            <a:r>
              <a:rPr lang="en-US" sz="2000" b="1" i="0" dirty="0">
                <a:solidFill>
                  <a:srgbClr val="0D0B0B"/>
                </a:solidFill>
                <a:effectLst/>
                <a:latin typeface="+mn-lt"/>
              </a:rPr>
              <a:t>₹ 310 is divided among three persons Aman, Bharat, and Chandu. Find Aman’s share.</a:t>
            </a:r>
            <a:br>
              <a:rPr lang="en-US" sz="2000" b="0" i="0" dirty="0">
                <a:solidFill>
                  <a:srgbClr val="000000"/>
                </a:solidFill>
                <a:effectLst/>
                <a:latin typeface="+mn-lt"/>
              </a:rPr>
            </a:br>
            <a:r>
              <a:rPr lang="en-US" sz="2000" b="0" i="0" dirty="0">
                <a:solidFill>
                  <a:srgbClr val="000000"/>
                </a:solidFill>
                <a:effectLst/>
                <a:latin typeface="+mn-lt"/>
              </a:rPr>
              <a:t>I. Bharat gets Rs 16 more than Chandu </a:t>
            </a:r>
            <a:br>
              <a:rPr lang="en-US" sz="2000" b="0" i="0" dirty="0">
                <a:solidFill>
                  <a:srgbClr val="000000"/>
                </a:solidFill>
                <a:effectLst/>
                <a:latin typeface="+mn-lt"/>
              </a:rPr>
            </a:br>
            <a:r>
              <a:rPr lang="en-US" sz="2000" b="0" i="0" dirty="0">
                <a:solidFill>
                  <a:srgbClr val="000000"/>
                </a:solidFill>
                <a:effectLst/>
                <a:latin typeface="+mn-lt"/>
              </a:rPr>
              <a:t>II. Aman gets Rs 3 more than Chandu. </a:t>
            </a:r>
            <a:br>
              <a:rPr lang="en-US" sz="2000" b="0" i="0" dirty="0">
                <a:solidFill>
                  <a:srgbClr val="000000"/>
                </a:solidFill>
                <a:effectLst/>
                <a:latin typeface="+mn-lt"/>
              </a:rPr>
            </a:br>
            <a:r>
              <a:rPr lang="en-US" sz="2000" b="0" i="0" dirty="0">
                <a:solidFill>
                  <a:srgbClr val="000000"/>
                </a:solidFill>
                <a:effectLst/>
                <a:latin typeface="+mn-lt"/>
              </a:rPr>
              <a:t>III. Aman gets Rs 13 less than Bharat.</a:t>
            </a:r>
            <a:br>
              <a:rPr lang="en-US" sz="2000" b="0" i="0" dirty="0">
                <a:solidFill>
                  <a:srgbClr val="000000"/>
                </a:solidFill>
                <a:effectLst/>
                <a:latin typeface="+mn-lt"/>
              </a:rPr>
            </a:br>
            <a:r>
              <a:rPr lang="en-US" sz="2000" dirty="0">
                <a:latin typeface="+mn-lt"/>
              </a:rPr>
              <a:t> </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731127" y="2225198"/>
            <a:ext cx="7886700" cy="4351338"/>
          </a:xfrm>
        </p:spPr>
        <p:txBody>
          <a:bodyPr>
            <a:normAutofit/>
          </a:bodyPr>
          <a:lstStyle/>
          <a:p>
            <a:pPr marL="0" indent="0">
              <a:buNone/>
            </a:pPr>
            <a:r>
              <a:rPr lang="en-US" sz="2000" b="0" i="0" dirty="0">
                <a:solidFill>
                  <a:srgbClr val="0D0B0B"/>
                </a:solidFill>
                <a:effectLst/>
              </a:rPr>
              <a:t>A. Only I and III </a:t>
            </a:r>
            <a:br>
              <a:rPr lang="en-US" sz="2000" b="0" i="0" dirty="0">
                <a:solidFill>
                  <a:srgbClr val="0D0B0B"/>
                </a:solidFill>
                <a:effectLst/>
              </a:rPr>
            </a:br>
            <a:r>
              <a:rPr lang="en-US" sz="2000" b="0" i="0" dirty="0">
                <a:solidFill>
                  <a:srgbClr val="0D0B0B"/>
                </a:solidFill>
                <a:effectLst/>
              </a:rPr>
              <a:t>B. Only II and III </a:t>
            </a:r>
            <a:br>
              <a:rPr lang="en-US" sz="2000" b="0" i="0" dirty="0">
                <a:solidFill>
                  <a:srgbClr val="0D0B0B"/>
                </a:solidFill>
                <a:effectLst/>
              </a:rPr>
            </a:br>
            <a:r>
              <a:rPr lang="en-US" sz="2000" b="0" i="0" dirty="0">
                <a:solidFill>
                  <a:srgbClr val="0D0B0B"/>
                </a:solidFill>
                <a:effectLst/>
              </a:rPr>
              <a:t>C. All three </a:t>
            </a:r>
            <a:br>
              <a:rPr lang="en-US" sz="2000" b="0" i="0" dirty="0">
                <a:solidFill>
                  <a:srgbClr val="0D0B0B"/>
                </a:solidFill>
                <a:effectLst/>
              </a:rPr>
            </a:br>
            <a:r>
              <a:rPr lang="en-US" sz="2000" b="0" i="0" dirty="0">
                <a:solidFill>
                  <a:srgbClr val="0D0B0B"/>
                </a:solidFill>
                <a:effectLst/>
              </a:rPr>
              <a:t>D. III and either I or II </a:t>
            </a:r>
            <a:br>
              <a:rPr lang="en-US" sz="2000" b="0" i="0" dirty="0">
                <a:solidFill>
                  <a:srgbClr val="0D0B0B"/>
                </a:solidFill>
                <a:effectLst/>
              </a:rPr>
            </a:br>
            <a:r>
              <a:rPr lang="en-US" sz="2000" b="0" i="0" dirty="0">
                <a:solidFill>
                  <a:srgbClr val="0D0B0B"/>
                </a:solidFill>
                <a:effectLst/>
              </a:rPr>
              <a:t>E. Any two of the three statements</a:t>
            </a:r>
            <a:endParaRPr lang="en-US" sz="2000" b="0" i="0" dirty="0">
              <a:solidFill>
                <a:srgbClr val="000000"/>
              </a:solidFill>
              <a:effectLst/>
            </a:endParaRPr>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439934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r>
              <a:rPr lang="en-US" sz="2000" dirty="0">
                <a:latin typeface="+mn-lt"/>
              </a:rPr>
              <a:t>21. </a:t>
            </a:r>
            <a:r>
              <a:rPr lang="en-US" sz="2000" b="1" i="0" dirty="0">
                <a:solidFill>
                  <a:srgbClr val="0D0B0B"/>
                </a:solidFill>
                <a:effectLst/>
                <a:latin typeface="+mn-lt"/>
              </a:rPr>
              <a:t>The weights of A, B, and C are in the ratio of 8: 7: 5. A’s weight is 60% more than C’s. Find the weight of B. </a:t>
            </a:r>
            <a:br>
              <a:rPr lang="en-US" sz="2000" dirty="0">
                <a:latin typeface="+mn-lt"/>
              </a:rPr>
            </a:br>
            <a:r>
              <a:rPr lang="en-US" sz="2000" b="0" i="0" dirty="0">
                <a:solidFill>
                  <a:srgbClr val="0D0B0B"/>
                </a:solidFill>
                <a:effectLst/>
                <a:latin typeface="+mn-lt"/>
              </a:rPr>
              <a:t>I. Total weight of A, B, and C is 300 kg. </a:t>
            </a:r>
            <a:br>
              <a:rPr lang="en-US" sz="2000" dirty="0">
                <a:latin typeface="+mn-lt"/>
              </a:rPr>
            </a:br>
            <a:r>
              <a:rPr lang="en-US" sz="2000" b="0" i="0" dirty="0">
                <a:solidFill>
                  <a:srgbClr val="0D0B0B"/>
                </a:solidFill>
                <a:effectLst/>
                <a:latin typeface="+mn-lt"/>
              </a:rPr>
              <a:t>II. Difference between A’s and C’s weight is 45 kg.</a:t>
            </a:r>
            <a:r>
              <a:rPr lang="en-US" sz="2000" dirty="0">
                <a:latin typeface="+mn-lt"/>
              </a:rPr>
              <a:t> </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182595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pPr algn="l"/>
            <a:r>
              <a:rPr lang="en-IN" sz="2000" dirty="0">
                <a:latin typeface="+mn-lt"/>
              </a:rPr>
              <a:t>22. </a:t>
            </a:r>
            <a:r>
              <a:rPr lang="en-US" sz="2000" b="1" i="0" dirty="0">
                <a:solidFill>
                  <a:srgbClr val="0B182F"/>
                </a:solidFill>
                <a:effectLst/>
                <a:latin typeface="+mn-lt"/>
              </a:rPr>
              <a:t>Question:</a:t>
            </a:r>
            <a:r>
              <a:rPr lang="en-US" sz="2000" b="0" i="0" dirty="0">
                <a:solidFill>
                  <a:srgbClr val="0B182F"/>
                </a:solidFill>
                <a:effectLst/>
                <a:latin typeface="+mn-lt"/>
              </a:rPr>
              <a:t> Ram, Sham, Vinit, Aman, and Manish are sitting in a row. Who is sitting the middle?</a:t>
            </a:r>
            <a:br>
              <a:rPr lang="en-US" sz="2000" b="0" i="0" dirty="0">
                <a:solidFill>
                  <a:srgbClr val="0B182F"/>
                </a:solidFill>
                <a:effectLst/>
                <a:latin typeface="+mn-lt"/>
              </a:rPr>
            </a:br>
            <a:r>
              <a:rPr lang="en-US" sz="2000" b="1" i="0" dirty="0">
                <a:solidFill>
                  <a:srgbClr val="0B182F"/>
                </a:solidFill>
                <a:effectLst/>
                <a:latin typeface="+mn-lt"/>
              </a:rPr>
              <a:t>Statements:</a:t>
            </a:r>
            <a:br>
              <a:rPr lang="en-US" sz="2000" b="0" i="0" dirty="0">
                <a:solidFill>
                  <a:srgbClr val="0B182F"/>
                </a:solidFill>
                <a:effectLst/>
                <a:latin typeface="+mn-lt"/>
              </a:rPr>
            </a:br>
            <a:r>
              <a:rPr lang="en-US" sz="2000" b="0" i="0" dirty="0">
                <a:solidFill>
                  <a:srgbClr val="0B182F"/>
                </a:solidFill>
                <a:effectLst/>
                <a:latin typeface="+mn-lt"/>
              </a:rPr>
              <a:t>I. Sham is between Manish and Vinit.</a:t>
            </a:r>
            <a:br>
              <a:rPr lang="en-US" sz="2000" b="0" i="0" dirty="0">
                <a:solidFill>
                  <a:srgbClr val="0B182F"/>
                </a:solidFill>
                <a:effectLst/>
                <a:latin typeface="+mn-lt"/>
              </a:rPr>
            </a:br>
            <a:r>
              <a:rPr lang="en-US" sz="2000" b="0" i="0" dirty="0">
                <a:solidFill>
                  <a:srgbClr val="0B182F"/>
                </a:solidFill>
                <a:effectLst/>
                <a:latin typeface="+mn-lt"/>
              </a:rPr>
              <a:t>II. Sham is to the right of Manish.</a:t>
            </a:r>
            <a:br>
              <a:rPr lang="en-US" sz="2000" b="0" i="0" dirty="0">
                <a:solidFill>
                  <a:srgbClr val="0B182F"/>
                </a:solidFill>
                <a:effectLst/>
                <a:latin typeface="+mn-lt"/>
              </a:rPr>
            </a:br>
            <a:r>
              <a:rPr lang="en-US" sz="2000" b="0" i="0" dirty="0">
                <a:solidFill>
                  <a:srgbClr val="0B182F"/>
                </a:solidFill>
                <a:effectLst/>
                <a:latin typeface="+mn-lt"/>
              </a:rPr>
              <a:t>III. Aman is between Ram and Manish.</a:t>
            </a:r>
            <a:br>
              <a:rPr lang="en-US" sz="2000" b="0" i="0" dirty="0">
                <a:solidFill>
                  <a:srgbClr val="0B182F"/>
                </a:solidFill>
                <a:effectLst/>
                <a:latin typeface="+mn-lt"/>
              </a:rPr>
            </a:b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and III together are not sufficient</a:t>
            </a:r>
          </a:p>
          <a:p>
            <a:pPr marL="514350" indent="-514350">
              <a:buFont typeface="Arial" panose="020B0604020202020204" pitchFamily="34" charset="0"/>
              <a:buAutoNum type="alphaUcParenR"/>
            </a:pPr>
            <a:endParaRPr lang="en-US" sz="2000" dirty="0"/>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766180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pPr algn="l"/>
            <a:r>
              <a:rPr lang="en-IN" sz="2000" dirty="0">
                <a:latin typeface="+mn-lt"/>
              </a:rPr>
              <a:t>23. </a:t>
            </a:r>
            <a:r>
              <a:rPr lang="en-US" sz="2000" b="0" i="0" dirty="0">
                <a:solidFill>
                  <a:srgbClr val="0B182F"/>
                </a:solidFill>
                <a:effectLst/>
                <a:latin typeface="Roboto" panose="02000000000000000000" pitchFamily="2" charset="0"/>
              </a:rPr>
              <a:t>On which day of the week will Vimal celebrate his birthday?</a:t>
            </a:r>
            <a:br>
              <a:rPr lang="en-US" sz="2000" b="0" i="0" dirty="0">
                <a:solidFill>
                  <a:srgbClr val="0B182F"/>
                </a:solidFill>
                <a:effectLst/>
                <a:latin typeface="Roboto" panose="02000000000000000000" pitchFamily="2" charset="0"/>
              </a:rPr>
            </a:br>
            <a:r>
              <a:rPr lang="en-US" sz="2000" b="1" i="0" dirty="0">
                <a:solidFill>
                  <a:srgbClr val="0B182F"/>
                </a:solidFill>
                <a:effectLst/>
                <a:latin typeface="Roboto" panose="02000000000000000000" pitchFamily="2" charset="0"/>
              </a:rPr>
              <a:t>Statements:</a:t>
            </a:r>
            <a:br>
              <a:rPr lang="en-US" sz="2000" b="0" i="0" dirty="0">
                <a:solidFill>
                  <a:srgbClr val="0B182F"/>
                </a:solidFill>
                <a:effectLst/>
                <a:latin typeface="Roboto" panose="02000000000000000000" pitchFamily="2" charset="0"/>
              </a:rPr>
            </a:br>
            <a:r>
              <a:rPr lang="en-US" sz="2000" b="0" i="0" dirty="0">
                <a:solidFill>
                  <a:srgbClr val="0B182F"/>
                </a:solidFill>
                <a:effectLst/>
                <a:latin typeface="Roboto" panose="02000000000000000000" pitchFamily="2" charset="0"/>
              </a:rPr>
              <a:t>I. It is in February and 21</a:t>
            </a:r>
            <a:r>
              <a:rPr lang="en-US" sz="2000" b="0" i="0" baseline="30000" dirty="0">
                <a:solidFill>
                  <a:srgbClr val="0B182F"/>
                </a:solidFill>
                <a:effectLst/>
                <a:latin typeface="Roboto" panose="02000000000000000000" pitchFamily="2" charset="0"/>
              </a:rPr>
              <a:t>st</a:t>
            </a:r>
            <a:r>
              <a:rPr lang="en-US" sz="2000" b="0" i="0" dirty="0">
                <a:solidFill>
                  <a:srgbClr val="0B182F"/>
                </a:solidFill>
                <a:effectLst/>
                <a:latin typeface="Roboto" panose="02000000000000000000" pitchFamily="2" charset="0"/>
              </a:rPr>
              <a:t> of February is a Tuesday.</a:t>
            </a:r>
            <a:br>
              <a:rPr lang="en-US" sz="2000" b="0" i="0" dirty="0">
                <a:solidFill>
                  <a:srgbClr val="0B182F"/>
                </a:solidFill>
                <a:effectLst/>
                <a:latin typeface="Roboto" panose="02000000000000000000" pitchFamily="2" charset="0"/>
              </a:rPr>
            </a:br>
            <a:r>
              <a:rPr lang="en-US" sz="2000" b="0" i="0" dirty="0">
                <a:solidFill>
                  <a:srgbClr val="0B182F"/>
                </a:solidFill>
                <a:effectLst/>
                <a:latin typeface="Roboto" panose="02000000000000000000" pitchFamily="2" charset="0"/>
              </a:rPr>
              <a:t>II. It is on the last day of the month.</a:t>
            </a:r>
            <a:br>
              <a:rPr lang="en-US" sz="2000" b="0" i="0" dirty="0">
                <a:solidFill>
                  <a:srgbClr val="0B182F"/>
                </a:solidFill>
                <a:effectLst/>
                <a:latin typeface="Roboto" panose="02000000000000000000" pitchFamily="2" charset="0"/>
              </a:rPr>
            </a:b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Data insufficient </a:t>
            </a:r>
          </a:p>
          <a:p>
            <a:pPr marL="514350" indent="-51435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1220702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pPr algn="l"/>
            <a:r>
              <a:rPr lang="en-IN" sz="2000" dirty="0">
                <a:latin typeface="+mn-lt"/>
              </a:rPr>
              <a:t>24. </a:t>
            </a:r>
            <a:r>
              <a:rPr lang="en-US" sz="2000" b="0" i="0" dirty="0">
                <a:solidFill>
                  <a:srgbClr val="0B182F"/>
                </a:solidFill>
                <a:effectLst/>
                <a:latin typeface="Roboto" panose="02000000000000000000" pitchFamily="2" charset="0"/>
              </a:rPr>
              <a:t>What is Rashmi’s rank in the class?</a:t>
            </a:r>
            <a:br>
              <a:rPr lang="en-US" sz="2000" dirty="0"/>
            </a:br>
            <a:r>
              <a:rPr lang="en-US" sz="2000" b="0" i="0" dirty="0">
                <a:solidFill>
                  <a:srgbClr val="0B182F"/>
                </a:solidFill>
                <a:effectLst/>
                <a:latin typeface="Roboto" panose="02000000000000000000" pitchFamily="2" charset="0"/>
              </a:rPr>
              <a:t>I. There are 25 students in the class.</a:t>
            </a:r>
            <a:br>
              <a:rPr lang="en-US" sz="2000" dirty="0"/>
            </a:br>
            <a:r>
              <a:rPr lang="en-US" sz="2000" b="0" i="0" dirty="0">
                <a:solidFill>
                  <a:srgbClr val="0B182F"/>
                </a:solidFill>
                <a:effectLst/>
                <a:latin typeface="Roboto" panose="02000000000000000000" pitchFamily="2" charset="0"/>
              </a:rPr>
              <a:t>II. There are 8 students who have scored less than Rashmi.</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Font typeface="Arial" panose="020B0604020202020204" pitchFamily="34" charset="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517096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BAF8-2ECA-4FAE-870E-B0A616025050}"/>
              </a:ext>
            </a:extLst>
          </p:cNvPr>
          <p:cNvSpPr>
            <a:spLocks noGrp="1"/>
          </p:cNvSpPr>
          <p:nvPr>
            <p:ph type="title"/>
          </p:nvPr>
        </p:nvSpPr>
        <p:spPr>
          <a:xfrm>
            <a:off x="644741" y="774737"/>
            <a:ext cx="7886700" cy="1325563"/>
          </a:xfrm>
        </p:spPr>
        <p:txBody>
          <a:bodyPr>
            <a:noAutofit/>
          </a:bodyPr>
          <a:lstStyle/>
          <a:p>
            <a:pPr algn="l"/>
            <a:r>
              <a:rPr lang="en-IN" sz="2000" dirty="0">
                <a:latin typeface="+mn-lt"/>
              </a:rPr>
              <a:t>25. </a:t>
            </a:r>
            <a:r>
              <a:rPr lang="en-US" sz="2000" b="0" i="0" dirty="0">
                <a:solidFill>
                  <a:srgbClr val="0B182F"/>
                </a:solidFill>
                <a:effectLst/>
                <a:latin typeface="Roboto" panose="02000000000000000000" pitchFamily="2" charset="0"/>
              </a:rPr>
              <a:t>On which date of the month was Diksha born in February 2000?</a:t>
            </a:r>
            <a:br>
              <a:rPr lang="en-US" sz="2000" dirty="0"/>
            </a:br>
            <a:r>
              <a:rPr lang="en-US" sz="2000" b="1" i="0" dirty="0">
                <a:solidFill>
                  <a:srgbClr val="0B182F"/>
                </a:solidFill>
                <a:effectLst/>
                <a:latin typeface="Roboto" panose="02000000000000000000" pitchFamily="2" charset="0"/>
              </a:rPr>
              <a:t>Statements:</a:t>
            </a:r>
            <a:br>
              <a:rPr lang="en-US" sz="2000" dirty="0"/>
            </a:br>
            <a:r>
              <a:rPr lang="en-US" sz="2000" b="0" i="0" dirty="0">
                <a:solidFill>
                  <a:srgbClr val="0B182F"/>
                </a:solidFill>
                <a:effectLst/>
                <a:latin typeface="Roboto" panose="02000000000000000000" pitchFamily="2" charset="0"/>
              </a:rPr>
              <a:t>I. Diksha was born on an odd date of the month.(Except 1)</a:t>
            </a:r>
            <a:br>
              <a:rPr lang="en-US" sz="2000" dirty="0"/>
            </a:br>
            <a:r>
              <a:rPr lang="en-US" sz="2000" b="0" i="0" dirty="0">
                <a:solidFill>
                  <a:srgbClr val="0B182F"/>
                </a:solidFill>
                <a:effectLst/>
                <a:latin typeface="Roboto" panose="02000000000000000000" pitchFamily="2" charset="0"/>
              </a:rPr>
              <a:t>II. Diksha's birth date was a single digit number and a perfect square.</a:t>
            </a:r>
            <a:endParaRPr lang="en-IN" sz="2000" dirty="0">
              <a:latin typeface="+mn-lt"/>
            </a:endParaRPr>
          </a:p>
        </p:txBody>
      </p:sp>
      <p:sp>
        <p:nvSpPr>
          <p:cNvPr id="3" name="Content Placeholder 2">
            <a:extLst>
              <a:ext uri="{FF2B5EF4-FFF2-40B4-BE49-F238E27FC236}">
                <a16:creationId xmlns:a16="http://schemas.microsoft.com/office/drawing/2014/main" id="{BEE13E93-496F-4B9E-9189-3D5447CEB8E8}"/>
              </a:ext>
            </a:extLst>
          </p:cNvPr>
          <p:cNvSpPr>
            <a:spLocks noGrp="1"/>
          </p:cNvSpPr>
          <p:nvPr>
            <p:ph idx="1"/>
          </p:nvPr>
        </p:nvSpPr>
        <p:spPr>
          <a:xfrm>
            <a:off x="628650" y="2296142"/>
            <a:ext cx="7886700" cy="4351338"/>
          </a:xfrm>
        </p:spPr>
        <p:txBody>
          <a:bodyPr>
            <a:normAutofit/>
          </a:bodyPr>
          <a:lstStyle/>
          <a:p>
            <a:pPr marL="514350" indent="-514350">
              <a:buAutoNum type="alphaUcParenR"/>
            </a:pPr>
            <a:r>
              <a:rPr lang="en-US" sz="2000" dirty="0"/>
              <a:t>Only Statement I is sufficient</a:t>
            </a:r>
          </a:p>
          <a:p>
            <a:pPr marL="514350" indent="-514350">
              <a:buFont typeface="Arial" panose="020B0604020202020204" pitchFamily="34" charset="0"/>
              <a:buAutoNum type="alphaUcParenR"/>
            </a:pPr>
            <a:r>
              <a:rPr lang="en-US" sz="2000" dirty="0"/>
              <a:t>Only Statement II is sufficient</a:t>
            </a:r>
          </a:p>
          <a:p>
            <a:pPr marL="514350" indent="-514350">
              <a:buFont typeface="Arial" panose="020B0604020202020204" pitchFamily="34" charset="0"/>
              <a:buAutoNum type="alphaUcParenR"/>
            </a:pPr>
            <a:r>
              <a:rPr lang="en-US" sz="2000" dirty="0"/>
              <a:t>Statement I and II together is sufficient</a:t>
            </a:r>
          </a:p>
          <a:p>
            <a:pPr marL="514350" indent="-514350">
              <a:buFont typeface="Arial" panose="020B0604020202020204" pitchFamily="34" charset="0"/>
              <a:buAutoNum type="alphaUcParenR"/>
            </a:pPr>
            <a:r>
              <a:rPr lang="en-US" sz="2000" dirty="0"/>
              <a:t>Statement Either I or II is sufficient</a:t>
            </a:r>
          </a:p>
          <a:p>
            <a:pPr marL="514350" indent="-514350">
              <a:buFont typeface="Arial" panose="020B0604020202020204" pitchFamily="34" charset="0"/>
              <a:buAutoNum type="alphaUcParenR"/>
            </a:pPr>
            <a:r>
              <a:rPr lang="en-US" sz="2000" dirty="0"/>
              <a:t>Both I and II together are not sufficient</a:t>
            </a:r>
          </a:p>
          <a:p>
            <a:pPr marL="514350" indent="-514350">
              <a:buFont typeface="Arial" panose="020B0604020202020204" pitchFamily="34" charset="0"/>
              <a:buAutoNum type="alphaUcParenR"/>
            </a:pPr>
            <a:endParaRPr lang="en-US" sz="2000" dirty="0"/>
          </a:p>
          <a:p>
            <a:pPr marL="514350" indent="-514350">
              <a:buFont typeface="Arial" panose="020B0604020202020204" pitchFamily="34" charset="0"/>
              <a:buAutoNum type="alphaUcParenR"/>
            </a:pPr>
            <a:endParaRPr lang="en-US" sz="2000" dirty="0"/>
          </a:p>
          <a:p>
            <a:pPr marL="514350" indent="-514350">
              <a:buAutoNum type="alphaUcParenR"/>
            </a:pPr>
            <a:endParaRPr lang="en-IN" sz="2000" dirty="0"/>
          </a:p>
        </p:txBody>
      </p:sp>
    </p:spTree>
    <p:extLst>
      <p:ext uri="{BB962C8B-B14F-4D97-AF65-F5344CB8AC3E}">
        <p14:creationId xmlns:p14="http://schemas.microsoft.com/office/powerpoint/2010/main" val="2420460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E4F4-DF94-40C9-9540-BBCE2662B035}"/>
              </a:ext>
            </a:extLst>
          </p:cNvPr>
          <p:cNvSpPr>
            <a:spLocks noGrp="1"/>
          </p:cNvSpPr>
          <p:nvPr>
            <p:ph type="title"/>
          </p:nvPr>
        </p:nvSpPr>
        <p:spPr>
          <a:xfrm>
            <a:off x="678587" y="515204"/>
            <a:ext cx="7886700" cy="1325563"/>
          </a:xfrm>
        </p:spPr>
        <p:txBody>
          <a:bodyPr>
            <a:normAutofit/>
          </a:bodyPr>
          <a:lstStyle/>
          <a:p>
            <a:endParaRPr lang="en-IN" sz="2000" dirty="0">
              <a:latin typeface="+mn-lt"/>
            </a:endParaRPr>
          </a:p>
        </p:txBody>
      </p:sp>
      <p:pic>
        <p:nvPicPr>
          <p:cNvPr id="6" name="Content Placeholder 5">
            <a:extLst>
              <a:ext uri="{FF2B5EF4-FFF2-40B4-BE49-F238E27FC236}">
                <a16:creationId xmlns:a16="http://schemas.microsoft.com/office/drawing/2014/main" id="{965CBEA7-628D-4707-8F4C-77C3A9B20B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8091" y="1007209"/>
            <a:ext cx="6477000" cy="4010025"/>
          </a:xfrm>
        </p:spPr>
      </p:pic>
    </p:spTree>
    <p:extLst>
      <p:ext uri="{BB962C8B-B14F-4D97-AF65-F5344CB8AC3E}">
        <p14:creationId xmlns:p14="http://schemas.microsoft.com/office/powerpoint/2010/main" val="2381198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326</TotalTime>
  <Words>2517</Words>
  <Application>Microsoft Office PowerPoint</Application>
  <PresentationFormat>On-screen Show (4:3)</PresentationFormat>
  <Paragraphs>232</Paragraphs>
  <Slides>28</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Calisto MT</vt:lpstr>
      <vt:lpstr>Georgia</vt:lpstr>
      <vt:lpstr>Roboto</vt:lpstr>
      <vt:lpstr>Office Theme</vt:lpstr>
      <vt:lpstr>Data Sufficiency</vt:lpstr>
      <vt:lpstr>PowerPoint Presentation</vt:lpstr>
      <vt:lpstr>1. How long will it take to empty the tank if both the inlet pipe A and the outlet pipe B are opened simultaneously Statement I: A can fill the tank in 16 minutes Statement II: B can empty the tank in 8 minutes</vt:lpstr>
      <vt:lpstr>2. What is the total CI on a sum of money after 5 years Statement I: The sum was Rs. 20,000 Statement II: The total amount of SI on the sum after 5 years was Rs.4000</vt:lpstr>
      <vt:lpstr>3. An article was sold at 20% profit. Find its cost price. Statement I: Marked price was Rs. 1000 and discount was 28% Statement II: Marked price was Rs. 400 more than cost price</vt:lpstr>
      <vt:lpstr>4. What is the time taken by Anjana to complete the work alone? Statement I: Anjana is 50% more efficient than Bhavna and the difference between the time taken by Bhavna and Anjana is 20 days. Statement II: Anjana and Bhavna together can complete the work in 24 days</vt:lpstr>
      <vt:lpstr>5. What is the value of X? Statement I: the difference between x% of 500 and 15% of 600 is 150 Statement II: when one-third of x is added to x, the result becomes 64</vt:lpstr>
      <vt:lpstr>6. What is the cost price of article? Statement I: the profit earned on the article is Rs 150 and the ratio between selling price and cost price is 5:3 Statement II: The sum of selling price and cost price of the article is Rs. 600</vt:lpstr>
      <vt:lpstr>7. If pipe A and B open at alternate minutes, then in how many minutes tank will be filled Statement I: pipe A alone can fill the tank in 12 minutes and pipe B alone can fill the tank in 24 minutes Statement II: pipe A and B together can fill the tank in 8 minutes</vt:lpstr>
      <vt:lpstr>8. What is the rate of interest per annum? Statement I: A sum of amount becomes 7 times in 24 years at simple interest Statement II: the amount of Rs. 12,000 becomes Rs 21,000 in 3 years at Simple interest</vt:lpstr>
      <vt:lpstr>9. Find the ratio of age of A to age of C Statement I: A is 10 years older than B and C is 5 years younger than A Statement II: Average age of A, B and C is 25</vt:lpstr>
      <vt:lpstr>10. The ratio of the population of males to the population of females is 15:13. what is the population of the city? Statement I: The difference between population of males and the population of females is 1000. Statement II: The population of females is 6500.</vt:lpstr>
      <vt:lpstr>11. Find rate of simple interest Statement I: interest earned Rs 4000 Statement II: Sum invested for 4 years</vt:lpstr>
      <vt:lpstr>12. Gowtham ranks 18th in a class. What is the rank from the last? Statement I: There are 47 students in the class Statement II: Jegan who ranks 10th in the same class, ranks 38th from the last</vt:lpstr>
      <vt:lpstr>13. Who is the shortest among all? Statement I: if Meena is taller than Rajesh and Rajesh is taller than veena. Pallavi is not the tallest Statement II: if Ashok is taller than Sujal and Sujal is not the shortest. Veena is taller than Ashok</vt:lpstr>
      <vt:lpstr>14. How is L related to J? Statement I: I is the sister of J. Statement II: L is the husband of K, who is the sister of J.</vt:lpstr>
      <vt:lpstr>15. In arow of five buildings A, B, C, D, and E which building is in the middle Statement I: building D and B are at the two extreme ends of the row Statement II: Building E is to the right of Building C</vt:lpstr>
      <vt:lpstr>16. How Ram is related to Mona? Statement I: Mona’s brother is husband of Poonam Statement II: Poonam is mother of Ram’s sister.</vt:lpstr>
      <vt:lpstr>17. On which day is Shyam’s birthday? Statement I: His Birthday is not on wednesday Statement II: His birthday is between Monday and Friday Statement III: his birthday between Wednesday and Sunday</vt:lpstr>
      <vt:lpstr>18. What is the simple interest accrued on a principal of Rs. 25000 in six years?  I. The rate of the simple interest for the first three years is 4 p.c.p.a.?  II. The rate of simple interest for the next three years is 6 p.c.p.a.? </vt:lpstr>
      <vt:lpstr>19. Five girls are sitting on a bench to be photographed. Who is sitting immediate right of Lata? Statement I: Radha is to the left of Anvesha and to the right of Mona Statement II: Natasha is to the right of Anvesha. Lata is between Anvesha and Natasha</vt:lpstr>
      <vt:lpstr>20. ₹ 310 is divided among three persons Aman, Bharat, and Chandu. Find Aman’s share. I. Bharat gets Rs 16 more than Chandu  II. Aman gets Rs 3 more than Chandu.  III. Aman gets Rs 13 less than Bharat.  </vt:lpstr>
      <vt:lpstr>21. The weights of A, B, and C are in the ratio of 8: 7: 5. A’s weight is 60% more than C’s. Find the weight of B.  I. Total weight of A, B, and C is 300 kg.  II. Difference between A’s and C’s weight is 45 kg. </vt:lpstr>
      <vt:lpstr>22. Question: Ram, Sham, Vinit, Aman, and Manish are sitting in a row. Who is sitting the middle? Statements: I. Sham is between Manish and Vinit. II. Sham is to the right of Manish. III. Aman is between Ram and Manish. </vt:lpstr>
      <vt:lpstr>23. On which day of the week will Vimal celebrate his birthday? Statements: I. It is in February and 21st of February is a Tuesday. II. It is on the last day of the month. </vt:lpstr>
      <vt:lpstr>24. What is Rashmi’s rank in the class? I. There are 25 students in the class. II. There are 8 students who have scored less than Rashmi.</vt:lpstr>
      <vt:lpstr>25. On which date of the month was Diksha born in February 2000? Statements: I. Diksha was born on an odd date of the month.(Except 1) II. Diksha's birth date was a single digit number and a perfect square.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Pavithra Kura</dc:creator>
  <cp:lastModifiedBy>medari anusha</cp:lastModifiedBy>
  <cp:revision>8</cp:revision>
  <dcterms:created xsi:type="dcterms:W3CDTF">2022-01-18T08:06:07Z</dcterms:created>
  <dcterms:modified xsi:type="dcterms:W3CDTF">2024-03-14T13:14:14Z</dcterms:modified>
</cp:coreProperties>
</file>