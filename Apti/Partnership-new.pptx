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436" r:id="rId3"/>
    <p:sldId id="464" r:id="rId4"/>
    <p:sldId id="437" r:id="rId5"/>
    <p:sldId id="438" r:id="rId6"/>
    <p:sldId id="439" r:id="rId7"/>
    <p:sldId id="440" r:id="rId8"/>
    <p:sldId id="441" r:id="rId9"/>
    <p:sldId id="443" r:id="rId10"/>
    <p:sldId id="444" r:id="rId11"/>
    <p:sldId id="445" r:id="rId12"/>
    <p:sldId id="446" r:id="rId13"/>
    <p:sldId id="447" r:id="rId14"/>
    <p:sldId id="448" r:id="rId15"/>
    <p:sldId id="449" r:id="rId16"/>
    <p:sldId id="450" r:id="rId17"/>
    <p:sldId id="451" r:id="rId18"/>
    <p:sldId id="452" r:id="rId19"/>
    <p:sldId id="453" r:id="rId20"/>
    <p:sldId id="454" r:id="rId21"/>
    <p:sldId id="455" r:id="rId22"/>
    <p:sldId id="459" r:id="rId23"/>
    <p:sldId id="46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65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8:55:51.21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13599 3264 269 0,'0'0'909'0,"0"0"-768"0,-28-155 71 0,28 147-64 0,0 8-75 0,0 0-48 15,0 0 0 1,0 51 0-16,0 32-19 16,-5 24 35-16,0 4-21 0,-4-11-18 15,-8-3 10-15,1-11-12 16,-1-5-11-16,1-7-29 16,4-14-52-1,12-9-66-15,0-22-197 0,0-20-210 16</inkml:trace>
  <inkml:trace contextRef="#ctx0" brushRef="#br0" timeOffset="381.52">13712 3565 248 0,'0'0'655'16,"0"0"-525"-16,0 0 89 16,0 0-67-1,0 0-58-15,0 0-40 0,-96-118-22 16,96 118-32-16,0 29 6 0,-5 22-5 15,5 15 2-15,0 2-3 16,0-9 0-16,14 5 6 16,24-9-14-16,7 2 8 15,2-11-14-15,-5-17 12 16,-9-11-9 0,0-16 11-16,0-2-2 0,10-2 9 15,-6-34 9-15,6-15 0 0,-6-12 6 16,-20-1 22-16,-8-12-28 15,-9 5 5 1,-19 2-8-16,-47 7-7 16,-18 18 17-16,-4 16-18 0,1 19-4 15,7 9-2-15,14 12 0 16,9 33-13-16,17 9-41 16,26 9-123-1,14-1-156-15,0-5-281 0</inkml:trace>
  <inkml:trace contextRef="#ctx0" brushRef="#br0" timeOffset="715.47">14662 3545 811 0,'0'0'127'0,"0"0"-13"0,0 0 121 0,0 0-127 0,0 0-24 0,0 0-13 16,-44-135-8-16,44 135-9 16,0 0-32-16,0 34 15 15,0 26-9-15,0 14 17 16,0 4 1-16,0-4-30 15,0 1 3-15,0-7-17 0,0 1 2 16,0-1-6-16,0-10 2 16,0-12-42-16,0-6-14 15,0-17-64-15,18-11-160 16,-11-12-177-16,10 0-391 16</inkml:trace>
  <inkml:trace contextRef="#ctx0" brushRef="#br0" timeOffset="1001.83">15096 3580 881 0,'0'0'60'15,"0"0"168"1,0 0-78-16,0 0-101 0,0 0-4 16,0 0-23-16,-243-27-8 15,189 67 12-15,-14 6-12 16,11 9 16-16,10-1 4 15,12 0-14-15,20 0 10 16,15 4-7-16,0 2-8 0,0-3 10 16,45-3-22-16,26-12 5 15,7-10-4 1,21-11 2-16,-10-15-3 16,20-6-3-16,-1 0-29 0,10-9-45 15,12-14-145-15,-10-8-192 16</inkml:trace>
  <inkml:trace contextRef="#ctx0" brushRef="#br0" timeOffset="1556.71">19118 3864 978 0,'0'0'70'0,"0"0"86"0,0 0-40 0,104-176-92 0,2 132-11 0,12 11 6 15,-7 9-6 1,-15 11 20-16,-23 13 27 0,-28 0-8 16,-21 25-10-16,-24 28-10 31,0 19-2-31,-59 9 6 15,-26 5-29-15,-12-6-6 16,1-9 15-16,4-5-16 16,11-17 19-16,18-11 3 0,18-11-13 15,24-9 16 1,16-7-25-16,5-2 4 0,0 7-9 16,45-7 11-1,33-6-6-15,18-3 0 0,17 0-25 16,5 0-6-16,3-19-62 15,-11-2-94-15,-6-2-50 16,-26 0-103-16,-14-10-63 16</inkml:trace>
  <inkml:trace contextRef="#ctx0" brushRef="#br0" timeOffset="1906.57">20221 3790 401 0,'0'0'201'0,"0"0"-40"0,0 0 56 16,0 0-54-16,0 0-62 15,0 0-29-15,-143-91-34 16,136 97-20-16,-3 34-8 16,3 17-2-16,-12 14 8 15,10 4-15-15,4 6-1 16,5-10 3-16,0-14 2 16,0-6-5-16,24-19 0 0,18-5 1 15,3-12-1-15,2-15 0 16,0 0 0-1,-2-6 10-15,-7-27-7 0,9-8 43 16,-10-7 2-16,-11-9 2 16,-14-9-2-16,-12-8-11 15,0-1-20-15,-26 10 12 16,-28 13-23-16,2 23 2 16,-2 13-8-16,-3 16-6 15,1 0-7-15,2 31-117 0,2 23-100 16,14 5-247-16</inkml:trace>
  <inkml:trace contextRef="#ctx0" brushRef="#br0" timeOffset="2208.17">20665 3652 420 0,'0'0'671'0,"0"0"-552"0,0 0 62 0,0 0-30 0,0 0-93 15,0 0-32-15,-5-87 31 16,28 123-27-16,-20 21-6 16,2 18 13-16,-5 5-23 0,0 7-14 15,0-7 10-15,-5-9-10 16,-9-5-7-1,0-14-16-15,2-11-36 16,7-14-56-16,5-10-125 0,0-8-77 16,0-9-26-16,31-3-210 15</inkml:trace>
  <inkml:trace contextRef="#ctx0" brushRef="#br0" timeOffset="2465.38">21160 3718 570 0,'0'0'125'15,"0"0"52"1,0 0-30-16,0 0-70 0,0 0-10 0,0 0-9 16,-88-107-33-16,22 152 3 15,-4 19 24-15,6 18-8 16,5 7 16-16,21-3-18 16,24-8 1-16,14-19 12 15,0-14-32 1,73-15-3-16,22-11 8 15,23-13-27-15,9-6 16 16,3 0-17-16,-17-19-1 16,-5-17-5-16,-23 4-72 15,-19-10-101-15,-24-9-212 16,-18 8-564-16</inkml:trace>
  <inkml:trace contextRef="#ctx0" brushRef="#br0" timeOffset="4656.59">6394 1480 881 0,'0'0'71'0,"0"0"119"15,0 0 15-15,0 0-84 0,0 0-40 0,0 0-28 0,-106-100-3 16,52 100-39-16,-28 28-11 16,-20 35 15-16,-11 20-14 15,16 17 15-15,22 4 0 0,21 1-8 16,23-11 17-1,19-5-22-15,12-16-1 16,0-10 2-16,50-14 2 16,28-5-6-16,14-22 0 0,16-7 2 15,-9-15-11-15,2 0 8 16,-16 0 1-16,-28-23-6 16,-5-9 11-16,-22-5-5 0,-8-1 0 15,-11-1 3 1,-8-3 1-16,-3 0-4 0,0 6 0 15,0 4 12 1,-26 7-8-16,-14 10 2 0,-19 15 0 16,-31 0 1-1,-9 12-1-15,-9 28-6 0,6 2 0 16,27 2-1-16,21 1 4 16,16-10-3-16,21-1 0 15,17-8-31-15,0-5-14 16,33-2-115-16,33-17-135 15,19-2-134-15</inkml:trace>
  <inkml:trace contextRef="#ctx0" brushRef="#br0" timeOffset="5118.31">6776 1674 929 0,'0'0'80'0,"0"0"109"0,0 0-5 0,0 0-81 0,0 0-41 0,0 0-24 16,-118-83-20 0,107 89 8-16,-15 42-23 0,0 18 2 15,-12 11 24-15,7-5-26 16,8-1 6-16,6-8-5 16,17 6 4-1,0-13-8-15,0-6 0 0,26-1 0 16,19-17-6-16,14-7 6 15,5-14-4-15,-1-11 3 16,3 0-3 0,-7-5 0-16,-5-28 4 15,-6-9 0-15,-4-7 3 0,-6-13 1 0,-10-7 3 16,-2-2 4-16,-9-10-10 16,-17-2 24-16,0 3-22 15,0 11 1 1,-38 21 25-16,-11 19-24 0,-6 16 8 15,-4 13-11-15,-4 0 7 16,-6 7-15-16,-1 31 6 0,8 16-14 31,13 12 1-31,14 5-40 16,13 1-68-16,20 2-60 16,2-5-127-16,0-9-117 15</inkml:trace>
  <inkml:trace contextRef="#ctx0" brushRef="#br0" timeOffset="5436">7434 1683 830 0,'0'0'94'0,"0"0"68"0,28-215 48 0,8 161-77 0,-3 20-48 0,-7 15-9 16,-26 13 9-16,0 6-41 16,0 0-10-16,0 0 6 15,0 33-32-15,-14 33 1 0,-19 20 11 16,0 9-8-16,7 4 4 16,16-13-16-16,8-1 0 15,2-11-2-15,0-15-9 16,0-6-32-16,0-7-22 15,2-17-112-15,19-4-61 16,-6-10-101-16,6-9-37 16,-7-6-26-16</inkml:trace>
  <inkml:trace contextRef="#ctx0" brushRef="#br0" timeOffset="5769.62">7783 1991 173 0,'0'0'75'0,"0"0"8"15,179-221 14-15,-141 156 1 16,0 8-6-16,-17 14 66 15,-14 11-22-15,-7 13 10 16,0 8 7-16,0 2-41 16,-28 9-44-16,-41 0-39 0,-16 31-19 15,-16 24-3-15,-5 17 33 16,9 9-14-16,15 3-5 16,30-12 16-1,21-7-19-15,31-14-4 0,0-10-8 16,45-8 0-16,42-12-2 15,22-9-4 1,11-10 0-16,-2-2 2 0,-12 0-1 16,-2-5-1-16,-8-19 5 15,-11 2-2-15,0-1 18 16,-35 2-21 0,-22 8-7-16,-12 9-1 0,-16 4-65 0,0 0-29 15,-30 0-137-15,-34 0-221 16,-9 0-158-1</inkml:trace>
  <inkml:trace contextRef="#ctx0" brushRef="#br0" timeOffset="6339.9">8877 1134 404 0,'0'0'427'0,"33"-181"-383"0,-33 78 107 0,-38 0 37 0,-75 0-121 0,-71 9-27 16,-68 16 10-16,-83 30 12 15,-68 42 17-15,-83 12-26 16,-63 80-13-16,-31 54 18 16,-16 58-54-16,44 67 39 15,57 58 0-15,82 26-14 16,109 6 19-16,130-31-25 0,145-42-16 15,100-47 10-15,191-54-17 16,127-45 0-16,113-56 0 16,109-59 0-16,72-24-7 15,41-84-4-15,14-41-16 16,-38-33 19-16,-44-36 0 16,-77-37 8-16,-102-18 0 15,-121-40 4-15,-142-19 2 16,-169-5-6-16,-137 0 0 15,-221 41-7-15,-166 58-26 16,-108 71-24-16,-83 83 16 0,-60 63-41 16,-18 65-144-16,13 73-150 15,49 28-61-15</inkml:trace>
  <inkml:trace contextRef="#ctx0" brushRef="#br0" timeOffset="35731.01">14134 1331 1027 0,'0'0'54'0,"0"0"65"0,0 0 83 0,0 0-37 0,0 0-99 15,0 0-31-15,0 0 9 16,-52-6-43-16,12 102 43 15,-5 17-4-15,-4 7-35 16,-3-4 20-16,12-9-25 31,0-14 0-31,9-25-1 16,17-26 6-16,2-16-10 16,12-13-2-16,0-13-27 15,0 0 33-15,0-41-24 0,12-49 25 16,33-35-1-1,14-19 7-15,-3 2-6 16,6 10 0-16,-13 18 2 0,3 13-4 16,-12 27 2-16,-9 23 0 15,-10 23 25-15,-16 28-25 16,9 0 17-16,24 70-9 16,18 42-7-16,24 41 49 15,3 29-45-15,-5 3-4 16,-5-4 17-16,-5-16-7 15,-4-27-11-15,-10-26 0 16,-21-25 2-16,-9-25-16 0,-10-20-8 16,-10-19-39-16,-4-16 10 15,0-7-76-15,-37-15-55 16,-48-38-55-16,-40-26-128 16,-21-6-17-16</inkml:trace>
  <inkml:trace contextRef="#ctx0" brushRef="#br0" timeOffset="35920.99">13153 2122 662 0,'0'0'71'0,"0"0"39"0,-318 81 164 0,297-58-133 0,21-1-77 0,50-7-28 16,82-7-3-16,68-8 29 16,69 0-49-16,75-45-13 15,50-18-37-15,39-5-78 16,25 8-101-16,1 7-88 15,4 5-76-15</inkml:trace>
  <inkml:trace contextRef="#ctx0" brushRef="#br0" timeOffset="36271.08">19608 1239 1144 0,'0'0'30'16,"0"0"18"-16,0 0 143 16,0 0-35-16,0 0-82 15,0 0-12-15,-21-143-17 16,21 149-23-16,0 57 19 15,0 29-26 1,0 27 32-16,0-2-17 16,0-5-26-16,0-4 7 0,7-10-11 15,3-13-6-15,-1-18 4 0,8-16-66 16,-1-19-26 0,-2-9-57-1,-9-23-159-15,-5 0-115 0,0-49 1 16</inkml:trace>
  <inkml:trace contextRef="#ctx0" brushRef="#br0" timeOffset="36701.33">19665 1442 678 0,'0'0'54'0,"0"0"26"15,40-203 109-15,5 146-60 0,28 9-60 16,7 16-1-16,5 11-12 16,-12 21 12-16,-5 0-15 15,-23 27-19 1,-19 33 6-16,-26 11-28 15,0 9-12-15,-42 0 10 0,-29-5-5 16,-16-6-5 0,-3-13 0-1,3-10 5-15,14-11-15 0,21-16 7 16,26-7-2-16,7-10 1 16,19-2-10-16,0 0-2 0,0 0-17 15,45-2 25 1,28-19 0-16,21-1 8 15,-2 2 0-15,5 7-1 16,-5 8 11-16,21 5-10 16,0 0 16-16,0 18-1 15,-11 26 26-15,-24 15-11 16,-31 13-2-16,-38 5 25 16,-9 2-44-16,-42-5 11 15,-62-11-6-15,-19-16-13 16,-11-11 23-16,0-17-24 0,21-14 3 15,16-5 4-15,17 0-2 16,25-35-10-16,18-24-24 16,16-24-55-16,11-12-102 15,-4-15-275-15</inkml:trace>
  <inkml:trace contextRef="#ctx0" brushRef="#br0" timeOffset="41919.44">6267 956 549 0,'0'0'87'0,"0"0"7"0,0 0 62 0,0 0-26 0,0 0-68 16,0 0 24-16,0 0-12 0,-7 53-6 15,7-26 30-15,0 5-48 16,2-4-10-16,22-7 1 16,-17-10-24-16,-2-7 17 15,2-4-14-15,-2 0 6 16,16 0 29-16,12-19-37 16,37-38 21-16,22-23-7 15,10-15-28-15,-1-7 27 16,-9 7-23-16,-21 9 1 15,-15 7 23-15,-23 12-25 16,-21 10 10-16,-12 9 10 16,0 16-20-16,0 7 26 0,0 10-26 15,0 10 1-15,0 1 0 16,0 4 1-16,0 0-9 16,0 0 0-16,0 0-12 15,0 0 8-15,0 0-51 16,0 4-29-16,14 22-8 0,19 4-135 15,12-20-250 1,7-10-439-16</inkml:trace>
  <inkml:trace contextRef="#ctx0" brushRef="#br0" timeOffset="57263.11">9775 3390 997 0,'0'0'43'0,"0"0"126"0,0 0 38 0,0 0-68 0,0 0-98 0,0 0-22 16,0 0 18-16,-26 69 4 16,38 14-14-16,2-3-21 15,-9-5 2-15,2-4-5 16,-7-5-3-16,0 0-27 16,-12-7-43-16,-40-8-149 15,-14-19-138-15,-4-29-188 0</inkml:trace>
  <inkml:trace contextRef="#ctx0" brushRef="#br0" timeOffset="57407.68">9367 3408 696 0,'0'0'35'0,"80"-153"89"16,8 91 8-16,4 16-33 15,-3 23-82-15,-25 23-13 16,-12 0-8-16,-19 45-81 0,-14 30-89 15,-19 19-73-15,0 12-301 16</inkml:trace>
  <inkml:trace contextRef="#ctx0" brushRef="#br0" timeOffset="57581.01">9240 4254 614 0,'0'0'50'0,"0"0"4"16,0 0 102-16,0 0-52 15,0 0-56-15,262-77-12 16,-111 29-31 0,4 4-5-16,-6-1-75 15,-10 3-201-15,-24 1-136 16</inkml:trace>
  <inkml:trace contextRef="#ctx0" brushRef="#br0" timeOffset="57821.12">10558 3745 827 0,'0'0'55'0,"0"0"-8"16,0 0 150 0,0 0-68-16,0 0-95 0,0 0 50 15,457-34-51-15,-247 17-25 0,-17 2-8 16,-32 9 0-16,-36 4-77 15,-43-2-91-15,-35 4-120 16,-42-2-55-16</inkml:trace>
  <inkml:trace contextRef="#ctx0" brushRef="#br0" timeOffset="57994.91">11564 3450 602 0,'0'0'92'0,"0"0"59"15,0 0 31-15,0 0-74 16,0 0-69-16,0 0 87 16,194 23-58-16,-140 22-7 15,-16 11-13-15,-34 7-46 16,-4 9-2-16,-54 15-2 16,-64 8-122-16,-37-3-126 15,-6-12-215-15</inkml:trace>
  <inkml:trace contextRef="#ctx0" brushRef="#br0" timeOffset="59875.56">15978 3381 352 0,'0'0'75'0,"0"0"-8"0,0 0 24 0,0 0-9 0,0 0-34 16,-311 27 31-16,117 18 4 16,-56 12-14-16,-61 17-1 15,-42 9 8-15,-25 10-28 16,-4 9 36-1,22-11-2-15,41-4-10 0,39-13 5 16,58-14-44-16,62-15-15 16,59-16 1-16,51-14-15 15,29-9-4-15,21-6 0 0,0 0-4 16,0 0-8-16,42 0-55 16,41-15 6-16,35-2-66 15,16-4-205-15,0 0-150 16</inkml:trace>
  <inkml:trace contextRef="#ctx0" brushRef="#br0" timeOffset="60304.83">14146 5183 645 0,'0'0'26'0,"0"0"70"0,-38-209 101 0,38 161-25 0,0 13-44 0,0 13-25 16,0 11-12-16,0 8 21 0,0 3-45 16,0 3-42-1,0 51 10-15,-14 20-16 0,-7 24 14 16,11 1-13-16,10-7-16 16,0-3 1-16,0-4-5 15,0-11-15-15,0-2 0 16,10-11-105-16,16-12-215 31,2-16-321-31</inkml:trace>
  <inkml:trace contextRef="#ctx0" brushRef="#br0" timeOffset="60687.41">16565 5001 930 0,'0'0'21'0,"0"0"25"15,0 0 103-15,0 0-90 16,0 0-59-16,0 0 2 15,-135 40 28-15,107 5-26 16,16-5 8-16,10-10-12 16,2-6 1-16,0-12-3 15,0-10 2-15,2-2 0 0,38 0 13 16,-2 0-6-16,12-27 21 16,2-8-11-16,-12-1-3 15,-14-2 18-15,-10 1-26 16,-16 5-5-16,0 8-2 15,0 5-35-15,-24 17-42 16,-27 2-84-16,6 0-198 16</inkml:trace>
  <inkml:trace contextRef="#ctx0" brushRef="#br0" timeOffset="61024.3">16534 5833 837 0,'0'0'22'16,"0"0"-19"-16,0 0 27 0,0 0 24 15,0 0-29-15,0 0-6 16,106 48 9-16,-61-42-1 15,-2-3 13-15,-8-3 6 0,-2 0 12 16,-5-6 7-16,-7-10-29 16,-11-5 7-16,-10 4 10 15,0-4-25-15,0 0 6 16,-26-3-4-16,-12 4-24 0,-9 5 1 31,9 2-7-31,12 10-6 16,19 3-77-16,7 0-122 0,0 0-248 0</inkml:trace>
  <inkml:trace contextRef="#ctx0" brushRef="#br0" timeOffset="61572.27">18847 5472 870 0,'0'0'23'0,"0"0"16"16,0 0 176 0,0 0-134-16,0 0-76 15,0 0 0-15,57-140-5 0,-17 112 7 16,4 8-9-16,1 8 2 15,2 6 0-15,-2 6-2 16,-2 0 4-16,-3 0-2 16,-7 21 16-16,-10 18-6 15,-13 5 34-15,-10 4-14 16,0 0-15-16,-10-1 12 16,-39 1-16-16,-22 1 7 0,-9-9 9 15,9-6-23 1,-4-8 22-16,16-7-18 0,12-7-7 15,18-7 10-15,20-1-6 16,9-4-5-16,0 0 0 16,42 0 4-16,38 0-4 15,24 0 0-15,14-6-8 16,5-7 4-16,2-2-7 16,-5 0 11-16,-2 1-7 0,-17 2 13 15,-9 0-10 1,-21 4 4-16,-24 1 0 0,-19 3-3 15,-14 2 0 1,-9 2-60-16,-5 0-33 0,0-3-71 16,0-9-57-1,0-3-154-15</inkml:trace>
  <inkml:trace contextRef="#ctx0" brushRef="#br0" timeOffset="61975.3">22058 3268 566 0,'0'0'54'0,"0"0"30"0,0 0 82 16,0 0-50-16,0 0-38 0,0 0-7 0,71-55-40 15,-220 127 6-15,-89 45 32 16,-59 40-9-16,-71 26-9 15,-49 20-13-15,-29 0-30 16,-18-8 11-16,11-9-19 16,22-13-4-16,51-17-10 15,43-16-63-15,68-21-54 0,50-15-98 16,49-21-94-16,24-23-325 16</inkml:trace>
  <inkml:trace contextRef="#ctx0" brushRef="#br0" timeOffset="64415.28">10756 6755 898 0,'0'0'108'0,"0"0"86"16,0 0 6-16,0 0-99 0,0 0-18 0,0 0-24 0,-80-95-33 16,80 112 4-16,0 43-26 15,2 17 33-15,29 15 2 16,-1-1-37-16,-1-8 9 31,-10-3-11-31,-8-8 1 16,-11-4-8-16,0-2-34 15,0-12-94-15,-47-16-183 16,-2-19-299-16</inkml:trace>
  <inkml:trace contextRef="#ctx0" brushRef="#br0" timeOffset="64590.2">10126 6928 991 0,'0'0'37'0,"0"0"79"16,0 0 4-16,293-217-98 16,-62 157-18-16,-17 11-8 15,-27 26-102-15,-25 10-154 0,-46 13-152 16</inkml:trace>
  <inkml:trace contextRef="#ctx0" brushRef="#br0" timeOffset="64829.29">11503 7095 1030 0,'0'0'67'0,"0"0"58"16,0 0 57-16,0 0-83 15,0 0-92-15,0 0 8 16,260-15 14-16,-22-9-23 15,-19 8-12 1,-40 7-6-16,-49 4-118 16,-48 5-19-16,-46 0-89 15,-27-3-43-15,-9-2 45 0,-5-8-210 16</inkml:trace>
  <inkml:trace contextRef="#ctx0" brushRef="#br0" timeOffset="65019.8">12526 6785 494 0,'0'0'143'0,"0"0"53"15,0 0-22-15,0 0-39 16,0 0-48 0,0 0-42-16,92-30 65 0,-33 66-20 15,-9 11-50-15,-29 12-6 0,-21 13-34 16,-5 5 0-16,-68 8-2 16,-23-2-80-16,-11-5-120 15,1-19-158 1</inkml:trace>
  <inkml:trace contextRef="#ctx0" brushRef="#br0" timeOffset="65767.82">14283 6925 816 0,'0'0'62'15,"0"0"88"-15,0 0 90 16,0 0-82-16,0 0-59 16,0 0-49-16,-137-96-29 15,137 132 5-15,0 18 1 16,0 7-15-16,0-6 4 16,0-13-13-16,0-10-3 0,0-17 0 15,7-6 5-15,-7-9-5 16,0 0 0-16,0 0 0 15,0-15 10-15,0-40-10 16,0-23 0-16,5-10 0 16,-3 14 9-16,3 19-8 15,-5 24 9-15,0 16 1 16,0 12 34-16,0 3-37 0,0 0 2 16,0 0-10-16,0 32 6 15,0 25-6 1,0 15 0-16,0-6 4 15,0-7-8-15,0-12 5 16,0-13-1-16,0-17 0 16,0-8 0-16,0-9-6 15,0 0 5-15,-5 0 1 0,-9-15 0 16,-5-30 0-16,0-16 0 0,0 1 0 16,3 12 10-1,6 18-11-15,8 15 1 16,-3 15 0-16,5 0 15 15,0 8-15-15,0 52 0 0,0 27 11 16,0 12-9-16,-14-1 11 16,10-15-13-16,-4-13 0 15,-8-15-4 1,-5-6 4-16,4-7-6 0,5-7-15 16,8-4-54-16,4-8-65 0,0-8-160 31,0-15-204-31</inkml:trace>
  <inkml:trace contextRef="#ctx0" brushRef="#br0" timeOffset="66166.31">16435 6820 913 0,'0'0'47'0,"0"0"25"0,0 0 115 0,0 0-122 0,0 0-63 15,0 0 31-15,-89 33-19 0,89-6 9 16,9-7 1-16,26-5-13 31,17-11 33-31,5-4-16 16,4 0 8-16,-11-16 19 15,-13-7-34-15,-18-4 7 16,-19 0-3-16,0-2-22 16,0 4 9-16,-14 4-12 15,-24 7-6-15,1 11-4 16,-18 3-81-16,6 15-80 0,-8 27-147 15,3 18-292-15</inkml:trace>
  <inkml:trace contextRef="#ctx0" brushRef="#br0" timeOffset="66468.84">16119 7604 951 0,'0'0'15'0,"0"0"54"16,0 0 74 0,0 0-91-16,0 0-38 0,0 0 25 15,187 125 1-15,-152-125 2 16,-14 0 25-16,-11 0 6 16,-10 0-2-16,0-22-4 15,0-7-48-15,0 9 25 0,-38 0-27 16,-2 8-12-16,-5 3 2 15,5 6-7-15,4 3-1 16,8 0-4-16,9 0-54 16,17 21-105-16,2 8-82 15,0-9-265-15</inkml:trace>
  <inkml:trace contextRef="#ctx0" brushRef="#br0" timeOffset="66930.3">19149 7220 119 0,'0'0'1091'0,"0"0"-1058"0,0 0 74 16,0 0 60-16,0 0-120 0,0 0-39 15,0 0 35 1,-43 47-3-16,43 10-17 0,0-6-9 16,0-15-13-16,0-12 16 15,0-12-17-15,-7-6 0 16,7-6 10 0,0 0-6-16,0 0 6 0,0-6 11 15,0-39-12-15,0-20 5 16,0-17-14-16,0 5 0 15,0 5 5-15,0 25 2 0,0 17-6 32,0 15 17-32,0 15-8 0,0 0 10 0,0 0-19 15,0 21 1 1,0 36 12 0,0 17-6-16,0 6 11 0,0-5-19 0,0-13 10 15,0-5-9 1,0-5-1-16,0-12-23 0,0 3-4 0,-14-8-41 31,-12 1-27-31,-12-12-163 16,-25-11-195-16</inkml:trace>
  <inkml:trace contextRef="#ctx0" brushRef="#br0" timeOffset="67439.96">8801 8488 875 0,'-285'0'97'0,"66"0"-43"0,80-3 115 0,68 0-24 0,71 3-48 0,57 0-66 16,150 0-8-16,133 14-4 15,131-5 1-15,147 4-12 16,136-4-3-16,109-9-10 0,118 2-12 16,84-2-7-1,77 4-1-15,20-2-18 16,-5 8 7-16,-75-4 16 0,-89-3 20 16,-114-3 9-1,-117 0 20-15,-112 0-14 0,-114-19 25 16,-112-8-38-16,-118 1 8 0,-107 2-10 15,-108-1 0 1,-91 5-8-16,-77 2-78 0,-145-3-207 16,-91-5-285-16</inkml:trace>
  <inkml:trace contextRef="#ctx0" brushRef="#br0" timeOffset="67966.19">10126 9840 494 0,'0'0'639'0,"0"0"-495"0,0 0 76 0,0 0-70 0,0 0-84 0,0 0-15 15,-120-136-38-15,120 173 12 16,-5 51-14-16,-4 30 2 15,0 19 11-15,9-3-24 16,0-12-10-16,0-9-14 0,0-14-59 16,30-18-84-16,10-28-90 15,-4-23-155 1,-10-27-126-16</inkml:trace>
  <inkml:trace contextRef="#ctx0" brushRef="#br0" timeOffset="68143.87">10131 10194 529 0,'0'0'82'15,"-9"-245"17"-15,13 142 77 16,62 15 2-16,24 25-42 16,-3 25-18-16,-11 29-10 15,-17 9-63-15,-29 35-22 16,-27 37-14-16,-3 19 11 16,-33 0-11-16,-71-4-9 15,-2-10-16-15,-7-11-32 0,21-12-78 16,28-13-93-16,26-22-197 15</inkml:trace>
  <inkml:trace contextRef="#ctx0" brushRef="#br0" timeOffset="68410.28">11348 10260 1206 0,'0'0'63'0,"0"0"0"0,0 0 83 15,0 0-82 1,0 0-23-16,405-22-37 0,-223 5 1 16,-20-1-5-1,-20 2-44-15,-24 2-35 16,-33 5-64-16,-27 0-117 0,-36 7-72 15,-18-4-273 1</inkml:trace>
  <inkml:trace contextRef="#ctx0" brushRef="#br0" timeOffset="68648.17">12291 9973 853 0,'0'0'164'0,"0"0"-84"15,0 0 115-15,0 0-78 16,0 0-99-16,0 0 12 16,11 45 41-1,58 6-13-15,-8 8-7 0,-26 5-33 16,-35 4-3-16,0 6-15 16,-37 1-1-16,-53 0-13 15,8-7-100-15,-3-11-95 0,28-16-190 16</inkml:trace>
  <inkml:trace contextRef="#ctx0" brushRef="#br0" timeOffset="69139.95">13700 9818 1177 0,'0'0'56'0,"0"0"66"15,0 0 104-15,0 0-133 16,0 0-46-16,0 0-16 16,-63-69-21-16,93 129 27 15,6 17-6-15,-6 12-23 16,-13-4-3-16,-17-17-5 0,0-11-11 15,0-24 9 1,0-15-6-16,0-10-1 0,0-8 2 16,0 0 7-16,0-14-7 15,-21-41 12-15,0-19-7 16,9-12 2-16,5 0 0 16,0 7 0-16,7 24 5 15,-5 18-5-15,5 20 21 16,0 17-14-16,-3 0 12 0,3 0-15 15,0 45 1 1,0 23 17-16,15 13-3 0,8 2-10 16,-6-9 0-1,-1-2-2-15,-6-12-7 16,-6-6 0-16,3-11-14 0,-7-3 0 16,0-8-66-16,5 2-27 15,9-14-170-15,0-17-312 16</inkml:trace>
  <inkml:trace contextRef="#ctx0" brushRef="#br0" timeOffset="69506.36">15933 9857 1130 0,'0'0'9'0,"0"0"50"0,0 0 74 16,0 0-108-16,0 0 0 0,0 0-24 0,-73 86 3 16,111-62 4-1,-3-10-2-15,10-3 0 16,-17-11 24-16,-4 0 4 0,2 0 22 15,-5-4-18-15,-7-20 4 16,-14 1 2-16,0-4-34 16,0 5 8-16,-5 8-18 15,-25 8-16-15,-3 6 5 0,-22 0-116 16,-4 17-120 0,-2 23-258-16</inkml:trace>
  <inkml:trace contextRef="#ctx0" brushRef="#br0" timeOffset="69754.35">15770 10544 1074 0,'0'0'55'0,"0"0"13"0,0 0 84 16,0 0-63-1,0 0-42-15,0 0-8 0,170 106 20 16,-125-106-36-1,-19 0 14-15,-21 0 18 16,-5-9-18-16,0-14 11 16,-10-11-32-16,-32 8-13 0,-8 6 16 15,-2 4-19 1,0 7-2 0,8 6-7-16,8 3-34 15,20 0-31-15,6 0-148 16,10 0-248-16</inkml:trace>
  <inkml:trace contextRef="#ctx0" brushRef="#br0" timeOffset="70187.7">17642 10192 1067 0,'0'0'49'16,"0"0"52"-16,0 0 127 16,0 0-159-16,0 0-20 15,0 0-39-15,-78-168 5 16,130 124-15-16,5 5 8 0,4 12-6 16,-2 8-2-1,-5 13 0-15,-21 6-3 0,-2 0 6 16,2 25-3-16,-21 25 30 15,2 18 4 1,-14 13 11-16,0 0-23 16,-59 0-21-16,-5-4 33 15,-6-11-31-15,-11-4 10 16,6-11 15-16,18-12-24 0,17-16 30 16,29-4-31-16,11-7 2 15,49-9 2-15,85-3-2 16,72 0-3-16,62-22-2 0,34-25-33 15,-5-12-6-15,-14-13-58 16,-45-9-224-16,-49 7-498 16</inkml:trace>
  <inkml:trace contextRef="#ctx0" brushRef="#br0" timeOffset="72279.06">13585 11405 1146 0,'0'0'197'0,"0"0"-80"0,0 0 49 16,0 0-68-1,0 0-57-15,0 0-38 0,0 0 2 0,78 80 33 0,30 29-38 16,-4 16 10-16,-12 15-6 31,2 6 5-31,-9-6-9 16,5-13 0-16,6-18 0 16,17-29-9-16,27-23 8 15,32-34-3-15,42-23-1 16,45-3-5-16,31-46 5 15,24-23 5-15,0-15 0 0,-15-11-2 16,-2-10 9-16,-28-5-7 16,-29 5 1-16,-35 7 4 15,-30 11 4-15,-46 16-9 16,-25 15 0-16,-33 10 3 16,-36 19-3-16,-13 9-5 15,-22 13-13-15,0 5-38 16,-22 3-54-16,-51 0-137 0,-16 6-174 15,-13 26-234 1</inkml:trace>
  <inkml:trace contextRef="#ctx0" brushRef="#br0" timeOffset="73490.34">17282 13582 940 0,'0'0'241'0,"0"0"-160"0,0 0 27 0,0 0-11 0,0 0-65 0,183-151-22 16,-76 127 27-16,-37 16-14 16,-25 8-15-16,-24 0 1 15,-21 20 1-15,0 30-9 16,-28 15 9-16,-31 5-9 15,0-12 8-15,10-3-9 16,16-16 0-16,18-10-5 0,15-1 5 16,0-4-1-1,41 2-2-15,36-4 3 16,8-2-8-16,9 6 8 0,-2 2 0 16,-9 1 5-1,-22-3 3-15,-25-7-4 0,-22-7 29 16,-14 3 8-16,-3-1 13 15,-72 8-25-15,-29-1-20 16,-18-7-1-16,-1-5-2 0,22-6-9 16,20-3 3-16,20 0-29 15,19-29-6-15,32-11-76 16,10-1-152-16,10 8-184 16,44 10-387-16</inkml:trace>
  <inkml:trace contextRef="#ctx0" brushRef="#br0" timeOffset="74056.8">18213 13577 1120 0,'0'0'112'0,"0"0"4"0,0 0 87 0,0 0-104 0,0 0-34 0,0 0-40 16,0 0 14-16,-95-110 0 16,95 133-23-16,0 43 24 15,31 29-1-15,16 28-15 16,-9 8 11-16,-10 3-27 16,-7 4 9-16,1-13-15 15,-11-10 5-15,6-9-5 0,7-17-2 31,-13-15-11-31,1-23 7 0,-2-15-26 0,-6-21 9 16,3-6-5-16,-4-9-22 31,-3 0 27-31,0 0-20 0,-21-28 2 16,-29-23 33-16,-4-16-18 16,4-23 23-16,8-16-2 15,9-17-9-15,16-9 7 16,17-5-10-16,0 5 7 0,0 20 0 0,26 12 8 31,24 26 0-31,16 11 0 0,-3 20 3 16,8 6-6-1,-7 14 4-15,-5 11-1 16,-5 12 19-16,-5 0-18 16,-11 12 11-16,-17 37-11 15,-9 23 4-15,-12 15 1 0,-23 6-6 16,-50-1 0-16,-15-5 0 15,1-19-13-15,16-12 0 16,15-19-45-16,27-14-94 16,18-10-72-16,11-13-195 15</inkml:trace>
  <inkml:trace contextRef="#ctx0" brushRef="#br0" timeOffset="74391">19219 13821 1217 0,'0'0'109'0,"0"0"-4"0,0 0 57 0,0 0-66 0,0 0-73 0,0 0-22 16,215-38 25-16,-92 14-25 16,-3 3-1-1,-16 0 0-15,-17 0-4 16,-14 10-19-16,-33 0-59 0,-14 11-112 16,-26 0-81-16,0 19-114 15,0 13 51-15</inkml:trace>
  <inkml:trace contextRef="#ctx0" brushRef="#br0" timeOffset="74533.86">19639 13956 585 0,'0'0'226'16,"0"0"-34"-16,0 0 16 15,0 0-78-15,0 0-48 16,0 0-35-16,-118 44 3 16,177-44-32-16,33-3-10 15,12-23-8-15,18-14-117 16,-6 0-106-16,-12-5-256 0</inkml:trace>
  <inkml:trace contextRef="#ctx0" brushRef="#br0" timeOffset="75010.64">20905 13189 420 0,'0'0'594'0,"0"0"-458"16,0 0 54-16,0 0-13 15,0 0-96-15,0 0-30 0,-113-140 12 16,101 140-36 0,-26 9-24-16,-9 35 13 0,-2 22-10 15,11 8 0-15,17 6-6 16,21 5 7-1,0-4-4-15,0 2-3 0,33-3-3 0,19-12-1 16,7-11-21-16,-3-14 10 16,8-16-6-16,-15-14-13 31,1-9 29-31,-8-4-15 16,-2 0 20-16,-7-21-6 15,-9-15 14-15,-10-11-8 16,-14-6 0-16,0 1 1 15,0 7 3-15,0 9 2 16,-31 13 2-16,3 14 28 16,-2 1-25-16,-13 8 18 0,-4 0-12 15,2 0-17-15,0 14 13 16,10 10-13-16,11 9-4 16,10 5-1-16,14 1-53 15,0 2-58-15,0-7-149 16,31-7-142-16,-5-10-207 15</inkml:trace>
  <inkml:trace contextRef="#ctx0" brushRef="#br0" timeOffset="75455.09">21308 13407 806 0,'0'0'148'0,"0"0"1"0,0 0-6 0,0 0-51 0,0 0-45 15,0 0 18-15,33-99 2 16,-33 99-28-16,0 0 6 16,0 8-19-16,-9 30-22 15,-15 12 26-15,8 21-26 16,16-1-2-16,0 1 0 16,0-2 1-16,40-16-6 15,9-15-5-15,3-10-27 0,-2-11 33 16,-3-13-26-16,-9-4 18 15,-5 0 4 1,11-19 12-16,1-25-5 16,-7-10-1-16,2-9 3 0,-14 3 15 15,-5 1-12 1,-16 0 12-16,-5 2 9 0,0 3-21 16,-10 12 16-16,-32 10 0 15,2 11-11-15,-12 12 22 0,2 9-30 16,-4 0-2-16,-9 0-1 15,13 30-10-15,-2 9 5 16,24 2-36 0,11 7-75-16,13 5-65 0,4-9-137 15,0 2-191-15</inkml:trace>
  <inkml:trace contextRef="#ctx0" brushRef="#br0" timeOffset="75788.67">22374 13087 783 0,'0'0'347'0,"0"0"-241"0,0 0 59 15,0 0 4-15,0 0-127 0,0 0-5 0,-71-149 17 16,71 147-30-1,0 2 14-15,0 0-16 16,0 51-13-16,14 23 51 0,7 18-35 16,-11 1-16-16,-10-6-5 15,0-7 3-15,0 1-14 16,-10-7-15-16,-11-11-44 16,14-9 14-16,7-17-110 15,0-19-118-15,0-18-140 0,0 0-274 31</inkml:trace>
  <inkml:trace contextRef="#ctx0" brushRef="#br0" timeOffset="76027.66">22888 13027 892 0,'0'0'130'16,"0"0"-6"-16,0 0 35 15,0 0-91-15,-288 3-42 16,203 58 30-16,0 13-20 16,15 7 7-16,25 6 5 15,33-10-38-15,12-8 26 16,35-9-28-16,57-22-5 16,19-15 3-16,12-19-6 15,4-4-2-15,-4-19-4 0,-5-19-47 16,-19-9-37-16,-10-5-145 15,-25 3-302-15</inkml:trace>
  <inkml:trace contextRef="#ctx0" brushRef="#br0" timeOffset="76918.83">19222 12509 831 0,'0'0'139'0,"0"0"53"16,0 0-2-16,68-152-38 0,-65 146-81 0,-3 6-25 0,0 0 21 15,0 18-46-15,-3 47 3 16,-46 25 13-16,-20 10-32 16,3 3 19-16,-7-12-24 15,17-9-4-15,-3-6 0 16,7-10-40-16,21-15-47 0,12-11-130 15,3-14-125 1,4-20-65-16</inkml:trace>
  <inkml:trace contextRef="#ctx0" brushRef="#br0" timeOffset="77127.88">18764 12652 624 0,'0'0'181'0,"0"0"-24"16,0 0 85-16,0 0-71 15,0 0-82-15,0 0-4 16,-2-34-23-16,56 83 10 16,10 11-27-16,-7-1-38 15,-10 4-1-15,-3-7-6 16,-1 1-21-16,-15-9-28 16,3-3-150-16,-1-15-166 0,4-19-211 15</inkml:trace>
  <inkml:trace contextRef="#ctx0" brushRef="#br0" timeOffset="77490.88">19434 12652 852 0,'0'0'51'0,"0"0"51"16,0 0 6-16,0 0-78 15,115-191-30-15,-30 156 0 16,-2 9 13-16,-24 19 1 16,-17 7 27-16,-21 2-9 0,-21 47 2 15,0 16 25 1,0 12-25-16,-44 1-15 16,-15-7 21-16,2-8-27 15,3-6 19-15,-3-10 1 0,22-7-12 16,14-18 18-1,7-5-26-15,14-11-8 16,0-6 0-16,0 0 0 0,9 0-5 16,41 0 10-16,27 0-6 15,11-25 1-15,8-10-5 16,3-2-41-16,5-1-69 0,-14-1-139 16,-8 1-182-16</inkml:trace>
  <inkml:trace contextRef="#ctx0" brushRef="#br0" timeOffset="77983.97">20132 12458 804 0,'0'0'67'0,"0"0"100"0,0 0 27 0,0 0-111 0,0 0-52 15,0 0 24-15,-21-29-3 0,21 29-10 16,0 0 8-16,0 3-30 16,-3 41-1-16,3 13 5 15,0 11-10-15,0-2 1 16,17-6-15-16,13-6 0 15,8-13-6-15,-3-8 7 16,1-13-1-16,-3-8 0 16,-7-9-6-16,0-3 0 15,-3 0 6-15,6-17 0 16,1-21 3-16,-4-7 1 16,-5-10-4-16,-6-2 0 0,-15-9 7 15,0-2-9 1,0 2 2-16,-36 14 0 0,-2 13 5 15,-4 18 2-15,7 12-6 16,-3 9-1-16,-12 0 7 16,-4 18-11-16,-9 17 4 15,4 13-24-15,14 6-9 16,12 3-104-16,28-3-48 0,5-4-118 16,0-11-157-1</inkml:trace>
  <inkml:trace contextRef="#ctx0" brushRef="#br0" timeOffset="78270.03">20613 12347 716 0,'0'0'132'0,"0"0"-34"0,0 0 109 0,0 0-13 0,0 0-95 0,0 0-9 15,0-98-10-15,0 98-38 16,0 6 0-16,0 37-27 16,0 10 5-16,0 13 0 15,7-5-20-15,-2 5-5 16,2 0-31-16,-7-3-76 16,0-6-68-16,0-12-142 0,0-19-134 15</inkml:trace>
  <inkml:trace contextRef="#ctx0" brushRef="#br0" timeOffset="78523.02">20997 12226 813 0,'0'0'56'15,"0"0"39"-15,0 0 116 0,0 0-113 16,0 0-48-16,0 0-14 15,-222-9-23-15,168 64 36 16,19 16-12-16,28-4-1 16,7-1 9-16,0-13-37 15,42-10 2-15,36-14-6 16,12-18 0 0,23-11-8-16,7 0-2 0,3-17-12 0,6-21-31 15,-27-4-69-15,-22-3-61 31,-31 1-168-31</inkml:trace>
  <inkml:trace contextRef="#ctx0" brushRef="#br0" timeOffset="80524.8">13175 11420 864 0,'0'0'24'0,"0"-250"78"0,0 181 71 0,0 31-9 0,0 28-37 0,-3 10-46 0,-11 0-7 16,-9 69-37-16,-25 59-24 16,-10 44 42-16,-13 32-27 15,7-10-10-15,5-13 4 16,10-7-21-1,-15-13 12-15,12-27-13 0,3-29 0 0,9-28-2 16,14-30 2 0,9-19 0-1,12-16-8-15,5-10-8 0,-7-2 12 0,-16-8-1 16,-5-47-3 0,-15-13 1-16,10-1 2 15,5 25 5-15,14 19 5 16,11 17-1-16,3 8 22 0,0 0-18 0,0 0-7 15,0 29 0 1,17 19 1-16,37 10-2 16,0-11 0-16,5-15 6 15,7-13-9 1,7-19 3-16,3 0-11 16,16-9 7-16,0-29-29 15,9-8-17-15,-11-1-41 16,-1-1-93-16,-18-6-112 15,-31-3-178-15</inkml:trace>
  <inkml:trace contextRef="#ctx0" brushRef="#br0" timeOffset="81495.38">10612 13815 962 0,'0'0'82'0,"0"0"17"0,-323 48 55 0,281-45-60 0,35-3-53 16,7 0 1-16,0-20-29 16,0-29-5-16,16-10-8 0,26-5 0 15,1 21 1-15,2 10-1 16,9 8 0-16,10 17 16 15,-1 8 21-15,3 23 18 16,-2 43-17-16,-22 20-26 16,-20 8 10-16,-22 1-20 0,0-5-1 15,-52-4 9-15,-24-8-3 16,-11-7-7-16,7-8 0 16,4-16 4-16,22-8-2 15,7-21-2-15,23-10 0 16,3-8-6-16,9-3 3 15,12-40 0-15,0-17 0 16,0-6 3-16,8 9-4 16,29 15 4-16,-6 10 0 0,-10 14-2 15,-2 15 6 1,2 3-4-16,17 9 0 16,14 33 2-16,4 2-5 15,10 5 3-15,7-9-7 16,3-6-1-16,-1-14-59 15,3-17 17-15,-7-3 11 16,-5-12-5-16,-7-24 42 16,-17-11-8-16,-9-10 10 0,-7-11 6 15,-7-10-1 1,-5-2 10-16,-14 3 7 0,0 11 2 16,0 17 11-16,0 20-9 15,0 13 1 1,0 10 12-16,0 6-25 0,0 0-1 0,0 26-12 15,0 29 4-15,-4 19 1 16,4 11-6-16,0-11 0 0,0-5-2 31,42-6 4-15,3-16-4-16,14-11-5 0,4-13-13 16,1-14 14-16,-3-9-12 15,-11-3 17-15,-3-35-7 16,-16-13 15-16,-13-12-7 15,-10-5 4-15,-8-7-2 16,0 1 17-16,-52 2-19 16,-3 10 3-16,-8 16 8 15,9 20-8-15,6 20-1 0,4 6-2 16,6 17-21-16,5 29-42 16,28 14-100-1,5 0-137-15,0-11-182 0</inkml:trace>
  <inkml:trace contextRef="#ctx0" brushRef="#br0" timeOffset="81749.6">11979 13728 825 0,'0'0'302'0,"0"0"-141"0,0 0 8 0,0 0-15 16,0 0-90-16,0 0-43 15,-44-74 29-15,62 154-24 16,8 32 26-16,-21 4-20 16,-5-4-28-16,0-3-8 15,0-9-17-15,0-17-44 16,0-13-25-16,0-26-182 0,14-26-184 16,5-18-329-1</inkml:trace>
  <inkml:trace contextRef="#ctx0" brushRef="#br0" timeOffset="81971.49">12463 13696 950 0,'0'0'118'0,"0"0"11"16,0 0 29-16,-260 23-67 16,199 47-48-16,-5 21-32 15,21 11 28-15,15-4-12 0,23-7-10 16,7-11 13-1,4-17-26-15,62-15-3 0,31-21 1 16,28-27-2 0,31 0-11-16,27-34-99 0,15-23-86 15,8-10-123-15,-4-12-271 16</inkml:trace>
  <inkml:trace contextRef="#ctx0" brushRef="#br0" timeOffset="82545.42">19328 10567 966 0,'0'0'38'0,"0"0"15"0,0 0 68 0,0 0 26 16,0 0-40-16,441 149-80 15,-241-107-6-15,-2-10-20 0,-9-4-2 16,-34-4-20-1,-30-10-113-15,-33-8-125 0,-40-6-110 16</inkml:trace>
  <inkml:trace contextRef="#ctx0" brushRef="#br0" timeOffset="82735.5">20754 10495 324 0,'0'0'495'16,"0"0"-402"-16,0 0 75 15,0 0-15-15,0 0-83 0,0 0 61 16,45 203-29-16,-31-120-43 16,-14 0-16-16,0 8-13 15,-31 7-30-15,-65 3-1 16,-41 7-61-16,-23-10-200 16,-24-21-352-16</inkml:trace>
  <inkml:trace contextRef="#ctx0" brushRef="#br0" timeOffset="83452.78">21499 10539 692 0,'0'0'395'0,"0"0"-247"0,0 0 37 0,0 0-9 0,0 0-127 0,0 0-28 0,-61-17 0 16,61 79-16-16,0 19 14 15,16 6-16-15,27-9 2 16,-5-16-10-16,2-9 2 16,-5-13-25-16,-2-17 2 15,-19-8-21-15,-4-8-4 16,-6-7 24-16,10 0 27 15,-2-34 5-15,14-20-4 0,5-11-1 16,-8-4 6 0,-11 17-1-16,-2 3-1 0,-10 21 12 15,0 14 9-15,0 11 43 16,0 3-34-16,0 0-7 16,0 7 14-16,0 48-41 15,0 23 26-15,0 22 6 16,0 0-30-16,0-5 10 15,0-4-12-15,7-11-9 0,12-11-16 16,-5-18-55 0,7-13-100-16,5-17-218 0,0-21-239 15</inkml:trace>
  <inkml:trace contextRef="#ctx0" brushRef="#br0" timeOffset="83724.64">22155 10711 911 0,'0'0'127'0,"0"0"-38"0,0 0 90 16,0 0-109-1,-168 225-23-15,173-147-31 16,49-7-16-16,10-14 13 16,-3-15-7-16,-7-15-2 0,-2-15-2 15,-7-12 0-15,2 0 37 16,-2-29-25-1,-10-26 42-15,-2-14 8 0,-26-8-46 16,-7-3 2-16,0 6-20 0,-49 8 6 16,-31 17-13-1,-8 23-1-15,-8 20-52 0,-1 6-53 16,17 30-184-16,16 12-274 16</inkml:trace>
  <inkml:trace contextRef="#ctx0" brushRef="#br0" timeOffset="83970.62">22671 10603 1221 0,'0'0'95'31,"0"0"43"-31,0 0 63 16,0 0-128-16,0 0-49 15,0 0 38-15,125 149-41 16,-102-65-6-16,-16 5-15 0,-7 9-13 16,-7 7-27-16,-59 2-76 15,-4-14-244-15,15-31-426 16</inkml:trace>
  <inkml:trace contextRef="#ctx0" brushRef="#br0" timeOffset="84217.23">22989 10662 1103 0,'0'0'111'15,"0"0"40"1,0 0-4-16,0 0-73 16,0 0-60-16,0 0 2 0,-66 162 60 15,66-90-64-15,28-13 4 16,20-12 10-16,18-7-22 15,9-14 5-15,17-14-9 16,9-12-13-16,8 0 9 16,-3-4-93-16,-9-30-182 0,-22-6-293 15</inkml:trace>
  <inkml:trace contextRef="#ctx0" brushRef="#br0" timeOffset="84570.64">23588 9929 916 0,'0'0'41'0,"-377"-96"53"15,176 72 97 1,-34 16-43-16,-20 8-71 0,-2 32-33 16,0 58 45-16,24 47-36 15,32 53-19-15,36 38 8 16,54 24-27-16,76 14 3 0,35-14-14 15,113-32 3-15,69-42-14 16,56-38-11-16,31-38-11 16,16-38-2-16,-5-47-33 15,-16-17 30-15,-11-63 12 16,1-38 22-16,10-24 0 16,8-36 8-16,-16-39 1 0,-15-37 28 15,-29-25-22-15,-47-14-5 16,-59 4-10-16,-82 15-46 15,-48 28-10-15,-176 52-131 16,-154 64-152-16,-150 66-14 16,-147 47-215-16</inkml:trace>
  <inkml:trace contextRef="#ctx0" brushRef="#br0" timeOffset="85313.53">12611 12697 1026 0,'0'0'93'0,"0"0"-26"0,0 0 28 0,-391-162 60 0,176 162-56 0,-63 45-49 16,-64 72-19-16,-49 56 22 16,-50 56-43-16,-2 48 8 15,16 21-18-15,36 16 10 16,75 0-19-16,99-21 15 0,109-24-6 15,108-35 19 1,155-52-18-16,142-54 8 0,130-63-9 16,73-59-11-16,49-18 7 15,19-73-26-15,-11-42 30 16,-22-30-3-16,-35-32 11 16,-64-25-5-16,-71-18 2 15,-84-20-2-15,-114-16 21 16,-99-2-24-16,-68-4 0 0,-129 8-3 15,-116 38-16 1,-95 44-34-16,-94 55-107 16,-87 64-103-16,-54 53-107 15</inkml:trace>
  <inkml:trace contextRef="#ctx0" brushRef="#br0" timeOffset="91601.23">8519 16509 1048 0,'0'0'237'0,"0"0"-128"0,-189-160 36 0,182 139-1 0,7 15-67 0,0 6-45 0,0 0 6 15,38 44-1 1,46 48-4-16,8 39 22 16,-14 22-34-16,-14-4-8 15,-22 0-5-15,-9-6-1 0,-19-5-14 16,-2-10-18-16,-12-12-33 31,0-11-11-31,0-22-31 0,0-17-58 0,-21-25-160 16,-17-25-83-1,1-16-186-15</inkml:trace>
  <inkml:trace contextRef="#ctx0" brushRef="#br0" timeOffset="91791.88">8516 16775 677 0,'0'0'166'16,"21"-180"-47"-16,43 113 88 16,21 18-61-16,12 21-61 15,-3 20 6-15,-14 8-42 16,-14 27-19-16,-31 33 0 0,-35 18-28 16,0 15 5-16,-70 7-7 15,-20-4-21-15,-7-7-10 16,17-17-80-16,26-13-87 15,12-16-168-15,18-14-377 16</inkml:trace>
  <inkml:trace contextRef="#ctx0" brushRef="#br0" timeOffset="92332.68">9150 17367 1222 0,'0'0'101'15,"0"0"-65"-15,0 0 93 16,24-199-80-16,54 137-46 16,7 14 8-16,-15 12-5 15,-13 21 6-15,-17 15 19 16,-9 7-23-16,-17 48 9 16,-14 23 13-16,0 7-23 0,0-5 9 15,-38-12-16-15,3-17 2 16,11-18-1-16,5-19 5 15,17-14-6-15,2 0 0 16,0-14-5 0,0-32-5-16,0-19 10 15,23-4 0-15,20 6-9 0,-5 10 7 16,4 15 2-16,-4 17 0 16,-17 12 4-16,7 9-10 15,5 9 6-15,12 36 0 0,0 14 2 16,7 0-2-16,4 4-4 15,10-9 2 1,17-6-12-16,-1-12 9 0,-6-25 5 16,-5-11 0-16,-22 0-5 15,-9-23 14-15,-28-26-5 16,0-4 20 0,-12-15-13-16,0-2 19 0,-43 4-16 15,-23 5-7-15,-14 1 7 0,-12 21-10 16,-7 19-1-16,3 20-3 15,-1 0-14-15,7 23-8 16,36 22-61-16,16 6-109 31,29-1-170-31,9-5-230 0</inkml:trace>
  <inkml:trace contextRef="#ctx0" brushRef="#br0" timeOffset="92906.35">10546 16629 1145 0,'0'0'110'0,"0"0"-65"0,0 0 111 0,0 0-44 0,0 0-80 0,0 0 0 0,-38-146-1 16,38 208-6-16,0 36 26 0,0 48-20 15,0 31-1-15,0 17 0 16,3 12-16-16,16 6 13 31,-3-7-21-31,19-9 0 16,10-4 13-16,0-28-16 15,9-25-3-15,8-25 0 16,-6-45-17-16,-2-30 16 16,3-33-24-16,-12-6-15 15,-8-40 20-15,-11-31-32 16,-23-18 29-16,-3-13 13 15,-3-2-10-15,-60 3 18 0,-13-1-14 16,-16 13-5-16,-4 4 18 16,-1 26-1-16,0 14 4 15,27 22 0-15,25 8 7 16,26 8-4-16,19-5-3 16,0-8-8-16,68-16-20 15,20-8-26-15,25 4-18 16,-14-7-11-16,-3 2 31 0,-13 0 48 15,-22-3 4-15,-11 7 1 16,-8 2 50-16,-16 13 2 16,-12 11 20-16,-14 5-13 15,0 10-11-15,7 0 11 16,0 19-26-16,15 34-6 16,4 10 29-16,-3 6-39 15,3-10-5-15,-5-14-13 16,0-3-13-16,5-15-13 0,-2-16-57 15,-8-5-146-15,-16-6-276 16</inkml:trace>
  <inkml:trace contextRef="#ctx0" brushRef="#br0" timeOffset="93144.72">10968 17037 1051 0,'0'0'100'0,"0"0"-38"0,0 0 42 0,0 0-17 0,0 0-47 16,0 0 2-16,144-102 33 15,-144 87-28-15,0 4-15 16,-50 5-2-16,1 6-27 16,-3 0-3-16,10 17-24 15,20 17-79-15,22 10-109 16,0-2-165-16,0-7-344 15</inkml:trace>
  <inkml:trace contextRef="#ctx0" brushRef="#br0" timeOffset="93399.37">11451 16605 1193 0,'0'0'180'0,"0"0"-65"0,0 0 53 16,0 0-59-16,0 0-76 15,0 0-11-15,0 96 13 16,52 25-9-16,-12 14-5 16,3-4-19-16,-10-15-1 15,-3-8 2-15,10-16-3 16,-9-18-13-16,2-17-20 31,-5-14-37-31,-9-20 0 16,-2-14-124-16,4-9-162 15,-9 0-163-15</inkml:trace>
  <inkml:trace contextRef="#ctx0" brushRef="#br0" timeOffset="93544.58">11638 17264 942 0,'0'0'193'15,"0"0"-87"-15,0 0 25 16,0 0-101-16,0 0-30 0,212-167-79 15,-52 98-149-15,24 13-261 16</inkml:trace>
  <inkml:trace contextRef="#ctx0" brushRef="#br0" timeOffset="93780.83">13281 17213 1389 0,'0'0'151'0,"0"0"-95"16,0 0 46-16,0 0-58 15,0 0-43-15,280-83-1 16,-141 38-10-16,-40 9-32 16,-23 9-48-16,-34 19-116 15,-42 8-63 1,0 8-29-16,-42 36-87 0</inkml:trace>
  <inkml:trace contextRef="#ctx0" brushRef="#br0" timeOffset="93891.6">13432 17418 281 0,'0'0'458'0,"0"0"-262"0,0 0 21 16,0 0-33-16,0 0-68 16,0 0-101-16,134-44-15 15,8-12-19-15,44 2-152 16,19 3-140-16,16 6 32 15</inkml:trace>
  <inkml:trace contextRef="#ctx0" brushRef="#br0" timeOffset="94194.22">15476 16291 1164 0,'0'0'131'0,"0"0"-5"0,0 0 41 31,0 0-27-31,0 0-78 0,0 0-27 0,-52 26 22 32,101 74-7-32,6 13-18 15,-4-6-6-15,-8-15-23 0,-20-11-3 0,-1-5-16 31,-20-12-37-31,3-7-18 0,-5-9-45 16,0-9-131-16,0-12-204 16,-33-16-279-16</inkml:trace>
  <inkml:trace contextRef="#ctx0" brushRef="#br0" timeOffset="94368.77">15139 16523 392 0,'0'0'752'0,"0"0"-630"16,-45-157-22-16,85 94 40 16,61-3-86-16,34 5-43 15,27 7-11-15,-1 12-11 0,-27 24-36 16,-28 18-100 0,-33 12-113-16,-49 53-128 0,-24 24-279 15</inkml:trace>
  <inkml:trace contextRef="#ctx0" brushRef="#br0" timeOffset="95150.52">15308 17246 784 0,'0'0'291'0,"0"0"-83"16,0 0-57-16,0 0-43 16,0 0-73-16,264 69-35 0,-96-118-24 15,-3-2-42-15,-17-2-58 16,-30-3 6-16,-21 2-85 15,-31-3 25-15,-24-6 25 16,-16 0 93-16,-16 4 60 16,-6 6 145-16,-4 10 37 15,0 14 18-15,0 12-44 16,0 4-8-16,0 4-24 16,-7 6-36-16,7 3-29 15,0 3-23-15,0 45-26 16,7 12 31-16,19 6-24 15,0-11-8-15,-9-4 1 0,-15-5-7 16,-2-11-6-16,0-8-3 16,0-12-27-16,0-12 24 15,0-3-13-15,0-9-2 16,0-39 16-16,0-18-10 0,0-11 11 16,0 0 2-16,21 5-19 15,15 15 22-15,4 19-2 16,4 13 4-16,-6 22 0 15,7 3 3-15,-5 31-3 16,7 26 6-16,-4 8-3 16,-15 3 4-16,7-8-7 15,5-1-2-15,12-16 0 16,7-14-8-16,-5-14-11 0,1-15-46 16,-3-9-58-16,-8-35 82 15,-11-19-6-15,-21-8 49 16,-5-5 0-16,-7 0 10 15,0 10 18-15,0 9 25 16,0 21 1-16,0 10 24 16,0 13-18-16,0 13-21 15,0 0-5-15,0 39-30 16,33 26 13-16,5 22 5 0,11 6-21 16,6-10 16-16,-13-11-17 15,12-15 0-15,-16-16 1 16,-5-20 4-16,-14-12-5 15,-5-9 6-15,7-11-5 16,5-40 22-16,-2-21-14 31,2-21-7-31,-17-9 7 16,1-4-9-16,-10-7-1 16,0 14-9-16,0 18-28 0,0 28 20 15,-19 28-40-15,5 25-110 16,-12 0-196-16,-5 19-477 15</inkml:trace>
  <inkml:trace contextRef="#ctx0" brushRef="#br0" timeOffset="95771.36">19366 16068 1279 0,'0'0'226'0,"0"0"-92"0,0 0-26 0,0 0-23 0,-170 154-48 15,97-34-35-15,2 0 11 16,-2-8-13-16,12-6-30 16,2-8-23-16,12-15-58 15,4-15-134-15,-2-14-199 0,-7-30-239 16</inkml:trace>
  <inkml:trace contextRef="#ctx0" brushRef="#br0" timeOffset="95946.33">18510 16374 896 0,'0'0'241'16,"0"0"-49"0,0 0 31-16,0 0-114 0,0 0-40 0,0 0 0 31,349-3-50-31,-198 75-3 15,-5-4-16-15,9-2-44 16,-16 0-47-16,-25-8-254 16,-27-11-406-16</inkml:trace>
  <inkml:trace contextRef="#ctx0" brushRef="#br0" timeOffset="96150.04">20233 15933 1414 0,'0'0'176'16,"0"0"-60"0,0 0 5-16,0 0-21 0,0 0-54 15,0 0-2 1,31 144-20-16,40-45-18 0,-13-7-6 16,-20-3-14-16,-5-12-38 15,-26-2-33-15,-7-21-39 16,0-12-47-16,-2-16-233 15,-48-14-232-15</inkml:trace>
  <inkml:trace contextRef="#ctx0" brushRef="#br0" timeOffset="96319.75">19814 16190 917 0,'0'0'186'15,"0"0"-76"-15,18-153-1 0,79 92-36 16,33-11-64-16,11-2-9 15,8 8-63-15,-13 12-87 16,-22 12-147-16,-18 21-134 16</inkml:trace>
  <inkml:trace contextRef="#ctx0" brushRef="#br0" timeOffset="96485.33">20900 15632 791 0,'0'0'365'0,"0"0"-154"15,0 0 13-15,0 0-86 16,0 0-67-16,0 0 20 15,50 206-43-15,-15-117 1 16,12 6-12-16,-2 1-35 0,7-15 1 16,-7-3-3-16,-7-13-54 15,-17-11-13-15,-19-7-61 16,-2-11-53-16,0-15-192 16,-49-19-182-16</inkml:trace>
  <inkml:trace contextRef="#ctx0" brushRef="#br0" timeOffset="96660.39">20872 15965 614 0,'0'0'177'0,"-9"-229"-11"16,46 134 7-16,44 15-69 15,15 17-37 1,1 24-41-16,-1 21 25 0,-13 18 21 0,-24 4-27 16,-17 49 12-1,-42 24-32-15,-9 12-25 16,-99 13-7-16,-34 6-111 15,-9 2-92-15,-4-6-169 0,20-16-336 16</inkml:trace>
  <inkml:trace contextRef="#ctx0" brushRef="#br0" timeOffset="97297.4">22268 14970 994 0,'0'0'103'16,"0"0"-22"0,-269-180 52-16,80 125 10 0,-65 6-43 31,-62 7-44-31,-52 7-6 15,-78 9-1-15,-44 6-31 16,-59 6 9-16,-69 5-19 16,-47 9-2-16,-37 0-5 15,-38 0 1-15,-24 32-2 16,-54 28 0-16,-33 24 3 0,-71 24-10 16,-116 29 2-16,-84 29-7 15,-71 28-47-15,-14 21 59 16,54 22 27-16,83 6-4 15,85 6-23-15,82 20 1 16,127-2 0-16,130 1 10 16,146 7 23-16,184-15-18 15,182-28 6-15,153-26-20 16,264-36 1-16,212-32-1 16,217-43-2-16,221-23-17 0,223-42 13 15,190-28-4-15,158-2 7 16,92-38-11-16,75-22-23 15,39-14 10-15,-13-13 12 16,-23-6 13-16,-90-11 5 16,-124-25 5-16,-126-31 6 15,-186-37 13-15,-200-49-22 16,-222-40 6-16,-271-35-13 16,-255-46-2-16,-214-21-6 0,-314 2-6 15,-249 20-4-15,-253 49-3 16,-226 53-20-16,-220 61-63 15,-214 80-118-15,-186 79-240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01:46.25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11230 6862 930 0,'0'0'130'0,"0"0"52"0,-26-174 28 0,21 154-65 0,5 12-67 0,-7 8-33 0,7 0-4 16,0 0-28-16,0 6 1 15,0 34-5-15,0 20-2 16,0 8 38-16,17 1-39 16,4-9-1-16,-12 3-2 15,3 3-3-15,-5 2-14 16,2-2-40-16,8-3-50 15,-5-15-87-15,2-13-183 0,-9-26-156 16</inkml:trace>
  <inkml:trace contextRef="#ctx0" brushRef="#br0" timeOffset="206.05">10659 6972 810 0,'0'0'79'0,"0"0"-15"0,-40-193 106 16,125 112-82-16,21 5-30 16,19 11-25-16,-2 27-30 15,-24 20-6-15,-17 18-24 16,-21 18-102-16,-32 42-53 16,-25 27-53-16,-4 4-49 15</inkml:trace>
  <inkml:trace contextRef="#ctx0" brushRef="#br0" timeOffset="365.78">10919 7411 252 0,'0'0'216'0,"0"0"-88"0,0 0 67 15,0 0-71-15,0 0-49 16,0 0-5-16,-109 95-14 16,182-95 42-1,38-17-51-15,28-14-36 16,17-1-11-16,11 8-52 0,-4 0-182 15,-19 10-141-15</inkml:trace>
  <inkml:trace contextRef="#ctx0" brushRef="#br0" timeOffset="1223.42">12340 7237 519 0,'0'0'314'0,"0"0"-220"0,0 0 147 0,0 0-92 0,0 0-72 0,0 0-17 15,0-65 16-15,123 47 3 16,18 1-35-16,15 4-9 16,-5 7 4-16,9 0-30 15,-21 3 3-15,-2 0-12 0,-10 3 5 16,-9 0-13-16,-14-3-22 16,-22 3-41-16,-9-2-73 15,-18-2-123-15,-30-5-157 16,-25-2-317-16</inkml:trace>
  <inkml:trace contextRef="#ctx0" brushRef="#br0" timeOffset="1525.91">13552 6928 784 0,'0'0'47'0,"0"0"49"15,0 0 84 1,0 0-135-16,0 0-28 15,0 0 43-15,186-9-58 0,-115 9 0 16,-5 0 0 0,-10 0 4-16,-15 6-6 15,-20-3 0-15,-17 0 1 0,-4 3 10 16,0 14 5-16,0 14 19 16,-9 12 38-16,-38 12-44 15,7-1-10-15,7-6-19 16,0-5-5-16,23 0 1 0,10-4-70 31,0-4-61-31,0-9-153 16,19-7-349-16</inkml:trace>
  <inkml:trace contextRef="#ctx0" brushRef="#br0" timeOffset="1796.17">15188 6694 1251 0,'0'0'28'0,"0"0"195"16,0 0-83-16,0 0-68 16,0 0-29-16,0 0-36 15,-120-109 18-15,120 126-25 16,0 43 1-16,0 15 19 0,0 11-19 15,0 3 1-15,0-2-2 16,7 6-35-16,-2-10-10 16,11-6-48-16,1-11-103 15,9-24-74-15,-1-21-162 16,4-21-293-16</inkml:trace>
  <inkml:trace contextRef="#ctx0" brushRef="#br0" timeOffset="2144.75">15525 6865 730 0,'0'0'112'0,"0"0"65"16,0 0 37-16,0 0-94 15,0 0-38-15,0 0-40 16,-94-90-27-16,94 117-9 16,-2 28-2-16,2 19-4 15,0 3 3-15,0-2-7 16,18 0 4-16,18-10-13 15,9-11-8-15,-1-16-17 0,8-15 16 16,5-16 0-16,-12-7 11 16,-1 0 8-16,-4-15 4 15,-7-20-1-15,-14-14 19 16,-7-5-6 0,-12-5 27-16,0 0-7 15,-26 3 3-15,-30 1 26 0,-15 11-45 16,5 8-4-16,2 12-3 0,10 11-10 15,12 12 0 1,4 1-67-16,10 23-146 16,4 21-250-16</inkml:trace>
  <inkml:trace contextRef="#ctx0" brushRef="#br0" timeOffset="2432.92">16148 6897 1116 0,'0'0'17'0,"0"0"159"0,0 0 15 0,-10-163-118 0,34 144-3 0,-8 10-31 15,-4 9-6-15,-12 0-8 16,7 5-23-1,0 39 18-15,10 13 4 0,-10 11-22 0,0 0 5 16,-7 7-7 0,0 3-14-16,0-1-35 0,0-6-80 15,0-11-107-15,0-12-153 16,-12-22-175-16</inkml:trace>
  <inkml:trace contextRef="#ctx0" brushRef="#br0" timeOffset="2734.99">16544 6937 798 0,'0'0'40'0,"0"0"101"16,0 0 61-16,0 0-111 16,0 0-31-16,0 0-22 15,-90-125-24-15,45 125-14 16,-9 26 6-16,5 16 0 15,-3 9-2-15,14 3 6 0,12 1 16 16,19 6-13 0,7-8 12-16,0-4 1 0,45-6-22 15,18-9 17-15,8-5-19 16,-3-8-1-16,1-8 7 16,2-5-8-16,-10-4-4 15,-7-2-30-15,-7 1-81 16,-9 1-21-16,-10-2-150 15,-11 2-128-15</inkml:trace>
  <inkml:trace contextRef="#ctx0" brushRef="#br0" timeOffset="3656.86">19486 6943 55 0,'0'0'860'0,"0"0"-785"0,0 0 122 0,-50-168-83 0,135 139-87 0,12 17-22 16,7 12 27-16,-24 0-6 15,-17 21 2-15,-18 26 21 16,-31 16-10-16,-14 6 1 15,0 2-7-15,-52-2-15 16,-18 3 14-16,-10-9-17 0,-3-10-8 16,12-15 29-1,10-14-30-15,21-11 2 16,19-12 3-16,11 4-9 16,10-5 9-16,0 0-11 0,0 0 0 15,10 0-4-15,42 0-8 16,25-5 12-16,8-7-26 15,17 1-43-15,4 0-3 16,0-4-80-16,-2-1-85 16,-20-5-64-16,-13-5-143 15</inkml:trace>
  <inkml:trace contextRef="#ctx0" brushRef="#br0" timeOffset="3958.51">20382 6940 581 0,'0'0'116'0,"0"0"95"15,0 0-10-15,0 0-93 16,0 0-54-16,0 0-31 16,-92-6-19-16,92 50-1 15,9 9 3-15,27-1 1 16,6-8-4-16,3-8-3 16,2-7 0-16,2-10 24 15,-4-13-5-15,0-6 30 0,-17 0 26 16,-4 0-17-1,-5-19 16-15,-12-7-17 16,-7-9-22-16,0-7-3 0,0-7-26 16,-26 6 5-16,-21 3-11 15,-17 17-3-15,0 11-8 16,1 12-42-16,1 0-88 0,6 12-152 16,11 11-296-1</inkml:trace>
  <inkml:trace contextRef="#ctx0" brushRef="#br0" timeOffset="4181.35">20936 6788 1061 0,'0'0'102'0,"0"0"107"0,0 0-12 0,0 0-135 0,0 0-21 16,0 0-9-16,0 83 3 15,7-20-10-15,-2-4-22 16,-5 0 0 0,7-5-3-16,-7 0-25 15,4-9-19-15,6-7-106 16,2-14-122-16,9-11-155 0,2-13-316 16</inkml:trace>
  <inkml:trace contextRef="#ctx0" brushRef="#br0" timeOffset="4462.35">21341 6820 669 0,'0'0'108'16,"0"0"69"-16,0 0 40 31,0 0-127-31,0 0-39 16,0 0-24-16,-231-8 1 15,189 49-12-15,18 9-8 16,1 4 24-16,20 3-15 0,3 0-1 15,0-4 21 1,26-5-26-16,33-9 3 16,19-15-2-16,11-7-10 0,8-14 7 15,0-3-9-15,-1 0-15 16,-13-14-18-16,-12-10-49 16,-12-3-29-16,-22 0-91 15,-22 1-45-15,-15-5-98 16</inkml:trace>
  <inkml:trace contextRef="#ctx0" brushRef="#br0" timeOffset="5215.67">15256 5459 909 0,'0'0'64'0,"0"0"156"0,0 0-24 0,0 0-72 0,0 0-74 0,0 0-25 0,-18-70 6 16,10 111-30-16,-10 19 5 15,-1 11 9-15,-2-5-6 16,9-15-9-16,-7-7 0 0,12-14-10 15,-7-12 8 1,11-9-22-16,3-6 2 0,0-3 20 16,0 0-1-16,0-15 3 15,0-39 1-15,0-20 3 32,0-4-1-32,10 7 0 0,9 13 1 15,2 18 20-15,-5 15-5 16,-11 13 19-16,0 10-1 15,-5 2-27-15,19 8 5 0,25 49-8 0,8 24-1 32,17 17 8-17,1 4-7-15,-6-7-9 16,-3-8 2-16,-11-16-34 0,-10-8 1 16,-21-10-89-16,-12-11-85 15,-7-10-87-15,0-17-92 16,-43-15-14-16</inkml:trace>
  <inkml:trace contextRef="#ctx0" brushRef="#br0" timeOffset="5374.02">15139 5779 312 0,'0'0'243'0,"0"0"-111"16,0 0 102 0,0 0-50-16,0 0-76 0,0 0-57 15,0 0-33-15,103-98-6 16,112 82-12-16,44 7-85 15,26 3-147-15,1 4-283 16</inkml:trace>
  <inkml:trace contextRef="#ctx0" brushRef="#br0" timeOffset="5707.83">19726 5493 64 0,'0'0'1073'0,"0"0"-1023"16,0 0 175-16,0 0-59 15,0 0-85-15,0 0-55 16,-37-77-5-16,37 111 7 0,0 39-7 15,11 14 11-15,-1-1-11 16,2 0-21-16,2-9 1 16,-2-2-1-16,2-2-38 15,0-6-11-15,-5-11-96 16,3-13-125-16,-7-28-110 16,-5-15-64-16</inkml:trace>
  <inkml:trace contextRef="#ctx0" brushRef="#br0" timeOffset="6119.56">19700 5790 521 0,'0'0'73'16,"0"0"52"-16,17-208 59 16,28 155-45-16,16 14-36 15,7 8-32 1,-16 14-2-16,-7 11 8 16,-19 6-54-16,-5 0-3 0,-11 30-8 0,-1 17-3 15,-9 10 18 1,0-3-26-16,-28-3 0 15,-17-7 4-15,0-11-1 16,0-3-6-16,1-9 2 0,20-9-11 16,7-3 7-1,13-5-11-15,4-2-6 0,0-2 15 16,26 0-17-16,28 0 23 16,21 0 0-1,8 0 7-15,6 3-6 0,8 11 1 16,-5 14 3-16,-17 8 10 15,-16 9-2-15,-33-1 16 0,-19 4-10 32,-7-3 0-32,-21-4 33 15,-66-2-26-15,-19-4-3 16,-19-7-7-16,0-16-10 0,14-10-3 16,15-2-3-16,18-8-7 0,26-23 4 15,21-10-28 1,17-4-33-16,14 1-37 15,0 2-89-15,0 10-135 0,0 7-387 0</inkml:trace>
  <inkml:trace contextRef="#ctx0" brushRef="#br0" timeOffset="6995.22">11289 8936 1165 0,'0'0'45'0,"0"0"131"16,0 0 38-16,0 0-130 0,0 0-39 0,0 0-32 0,-71 15-8 15,71 59 44-15,0 12-31 16,0-6-1 0,0-8-17-16,12-7-2 0,-3-1-3 15,3-11-51-15,-5-4-33 16,12-14-91-16,-7-18-141 15,-12-17-170-15</inkml:trace>
  <inkml:trace contextRef="#ctx0" brushRef="#br0" timeOffset="7184.94">10843 8925 906 0,'0'0'84'0,"0"0"122"15,0 0-2-15,0 0-106 16,0 0-55-16,0 0-31 16,59-52 12-16,71 43-24 15,30 2-32-15,29 7-37 16,30 0-147-16,-2 0-137 0,-3 0-214 16</inkml:trace>
  <inkml:trace contextRef="#ctx0" brushRef="#br0" timeOffset="7407.76">12635 9156 803 0,'0'0'285'16,"0"0"-206"0,0 0 109-16,0 0-51 0,0 0-102 15,0 0 11-15,153 44 31 16,66-50-70-16,-4-11-2 15,-1 5-5-15,-18 3-68 16,-24 3-50-16,-23-1-88 16,-41-1-100-16,-42-7-159 15</inkml:trace>
  <inkml:trace contextRef="#ctx0" brushRef="#br0" timeOffset="7582.9">13844 8957 749 0,'0'0'104'16,"0"0"57"-16,0 0 78 15,0 0-125-15,0 0-43 16,0 0-44-16,-106 17 29 16,172 25 51-16,-2 5-63 15,-26 4-6 1,-22 6-17-16,-16 5-20 16,-9 8 6-16,-62 4-7 0,0 4-53 15,3-7-105-15,18-26-263 16</inkml:trace>
  <inkml:trace contextRef="#ctx0" brushRef="#br0" timeOffset="8154.72">15212 8995 1027 0,'0'0'68'15,"0"0"-44"-15,0 0 118 0,4-176-67 16,65 134-63 0,6 16 4-16,-6 9 23 15,-15 17-20-15,-9 0 18 16,-10 40-1-16,-19 26-18 0,-11 8 13 0,-5 3-20 15,0-8-3-15,-35-9 12 16,-12-12-18 0,2-16 15-16,12-14-4 15,7-8-12-15,19-7 13 16,7-3-14-16,0 0 0 0,0 0 1 16,0 0 0-16,38-9-1 15,20-13 0-15,18 5 5 16,6 2-9-16,-6 6 4 15,-8 9 0-15,-9 0 4 16,-14 16 2 0,-7 21 0-16,-29 9 5 15,-9-1-4-15,0 0 19 16,-56-4-9-16,-18-2-2 16,-32-4 16-16,5-4-30 15,-3-11 7-15,-4-8-2 16,16-12-4-16,9 0 7 0,17-9-9 15,22-25-7-15,25-10 5 16,19-1-47-16,0 0-53 16,73 5-161-16,30 0-373 15</inkml:trace>
  <inkml:trace contextRef="#ctx0" brushRef="#br0" timeOffset="8748.42">20443 8798 980 0,'0'0'75'0,"0"0"34"0,0 0 74 0,0 0-98 0,0 0-49 0,0 0 10 16,-311 6-18-16,257 63-4 15,9 11 3-15,19 1-24 16,26 2 8-16,0-6-4 16,19-2-2-16,37-9 1 0,8-12-6 15,16-9 1-15,-9-19 1 16,-8-11 0-16,-8-15-2 15,-18 0 20-15,-11 0 5 16,-11-6 15-16,-6-20-16 16,-9-8-5-16,0-4 3 15,0 4-17 1,-24 14 13-16,-28 2-18 16,-2 9 6-16,-9 9-16 0,-8 0-1 15,7 9-20-15,-6 24-7 16,-1 9-84-1,0-1-98-15,-9 1-196 0</inkml:trace>
  <inkml:trace contextRef="#ctx0" brushRef="#br0" timeOffset="9350.35">9551 10439 617 0,'-266'14'22'0,"35"5"36"0,37-4 102 0,39-3-33 0,46-4-2 0,50-2-36 16,33-6-26-1,26 0-20-15,8 6-5 0,98 6-17 16,75 7-1-16,71 1 21 16,74 0-31-16,98 2 8 15,83-7 12-15,101-6-15 16,92-9 3-16,64 0-15 16,80 0-1-16,52-12 17 15,47-13-17-15,43 2-2 16,13-3 0-16,-13-2-3 15,-34 7 3-15,-68 4 0 0,-101 5 1 16,-106 8-1 0,-107 4 4-16,-113 0-2 15,-108 0-2-15,-89-3 2 16,-102-3-12-16,-62-9 10 16,-46 4-26-16,-24-7 18 15,-12-4-48-15,-14 1-51 16,0-11-117-16,-17-10-269 15</inkml:trace>
  <inkml:trace contextRef="#ctx0" brushRef="#br0" timeOffset="10342.33">17564 6895 466 0,'0'0'271'0,"0"0"-228"0,0 0 129 0,0 0-31 0,0 0-42 0,0 0-13 0,31 0-4 15,-76 45-47-15,-40 27 12 16,-44 17 35 0,-43 13-34-16,-33 4-12 15,-29 11 22-15,-32 0-27 16,-10 4-1-16,-9 2-2 0,11-9-13 16,20-5 9-16,34-17-11 15,60-22-4-15,47-23 10 16,52-19-14-16,35-16-5 15,21-6 0-15,5-6-7 16,0 0 7-16,0 0-31 0,31 0-1 31,30 0 21-31,14-18-44 16,15-8-68-16,2-6-84 16,-3-6-137-16,1-11-167 15</inkml:trace>
  <inkml:trace contextRef="#ctx0" brushRef="#br0" timeOffset="10689.48">16815 5801 763 0,'0'0'84'0,"0"0"33"0,0 0 140 0,63-162-114 16,-63 153-26-16,0 6-51 0,0 0-22 15,0 3 2-15,0 20-39 16,0 43 5-16,-23 14 37 15,-3 7-25-15,5-9 6 0,4-1-24 16,-2 2 2 0,5-5-4-16,0-5 2 0,7-7-12 15,7-2-15-15,0-6-50 16,0-3-109-16,14-22-243 16,33-17-516-16</inkml:trace>
  <inkml:trace contextRef="#ctx0" brushRef="#br0" timeOffset="11263.01">21476 6454 600 0,'0'0'117'0,"0"0"38"0,0 0 49 0,0 0-73 0,0 0-66 0,0 0-12 32,0 0-9-32,-144 91-8 0,38-4 31 0,-17 3-11 15,-11 8-15 1,-22 7 23-16,-4-1-27 15,-3-2-8-15,3-7 12 16,18-9-20-16,20-12 12 16,18-5-12-16,10-3-13 0,11-9 15 0,20-3-22 31,6-10 0-31,22-8 1 16,9-10 4-16,9-7-11 15,12-7 5-15,5-9-28 16,0-3 15-16,0 0-33 15,0 0-15-15,26-3-34 16,43-45-97-16,16-32-206 16,11-31-591-16</inkml:trace>
  <inkml:trace contextRef="#ctx0" brushRef="#br0" timeOffset="11787.09">22221 6008 747 0,'0'0'154'0,"0"0"-114"16,0 0 200-16,0 0-103 15,0 0-54-15,0 0-33 16,-142-118-9-16,142 78-15 15,0 5-20-15,24-1-3 16,32 9-3-16,6 10 10 16,8 7-11-16,-13 10 1 0,-8 0 0 31,-1 31 5-31,-23 22 0 0,-6 13 7 0,-19 6 4 16,0-4-9-1,-23 0 27-15,-46-4-19 16,-1-9 12-16,-6-9 10 15,10-7-27-15,14-12 15 0,15-13-13 16,20-5-12-16,12-9 13 16,5 0-11-16,0 0-2 15,0 0 0-15,69 0 4 0,39-6-4 16,48-11 0 0,18-2 4-16,5 4-5 0,-4 0 1 15,-24 4-10-15,-26 5 9 16,-33 2-17-16,-36 4-15 15,-30 0-42-15,-19 0-45 16,-7 0-44-16,-33 36-52 16,-52 0-57-16,-35 7-282 15</inkml:trace>
  <inkml:trace contextRef="#ctx0" brushRef="#br0" timeOffset="13173">16249 8535 755 0,'0'0'39'0,"0"0"53"15,0 0 95-15,0 0-93 0,-285 210-13 0,202-136 13 0,-35 21 10 16,-11 4-21-16,-10 5-21 16,-17 7 19-16,5 4-49 15,5 2 10-15,4-9-7 16,13-13-18-16,13-12 18 16,29-14-22-16,14-15-11 15,23-16 9-15,27-13-6 16,18-14-5-16,5-5 0 15,0-6-11-15,0 0-5 0,33 0-30 16,57-2-24-16,30-38 5 16,26-17-161-16,7-13-116 15,1-17-115-15</inkml:trace>
  <inkml:trace contextRef="#ctx0" brushRef="#br0" timeOffset="13442.11">16749 8259 854 0,'0'0'53'16,"0"0"110"-16,0 0 47 16,-24-153-107-16,24 143 9 15,0 4-60-15,0 3-7 0,0 3-10 16,0 0-22-16,0 19 2 15,3 28-4-15,13 16 21 16,3 3-5-16,-5-4-26 16,0 1 4-16,-9-3-5 15,2 0-3-15,5-3-10 0,-3 2-85 16,12-6-114-16,1-8-160 16,4-15-255-16</inkml:trace>
  <inkml:trace contextRef="#ctx0" brushRef="#br0" timeOffset="13975.38">20738 8881 588 0,'0'0'176'0,"0"0"-51"0,0 0 84 0,0 0-63 0,0 0-67 16,0 0-22-16,-269 72 21 15,142 6-15-15,-15 2 14 16,-13 9-15-16,-13 7-18 15,1 0 10-15,11 0-33 16,17-7 11-16,35-11-5 16,34-16-19-16,23-15 11 0,25-14-19 15,18-12 0-15,4-6-6 16,0-7-4-16,0-1-25 16,26-7-24-16,44-8-72 15,32-46-132-15,23-32-353 16</inkml:trace>
  <inkml:trace contextRef="#ctx0" brushRef="#br0" timeOffset="14447.77">21367 8482 875 0,'0'0'24'0,"0"0"128"16,0 0 57-16,0 0-128 16,0 0-53-16,0 0-4 0,-14-120 9 15,54 94-32-15,5 2 12 16,7 5-12 0,-12 13 5-16,-2 6 5 0,-5 0-5 15,-8 6-1-15,1 28 27 16,-14 10-19-16,-12 7 12 15,0 3-5-15,0-3-4 16,-59-5 23-16,-4 0-4 16,-8-5-13-16,0-1 16 0,12-14-29 15,22-7 7-15,15-5-3 32,18-11-8-32,4 0 1 0,0 0-6 0,0 0 0 15,18 3-3 1,53-4 9-16,21-2-6 15,17 0 0-15,8 0 8 16,-3-14-8-16,3-6 0 16,-6-1 0-16,-14 2-1 0,-22 8 1 15,-27 5-2-15,-32 6-11 16,-16 0-39-16,0 8-35 16,-64 35-107-16,-39 8-137 15,-53 7-258-15</inkml:trace>
  <inkml:trace contextRef="#ctx0" brushRef="#br0" timeOffset="15027.42">15313 11422 920 0,'0'0'155'0,"0"0"104"0,0 0-51 0,-19-151-81 16,19 136-64-16,0 13-10 0,0 2-4 15,0 0-34-15,0 23 20 16,0 45-29-16,0 21 24 16,0 20 13-16,0-14-42 15,5-5 12-15,9-4-10 16,5-3 7-16,-7-5-20 0,4-7 3 15,1-14-49-15,9-9-8 16,2-13-56-16,24-17-108 16,23-18-230-1,17-3-357-15</inkml:trace>
  <inkml:trace contextRef="#ctx0" brushRef="#br0" timeOffset="15365.56">16970 11316 956 0,'0'0'177'0,"0"0"-149"16,0 0 170-16,0 0-133 16,0 0-50-16,0 0-4 15,-129 101-9-15,143-59 14 16,19-7-16-16,0-10 0 15,5-10 18-15,-15-6-13 0,3-9 32 16,-12 0 9-16,0 0-8 16,5-21 31-16,-12-16-33 15,-2-5-12 1,-5-1 6-16,0-3-16 0,0 5-3 16,-12-1-11-1,-16 13 3-15,2 10-8 16,7 12-16-16,3 7-40 15,1 32-88-15,1 23-207 0,-2 18-200 16</inkml:trace>
  <inkml:trace contextRef="#ctx0" brushRef="#br0" timeOffset="15651.95">16878 12148 545 0,'0'0'432'16,"0"0"-351"-16,0 0 111 15,0 0-75-15,0 0-59 16,0 0 3-16,182 112 18 0,-144-112-69 16,-17 0 77-16,-21-11-28 15,0-12-17-15,0-5 6 32,-10 5-9-32,-32 2-24 0,9 8 15 15,-9 9-28 1,1 4 1-16,6 0-6 0,12 0-1 0,4 0-23 15,19 17-29-15,0 10-30 16,0 3-95-16,21-13-298 16,24-13-544-1</inkml:trace>
  <inkml:trace contextRef="#ctx0" brushRef="#br0" timeOffset="16017.23">18812 11248 1251 0,'0'0'83'16,"0"0"56"-16,0 0-5 16,0 0-85-16,0 0-37 15,0 0 6-15,-24-28 2 16,-7 73-19-16,-6 21 27 15,-18 8-8-15,4-5-16 16,6-3 15-16,7-12-11 16,26-8-6-16,12-3 11 0,0 2-9 15,0-7-2-15,50-5 2 16,25-6 3-16,10-10-4 16,21-8-3-16,3-9 0 15,-1 0-7-15,-4-6-11 16,-3-17-4-16,-14-5-16 15,-11-1-54-15,-17 3-25 16,-22 1-83-16,-15-1-137 16,-22 5-160-16</inkml:trace>
  <inkml:trace contextRef="#ctx0" brushRef="#br0" timeOffset="16254.96">19052 11417 750 0,'0'0'148'15,"0"0"18"-15,0 0 53 0,0 0-94 16,0 0-58-16,0 0 13 16,-94 11-26-16,115 46 36 15,10 15-47-15,-8 9-12 0,3 15 17 16,-5-4-34-16,-4 2-1 16,-8-6-3-16,-9-10-9 15,0-4-2-15,0-8-24 16,-9-7-24-16,-34-8-4 15,-6-9-104 1,-12-7-132-16,-24-16-200 0</inkml:trace>
  <inkml:trace contextRef="#ctx0" brushRef="#br0" timeOffset="17150.74">11463 10928 864 0,'0'0'103'0,"0"0"130"0,0 0 7 0,0 0-103 0,0 0-70 16,0 0-3-16,-130-117-37 16,130 162-3-16,0 50-4 15,0 45 19-15,10 23 11 0,-3 5-37 16,-2-9 3-16,-1-12 6 15,3-14-19-15,3-16 5 16,-1-15-2-16,3-28-3 16,-2-21 4-16,1-20-7 15,-8-18 0-15,1-10-5 16,-4-5-6-16,5 0 2 16,-5 0 2-16,0-22-9 15,-5-44 13-15,-39-32-24 16,6-18 6-16,0-13 8 0,12-14-13 15,24-3 16-15,2 2-3 16,0 10-12-16,28 26 23 16,33 28-3-16,17 23 5 15,0 22-3-15,0 14 6 16,-12 21-3 0,-12 0 2-16,-7 38 3 0,-28 19 8 15,-19 15-13 1,0 5 2-16,-40 4 1 0,-31-10-3 15,3-6-3-15,-3-4-19 16,12-16-58-16,26-5-86 0,10-8-97 16,20-12-151-16</inkml:trace>
  <inkml:trace contextRef="#ctx0" brushRef="#br0" timeOffset="17479.49">12097 11786 998 0,'0'0'145'0,"0"0"39"0,0 0-2 0,0 0-105 0,0 0-46 16,0 0 53-16,123 60-26 15,2-45-29-15,19-5 17 0,-3-1-22 32,3-7-9-32,-7 2 3 0,-17-4-16 15,-5 0-2-15,-16 0 0 16,-9-6-21-16,-31-9-11 16,-21 2-35-16,-27 1-20 0,-11-2-53 15,0-7-93-15,-4-4-78 16,-36-1-5-16,-17 1 37 15</inkml:trace>
  <inkml:trace contextRef="#ctx0" brushRef="#br0" timeOffset="17654.54">13146 11655 241 0,'0'0'220'15,"0"0"-26"-15,0 0 31 16,0 0-83-16,0 0 21 16,0 0-52-16,-42-9-16 15,106 16 52-15,6 17-58 16,6 8-15-16,-13 5-23 15,-8 3-33-15,-39 14 2 16,-16 9-20-16,0 12-7 16,-75 8-13-16,-17 10-103 0,-14-7-183 15,-12-11-320-15</inkml:trace>
  <inkml:trace contextRef="#ctx0" brushRef="#br0" timeOffset="18693.32">14999 13091 1177 0,'0'0'121'0,"0"0"55"0,0 0-13 0,0 0-107 0,0 0-24 0,0 0 8 15,151 230 0-15,-40-135-39 16,14 0 15-16,-5-15 1 16,19-5-14-16,8-19-3 15,1-16 0 1,10-28 8-16,-2-12-8 16,6-3 0-16,20-49 1 0,16-16 4 15,23-18-5 1,15-10 0-16,-14-6-1 0,-10 5 6 15,-26-3-5-15,-37 6 0 16,-34 7-17-16,-39 16 12 16,-43 11-21-16,-17 12-3 15,-16 16 3-15,0 10-58 0,-42 13-77 16,-24 9-122-16,-10 0-297 16</inkml:trace>
  <inkml:trace contextRef="#ctx0" brushRef="#br0" timeOffset="19820.21">1856 12741 1235 0,'0'0'140'0,"0"0"12"15,0 0-12-15,0 0-90 0,0 0-26 0,0 0-9 0,-212 217 15 16,212-145-28-1,0-11-1-15,0-16 3 16,0-16 2-16,0-13-6 0,0-8 0 16,7-8-8-16,-7 0 1 15,5 0 1-15,18 0 3 16,8-27-1-16,18-12 6 16,17-2-2-16,3 6 0 15,-10 9 3-15,2 15-1 16,0 11 1-16,5 0-2 0,-2 9 24 15,-19 27-21-15,-26 5 21 16,-19 7-6-16,-12 12-9 16,-59 3 4-16,-25 5-14 15,4-4-31 1,14-12-28-16,26-18-78 16,19-25-229-16,9-9-289 15</inkml:trace>
  <inkml:trace contextRef="#ctx0" brushRef="#br0" timeOffset="19979.8">1470 12927 1024 0,'0'0'185'0,"0"0"13"0,0 0-44 0,0 0-132 16,259-175-15-16,-115 132-7 15,7 3-38-15,4 8-146 16,-20 2-241-1</inkml:trace>
  <inkml:trace contextRef="#ctx0" brushRef="#br0" timeOffset="20202.12">2976 12968 608 0,'0'0'573'0,"0"0"-465"0,0 0 108 16,0 0-123-16,0 0-47 16,0 0-32-16,172-36-14 15,-71 6-2-15,-9-2-84 16,-26 5-77-16,-16 2-117 16,-31 14-117-16,-19 11-64 15</inkml:trace>
  <inkml:trace contextRef="#ctx0" brushRef="#br0" timeOffset="20334.22">3094 13099 615 0,'0'0'196'16,"0"0"7"-16,0 0-3 15,0 0-111-15,0 0-48 16,0 0-9-16,125-14-32 16,-3-47-1-16,13-5-128 15,-22 4-146-15,-9 1-178 16</inkml:trace>
  <inkml:trace contextRef="#ctx0" brushRef="#br0" timeOffset="20725.5">4042 12326 784 0,'0'0'199'0,"0"0"56"16,0 0-23-16,0 0-95 16,0 0-53-16,0 0-32 15,-45-98-11-15,31 119-35 16,-8 30 2-16,-4 15-6 15,5 2 4-15,14-5 2 16,0-10-8-16,7-4-6 16,0-19-3-16,0-9-23 0,0-13 15 15,0-8-18-15,14 0-10 16,12 0 28-16,12-21-13 16,4-15 24-1,13 1-1-15,-1 2 11 16,-5 6-6-16,3 12 3 15,-7 13-1-15,7 2 34 0,2 2-16 16,-7 31 11-16,-18 2 11 16,-25 7-19-16,-4 3 15 15,-19 4-15-15,-33-3-15 16,-11 3-4-16,-3-11-2 0,9-5-41 16,12-15-37-16,10-13-99 15,7-5-163-15,-5-11-162 16</inkml:trace>
  <inkml:trace contextRef="#ctx0" brushRef="#br0" timeOffset="21191.63">4030 12207 816 0,'0'0'231'16,"0"0"-13"-16,0 0-17 16,0 0-122-1,0 0-40-15,0 0-24 16,129-47-14-16,-58 38-1 15,0-1-80-15,4 6-96 0,6-3-65 16,-25 7 18-16,-4-4 33 16,-10 4 108-16,-18 0 82 0,-5 0 5 15,-14 0 79 1,-5 0 59 0,0 0 0-16,0 0-17 15,0 0-16-15,0 0-24 16,0 0-30-16,0 28 10 15,0 13-7-15,0 13-16 16,0 9 0-16,0 9-21 16,0-4 8-16,11 1-24 15,15-10-3-15,14-8 7 16,7-15-9-16,3-8-1 0,2-17 8 16,4-11-4-16,3 0 21 15,5-18-1-15,-10-27-4 16,-11-8 28-16,-15-10-26 15,-23-3 8-15,-5-6-1 16,0 1-27-16,-31 2 13 16,-21 12-15-16,-16 13-12 15,2 22 4-15,7 22-52 16,0 0-37-16,2 28-181 0,13 16-342 16</inkml:trace>
  <inkml:trace contextRef="#ctx0" brushRef="#br0" timeOffset="21574.71">5470 12126 839 0,'0'0'273'0,"0"0"-176"0,0 0 120 0,0 0-137 0,0 0-72 0,0 0 7 15,-75 13-9-15,75 46 1 16,0 15-4-16,9 1 1 16,17-5 6-16,12-9-10 15,0-12 0-15,6-17 0 16,8-11 8-16,-2-15-8 16,9-6 0-16,0-6 1 0,2-33 27 15,-4-9-11-15,-13-7 18 16,-6-2 10-16,-31-3-27 15,-7-3 15-15,0 6-16 16,-28 7-10-16,-41 8 14 16,-1 15-21-16,-8 12 0 15,7 15-4-15,-9 0-40 16,23 36-39 0,24 15-195-16,0-1-227 0</inkml:trace>
  <inkml:trace contextRef="#ctx0" brushRef="#br0" timeOffset="21924.9">5944 12035 927 0,'0'0'145'0,"0"0"75"0,0 0-40 16,0 0-122-1,0 0-32-15,0 0-21 0,-64-15 4 16,95 77-3-1,7 13-6-15,2-4 2 0,0-8 1 16,9-11-1-16,10-14-2 16,-11-15 2-16,-18-10 6 15,-4-13 4-15,5 0 16 32,2-10 8-32,-7-31 15 0,-5-10-28 0,-14-12 2 15,-7-3 8 1,0 4-23-16,-49 5 10 15,-27 4-14-15,-6 17-5 16,-3 16-1-16,-7 16 0 0,19 4-44 0,18 24-22 16,18 15-180-1,18-4-298 1</inkml:trace>
  <inkml:trace contextRef="#ctx0" brushRef="#br0" timeOffset="22158.24">6427 11437 1059 0,'0'0'207'0,"0"0"-27"15,-42-187 47-15,42 166-119 16,0 21-47-16,0 27-13 16,16 60-37-16,32 35 33 15,1 27 12-15,-2 15-42 16,-18-3 14-16,-1 0-27 15,-2-9 2-15,0-17-6 16,4-13-30-16,6-15-57 16,-1-20-26-16,12-19-69 0,-2-23-254 15,7-26-315-15</inkml:trace>
  <inkml:trace contextRef="#ctx0" brushRef="#br0" timeOffset="22344.41">7311 12154 1021 0,'0'0'222'0,"0"0"-63"16,0 0 46-1,0 0-128-15,283-206-63 0,-120 132 11 16,-3 5-21-16,-30 6-8 16,-29 12 4-1,-35 13-76-15,-40 8-62 16,-26 9-162-16,-7 6-293 0</inkml:trace>
  <inkml:trace contextRef="#ctx0" brushRef="#br0" timeOffset="23428.42">15360 4774 1085 0,'0'0'70'0,"0"0"-8"0,0 0 157 16,0 0-76-16,0 0-71 0,0 0-58 0,146-99 7 0,149 79 23 16,52-1-35-16,11 2 13 15,-9 2 5-15,-24 2-18 16,-40 0 6-16,-42 3-15 16,-52 3-6-16,-71 3 6 15,-49 0-38-15,-57-3-9 16,-14 3-25-16,-63-3-52 0,-55 4-81 15,-43 5 18-15,-37 0 22 16,-40 0-26-16,-28 3 45 16,-36 20 129-16,-2 7 17 15,-12 8 6 1,14 2 54-16,38 1 6 0,57-1 42 0,77-12 30 16,71-3 5-1,59-7-41-15,85-6-37 16,116-4 22-16,88-8-5 15,84 0-60-15,47-11-20 16,25-18 0-16,-11-9-2 16,-29 4-16-16,-41-3-76 0,-77-1-158 15,-72-1-165-15</inkml:trace>
  <inkml:trace contextRef="#ctx0" brushRef="#br0" timeOffset="24650.59">14521 13273 984 0,'0'0'98'16,"26"-194"85"-16,-14 136 10 0,-8 29-60 0,-4 20-52 0,0 9-42 0,0 0 12 16,0 75-35-1,0 32-12-15,-11 42 33 16,-15 16-31-16,-5 1 12 15,-9-3-12-15,2-6-1 0,-9-19-1 16,-3-23-4-16,3-19 0 0,5-21-8 16,9-26-3-1,0-15-1-15,21-19 4 16,-2-13-1-16,7-2 4 0,-19-15 5 16,-7-36 0-16,-2-8-8 15,6 6 14-15,13 17-6 16,9 24 14-16,-3 9-11 15,10 3 20-15,0 0-23 16,0 6 1-16,0 33-5 0,33 8 9 16,19-2-5-1,-14-13 0 1,9-16 4-16,-2-13-15 16,0-3 11-16,14 0 0 15,4-42-6-15,8-12 6 16,14-9-5-16,-3 0-23 0,3 4-43 15,-14-3-40-15,-12 11-151 16,-29 11-163-16,-15 14-451 16</inkml:trace>
  <inkml:trace contextRef="#ctx0" brushRef="#br0" timeOffset="25349.64">13078 15379 662 0,'0'0'181'0,"0"0"-6"0,0 0 7 16,0 0-33-16,0 0-25 0,0 0-8 0,-21-114-3 15,21 114-54-15,0 0 6 16,0 36-17-16,0 42-31 16,0 21 30-16,0 8-38 15,0-19-7-15,0-7 5 16,19-5-7 0,9-8-16-16,3-13-35 0,6-3-48 15,1-17-34 1,2-22-205-16,-2-13-237 0</inkml:trace>
  <inkml:trace contextRef="#ctx0" brushRef="#br0" timeOffset="25714.55">13585 15488 1 0,'0'0'924'16,"0"0"-768"-16,0 0 52 15,0 0-70-15,0 0-38 16,0 0-21-16,-142-133-27 15,135 133 0-15,-16 40-29 0,9 21-19 16,-8 13 8-16,13 3-12 16,9-7 0-16,0-11 0 31,5-8 3-31,40-15-3 0,2-12 0 0,2-12-11 16,3-12 3-1,-2 0 7-15,-3 0 1 16,-7-29 3-16,-10-10 1 15,-8-5-3-15,-11-5 7 0,-11 2-6 16,0-3 23 0,-28 3-20-16,-28 3-1 0,-15 1 6 15,-5 15-8-15,6 18-4 16,-1 10 1-16,17 6-61 16,16 38-19-16,29 7-161 15,9-2-196-15,0-15-402 16</inkml:trace>
  <inkml:trace contextRef="#ctx0" brushRef="#br0" timeOffset="26064.82">13941 15421 951 0,'0'0'196'0,"0"0"-72"0,0 0 25 0,0 0-86 0,0 0-63 0,0 0 1 16,-52 178 31-16,102-115-27 15,4-9 18-15,-5-10 5 16,3-5-19-16,-7-15 13 16,2-13-12-16,-2-11 4 15,2 0 17-15,3-9-19 16,-8-29 25-16,-7-7 5 0,-16-3-22 15,-19 1 13 1,0 5-28-16,0-2-4 16,-49 10 0-16,-17 8-1 15,-12 7-14-15,7 10-24 16,10 7-57-16,25 2-80 16,22 0-123-16,14 0-218 0</inkml:trace>
  <inkml:trace contextRef="#ctx0" brushRef="#br0" timeOffset="26341.3">14636 15358 540 0,'0'0'577'0,"0"0"-421"16,0 0-22-16,-89 181-55 16,138-121-47-16,24-6-27 15,-2-9 4-15,0-9-6 16,-8-12 4-16,-18-9 2 15,-14-9-2-15,-22-6 4 16,-2 0 35-16,-7 0-3 16,0-4 13-16,0-26-8 0,-7-14-39 15,-28-4 14 1,-7-4-23-16,-3 5 0 16,-2 3-6-16,23 5-56 0,17 7-121 15,7 1-346 1</inkml:trace>
  <inkml:trace contextRef="#ctx0" brushRef="#br0" timeOffset="27041.26">19394 13076 829 0,'0'0'135'0,"0"0"61"0,-71-161 27 0,64 136-49 0,7 10-85 0,0 13-24 16,0 2-26-16,0 29-23 15,21 61 11-15,31 33 13 16,9 17-10-16,5 0-14 16,-2-7-13-16,-14-13 9 15,-3-17-12-15,-14-29 3 16,-17-27-1-16,1-20-1 16,-17-12-1-16,0-12 0 15,0-3-5-15,0 0-4 16,-26-3 9-16,-38-37-14 0,-2-13 7 15,-5-3-4-15,13 8 8 16,8 22-1-16,17 16 8 16,19 10-5-16,14 0 1 15,0 0 0-15,0 12 0 16,0 17 3-16,28 5-3 16,3-10 0-16,-1-10 6 15,6-8 0-15,-10-6-6 16,11 0 0-16,1-11 5 0,21-25-3 15,12-11-4-15,7-8-6 16,4 4-53-16,5 10-5 16,3 8-176-1,-33 18-260-15</inkml:trace>
  <inkml:trace contextRef="#ctx0" brushRef="#br0" timeOffset="27513.26">19441 14632 1083 0,'0'0'195'0,"0"0"-4"0,0 0-32 0,0 0-84 0,0 0-51 16,0 0 6-16,-33 6-14 15,59 66-6-15,23 8 27 16,-4-1-35-16,9-14 1 16,3-12-6-1,4-10 0-15,1-13-10 0,-10-15-4 16,-8-9-5 0,-8-6 18-16,-6 0-15 0,-11-28 17 15,2-16-3 1,-4-7 5-16,-8-11 0 15,-4 1-1-15,-5 7 6 16,0 14 6-16,0 15 3 0,0 16 12 16,0 6 20-16,0 3-14 15,0 0-2-15,0 12-5 16,0 47-23-16,17 16 31 16,6 12-27-16,8-6-4 0,-1-12 1 15,11-7-3-15,-4-9-22 16,10-11-29-16,-4-14-65 15,11-14-46 1,-16-14-309-16,-5 0-596 0</inkml:trace>
  <inkml:trace contextRef="#ctx0" brushRef="#br0" timeOffset="28512.16">20660 14412 1090 0,'0'0'152'0,"0"0"-4"0,0 0 21 0,0 0-126 15,-158 151-15-15,158-76 4 0,42-3-27 16,1-1 11-16,2-5-16 16,2-10 0-16,-10-6 2 15,8-16 2-15,-2-9-4 16,-8-10 0-16,3-15 6 15,-15 0-4-15,6-9-2 16,-3-34 2-16,-5-8 8 0,-12-9-5 16,-9-4-4-16,0-13 2 15,-14-5 6 1,-47 4-10-16,-10 13 1 0,-11 22 0 16,4 17 7-16,-7 20-5 15,19 6 3-15,23 0-5 16,27 0 0-16,16 13-8 15,0 6 8-15,47-8-14 16,26-5 2-16,21-6-16 16,-2 0 9-16,5-3 5 0,-10-18-19 15,-2-10 32-15,-7-1 1 16,-12-1 0-16,2-2 0 16,-4 1 4-1,-10 5 6-15,-16 7 9 0,-17 8-5 16,-9 7 14-16,-12 5-21 15,0 2 3-15,0 0 15 16,0 0-18-16,0 11 7 16,-17 29-14-16,-4 11 4 15,-7 10 1-15,7 5-5 0,4 4 0 16,8-6 10-16,9-1-6 16,0-9-4-1,14-8 0-15,33-12 4 16,5-6-8-16,0-10 4 15,-7-9 0-15,-8-9-6 0,3 0 8 16,-14-12-2-16,5-22 0 16,-10-7 5-16,0-10 0 15,-11 0-5-15,-10-12 0 16,0-1 11-16,0 1-4 0,-31 1-3 16,-2 11 9-16,-5 8-12 15,17 14 10-15,12 8-11 16,9 8 0-16,0 2-4 15,0-1 6-15,30 7-2 16,20 1 0-16,-3 4 2 16,3 0-8-16,-3 17 6 15,-7 29 0-15,7 14 0 0,-14 8 2 32,0 2-2-32,-2-8 0 0,-3-9 3 15,10-8-6-15,-5-9 3 0,12-9 0 16,-12-7-1-16,0-14 8 15,-3-6-7 1,-6 0 3-16,4-18 0 16,3-24 18-16,-10-13-8 15,-5-11 4-15,-16-12 20 0,0-5-27 0,-11-10 5 16,-46 1-12 0,-18 11 4-16,2 16-8 15,-12 20 1 1,9 24-11-16,-4 21-11 0,5 0-38 15,6 23-29-15,3 32-57 0,12 10-220 16,0 13-367-16</inkml:trace>
  <inkml:trace contextRef="#ctx0" brushRef="#br0" timeOffset="28859.21">19851 16148 1410 0,'0'0'192'0,"-353"161"-81"0,249-119-28 0,54-27-18 0,50-13-25 0,38-2 5 15,118-11-4-15,87-43 12 0,80-29-46 16,63-31-7-16,53-14 0 15,39-6 0-15,31 0 0 16,-11 3 0-16,-48 2 0 16,-61 10 0-16,-94 6 0 15,-69 10 0-15,-77 20 0 16,-53 9 0-16,-44 14 0 16,-33 12 0-16,-19 10 0 15,0 10 0-15,-9 13 0 16,-55 15-59-16,-18 0-54 15,-22 31-10-15,-16 13-150 0,-5 2-233 16</inkml:trace>
  <inkml:trace contextRef="#ctx0" brushRef="#br0" timeOffset="30613.53">3056 9667 880 0,'0'0'214'15,"0"0"-57"-15,0 0 73 0,0 0-89 0,0 0-42 0,0 0-46 0,0 0 3 16,38-87 12-16,-85 176-32 15,-62 33 23-15,-42 39-25 16,-63 19-14-16,-29 1-20 16,-5 5 0-16,17-12 0 15,43-15 0-15,53-27 0 16,43-22 0-16,29-21 0 0,32-21 0 16,17-19 0-1,9-26-37-15,5-10-68 0,0-13 3 16,0 0-47-1,31-25-147-15,18-31-168 16</inkml:trace>
  <inkml:trace contextRef="#ctx0" brushRef="#br0" timeOffset="30926.82">3589 9466 1183 0,'0'0'180'15,"0"0"-61"-15,0 0 45 16,0 0-77-16,0 0-50 16,0 0-2-16,-111 114-18 15,-14 35 24-15,-42 32-9 16,-27 19-12 0,-27 15 31-16,-10-1-18 15,-17-10-3-15,13-13-12 16,22-18-18-16,20-18 0 0,33-21 0 15,30-21-6-15,22-22-25 16,30-26-39-16,31-15-12 16,16-19-4-16,17-20-52 15,0-11-97-15,4-9-192 0,1-45-308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03:50.04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12979 7277 1008 0,'0'0'126'0,"0"0"88"0,0 0-27 0,0 0-90 0,0 0-48 0,0 0-35 16,0 0 17-16,-14-28-31 15,9 100 3-15,3 18 35 16,-10 0-34-16,3-10-2 16,4-3-2-16,-7-11 8 0,7-9-15 15,1-16 7-15,4-13-19 16,0-16 19-16,0-10-32 16,0-2 19-16,0-20 9 15,0-49-4-15,21-28 1 16,0-18 7-16,5 1 0 15,0 10-4-15,-7 11 7 16,7 19-3-16,-5 20 0 0,-9 22 8 16,0 14 7-1,-12 15-6-15,9 3-7 16,15 30 16-16,16 38-14 0,2 27 16 16,-2 16-3-1,-2-3-12-15,-10-4 7 0,3-8-12 16,-5-12 0-16,-10-14-3 15,-2-11 3-15,-7-11-6 16,-4-14-15-16,-3-14-41 16,0-8-44-16,0-12-119 15,0 0-49-15,0-14-1 0,-45-29-239 16</inkml:trace>
  <inkml:trace contextRef="#ctx0" brushRef="#br0" timeOffset="190.99">12668 7744 597 0,'0'0'96'15,"0"0"31"-15,0 0 16 0,0 0-90 0,0 0-39 0,0 0-4 0,243-49-10 32,-50 27-35-32,24-1-141 0,2-1-68 0</inkml:trace>
  <inkml:trace contextRef="#ctx0" brushRef="#br0" timeOffset="493.14">17557 6999 702 0,'0'0'591'0,"0"0"-562"15,0 0 152-15,0 0-21 0,0 0-111 16,0 0-22-16,-21-19-22 16,49 83 36-16,8 16-7 15,6 7-31-15,-11-6 12 16,4-3-5-16,1-10-10 15,-10-8 0-15,-3-7-51 16,-2-11 2-16,-9-6-121 16,-12-10-175-16,0-17-203 15</inkml:trace>
  <inkml:trace contextRef="#ctx0" brushRef="#br0" timeOffset="905.05">17805 7008 721 0,'0'0'71'0,"0"0"-41"16,0 0 141-16,0 0-45 15,339-131-69-15,-263 131-8 16,-24 12-26-16,-19 33 7 0,-31 18-27 16,-2 8 1-1,-40 4 7-15,-35-9-5 0,-17-11-6 16,7-4 0-1,7-9 4-15,14-10-7 0,12-1 3 16,12-13 0-16,21-9-4 16,15-3-4-16,4-6-14 15,0 0-12-15,47 0 3 16,33 0 26-16,21-9 5 16,17 3 0-16,-7 6 12 15,0 0-4-15,-14 11 35 0,-20 25 7 16,-20 3-11-16,-31 0 23 15,-19-1-23-15,-7-4-8 16,-38-2 21 0,-49-2-35-16,-19-6-2 0,-7-7-15 15,7-7-1 1,14-10-5-16,0 0-72 16,2 0-82-16,-14-21-130 0,-11-5-273 15</inkml:trace>
  <inkml:trace contextRef="#ctx0" brushRef="#br0" timeOffset="1953.35">12604 8936 1074 0,'0'0'58'0,"0"0"101"0,0 0-36 16,0 0-97-16,21-174-21 0,55 129 18 0,-3 16-11 16,-17 17 28-16,-4 9 10 15,-26 3-43-15,-14 32 19 16,-12 34-7-16,0 17-1 15,0 7 9-15,-52 0-22 0,-14-13-1 16,-5-5-3 0,3-12 6-16,-3-13 11 0,17-14-11 15,12-8-5-15,21-15 20 16,9-3-20-16,12-4 3 16,0-3-5-16,0 0 8 15,0 0-16-15,26-6 8 16,35-19 0-16,24-1-3 15,-3 3 3-15,-2 4-14 16,5 4-22-16,-9 6-69 16,-5-3-10-16,2-3-71 0,-17 3-76 15,-9-6 55 1,-7-2 24-16,-9-2 54 16,-5-4 57-16,-7 5 71 15,0 0 1-15,-17 0 53 0,-2 4 44 16,0 5 40-16,0 9 2 15,0 3-7-15,0 0 6 16,0 0-46-16,-2 0-7 16,-24 0-50-16,0 23-14 15,-7 14 18-15,9 7-30 0,15 4 8 16,9 3-13-16,0-4 6 16,0-2-15-16,21-9 5 15,17-6-1-15,9-10-11 16,2-11 12-16,-8-9 0 15,1 0 0 1,0-6 8-16,-11-26 0 0,-7-10-4 16,-15-5-3-1,-9-8 38-15,0-7-19 0,0 0 9 0,-31 4 6 32,-9 13-25-32,0 13 21 0,3 9-31 0,4 8 1 15,7 4-6-15,7 11-59 16,-5 4-76-1,5 32-153-15,-2 5-241 0</inkml:trace>
  <inkml:trace contextRef="#ctx0" brushRef="#br0" timeOffset="2254.17">13821 8816 848 0,'0'0'232'0,"0"0"-170"0,0 0 167 15,0 0-95-15,0 0-83 0,0 0-19 0,-50-51-3 16,78 51 20 0,15 29-28-16,-10 19-7 0,5 10 21 15,-10 1-34-15,-5-2 12 0,-15-4-13 16,6-8 10-16,-12 3-14 15,-2-10 4 1,0-1-33-16,0-3-12 0,0 0-121 16,0-7-35-16,0-10-137 31,0-8-100-31</inkml:trace>
  <inkml:trace contextRef="#ctx0" brushRef="#br0" timeOffset="2578.76">14231 8980 534 0,'0'0'112'15,"0"0"-12"-15,0 0 66 16,0 0-14-16,0 0-98 16,0-152 11-16,0 149 16 15,0 3-51-15,0 0-12 16,-33 17-7-16,-19 28 5 15,-9 12 15-15,11 2-8 16,12 1 6-16,27-6 18 16,11-3-18-16,0-7 7 0,23-4-4 15,53-10-26-15,25-13 25 16,8-7-23-16,6-8-6 16,-9-2 4-16,-19 0-1 15,-9-6-10-15,-19-9-5 16,-9 0-68-16,-13-6-54 15,-23 0-135-15,-14-9-251 0</inkml:trace>
  <inkml:trace contextRef="#ctx0" brushRef="#br0" timeOffset="5441.43">17994 8682 881 0,'0'0'136'0,"0"0"47"0,0 0-12 0,0 0-74 0,0 0-65 0,0 0 11 16,0 0 0-16,0 0-25 15,-24 9 32-15,40 34-13 16,1 6-16-16,-1 10 19 15,-6-4-38-15,-5 5 14 16,-5-1-6-16,0-9 0 16,7-5-12-16,-3-13 2 15,-1 0-29-15,16-16 7 0,-12-4-69 32,19-9-59-32,-8-3-90 0,8 0-97 0,-7-15 25 31,0-17-189-31</inkml:trace>
  <inkml:trace contextRef="#ctx0" brushRef="#br0" timeOffset="5822.18">18380 8854 41 0,'0'0'495'16,"0"0"-342"-16,0 0 28 0,0 0-3 16,0 0-46-1,0 0-54-15,0-83-9 0,-5 83-42 16,-11 14-22-1,-5 29 21-15,9 10-20 0,-7 4 5 16,19 0 4-16,0 2-15 16,0-4 12-16,0-8-12 15,26-6 0-15,9-7-7 16,5-11 1-16,3-12-2 16,4-5 3-16,-9-6-2 15,2 0-2-15,12-11 9 16,-12-21 0-16,2-5 4 0,-11-8 1 15,-15-2-5-15,-9-10 16 16,-7-5-11-16,0 5 30 16,0-2-12-16,-18 11 17 15,-8 11 4-15,-3 11-31 16,3 7 13-16,-11 15-26 16,-1-2 4-16,-16 6-9 15,11 0-26-15,-11 21-43 16,16 17-10-16,12 10-62 0,8 2-98 15,11 1-105 1</inkml:trace>
  <inkml:trace contextRef="#ctx0" brushRef="#br0" timeOffset="6188.02">19123 8777 816 0,'0'0'50'0,"0"0"53"0,0 0 105 0,0 0-107 0,0 0-32 16,0 0-8-16,-38-123-4 15,38 123 7-15,0 0-42 16,0 0 10-16,0 42 1 0,0 24-2 15,0 12 32-15,0-4-52 16,0-5-2-16,0-10 4 16,0-2-6-1,5-10-7-15,2-7 0 0,-5-4-13 16,-2-9 2-16,0-11-52 16,0 1-42-1,7-11-54-15,-7-4-122 0,5-2-40 16,7 0-67-1</inkml:trace>
  <inkml:trace contextRef="#ctx0" brushRef="#br0" timeOffset="6489.43">19375 8947 546 0,'0'0'112'0,"0"0"26"0,0 0-3 15,0 0-22-15,0 0-42 16,0 0-17-16,0-83 2 0,-21 83-40 15,-17 2-15 1,-14 32 35-16,-4 4-15 0,8 4 3 16,11 0 16-16,11 2-22 15,9-1 15-15,17 0-21 32,0-1-2-32,19-3 18 15,38-7-23-15,9-1 10 0,9-7-10 0,3-3 2 31,-7-6-2-31,-5-6-5 16,-3-3-8-16,-13-6-12 0,-3 0-66 16,-19 0-67-1,-11 0-87-15,-17 0-116 0</inkml:trace>
  <inkml:trace contextRef="#ctx0" brushRef="#br0" timeOffset="13276.23">11086 11677 991 0,'0'0'37'0,"-408"-3"-4"0,288 3 154 0,47 6-73 0,73 29-21 15,26 18-73-15,141 19 0 16,123 6 16-16,127-21-29 16,123-24 10-16,109-21-9 15,105-12-1-15,52 0 22 16,43 0-28-16,11 0 1 0,-41 0 1 16,-37 0 0-16,-56 0 30 15,-63 0-9 1,-62 12-5-16,-73 8 3 0,-75 2-16 15,-76-2-6-15,-80 1 0 16,-78 1-10-16,-82-5 7 16,-78-2-38-16,-59-1-18 15,-45 1-33-15,-110-2-100 16,-67-1-131-16,-47-12-20 16</inkml:trace>
  <inkml:trace contextRef="#ctx0" brushRef="#br0" timeOffset="13911.3">13799 13327 844 0,'0'0'256'0,"0"0"-163"15,0 0 60-15,0 0-21 0,0 0-92 0,0 0-21 0,118-146-15 16,0 109 5-16,-7 10 24 16,-5 14-13-1,-30 13-4-15,-25 0-16 0,-20 29 6 16,-19 14-5-16,-12 12 0 16,0 13 0-1,-59-5 10-15,-9 3-9 0,-15-12-2 0,17-8 0 16,9-6 3-1,24-14-6-15,19-4 3 16,14-7 0-16,0-1-7 16,66 9 2-16,38 11 5 15,16 2 3-15,-2 9-1 0,-16 3 25 16,-36-7 1-16,-24-2-11 31,-40 0 20-31,-2-9-21 0,0 4 11 0,-49 0 5 16,-22-11-20-16,-9 2 11 15,-12-13-3-15,-5-6-17 16,5-6 9 0,0 0-10-16,5-6-4 0,12-25-6 15,4-7-35 1,19-7 4-16,26-3-32 16,22-7-75-16,4-9-145 15,25-4-306-15</inkml:trace>
  <inkml:trace contextRef="#ctx0" brushRef="#br0" timeOffset="14308.67">16242 13246 993 0,'0'0'114'0,"0"0"-35"0,0 0 54 0,0 0-73 0,0 0-50 16,0 0 5-16,196 0 33 16,-161 21 3-16,-14 2 25 15,-16 1-17-15,-5-5-11 16,0-2 8-16,-19-5-30 15,-26-1 2-15,-7-5 15 16,8-6-28-16,-4 0 8 16,11-6-14-16,6-20-3 0,12-7-11 15,12 3 5-15,7 3-26 16,0 3 0-16,7 10-43 16,31 5-26-16,7 9-124 15,-8 0-153-15,1 0-136 16</inkml:trace>
  <inkml:trace contextRef="#ctx0" brushRef="#br0" timeOffset="14641.62">16494 13808 697 0,'0'0'308'0,"0"0"-240"0,0 0 35 16,0 0-12-16,0 0-67 15,0 0-20-15,-21 97 39 16,35-88-16-16,-2 2 13 0,-12 7 39 16,0 1-7-1,0-1-28-15,-14-7 12 0,-12-5-19 16,5-6 1 0,-1 0-11-16,3 0-19 0,5-20 16 15,7-1-19-15,3-1-3 16,4 5 8-16,0 2-7 15,0 6-3 1,0 7 0-16,0 2 3 0,0 0-4 16,0 0 1-1,0 0-6-15,16 0-9 16,17 0-51-16,9 11-138 0,-6-2-290 0</inkml:trace>
  <inkml:trace contextRef="#ctx0" brushRef="#br0" timeOffset="15323.92">17821 13270 1268 0,'0'0'116'15,"0"0"-37"-15,0 0 52 0,0 0-52 0,0 0-47 16,0 0-10-16,0 0 12 16,-7 152 16-16,14-72-38 15,-7 3 14-15,0-11 4 16,0-12-25-16,0-15 22 31,0-18-27-31,0-12 2 16,0-6 3-16,0-7 0 0,0-2-5 15,0 0 0-15,0-35 6 16,0-31-16-16,-11-17 10 16,-11-3 0-16,15 14-7 15,3 18 9-15,-11 23-2 16,15 16 0-16,-4 9 5 16,4 6-7-16,0 0 2 15,0 0 0-15,0 21-2 0,0 24 10 16,0 18-8-1,0 12 0-15,0-10 5 0,0-5-3 16,4-9-2-16,11-18 0 16,-15-9 0-16,4-13 5 15,-4-5-5-15,0-6 0 16,0 0 2-16,0 0-10 16,0-27 8-16,0-23 0 15,-19-15-8-15,-4-1 2 16,6 6 5-16,3 18 1 15,2 21 0-15,8 13-1 0,4 5 1 16,0 3 0-16,0 0 2 16,0 43 6-16,0 26-8 15,0 14 0-15,0 5 9 16,0-19-10-16,4-9 1 16,6-14-16-1,-10-6 1-15,0-11-62 0,0-8 0 16,0-11-126-16,0 4-280 15,-45-8-470-15</inkml:trace>
  <inkml:trace contextRef="#ctx0" brushRef="#br0" timeOffset="17110.61">14771 8717 959 0,'0'0'136'0,"0"0"11"0,0 0 74 0,0 0-125 0,0 0-54 0,0 0 39 0,0 0-26 0,264 149 5 16,-158-90-36-1,-5-1-5-15,-9-4 6 0,-9-9-21 16,-13-10-4-16,-8-6 0 16,-13-7-26-16,-13-10 3 15,-3-4-46-15,-19-5-45 16,-7-3-99-16,-7 0-100 15,0 0-52-15,0-26-263 16</inkml:trace>
  <inkml:trace contextRef="#ctx0" brushRef="#br0" timeOffset="17316.93">15502 8654 699 0,'0'0'136'0,"0"0"64"0,0 0 36 16,0 0-126-16,0 0-23 15,0 0-18-15,-78 19-36 16,45 53 31-16,-7 25-6 0,-12 5-40 16,-5 0 22-16,-2-5-40 31,-4-7 11-31,11-12-11 0,0-3 1 0,10-10-5 16,6-8-38-16,10-7-66 31,14-13-118-31,-2-20-198 15,14-14-427-15</inkml:trace>
  <inkml:trace contextRef="#ctx0" brushRef="#br0" timeOffset="17619.23">15796 8685 1045 0,'0'0'141'0,"0"0"21"16,0 0 25-16,0 0-108 15,0 0-61-15,0 0 25 16,66-48-8-16,-44 96-26 16,-8 18 34-16,-14 14-20 0,0 6-21 15,0-12 24-15,0-2-26 16,0-6 2-16,-14-15-2 15,4-13 2-15,-2-7-6 16,12-15-25-16,0-6-39 16,0-3-57-16,0-7-173 15,31 0-151-15</inkml:trace>
  <inkml:trace contextRef="#ctx0" brushRef="#br0" timeOffset="18143.27">16148 9000 830 0,'0'0'166'15,"0"0"-43"-15,0 0 48 16,0 0-69-16,0 0-92 0,42-177-8 16,10 137 10-16,-7 4-11 15,-8 13 8-15,-6 7 10 16,-10 8-11-16,5 8 24 15,2 0-19 1,-4 8-3-16,-5 37 13 0,-7 15-20 16,-12 12 1-16,0-4-2 15,-5-2 4-15,-33-7 7 16,-7-12-4-16,-2-1 11 16,-2-11 22-16,-3-4-29 15,12-8 10-15,4-8-2 0,15-2-18 16,14-9 16-1,0-4-19-15,7 0 2 0,0 0 1 16,0 0 3-16,57 0-6 16,16 0 0-16,9-4 9 15,6-15-11 1,-4 4 2-16,4-2 0 0,1 2 10 16,-16-4-7-16,0 7 13 15,-14 1 7-15,-19 6-11 16,-18-2 9-16,-6 4-21 0,-16 0 0 15,0 3-2 1,0 0 1-16,0 0-11 0,-16 0-17 16,-13 0-62-16,-15 3-91 15,-20 0-226-15,5-3-451 16</inkml:trace>
  <inkml:trace contextRef="#ctx0" brushRef="#br0" timeOffset="18954">17216 8834 843 0,'0'0'86'0,"0"0"75"0,0 0 8 0,0 0-106 0,0 0-15 0,0 0-2 16,0 0 17-16,-22 119-36 15,55-104 5-15,-4-7 11 16,1-8-21-16,10 0 15 15,-9 0 7-15,7-23-24 16,-12-5 5-16,-8 0-9 0,-3-3-8 16,-15 1 7-16,0 1-10 15,0 5-1 1,0 3-4-16,-33 10 5 16,-5 5-13-16,0 6-3 15,-2 0-29-15,7 2-38 16,10 41-154-16,-3 9-151 15,4 8-168-15</inkml:trace>
  <inkml:trace contextRef="#ctx0" brushRef="#br0" timeOffset="19288.29">17152 9496 407 0,'0'0'510'0,"0"0"-424"0,0 0 109 0,0 0-52 16,0 0-102-16,0 0 24 16,7 62-14-16,19-43-12 0,5-5-7 15,-8-1-15-15,3-5 9 16,2-5-16-16,-2-3-5 16,-9 0 22-16,-1 0-15 31,-6 0 11-31,-3-9 4 15,-7-8-19-15,0-1 12 16,0-4-16-16,0 7-3 16,-7 4 10-16,-7 5-8 0,11 3-3 15,-11 3 0-15,7 0-24 16,-12 0-3-16,-4 18-77 16,-6 18-101-16,-1 2-137 15,-8-2-217-15</inkml:trace>
  <inkml:trace contextRef="#ctx0" brushRef="#br0" timeOffset="22312.21">20096 8807 788 0,'0'0'222'0,"0"0"-57"0,0 0 42 0,0 0-55 0,0 0-107 0,0 0 0 15,0 0 16-15,-42-30-30 16,75 51 11-16,12 17-1 0,2-4-28 16,-5 4 15-16,-4-2-17 15,-7 0-11-15,2-6 6 16,-7 0-2-16,-7 2-4 15,2-5 0-15,-9-3 4 16,2-1-9-16,-7-7 5 16,2-3-1-16,-2-5-4 15,3-3-4 1,-6-2 1-16,1 3-1 0,2-3-14 0,-2 0 17 16,4 3-20-1,-2-3-2-15,-2 1 6 16,-5-2-22-16,0-2-6 15,0 4-6-15,3-4-19 16,-3 0 11-16,0 0-10 0,0 0-4 16,0-6-15-16,0-7-11 15,0 1 23-15,-8 4 12 16,-20 2-18-16,2-3 11 16,0 0-11-16,3-4 51 15,-3-4 35-15,0-3 2 0,5-4 19 16,2-1 55-16,5 2 16 15,-8 2-1-15,6 0-5 16,4 0 22 0,-7 4 2-16,12 0-38 0,0 13 12 0,7 0 8 15,-5 4-20-15,5 0-5 32,0 0-25-32,0 0-6 15,0 0 1-15,0 0-26 16,0 19 6-16,33 25 8 0,17 9-5 15,4 2 8 1,3 1-17-16,4-9-4 16,-7-1 6-16,3-14-11 15,-17-5-2-15,-14-6 0 0,0-5-34 16,-7-6 1-16,2-3-49 16,-5-1-96-16,-6-6-99 15,-6 0-130-15,-4 0-126 16</inkml:trace>
  <inkml:trace contextRef="#ctx0" brushRef="#br0" timeOffset="22546.95">20594 8866 656 0,'0'0'144'0,"0"0"30"0,0 0 35 0,0 0-107 0,0 0-30 0,0 0-12 0,-5-53 11 15,-21 76-33-15,-14 38-6 16,-12 18 30-16,-14 8-31 16,3-8-5-16,1-5 1 15,8-6-27-15,7-9 10 16,9-4-10-16,8-8-9 0,15-3-23 16,11-7-104-16,4-8-159 15,0-10-297-15</inkml:trace>
  <inkml:trace contextRef="#ctx0" brushRef="#br0" timeOffset="22909.27">21697 8362 866 0,'0'0'65'0,"0"0"34"16,0 0 100-1,0 0-69-15,0 0-66 16,0 0-10-16,-59-69-20 16,10 106 0-16,-31 22-10 0,-3 28 21 15,-6 14 9-15,13 16-18 16,10 5-4-16,19-2 7 15,35-14-28-15,12-5 5 16,0-1-14-16,50-15 6 16,9-13-14-1,11-15 6-15,8-18-41 0,5-9-21 16,-3-16-138 0,2-11-259-16</inkml:trace>
  <inkml:trace contextRef="#ctx0" brushRef="#br0" timeOffset="23242.95">21860 8694 826 0,'0'0'109'16,"0"0"71"-16,0 0 28 16,0 0-86-16,0 0-70 15,0 0 11-15,-7-34 8 16,7 44-42-16,0 44 11 16,0 13 16-16,0 15-28 15,0-4 10-15,0-4-24 0,0-6-1 16,0-5-7-16,0-16-5 15,0-7-2-15,0-8-21 16,0-8-39-16,0-6-36 16,0-9-202-16,0-9-202 15</inkml:trace>
  <inkml:trace contextRef="#ctx0" brushRef="#br0" timeOffset="23883.32">22122 8971 809 0,'0'0'64'0,"0"0"-21"16,0 0 170-16,0 0-123 0,0 0-67 15,0 0 39 1,-43-52-40-16,43 20-9 0,0 2 2 15,5 4-5 1,21 8 8-16,12-4-18 0,13 10 1 16,6 7 2-16,2 5 4 15,-10 0-7-15,-6 0 4 16,-10 16 5-16,-7 22 23 16,-14 15-13-16,-12 6 7 15,0 4 7-15,-8-6-26 0,-32-8 24 16,-2-12-6-16,-3-3-15 15,-2-11 20-15,-2-1-18 16,8-4 1 0,-6-7 14-16,12-2-27 15,11-3 12-15,8 0-9 0,6-4 1 16,10 3 2 0,0-5-6-16,0 2 0 15,0-2-3-15,0 4 3 16,0-2 0-16,29 0 6 15,23 2-4-15,18-4 13 0,15 0-15 0,2 0 3 16,10 0 17 0,-5 0-18-16,0-6 21 15,-24 0 0-15,-18 4-15 16,-27-3 18-16,-11 5-23 0,-5 0 3 16,-7 0 7-16,0 0-6 15,0 0-6-15,0 0-1 16,0 0 5-16,0 0-11 15,0 0 6-15,0 0-5 0,0 0 0 32,0 0-20-32,0 0-3 0,0 0-44 0,0 0-116 31,0 5-232-31,-7-3-527 16</inkml:trace>
  <inkml:trace contextRef="#ctx0" brushRef="#br0" timeOffset="24213.23">22817 9111 864 0,'0'0'133'0,"0"0"9"0,0 0 105 16,0 0-122-16,0 0-74 0,0 0-4 0,-87-20-9 15,110 20 16-15,29 0-25 16,19 0 2-16,16 0-2 16,-2 0-28-16,7 0 6 15,-12 0-7-15,-11 0-43 16,-8 0-60-16,-31-4-245 15,-18 2-360-15</inkml:trace>
  <inkml:trace contextRef="#ctx0" brushRef="#br0" timeOffset="24863.67">23475 8989 839 0,'0'0'72'0,"0"0"86"16,0 0 35-16,0 0-140 15,0 0-31-15,0 0 18 16,68-135-7-16,-30 123-12 16,0 1 0-1,6 3-16-15,4 1 24 16,1 7-16-16,-2 0 1 15,-2 7 17-15,-14 34-13 0,-15 9 16 16,-16 10-17-16,0-3-13 16,-12-3 18-16,-25-14-22 15,-11-3 3-15,1-8 3 16,12-11 1-16,9-5-7 0,14-7 0 16,8-6 4-16,4 0-11 15,0 0 7-15,0 0-8 16,33-16 5-16,16-19-1 15,8-13 3 1,2-9 1-16,-12-5-2 16,2-4-8-16,-20 3 6 15,-6 10 4-15,-9 10-8 0,-14 15 16 16,0 10-8 0,0 5 9-16,0 1-7 15,0 6 27-15,-14 0-26 0,-5 6 7 0,-2 0 14 16,-14 15-24-16,-5 39 14 15,0 15 9 1,9 8-3-16,19-5 16 0,12-10-26 16,0-8-1-1,26-3 7-15,35-16-12 16,5-8 5-16,10-12-9 0,4-9 4 16,-9-6 1-16,-8 0-5 15,-4 0-8-15,-9-14 6 16,-17-8-36-16,-3-4 3 0,-8-9-41 15,-11-4-138-15,-4-10-142 16,-7 5-263-16</inkml:trace>
  <inkml:trace contextRef="#ctx0" brushRef="#br0" timeOffset="25165.8">24295 8183 426 0,'0'0'370'0,"0"0"-295"0,0 0 112 0,0 0-48 0,0 0-81 0,0 0 10 16,300 90 25-16,-204 11 23 15,-1 15-45-15,-25 19 18 16,-20-1-49-16,-29-2-2 16,-21-13 10-16,0-9-40 15,-68-8 9-15,-31-7-17 16,-36-6-22-16,-20-1-8 16,-20-11-100-16,-11-19-259 15,-10-9-717-15</inkml:trace>
  <inkml:trace contextRef="#ctx0" brushRef="#br0" timeOffset="27843.46">19408 8411 678 0,'0'0'126'0,"0"0"0"0,0 0 104 0,0 0-115 15,0 0-37-15,0 0 13 16,0 0-46-16,-59 22 12 0,-108 78-27 16,-36 25-5-16,-19 8 51 15,-16 5-64-15,-9-13 25 16,27-20-5-16,44-19-30 16,44-20 12-16,47-15-14 15,38-19-11-15,25-11 8 16,15-8-62-16,7-13-86 15,0 0-47-15,17-25-138 0,44-30-42 16</inkml:trace>
  <inkml:trace contextRef="#ctx0" brushRef="#br0" timeOffset="28088.08">19420 7137 1064 0,'0'0'75'0,"0"0"96"16,0 0 12-1,0 0-89-15,0 0-55 16,0 0-16-16,21 86 52 0,5-14-75 16,-2 8 6-16,-3 3-14 15,-17 3-20-15,-4 8-94 16,0-3-107-16,-70-7-193 15</inkml:trace>
  <inkml:trace contextRef="#ctx0" brushRef="#br0" timeOffset="28683.87">14837 8619 831 0,'0'0'91'0,"0"0"85"0,0 0 11 0,-307 51-107 16,156 18 25-16,-25 11-26 0,-25 9 2 15,-2 6-7-15,-11 5-47 16,6-3 34-16,-1-1-32 15,1-3-14-15,27-13 31 16,27-11-44-16,37-16 12 16,51-23-14-16,35-15 13 0,26-9-30 15,5-6-4 1,0 0-47-16,36-33 22 0,22-30-85 16,8-26-120-1,-2-19-170-15,0-13-517 16</inkml:trace>
  <inkml:trace contextRef="#ctx0" brushRef="#br0" timeOffset="29095.1">14231 7930 224 0,'0'0'744'15,"0"0"-718"-15,0 0 172 16,0 0-40 0,0 0-152-16,0-167 22 0,78 116-28 15,-3 9 0 1,-4 16-5-16,-10 11 8 0,-18 15-3 16,-17 0 0-1,-19 21 9-15,-7 36 26 0,0 17-13 0,-24 7-18 16,-49-4 41-16,-12-6-30 15,-5-13 15 1,6-14 17-16,27-18-28 16,24-8 33-16,21-12-49 15,12-2 4-15,5-4-14 16,85 0 18-16,30-10-11 0,45-19 0 16,14-8-17-16,5 0 1 15,2-6-61-15,-19 8-19 16,-32 4-42-16,-34 8-311 0</inkml:trace>
  <inkml:trace contextRef="#ctx0" brushRef="#br0" timeOffset="30614.45">2264 12924 1065 0,'0'0'93'0,"0"0"7"0,0 0 63 0,0 0-111 0,0 0-40 0,-57-191-8 0,128 146-4 16,2 13 0-16,-7 11 10 15,-19 10 28-15,-14 11-17 16,-11 0-19-16,-8 28 26 16,-7 26-16-16,-7 18 24 15,0 2-11-15,-33 1-25 16,-19-4 43-1,2-2-34-15,3-13 0 16,14-9 21-16,10-13-24 16,13-11-1-16,10-8-5 0,0-2 5 15,22-7-20-15,44-6 15 16,30 0-36-16,13-13 13 16,1-25-87-16,-1-4-27 15,-12-5-69 1,-22-7-37-16,-21-3 71 0,-23-3 32 0,-10 0 136 15,-21 5 4-15,0 4 76 16,0 6 56 0,-12 12 46-16,-11 11-43 15,1 7 16-15,6 10-31 0,4 2-38 0,12 3 1 32,-5 0-41-32,5 0-3 15,0 0-16-15,0 0-17 0,0 21 12 0,0 21-18 31,12 12 0-31,19-2 2 16,9 2 2-16,7-6-6 16,3-12 2-16,-3-12-36 15,-2-8 32-15,-10-14-40 0,0-2-5 16,-9 0 35-16,0-8-5 16,-5-24 19-16,-11 0 0 15,-10-6 8-15,0-4 4 16,0 0-11-16,0 1 13 15,-5 10 27-15,-16 8-32 16,9 5 13-16,-7 10 9 16,12-3-23-16,-5 9 24 15,5-2-27-15,5 4 0 16,2 0 16-16,0 0-14 16,0 0-7-16,0 0 0 15,0 0 11-15,0 34-3 0,0 10-3 16,21 16-4-16,5 3 20 15,2 14-16-15,-4 9 1 16,2-1 4-16,-5-8-2 16,5-5 3-16,-5-15-11 15,0-14 0-15,-13-12 4 16,1-16 4-16,0-9-8 16,-9-3 0-16,0-3 5 0,0 0-20 15,0 0 12-15,0 0-26 16,0 0 15-16,-9-3-41 15,-22-21 2-15,-2 2-26 16,-4 5-86-16,6 11-41 16,-14 3-188-16,0 3-275 15</inkml:trace>
  <inkml:trace contextRef="#ctx0" brushRef="#br0" timeOffset="31750.7">2167 13986 1041 0,'0'0'174'0,"-306"41"-15"0,204-25 12 0,44-8-79 0,41-8-34 0,17 0-56 0,54 0 16 15,85-6-17-15,55-33 7 16,37-11 3-16,14-15-5 16,19-13-6-1,-5-10 0-15,12 5 7 16,-16 3 21-16,-33 12-12 15,-36 16 1-15,-66 17 6 0,-52 16-19 16,-44 13-8-16,-24 6 1 16,-38 17-47-16,-77 47-3 15,-36 29-158-15,-21 17-197 16,-10 4-152-16</inkml:trace>
  <inkml:trace contextRef="#ctx0" brushRef="#br0" timeOffset="32030.18">2464 14364 880 0,'0'0'273'0,"0"0"-199"32,0 0 111-32,0 0-13 15,-63-166-114-15,72 151 7 0,3 5-26 0,-10 10-16 16,17 0 20-16,-7 21-29 15,19 36 24 1,-3 18 3-16,-2 14-40 16,0 0 20-16,-3 2-21 15,6-8-19-15,6-14-2 16,3-10-69-16,-8-15-20 16,-6-11-180-16,-3-15-262 15</inkml:trace>
  <inkml:trace contextRef="#ctx0" brushRef="#br0" timeOffset="32328.25">2955 14455 838 0,'0'0'228'0,"0"0"-103"16,68-169 49-16,-2 128-33 16,-7 14-90-16,-14 20-8 15,-14 7-35-15,-20 34 0 16,-11 32 45-16,0 20-29 15,-16 4 8-15,-38-1 3 16,-10-8-24-16,5-13 32 16,9-18-20-16,17-16-5 15,24-17 1-15,9-11-19 0,0-3 0 16,14-3-6-16,64-6-12 16,28-35 16-16,19-12-44 15,9-7-28-15,-16 3-71 16,-14 9-179-16,-12 13-195 15</inkml:trace>
  <inkml:trace contextRef="#ctx0" brushRef="#br0" timeOffset="32511.48">3966 14391 1095 0,'0'0'153'0,"0"0"0"16,0 0 33-16,0 0-123 0,0 0-48 15,0 0-13-15,205-160 12 16,-115 132-14-16,-5 8-34 16,-17 8-71-16,-18 8-119 15,-8 4-101-15,-28 0-92 16</inkml:trace>
  <inkml:trace contextRef="#ctx0" brushRef="#br0" timeOffset="32908.87">4539 14120 534 0,'0'0'293'0,"0"0"-178"0,0 0 72 16,0 0-46-16,0 0-74 16,0 0-29-16,134-149 14 15,-82 149 4 1,-7 17-22-16,-17 32 40 16,-9 10-41-16,-14-3-20 15,-5-3 6-15,0-9-15 0,0-18-1 16,0-9-3-16,0-11 5 0,0-6-20 15,0 0 5 1,0-12 3-16,0-31-1 16,0-17 10-16,2-6-2 15,8 0 0-15,-3 6 7 0,-7 19 9 16,0 16-8-16,0 17 8 16,0 5 42-16,0 3-42 15,0 23 11-15,0 34-10 16,0 18-6-16,0 2 31 0,0-12-36 15,30-7-6 1,20-10 4-16,14-16-4 0,-5-10-4 16,-15-14-32-16,8-8-23 15,-2 0-26-15,13-17-150 16,-4-22-191-16,3-12-13 16</inkml:trace>
  <inkml:trace contextRef="#ctx0" brushRef="#br0" timeOffset="33131.83">5260 13321 1205 0,'0'0'110'0,"0"0"1"0,0 0 72 0,0 0-151 16,0 0-19-16,0 0 26 0,198-51-22 15,-80 20-11-15,-14 5 4 16,-14-5-10-16,-24 11-4 16,-14 8-44-16,-24 10-126 15,-28 2-142-15,0 2-224 16</inkml:trace>
  <inkml:trace contextRef="#ctx0" brushRef="#br0" timeOffset="33307.32">5282 13628 951 0,'0'0'202'0,"0"0"-67"16,0 0 60-16,0 0-98 15,0 0-80-15,0 0 14 16,193-66-11-16,-70 15-20 16,-3-6-32-16,2 2-120 15,-18-3-205-15,-26-4-236 0</inkml:trace>
  <inkml:trace contextRef="#ctx0" brushRef="#br0" timeOffset="33783.16">6406 12120 1061 0,'0'0'92'16,"0"0"29"-16,0 0 80 16,0 0-134-16,-30-181-44 15,96 139-19-15,0 4-4 16,-12 16 18-16,0 14-15 15,-21 8 13-15,-7 6-16 16,-17 47 8-16,-9 17 10 0,0 4-18 16,0-3 0-16,-4-14 6 15,-6-13 3 1,10-8-9-16,0-12 0 0,69-3 4 16,13-6-1-16,10-3-3 15,2-6 0 1,-23-3-4-16,-26-1 12 15,-19 1-8-15,-24-3 17 16,-2 6 4-16,-7 5 27 16,-57 3-48-16,-23 7-4 0,-7 5-6 15,9 2-91-15,0-5-49 16,10 0-157-16,4 2-231 16</inkml:trace>
  <inkml:trace contextRef="#ctx0" brushRef="#br0" timeOffset="34061.44">6218 12950 952 0,'0'0'173'0,"0"0"-101"16,0 0 157-16,0 0-89 16,0 0-58-16,424-35-10 31,-252-13-41-31,3-6 29 15,-1 0-14-15,-11 1-24 16,-12 5 41-16,-22 6-45 16,-32 10 9-16,-31 7 13 0,-33 14-37 15,-12 4 5-15,-21 7-8 16,0 0-63-16,0 0 2 16,-40 37-83-16,-38 9-114 15,-21 14-246-15,-9 3-479 16</inkml:trace>
  <inkml:trace contextRef="#ctx0" brushRef="#br0" timeOffset="36840.01">7123 13376 666 0,'0'0'146'0,"0"0"-8"0,0 0 51 0,0 0-40 0,0 0-29 0,0 0-2 16,89-60 2-16,-56 60-66 15,5 25 13-15,9 20-3 16,3 11-32-16,-3 2 29 16,-2-2-40-16,-5-8-6 15,-5-7 5-15,-2-12-11 16,-12-7-9-16,-9-7 0 0,-5-9 11 15,-7-6-14-15,0 0 3 16,0 0 0-16,0 0-16 16,0-30 9-16,-19-17 7 15,-23-14-3-15,-5-4 6 16,-3 5-10-16,3 7 7 16,7 11 0-16,9 16-2 15,13 9 8-15,3 9-6 16,8 8 0-16,3 0 11 15,4 0-6-15,0 0-5 16,0 31 0-16,0 18 9 0,0 14-2 16,26-3-7-16,4-6 0 15,1-12 8-15,-5-7-21 16,0-9 13-16,-14-7-31 16,-1-7 21-16,-6-3-55 15,-5-9 4-15,0 0 3 16,0 0-77-16,0-51-53 15,0-27-180-15,-28-28-61 0</inkml:trace>
  <inkml:trace contextRef="#ctx0" brushRef="#br0" timeOffset="37126.28">7036 11522 831 0,'0'0'44'0,"0"0"100"15,0 0 64-15,0 0-130 0,0 0 1 0,0 0 9 0,19-114-14 16,-19 174-15-16,-52 32-37 16,-17 37 41-16,-18 22-18 15,7 1-43-15,-17-3 25 16,1-2-27-16,-6-22-13 15,-6-11 11 1,6-17-70-16,-8-15-55 16,3-13-127-16,-22-26-152 0,-10-15-309 0</inkml:trace>
  <inkml:trace contextRef="#ctx0" brushRef="#br0" timeOffset="37596.51">3924 12139 300 0,'0'0'455'0,"0"0"-384"0,0 0 66 0,0 0 51 0,0 0-111 0,-257 187 15 16,153-84 17-16,-16 3-48 16,-17 9 30-16,-16 0-39 15,-3 1-6-15,-9-5 9 0,19-7-47 16,7-13 21 0,23-21-29-16,24-13 12 0,29-15-27 15,20-19 11-15,27-7-43 16,11-12-24-16,5-4-90 15,0 0-97-15,0-43-38 16,0-14-100-16</inkml:trace>
  <inkml:trace contextRef="#ctx0" brushRef="#br0" timeOffset="38077.43">2514 11691 864 0,'0'0'146'0,"0"0"-97"16,0 0 100-16,0 0-29 0,0 0-63 16,0 0-56-16,-212-112 9 15,179 123-1-15,2 19-6 16,15-1-3-16,16 5 0 15,0-2 8-15,16 5-10 16,50 4 2-16,19 6 0 16,7 8 3-16,5 2 0 15,-13 2-3 1,-25-6 6-16,-21-8-5 0,-26-6 27 0,-12-6-24 31,0-7 1-31,-12-5 7 16,-33-5-2-16,5-11-10 0,2-5 1 15,1 0 6-15,4 0-3 16,7-35-4-16,5-13-13 16,16-6 9-16,5-12-21 15,0 4 16-15,0-4 9 0,5 7 0 16,4 8-2-16,-9 11 2 16,0 8 0-16,0 5-4 15,0 9 4-15,-9 7-21 16,-29 8-67-1,0 3-174-15,-16 0-121 0</inkml:trace>
  <inkml:trace contextRef="#ctx0" brushRef="#br0" timeOffset="39116.19">5324 15936 1038 0,'0'0'353'0,"0"0"-242"0,0 0-27 0,-285-68 27 0,247 65-83 0,22 3-17 16,-3 0-11-16,5 9 0 0,14 27 3 16,0 7-12-16,0 7 9 31,37-9 0-31,34 0-11 0,14-1 14 0,19-2-4 31,-1 4 1-31,-1-4 0 16,-17 2 3-16,-26-12 3 15,-29-3-6-15,-23-1 22 16,-7-3-16-16,0-3 12 16,-26 6-8-16,-33-13-6 0,0 1 7 15,3-7-8 1,4-5-3-16,7 0 11 0,5-19-6 15,10-30-10-15,22-23 1 16,8-22-23-16,0-11 24 16,64 3-76-1,16 19-79-15,17 24-122 0,0 21-222 16</inkml:trace>
  <inkml:trace contextRef="#ctx0" brushRef="#br0" timeOffset="39354.51">6385 15945 1401 0,'0'0'134'0,"0"0"-33"16,0 0 2-16,0 0-100 16,0 0 23-16,0 0-26 15,335-132-4-15,-241 98-9 16,-23 6-63-16,-34 13-45 15,-15 13-54-15,-22 2-103 0,0 20-32 16,-5 31 33-16</inkml:trace>
  <inkml:trace contextRef="#ctx0" brushRef="#br0" timeOffset="39508.48">6666 16157 562 0,'0'0'236'16,"0"0"-26"-1,0 0 24-15,0 0-67 0,0 0-84 16,0 0-22-16,-50 36-45 0,128-86-13 15,30-11-6 1,3-2-66-16,2 1-95 16,-7 3-169-16,-16 5-249 15</inkml:trace>
  <inkml:trace contextRef="#ctx0" brushRef="#br0" timeOffset="39720.06">7630 15253 971 0,'0'0'215'0,"0"0"-7"16,0 0 20-16,0 0-121 16,0 0-37-16,0 0-22 15,-29 30-14-15,62 57 39 16,10 8-63-16,-1-6-8 16,-11-5-2-16,-5-12-28 15,5-9-25-15,-5-4-51 16,-1-6-102-16,-13-13-279 15</inkml:trace>
  <inkml:trace contextRef="#ctx0" brushRef="#br0" timeOffset="40013.01">7941 15318 1214 0,'0'0'150'0,"0"0"-78"15,0 0 43-15,0 0-44 16,0 0-66-16,273 9 22 16,-223 48-14-16,-17 12-6 0,-28 5 31 15,-5 0-25-15,0-7 9 16,-5-10 7-16,-19-18-25 16,6-12 25-16,15-13-25 31,3-8-1-31,0-6-2 15,0 0-1-15,0 0 0 16,38-6-4-16,33-26 7 16,16-11-14-16,2-4-18 0,-6-10-56 15,2 6-97-15,4-2-305 16,1 9-534-16</inkml:trace>
  <inkml:trace contextRef="#ctx0" brushRef="#br0" timeOffset="40212.01">9179 15310 1310 0,'0'0'142'0,"0"0"-49"16,0 0 69-16,0 0-117 16,0 0-34-16,0 0-11 15,96-43 3 1,13 5-11-16,-3-4-18 0,-9 1-73 15,-20 5-173-15,-25 7-221 16</inkml:trace>
  <inkml:trace contextRef="#ctx0" brushRef="#br0" timeOffset="40672.46">9780 14769 911 0,'0'0'143'0,"0"0"-13"0,0 0 8 15,0 0-65-15,0 0-24 16,0 0-18-16,226-22 12 16,-198 93 26-16,-18 9-49 15,-10 1 9-15,0 0-8 0,-35-20-13 16,6-12 3 0,17-23-11-16,5-10 0 15,7-13-10-15,0-3 9 0,0-9-2 16,0-36-9-16,19-23 24 15,2-10-5 1,-9-9-7-16,-7 3 0 16,-5 15 16-16,0 12-10 15,0 25 14-15,0 15 10 0,0 8-15 16,0 9 35-16,-17 18-39 16,-1 39-7-16,15 17 39 15,3 13-39-15,0-10 17 0,45-9-9 16,14-11-4-16,12-19-1 15,-5-13-7-15,11-16 0 16,-6-9-8-16,5 0 9 16,9-27-2-16,-10-18-6 15,-4-9-48-15,-12-9 17 16,-19-3-45 0,-14-5-123-16,-22 2-149 15,-4 4-313-15</inkml:trace>
  <inkml:trace contextRef="#ctx0" brushRef="#br0" timeOffset="41531.17">7387 17684 921 0,'0'0'263'0,"0"0"-176"0,0 0-3 0,0 0-15 0,59-178-8 16,14 133-50-16,-7 15 21 15,-17 17 21-15,-6 13-42 16,-10 0 24-16,-2 37 9 0,-10 20-23 16,-14 11 14-16,-2 4-34 15,-5-12 0-15,0-14 20 16,0-6-10-16,0-14-9 16,0-17-2-16,0-3 9 15,0-6-13-15,0 0 4 0,0-3-3 16,0-32-9-1,2-19 20-15,5-14-8 0,-7-10 0 16,0 3 7-16,0 10-7 16,0 8 0-16,0 19 0 15,-9 13 16-15,4 25-14 16,-2 0 18-16,-3 0-20 16,-1 12 28-1,11 13-3-15,-5 7-4 16,5 31 7-16,0-3 39 15,0 2-63-15,14 1 34 0,10-3-8 16,18 23-30-16,8-6 0 16,4-2 0-16,2-24 0 15,-16-33-19-15,5-18 4 16,5 0-32-16,-6-18-23 0,15-30-41 16,-9-12-69-16,-3-12-366 15</inkml:trace>
  <inkml:trace contextRef="#ctx0" brushRef="#br0" timeOffset="41893.24">8434 17544 785 0,'0'0'399'0,"0"0"-281"0,0 0 15 0,0 0-74 0,0 0-32 0,0 0-27 16,346-200-5 0,-261 149-6-1,-24 13-90-15,-18 17-91 0,-31 19-98 16,-12 2-193-16</inkml:trace>
  <inkml:trace contextRef="#ctx0" brushRef="#br0" timeOffset="42054.09">8544 17738 943 0,'0'0'286'0,"0"0"-119"15,0 0 3-15,0 0-98 16,0 0-67-16,0 0 10 16,173-18-15-16,-72-41-67 0,-4-10-55 15,-10-5-198-15,-16 2-171 16</inkml:trace>
  <inkml:trace contextRef="#ctx0" brushRef="#br0" timeOffset="42546.28">9433 16742 939 0,'0'0'213'0,"0"0"-14"0,0 0 2 15,0 0-88 1,0 0-49-16,0 0-24 15,-52-28 22-15,52 31-34 0,0 34-7 16,3 10 33-16,20 1-53 16,17-3 9-16,3-4-10 15,11-4-5-15,0-14 3 16,1-9-29-16,-6-8-5 16,3-6 19-16,-17 0-32 15,1 0 30-15,-10-8 4 0,2-18-14 16,-16-7 24-16,2-6-8 15,-14-3 13-15,0-3-13 16,0 3 16-16,0 1-3 16,-26 10 0-16,5 8 5 15,4 12 21-15,1 6-10 16,4 5 3 0,-2 0 19-16,9 0-33 15,0 0 22-15,5 13-8 16,0 25-17-16,0 20 37 0,0 7-29 0,19-5-2 15,19 3 12 1,2-7-9-16,2-9-9 16,-2-4-2-16,-2-11 6 15,-10-8-18-15,-11-5 8 0,-10-6-38 16,7 0-1-16,-14-11-50 16,0 2-24-16,0-4-132 15,0 0-116-15,-42-13-54 16</inkml:trace>
  <inkml:trace contextRef="#ctx0" brushRef="#br0" timeOffset="43037.76">10143 16277 894 0,'0'0'149'0,"0"0"13"0,0 0 16 0,-335-126-35 0,196 120-64 0,-28 6-48 16,-48 37 14-16,-40 33-7 16,-30 32-29-16,-21 23 25 15,-31 25-13-15,-17 29 7 16,-21 27 16-16,-7 23-37 15,17 21 10-15,51-2 16 16,71 2-20-16,104-11 22 16,113-33-35-1,69-40 0-15,153-39-5 16,86-53 3-16,67-29-2 16,52-39-18-16,42-18-24 15,34-68 14-15,39-48-24 0,-5-46 11 16,1-24 24-16,-17-33 2 15,-54-17 19 1,-45-15 0-16,-75-17 1 16,-93-21 23-16,-89-7-22 0,-106 5 3 15,-66 37-10-15,-176 69-6 16,-121 92-13-16,-116 103-56 16,-77 52-101-16,-48 81-261 15</inkml:trace>
  <inkml:trace contextRef="#ctx0" brushRef="#br0" timeOffset="47154.89">22555 8265 655 0,'0'0'146'0,"0"0"-55"15,0 0 106-15,0 0-67 0,0 0-74 0,0 0 40 0,0 0 2 31,-7 0-30-31,7-10 10 16,0-17-31-16,0-12-24 0,0-8 10 0,0-10-27 16,0-6 13-16,0-9-5 15,19-5-7 1,5-1 16-16,9-5-23 16,-7 3 0-16,-5-1 13 15,-14 9-2-15,2 10-11 0,-9 11 2 16,0 11 3-16,0 12 19 15,0 7-22-15,0 8 0 0,0 7 10 16,0 3-2 0,0 0-5-1,0 0-3-15,0 3 6 16,0-3 2-16,0 3-9 16,0 0-1-16,0 0 9 15,0 0 0-15,0 0-9 16,0 0 0-16,0 0 7 15,0 0-4-15,0 0-3 0,0 0 0 16,0 0-4-16,0 0 12 16,0 0-8-16,0 0 0 15,0 0 4-15,0 0-9 16,0 0 5-16,-4 0 0 16,-29 27-7-16,-31 21 15 15,-7 12-8-15,-14 6 0 0,8-12 2 16,13-6-1-1,5-10-1-15,14-11 0 0,15-6-4 16,18-12 10-16,12-3-6 16,0-6 0-16,0 0 2 15,0 0-8-15,0 0 6 16,0 0 0-16,0 0-8 16,16-9 10-16,39-28-2 15,8-10 0-15,13-9 5 16,1-7-13-16,-13 3 8 15,-3-3 0-15,-13 10-5 16,-18 14 10-16,-13 14-5 16,-15 13 0-16,-2 10 2 15,0 2-5-15,0 0 3 0,0 0 0 16,5 0-3-16,-5 0 4 16,7 0-2-16,12 8 1 15,18 29 0-15,22 14-1 16,26-5 1-16,-2 0 0 15,6-7-2-15,3-6 7 16,0-5-5-16,-9 1 0 0,-6-9-18 16,-20-5 8-16,-26-2-102 15,-15-11-37 1,-16-2-117-16,0-2-114 16,-9-41-146-16</inkml:trace>
  <inkml:trace contextRef="#ctx0" brushRef="#br0" timeOffset="47593.38">22296 6128 806 0,'0'0'53'0,"0"0"97"0,0 0 67 0,0 0-59 0,0 0-55 0,0 0-41 16,-33-83 20-16,33 97-53 31,0 35 0-31,0 19 48 0,14 13-58 16,0-1 11-16,-2-9-20 16,2-5-2-16,-4-8-2 15,1-11-6-15,4-4-5 16,6-5-6-16,12-13-91 15,0-12-112-15,9-13-259 16,-9-4-481-16</inkml:trace>
  <inkml:trace contextRef="#ctx0" brushRef="#br0" timeOffset="48014.02">22801 6227 856 0,'0'0'17'16,"0"0"81"-16,0 0 105 16,0 0-129-16,0 0-41 0,0 0-22 15,-33-85 14-15,61 47-9 16,2 2-9-16,8 4 28 16,12-2-33-16,9 8 11 15,11 6 2-15,1 7-13 16,-12 13 41-16,-12 0-30 15,-19 13-12-15,-13 31 19 16,-15 12-14-16,0 10 4 16,-43 9 27-16,-32-4-18 15,-10-8 21-15,-7-3-11 0,21-15-6 32,17-16 19-32,16-8-35 0,17-13 7 15,16-1-13-15,5-7 8 16,0 0-7-16,0 0-2 0,33 0 0 15,26 0 12-15,21-2-8 16,12-20-4-16,10-1 0 16,16-5-6-16,4-1-32 15,8-7-112-15,-15-9-218 16,-18-6-335-16</inkml:trace>
  <inkml:trace contextRef="#ctx0" brushRef="#br0" timeOffset="48252.54">23774 6098 1042 0,'0'0'104'0,"0"0"49"0,0 0 30 16,0 0-134-16,0 0-35 0,0 0 68 0,264-50-72 15,-188 38-8-15,-13 6-2 16,-6-3-1 0,-3 3-13-16,-2-1-163 15,-7-5-218-15,-15 4-178 16</inkml:trace>
  <inkml:trace contextRef="#ctx0" brushRef="#br0" timeOffset="48903.29">24451 5701 689 0,'0'0'35'0,"0"0"81"16,0 0 13-1,0 0-38-15,0 0-30 0,0 0 26 16,-3-119 7-16,6 107-42 15,-3 7 14-15,0-1 6 16,0 3-43-16,7 0 23 16,-7 3-36-16,0 0-12 15,0 0 24-15,0 0-25 16,0 0 6-16,0 0-8 16,0 8 8-16,0 26 4 15,0 13-8-15,-17 10-5 0,13-4 22 16,-6-2-16-16,10-4-6 15,0-1 0-15,0-8 9 16,14 2-11-16,26-14 2 16,19-2 0-16,0-12 0 15,10-9 0-15,1-3 0 16,-20 0-1-16,-3 0-22 16,-19-22 16-16,-18-1-22 15,2-3 1-15,-12 1 27 16,0 1-20-16,0 3 11 15,-12 4 9-15,-12 1-1 16,-2 4-4-16,7 4 6 0,1 2 0 16,3 3-6-16,6 3 11 15,9 0-5-15,0 0 11 16,0 0-8-16,-2 0 29 16,-5 14-27-16,7 26 1 15,0 17 50-15,0 4-49 16,0 5 9-16,0 7 9 15,18 1-22-15,15-13 16 16,-7-1-19-16,-7-8 0 0,-9-17-1 16,-6-8 5-1,-4-9-4-15,0 0 0 0,0 0-58 16,-26-3-57 0,-18-8-166-16,-3-7-172 15</inkml:trace>
  <inkml:trace contextRef="#ctx0" brushRef="#br0" timeOffset="49413.05">24621 5105 556 0,'0'0'81'0,"0"0"54"0,0 0 40 0,-198-167-39 0,70 143-28 0,-32 16-17 16,-52 8-33-16,-48 0 18 16,-30 35-8-16,-40 27 8 15,-14 31-9 1,5 24-29-16,30 28 25 15,47 29-37-15,66 16 1 16,57 25 14-16,52 5-31 16,66 2 6-16,21-13-11 0,57-29 4 15,53-14-5-15,34-23-4 16,35-28 0-16,31-24-3 16,54-42 6-16,50-38-4 0,46-11 1 15,48-66-10 1,17-36 3-16,-8-33-4 0,-26-19 11 15,-61-34 0-15,-68-30 6 16,-73-20-9-16,-81-25 3 16,-68 0-17-1,-40 6 15-15,-85 24-33 16,-103 44-25-16,-76 58-1 16,-78 65-141-16,-38 53-191 15,-11 13-171-15</inkml:trace>
  <inkml:trace contextRef="#ctx0" brushRef="#br0" timeOffset="51738.81">23468 10035 886 0,'0'0'181'0,"0"0"31"0,0 0-4 0,0 0-100 16,0 0-58-16,0 0 4 0,0 0-29 15,-26-41-8-15,26 99 12 16,0 10-15-16,0 6 2 15,0-11-12 1,0-13 6-16,0-8-8 16,5-4-2-16,-5-16 0 0,0-7-2 15,0-9-2-15,0-6 3 16,0 0-7-16,0 0-6 16,0-6 7-16,0-34-8 15,-17-6 0-15,-9 1 10 16,2 12-6-16,-1 14 11 0,3 8 0 15,11 8 1-15,6 3-9 16,-12 0 8-16,6 17 0 16,11 23-7-16,0 1 4 15,0-1 3 1,18-8 0-16,25-8 1 0,6-9-7 16,8-12 6-16,2-3 0 0,-7 0-2 15,11-15 11-15,-8-18-11 31,8-3 2-31,1-9-25 0,2 1-15 16,5-1-94 0,-8 5-117-16,-20 12-181 15</inkml:trace>
  <inkml:trace contextRef="#ctx0" brushRef="#br0" timeOffset="54023.62">23946 10916 972 0,'0'0'221'0,"0"0"-107"0,0 0 59 0,0 0-107 0,12-160-46 0,-12 128 12 16,0 12-9-16,0 6 6 15,-31 10-17-15,-20 4-11 16,-18 0 15-16,3 25-14 0,10 13-2 16,20 3 6-1,22 5 3-15,14 1-9 0,0 6 0 16,43-4 2-16,13-3-2 15,12-7 0-15,-13-2 0 16,-8-2-2-16,-16-7 13 16,-17-7-10-16,-14-4-1 15,0-2 0 1,0-3 0-16,-45 3 0 0,-9-9-5 16,-5-6 3-16,16 0-27 15,6-2 16-15,20-25-3 16,17-12-45-16,0-4 16 0,40-5 2 15,33-1 13 1,14 0 16-16,-2 5 0 16,-2-1 13-16,-5 6 1 15,-8 0 0-15,-11-3 5 0,-9 8-1 0,-15-6-4 16,-4-3 20 0,-12 9-17-16,-12-2 24 15,-7 0-4-15,0 8-13 0,0-1 28 16,-26 3-36-16,-19 5 6 15,-7 0 8-15,-2 9-12 16,-7 3 11-16,-3 3-3 16,-16 6-6-16,0 0 28 31,-17 0-23-31,-2 21 1 0,-9 11 11 0,6 10-15 16,10 12 13-1,7 9-13-15,19 8-6 0,3 10 22 16,25-1-23-1,5 3 6-15,24 6 7 16,9 2-10-16,0 1 6 0,0-12-10 0,9-5 3 16,31-3-6-1,2-13 5-15,13-8-2 16,8-12 0-16,8-9 4 0,-3-7-7 16,15-11 3-16,7-8 0 15,-8-4-13 1,8 0 13-16,2-27-2 0,-15-9-5 15,13-9 2-15,-12-9 2 16,4-9 3-16,-11-8 0 16,-7-10-5-16,-10-7 5 0,-14-9 0 15,-9 5-3-15,-13 6 11 32,-18 12-8-32,0 2 0 15,0 6 0-15,-35 6-5 16,-14 3 6-16,-8 11-1 0,-9 3 3 0,-5 5 5 15,-7 8-5 1,1 6-3-16,-8 6 0 16,2 8 5-1,-6 10-5-15,6 0 0 0,-9 0-1 16,7 10 12-16,5 17-11 16,10 8 0-16,-4 11 4 15,18 5 0-15,-8 13-4 16,3 8 0-16,9 6 0 15,14-3 11-15,12 2-10 16,10 15-1-16,16 1 0 0,0 5-3 16,0 0 4-16,0-19-1 15,0-8 0-15,26-9 6 16,19-14-6-16,4-3 0 16,19-9 0-1,1-9 7-15,9-6-6 0,11-7-1 16,-6-2 0-16,6-3 8 15,-11-5-14-15,5-4 6 16,-1 0 0-16,-2 0-3 16,12-25 3-16,-5-10 0 0,10-13-2 15,-7-7 14 1,-3-7-15-16,5-12 3 16,-17-7 0-16,-4-5 0 0,-7-6 2 15,-12 1-2-15,-19 6 0 16,-15 4 9-16,-6 10-11 15,-12-1 2-15,0 6 0 16,0 4 5-16,-45-1 1 16,-13 6-6-16,1 6 0 15,-23 7 10-15,0 7-14 16,-12 15 4-16,0 1 0 16,2 9-3-16,-2 5 5 15,0 7-2-15,0 0 0 16,7 0 9-16,-7 7-13 15,1 16 4-15,-1 6 0 16,0 8-3-16,12 5 9 0,4 2-6 16,8 10 0-16,6 6 9 15,13 5-8-15,18 5-1 16,10-8 0-16,12-3 4 16,9 3-1-16,0 7-3 15,0 8 0-15,0 8 5 0,4-1-4 16,27-10-1-16,2-2 0 15,0-10-7-15,12-5 14 16,2-10-7 0,14-7 0-16,-4-12 7 15,6-3-10-15,18-7 3 0,-4-4 0 16,15-5-4 0,5-6 11-16,-3-3-7 0,5 0 0 15,-4-6 6 1,-3-17-9-16,-10-11 3 15,3-4 0-15,-7-10 0 0,-8-9 5 16,4-6-5-16,-6-11 0 16,-19-9 7-16,-1 0-11 15,-11-7 4-15,-4 3 0 0,-16 6-2 16,-5 7 5-16,-12 0-3 16,0 5 0-16,-12 0 6 15,-26 7-12-15,-9 12 6 16,-7 5 0-16,-10 11-10 15,-7 11 11-15,-4 8-1 0,-12 6 0 16,-5 6 7-16,2 3-13 31,-14 0 6-31,8 6 0 0,-1 18-10 0,15 0 11 16,-8 6-1-16,-2 2 0 16,2 10 8-1,1 5-11-15,-5 12 3 0,2 4 0 16,16 6-8-16,3-3 12 0,14-1-4 15,7 10 0 1,15-6 10 0,-1 8-18-16,7 1 8 15,10-3 0-15,19-1-5 0,2 1 10 0,0-10-5 16,2-6 0 0,29-4 7-1,6-7-17-15,13-6 10 16,-3-7 0-16,7 1-9 15,5-9 15-15,-2-4-6 0,6-4 0 16,6-16 5-16,13-3-12 16,13 0 7-16,1-22 0 15,13-16-3-15,-1-7 6 16,-6-12-3-16,-8-3 0 16,-5 1 8-16,-8-15-12 15,-11-5 4-15,-6-13 0 16,-12-5 7-16,0-9-1 15,-22 0-6-15,-16-2 0 16,-14 0 8-16,0 16-16 0,-28 11 8 16,-64 18-17-16,-52 34 3 15,-72 29-73-15,-77 0-98 16,-72 48-703-16</inkml:trace>
  <inkml:trace contextRef="#ctx0" brushRef="#br0" timeOffset="58456.35">2842 7071 305 0,'0'0'132'0,"0"0"40"0,0 0-26 0,0 0-29 16,0 0-20-16,0 0 3 0,0 0 13 15,219-140-14-15,-250 140-59 16,-54 38 14 0,-35 30-54-16,-36 32 19 0,-32 25 22 15,-15 21-23-15,-18 9 20 16,-11 6-1-16,20-3-8 0,24-12 22 31,32-8-35-31,38-17 6 0,26-26-6 0,19-16-8 16,33-26-4-16,9-19-4 15,24-17 3-15,7-9-15 32,0-8 5-32,0 0-47 0,26-17-39 15,45-31 37-15,14-21-38 16,19-8-47-16,4-9-61 0,15-3 43 0,13-5-90 31,25 3-55-31</inkml:trace>
  <inkml:trace contextRef="#ctx0" brushRef="#br0" timeOffset="58821.2">3605 6952 443 0,'0'0'102'0,"0"0"-73"0,0 0 100 15,0 0 30-15,0 0-78 16,0 0-34-16,-96-33 3 16,-22 92 16-16,-28 26 1 15,-29 18-18-15,-20 20 16 16,-27 17-37-16,-26 15 30 16,-25 15 15-16,-12 11-9 15,9 3 14-15,28-12-35 16,46-24-20-16,39-22 27 15,43-33-37-15,30-27-3 16,41-22-3-16,27-22 4 0,18-14-14 16,4-8 3-16,0 0-14 15,0 0 12-15,26-8-29 16,28-29 25-16,26-8-11 16,-2-12-58-16,18-6-29 15,6-1-56-15,6-8-100 16,3-2-16-16,0-5-176 15</inkml:trace>
  <inkml:trace contextRef="#ctx0" brushRef="#br0" timeOffset="59425.75">6609 6639 172 0,'0'0'418'0,"0"0"-328"0,90-174 39 0,-140 120 10 0,-80-3-35 0,-84 17-54 0,-57 6 56 0,-50 17-13 16,-47 17-36-16,-35 0 20 15,-40 26-29-15,-40 37-1 16,-34 24 1-16,-44 19-31 15,-5 29 41 1,17 19-29-16,66 26 6 0,84 15 18 16,119-2-45-16,108 0 7 0,115-16-9 15,76-14 3 1,177-22-12-16,141-28 3 16,144-32 0-16,111-46-13 0,84-35 3 15,67-20-7 1,28-61 1-16,35-23-27 0,-7-25 30 15,-56-13-7-15,-85-20 12 16,-135-13-4-16,-141-11 24 16,-158 4-5-16,-165-8 13 0,-123-7-20 15,-247 3 8-15,-187 14-8 16,-190 40-25-16,-163 53 0 16,-104 65-145-16,-103 33-217 15,-55 97-676-15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08:19.68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10475 7724 1322 0,'0'0'63'0,"0"0"68"0,0 0 34 0,0 0-95 16,0 0-54-16,0 0-12 0,-243 194 16 0,208-125-7 16,7 8-6-1,2 3-3-15,5-14-4 16,4-15 0-16,8-13-15 0,2-13 6 16,2-13-24-16,5-6-16 15,0-6 19 1,0 0-9-16,0-46 27 0,0-25 7 15,19-21 1-15,21-11 1 16,9 3 6-16,15 7 1 16,-5 16 20-16,-5 18-14 15,-9 19 16-15,-10 17 6 16,-9 14-8-16,7 9 13 16,0 0-19-16,7 49-4 0,5 30 18 15,-7 14-22-15,-5 10 7 16,-5-3-17-1,8-9 6-15,-10-7-13 16,-3-10-7-16,-6-11-22 0,-1-9-4 16,-11-12-39-16,0-4-30 15,-5-8-139-15,0-11-120 16,-17-16-111-16</inkml:trace>
  <inkml:trace contextRef="#ctx0" brushRef="#br0" timeOffset="151.47">9983 8240 831 0,'0'0'135'16,"0"0"-6"-1,0 0 80-15,0 0-147 0,0 0-39 0,0 0-15 16,412-65-8-16,-174 41-33 31,-2-6-163-31,-14 2-302 0</inkml:trace>
  <inkml:trace contextRef="#ctx0" brushRef="#br0" timeOffset="612.77">16796 7691 503 0,'0'0'544'15,"0"0"-393"-15,0 0 48 16,0 0-17-16,0 0-82 16,0 0-60-16,-33-96 12 15,33 96-19-15,0 6-18 16,0 39 20-16,0 12-15 0,7 7-10 15,0-2-8-15,12-3-2 16,-12-6-9-16,5-1-39 16,-12-4-34-16,0-8-22 15,0 0-154-15,0-19-110 16,-33-16-103-16</inkml:trace>
  <inkml:trace contextRef="#ctx0" brushRef="#br0" timeOffset="1072.73">16680 7804 610 0,'0'0'116'16,"0"0"21"-16,90-160-6 16,-19 120-30-16,4 8-60 15,1 11 25-15,-6 13 2 16,-13 8-22-16,-17 0 9 16,-9 1-19-16,-17 33-5 15,-14 14-1-15,0 4-19 0,0 3-2 16,-45-7-8-16,-9-7 5 15,-3-7-7 1,1-8 1-16,4-7-6 0,12-11-1 16,9-2-4-16,24-6-1 15,7 0 9-15,0 0-20 16,0 0 15-16,31 0-12 16,27-14 12-16,27-5 1 15,5 4 0-15,7 10 7 16,-15 5-2-16,8 0 6 15,-20 0-3-15,-15 26 8 0,-13 10 6 16,-28 6 24-16,-14 2-7 16,0 7 12-1,-30-6 9-15,-41-7-17 16,-14-6 7-16,-12-6-26 16,5-15-14-16,5-5 7 0,14-6-6 15,21 0-4-15,7-15 0 16,22-21-29-16,18-11-4 0,5-4-53 15,0 0-57-15,0 1-144 16,0 8-253 0</inkml:trace>
  <inkml:trace contextRef="#ctx0" brushRef="#br0" timeOffset="2491.98">8148 9621 385 0,'0'0'477'0,"0"0"-312"0,0 0 87 0,0 0-79 16,0 0-63-16,0 0-12 0,-30-152-38 15,30 152-19-15,0 0 4 16,-5 0-30-16,5 39 0 15,-2 24-1-15,-5 17 3 16,0 4 10-16,2-7-26 0,5-8-1 16,0-9 1-16,0-15 5 15,0-16-6-15,0-12 0 16,-5-8 3-16,5-5-11 16,0-4 8-16,0 0 0 15,0-10-5-15,-7-31-1 16,-2-21 2-16,4-10-5 15,5 1 7-15,-5 8-7 16,5 11 8-16,0 18 1 16,-2 15-1-16,-5 13 5 0,7 6-4 15,-5 0 0-15,5 0 4 16,0 0-8-16,0 30 4 16,0 29 0-16,-5 17 16 15,5 4-8-15,0-5-3 16,0 3-3-16,0-13 1 15,0-5 3-15,0-6-6 16,0-10-3 0,0-5-3-16,0-7-60 0,10-5-14 15,4-6-109-15,5-15-242 16,0-6-204-16</inkml:trace>
  <inkml:trace contextRef="#ctx0" brushRef="#br0" timeOffset="2921.73">8478 9821 239 0,'0'0'621'0,"0"0"-570"0,0 0 143 0,0 0-41 0,0 0-97 0,0 0 10 15,-58-63-7-15,58 63-13 16,-8 0-13-16,-1 9-26 15,0 33-5-15,2 18 16 16,2 6-15 0,5-4 5-16,0 1-8 0,0-7 2 0,30-5-3 15,11-12 1-15,10-9-2 16,6-16-2-16,-3-11-3 16,10-3 6-1,-5 0 0-15,-3-17 1 0,-6-13 2 16,-10-12-1-16,-9-6-1 15,-10-5 3-15,-21-10 2 16,0 0 2-16,0 4 6 31,-52 8-13-31,-5 13 59 0,-6 7-43 16,4 11 10-16,-5 8-8 16,10 12-15-16,4 0-1 15,-4 6-2-15,16 32-39 16,13 10-39-16,-8 15-164 15,7-3-170-15</inkml:trace>
  <inkml:trace contextRef="#ctx0" brushRef="#br0" timeOffset="3239.42">9141 9674 1029 0,'0'0'108'0,"0"0"65"0,0 0 22 0,0 0-110 0,0 0-54 16,0 0 16-16,-12-74-19 0,12 103-14 15,0 25 18-15,0 21 5 16,0 7-19-16,0-8-7 15,0-2-11-15,0-6 11 16,0-11-11-16,12-4-10 16,2-11 2-16,0-6-51 15,7-9-57-15,-4-7-141 16,-3-12-158-16,3-6-174 0</inkml:trace>
  <inkml:trace contextRef="#ctx0" brushRef="#br0" timeOffset="3557.08">9516 9803 786 0,'0'0'84'15,"0"0"94"-15,0 0-46 16,0 0-91-16,0 0-30 16,0 0 20-16,-295 51 10 0,243-21-32 15,7 0 17-15,12-3-2 16,12-10-16-16,5-2 18 15,16 4-25-15,0 4-1 16,0 7 18-16,0 6 0 16,40 5 11-16,21 1 4 15,5-3-8-15,10-1 17 16,-1-7-24 0,5-5-3-16,-16-8 5 0,-3-2-15 15,-7-4-10-15,-2-7-1 0,-7-2-51 16,-3 0-52-1,-4-3-139-15,-21 0-209 0</inkml:trace>
  <inkml:trace contextRef="#ctx0" brushRef="#br0" timeOffset="8128.38">15223 9920 910 0,'0'0'142'0,"0"0"28"0,0 0-16 0,0 0-80 0,0 0-46 0,0 0-10 31,0 0 10-31,-106-156-25 16,135 133 7-16,18 2-3 16,16 1-2-16,8 7 13 15,5 6-12-15,-6 7 12 0,-6 0 9 16,-17 15-22-16,-14 28-5 15,-26 14 1-15,-7 5 5 16,0-5 10-16,-21-2-13 16,-38-3-3-16,-12-7 24 15,1-4-24-15,-1-1 18 16,2-12 1-16,18 0-17 16,11-10 32-16,14-7-28 15,14-5-2-15,12-3 10 0,0-3-8 16,0 0-6-1,0 0 0-15,0 0 1 0,38 0-3 16,32 0 2-16,27-5-4 16,16-19 1-16,-2 4-72 15,0 1-37-15,-15 1-82 16,-6 6-104-16,-36 1-59 16,-11-5-58-16</inkml:trace>
  <inkml:trace contextRef="#ctx0" brushRef="#br0" timeOffset="8534.92">16086 9827 394 0,'0'0'243'15,"0"0"-77"-15,0 0 27 0,0 0-24 16,0 0-49-16,0 0-42 16,0-86-12-16,0 86-6 15,0 0-41-15,0 0 15 16,-4 20-21-16,-1 26-12 15,2 7 33-15,3 3-34 16,0-3 0-16,0 4-5 16,0-8 6-16,17-4-2 0,18-16-6 15,1-5-3-15,6-10-2 16,-2-9 7-16,3-5 5 16,4 0 3-16,-9-5 5 15,-1-18-8-15,-8-6 3 16,-13-10 3-16,-7-3 25 15,-9-5-25-15,0-4 7 0,0 2 32 16,-25 8-38-16,-16 4 21 16,-10 15-16-16,-1 6-7 15,2 11 0 1,3 5-5-16,21 0-21 16,3 0-25-16,20 17-96 15,3 9-86-15,0 5-234 0</inkml:trace>
  <inkml:trace contextRef="#ctx0" brushRef="#br0" timeOffset="8843.32">16916 9651 921 0,'0'0'74'0,"0"0"77"0,0 0 44 0,0 0-121 0,0 0-23 0,0 0-17 0,-42-54 9 16,42 54 40-16,0 0-40 15,0 37-3-15,0 16 21 16,0 15-46-16,0 6 13 16,0-2-20-16,0 0 0 15,0-13 0-15,0-7-8 16,0-8-6-16,0-11 4 15,0-7-53-15,14-4-6 32,2-10-148-32,6-6-148 0,-8-6-172 15</inkml:trace>
  <inkml:trace contextRef="#ctx0" brushRef="#br0" timeOffset="9161.78">17378 9801 606 0,'0'0'284'0,"0"0"-107"0,0 0 4 16,0 0-69-1,0 0-90-15,0 0 5 0,-162-49-5 16,79 86-20-16,5 9 31 16,-7 3-18-16,15-1-7 15,11-5 44-15,16-3-49 16,17-8 10-16,24 2-1 15,2-5-3-15,0 4 8 16,38-1-9-16,28-1-7 16,23-5 39-16,8-1-40 15,0-13 10-15,-5-6-2 16,-10-6 3-16,-4 0-21 0,-19 0 10 16,-10 0-60-16,-20 0-24 15,-18-6-100-15,-11-1-149 16,0-2-147-16</inkml:trace>
  <inkml:trace contextRef="#ctx0" brushRef="#br0" timeOffset="10342.44">16588 4678 856 0,'0'0'92'0,"-287"-18"85"0,195 18 2 0,40 0-48 0,40 0-30 0,12 0-83 15,0 0-18-15,52 0-5 16,68 0 5-16,43 0 57 31,33 0-45-31,28 0-8 0,18-11 35 16,-1-1-35-1,-8 6 10-15,-28 6-14 0,-23 0-11 0,-10 0-41 16,-9 0-122 0,-15 6-208-16,-11-6-257 15</inkml:trace>
  <inkml:trace contextRef="#ctx0" brushRef="#br0" timeOffset="10934.1">21025 4589 844 0,'0'0'152'0,"-323"0"-34"0,208 0 78 0,39 0-52 0,36 0-98 0,40 0 4 15,0 3-50-15,64 5-5 16,54 4 1-16,47-2 8 16,38-4 12-16,16-6-16 15,0 0 7-15,-2 0 9 16,2 0-9-16,-14 0-7 16,-23 0 14-16,-29 0-5 15,-47 0-18-15,-44 0-35 0,-32 0-95 16,-25-3-75-16,-5 0-40 15,-35 0-69-15</inkml:trace>
  <inkml:trace contextRef="#ctx0" brushRef="#br0" timeOffset="11166.33">20846 4655 461 0,'0'0'270'15,"-278"5"-132"1,207-2 53-16,45-3-18 15,26 0-96-15,0 3-48 0,78 0-24 16,38 6 61 0,37-6-31-1,31 1-33-15,26-4 30 0,6 0-30 0,8 0 6 16,-2 0-4-16,-12-4 11 16,-22-5-30-1,-20 3 7-15,-41 0-156 16,-42 1-109-16,-33-1-181 15</inkml:trace>
  <inkml:trace contextRef="#ctx0" brushRef="#br0" timeOffset="12384.28">9813 10009 793 0,'0'0'116'16,"0"0"89"-16,0 0-1 0,0 0-70 0,0 0-16 0,0 0-60 0,-78-74 7 16,78 74-18-1,0 0-34-15,0 2 34 0,45 36-31 16,40 17 28-1,26 7-1-15,-8 1-36 16,-8-3-5-16,-13-6-2 0,-2-10-18 16,-21-5 14-16,-9-7-60 15,-10-7-26-15,-14-7-68 16,-7-6-139-16,-15-12-122 16,-4 0-98-16</inkml:trace>
  <inkml:trace contextRef="#ctx0" brushRef="#br0" timeOffset="12611.66">10445 9988 540 0,'0'0'215'16,"0"0"-54"-16,0 0 91 15,0 0-66-15,0 0-88 16,0 0-23 0,-128-47-26-16,105 94-37 15,-6 19 65-15,-15 15-40 16,8-4-34-16,6-2 5 0,-3-3-4 15,-5-1-8-15,-7-6-44 16,-7-2-112-16,-2-12-106 16,-7-15-232-16</inkml:trace>
  <inkml:trace contextRef="#ctx0" brushRef="#br0" timeOffset="13210.78">11121 10072 699 0,'0'0'183'0,"0"0"-67"16,0 0 74-16,0 0-52 15,78-156-105-15,-78 132 37 16,0 4-17-16,-12-2-42 16,-40 13 7-16,1 1-11 15,-8 8-11-15,2 0 4 16,24 0 0-16,-5 17 2 0,12 11-2 15,12 10 1-15,14 4-7 16,0 7 6-16,0-2 0 16,45 0-10-16,14 5 12 15,-7-2-2-15,-3 4 0 16,-9-7 6-16,-7 1-2 16,-11-7-4-16,-13-7 0 15,-9-8 3-15,0-7 5 16,0-7-8-16,-12-3 0 15,-35-3 6-15,-9-4-20 16,8-2 7-16,6 0-10 16,0-17 14-16,20-20-35 0,18-4 22 15,4-6 4-15,0-5-7 16,30 2 11-16,15-7-6 16,7 4 14-16,7-2-6 15,-17 8 20-15,-2 2-14 16,-9 9 14-16,-10 7-8 15,-9 8 3-15,-12 12-9 16,0 5-37-16,0 4-128 0,-38 0-312 16</inkml:trace>
  <inkml:trace contextRef="#ctx0" brushRef="#br0" timeOffset="22585.55">9355 11171 28 0,'0'0'0'0</inkml:trace>
  <inkml:trace contextRef="#ctx0" brushRef="#br0" timeOffset="23815.34">11366 10284 49 0,'0'0'601'0,"0"0"-437"16,0 0 3 0,0 0-15-16,0 0-80 0,0 0-41 15,-70 3 46-15,70-3-33 16,0 0-1-16,0 0 27 16,0 0-37-16,0 0 1 15,47 0-12-15,21 0 3 16,24 0 38-16,12-3-40 0,-3-6-4 15,-9-4 10-15,-16 4-27 32,-27 3 12-32,-25 3-14 0,-12 3 8 0,-5 0-7 31,-7 0-1-31,0 0 0 0,0 0-1 0,0 0 5 16,0 0-8-16,0 0 1 0,0 0-54 31,4 0-31-31,8 0-68 15,2 3-94-15,-11-3-86 0,-3 0-84 0</inkml:trace>
  <inkml:trace contextRef="#ctx0" brushRef="#br0" timeOffset="24189.29">11689 10052 480 0,'0'0'109'0,"0"0"85"0,0 0-68 0,0 0-39 16,0 0 18-16,0 0-19 16,-18-49 6-1,13 49-29-15,5 0-5 16,-5 0 7-16,5 0-38 16,0 0 1-16,0 0-4 0,0 15-22 15,0 21 25 1,0 6 17-16,5 5-22 15,14 2 9-15,0 0-25 16,-12 3 13-16,9-5-3 16,-6 0-14-16,-6-1 17 15,8-11-19-15,-12-8 0 0,5-9 8 16,-5-9-5-16,0-6-3 16,0 3 0-16,0-4-4 15,0 4-2-15,0 7-19 16,9-1-49-16,5-3-43 15,12-3-91-15,5-6-134 16,2 0-145-16</inkml:trace>
  <inkml:trace contextRef="#ctx0" brushRef="#br0" timeOffset="25034.41">12328 9949 594 0,'0'0'106'0,"0"0"73"15,0 0 11-15,0 0-82 0,0 0 5 0,0 0-29 0,-54-142-3 16,54 136 0-16,-5 6-29 16,1 0 12-1,4 0-25-15,0 0-30 16,0 0 30-16,0 17-37 16,0 25 10-16,0 5 25 15,0 10-36-15,0-8 15 16,0-2-9-16,0 3 0 15,0-7 10-15,0 4-13 16,0-6-4-16,0-4 0 16,0-11 13-16,0-5-15 15,-3-8 2-15,3-5-5 0,0-2-8 16,0-3-1-16,0 3-10 16,0-6-7-16,0 0-62 15,0 0-45-15,0 0-80 16,0 0-104-16,0-6-49 15</inkml:trace>
  <inkml:trace contextRef="#ctx0" brushRef="#br0" timeOffset="25368.3">12508 9881 596 0,'0'0'77'0,"0"0"76"16,0 0-50-16,0 0-47 16,0 0-24-16,0 0 27 15,-12-12 20-15,12 9-24 16,0 3 5-16,0 0-4 16,0 0-28-16,37-3 20 0,22-3 9 15,17-3-25-15,-5-4 0 16,-8 5-32-1,-4 2 7-15,-21 3-7 16,-22 3 5-16,-4 0-15 16,-12 0-10-16,0 0-38 0,0 0-36 15,0 0-124-15,0 5-19 16,-38 12-122-16</inkml:trace>
  <inkml:trace contextRef="#ctx0" brushRef="#br0" timeOffset="25957.8">12508 9881 492 0,'18'-15'167'0,"-22"15"-10"15,4 0-10-15,0-3-56 0,0 3-62 16,0 0 24-16,0 0 0 16,0 0 0-16,-7 9 3 15,-5 26-36 1,5 14 44-16,0 2-29 0,7-6-30 15,0-5 13-15,0-6-18 16,0-7 0 0,0-13-3-16,0-6 3 0,0-4-7 0,0-4 0 15,0 0-16-15,0 0 16 32,0 0-2-32,0 0 9 15,0-9-7-15,14-12 10 16,12-6-3-16,0 9 0 15,0 1 4-15,-3 5-9 16,3 3 5-16,-5 6 0 16,-4 0-5-16,4 3 12 15,0 0-7-15,0 0 9 16,12 0-7-16,-9 9 25 16,7 9-25-16,-10 2-2 15,0 1 24-15,-18 6-19 0,-3 3 14 16,0 3 0-16,0-1-11 15,-15 2 27-15,-20-8-23 16,-5-2-2-16,-3-6 23 16,8-3-29-16,2-6 13 15,-9-1-13-15,2 1 5 16,-3-3-7-16,5 1-2 16,1-1 0-16,16-6-8 0,9 0 8 15,0 3-4-15,12-3-5 16,0 0-25-16,0 0 13 15,0 0-45-15,0 0-34 16,19 0-5-16,33 0-124 16,-8 0-115-16</inkml:trace>
  <inkml:trace contextRef="#ctx0" brushRef="#br0" timeOffset="27326.59">13201 9975 625 0</inkml:trace>
  <inkml:trace contextRef="#ctx0" brushRef="#br0" timeOffset="29904.68">11913 6543 448 0,'0'0'355'0,"-323"0"-264"0,215 0 103 0,47 0-44 0,61 0-77 16,26 11-73-16,146 1 0 15,106 4 9-15,99-7 3 16,97-6 9-16,38-1-21 15,49-2 6-15,-7 0 33 16,-17 0-10-16,-32 0-9 0,-86-11 8 16,-77 2-21-16,-108 2 10 15,-91 1-17-15,-88 3-18 16,-55 0 14-16,0 3-57 16,-111 0-30-16,-42 0-34 15,-36 16-48-15,-28 2 29 16,-23-9-46-1,-13-3 45-15,-30-6 37 0,-40 0 47 0,-23 0 61 16,-15 0 36-16,-7 5 70 16,1 10 26-16,18 10 24 15,26 1-25 1,33 1 36-16,63-3-39 0,67-3-43 16,63-13 1-1,79 1-47-15,18-3-24 16,110 1 1-16,96-1-8 15,81-6 42-15,90 0-45 0,55 0-3 16,56-6 6-16,26-18-2 0,-10 3 10 16,-30 0-16-1,-97 0 1-15,-87 9-13 16,-94 4-28 0,-95 2-83-16,-68 6-75 15,-33 0-41-15,-44 0-14 0</inkml:trace>
  <inkml:trace contextRef="#ctx0" brushRef="#br0" timeOffset="34639.8">14907 9720 754 0,'0'0'97'0,"0"0"49"0,0 0-10 0,0 0-117 0,0 0 5 16,0 0-7-16,-30-3 21 15,30 3 12-15,0-3 11 16,0 3 18-16,0 0-24 0,0-3-13 15,0 3 16 1,0 0-51-16,0 0 12 0,0 0-13 16,0 0-5-16,0 0 28 15,0 0-28-15,0 0 1 16,0 0 10 0,0 0-2-16,0 0-2 0,0 0 10 15,0 0-11 1,0 0 26-16,0-3-29 0,-7-4 13 15,-10 1-6-15,5 0 1 16,8 0-12-16,4 3 0 0,0 3 6 16,0-2-14-16,0-4-11 15,0 1-55 1,19 5-109-16,16 0-179 0,-2 0-137 16</inkml:trace>
  <inkml:trace contextRef="#ctx0" brushRef="#br0" timeOffset="34920.9">14974 10098 707 0,'0'0'140'0,"0"0"-16"0,0 0 11 16,0 0-111-16,0 0-3 16,0 0 21-16,0 6 16 31,4-9-2-31,-4 3 16 0,0 0 3 15,0 0-44-15,0 0 2 16,0 0-27-16,0 0 1 16,0 3 21-16,0 0-22 0,0-3 21 0,0 0 15 15,0 0-29 1,0 0 22-16,0 0-26 0,0-15-2 16,0 4-13-1,0 5 6 1,0 6-101-16,26 0-123 15,38 0-303-15</inkml:trace>
  <inkml:trace contextRef="#ctx0" brushRef="#br0" timeOffset="35572.41">17713 9803 600 0,'0'0'147'0,"0"0"25"16,0 0 27-16,0 0-49 0,0 0-80 0,0 0 22 0,-40-51-3 16,40 51-33-1,0 15 13-15,49 25-10 0,22 10-22 16,12 3 10-16,6-5-47 16,-9-6 11-16,-7-7-11 0,-4-1 5 31,-20-7-14-31,-6-1-22 0,-17-1-59 0,-5-2-59 15,-16-1-114-15,-5-11-102 16,0-11-148 0</inkml:trace>
  <inkml:trace contextRef="#ctx0" brushRef="#br0" timeOffset="35841.9">18312 9797 472 0,'0'0'218'0,"0"0"-26"0,0 0 10 15,0 0-67-15,0 0-68 16,0 0-9-16,-99-68-15 16,94 68 37-16,-11 6-33 0,-13 42-23 15,-16 19 52-15,5 15-41 16,3 1-1 0,-1-8-21-16,5-12-4 0,0-7-5 15,7-15-4 1,5-7-16-16,7-11 8 15,4-9-99-15,3-1-32 0,7-9-93 0,0-4-166 32,0 0-233-32</inkml:trace>
  <inkml:trace contextRef="#ctx0" brushRef="#br0" timeOffset="36349.76">18904 9809 848 0,'0'0'74'0,"0"0"121"15,14-167-47 1,-10 122-116-16,-4 12 9 0,0 12-5 16,-4 10-35-16,-48 11 18 15,-7 0-19-15,-12 6 0 16,7 24 10-16,13 11-1 15,20 7-9-15,17 6 0 16,14 5 4-16,19 4-8 0,35-1 4 16,17 1 0-16,-3-6-7 15,-16-3 15-15,0-10-8 16,-22-4 0-16,-15-12 7 16,-1-3 19-16,-14-7-25 15,0-6 1-15,0-7 8 16,0-2-4-16,0-3-6 15,-33 0 0-15,-14 0 1 16,2-23-15-16,2-13 6 16,10-8 8-16,19-1-7 15,7-4 9-15,7 5-2 0,0 2 0 16,33 1 6-16,12 2-11 16,2 8 5-1,-9 4 0-15,-8 7 10 16,-8 6-8-16,-8-1 16 0,5 5 6 15,-17 7-17-15,-2 3 33 16,0 0-40-16,0 0 0 16,0 0-4-16,0 0-27 0,0 0-55 15,0 0-180-15,0 15-238 16</inkml:trace>
  <inkml:trace contextRef="#ctx0" brushRef="#br0" timeOffset="36812.01">19208 9988 670 0,'0'0'160'0,"0"0"39"0,0 0-12 16,0 0-104-16,0 0-32 0,0 0-25 0,-14 0 18 15,89 0 23 1,22 0-26-16,9 0 30 0,16-7-25 15,1-5-13-15,-1 4 8 16,-13 3-25-16,-17-2 7 16,-21 1-13-16,-36 4-4 15,-14-2 1 1,-14 4-7-16,-7 0-1 16,0 0-3-16,0 0-31 0,0 0-52 0,0 0-85 31,-33 10-60-31,-4-5-106 0,-22-5-159 15</inkml:trace>
  <inkml:trace contextRef="#ctx0" brushRef="#br0" timeOffset="37177.9">19795 9741 541 0,'0'0'170'0,"0"0"21"15,0 0 43-15,0 0-107 16,0 0-27-16,0 0-23 15,-19-52-12-15,19 52 1 16,0 0-26-16,0 11 0 16,0 33-16-16,0 19 13 15,26 11 12-15,-5 3-38 0,0 0 0 16,-14 1 20-16,0-10-31 16,-7-5 11-16,0-3-1 15,0-12-9 1,0-9 24-16,0-12-25 0,0-15 0 15,0-3 2-15,0-9 7 16,0 3-9-16,0-3 0 16,0 0 2-16,0 0 0 15,0 0-2-15,0 0 0 16,0 0-4-16,0 0-7 0,0 0 10 16,0 2-15-16,0-2-22 15,0 3 21-15,0 0-61 16,0 3-108-16,0-6-137 15,0 0-317 1</inkml:trace>
  <inkml:trace contextRef="#ctx0" brushRef="#br0" timeOffset="38978.79">20863 9881 281 0,'0'0'383'0,"0"0"-227"0,0 0 50 0,0 0-12 0,-29-152-101 0,29 137 43 0,0 5-30 16,0 7-19 0,0 3 7-16,-7 0-51 0,7 0 4 15,0 0 3-15,-9 40-35 16,-1 28 30 0,1 24-19-16,-8 1-11 0,10-9-6 15,-7-21-4-15,7-10-8 16,2-9 3-16,5-1-43 0,0-14-8 15,0-7-49-15,5-14-44 16,33-8-142-16,16 0-126 16,0-39-118-16</inkml:trace>
  <inkml:trace contextRef="#ctx0" brushRef="#br0" timeOffset="39348.6">21169 9905 482 0,'0'0'267'0,"0"0"-67"16,0 0 51-1,0 0-102-15,0 0-58 0,0 0 5 16,-9-70-48-16,9 70-10 16,-12 6-10-1,5 37-24-15,-12 14 29 16,12 9-29-16,2-1-2 16,5-9-2-16,0 1 9 0,19-15-9 15,21-9 0-15,3-9-9 0,1-15 2 16,4-7 7-1,-6-2 0-15,12 0 1 0,-4-26 7 32,-10-13-8-32,-7-4 0 15,-14-3 2-15,-12-5 9 16,-7-7-10-16,0 1 5 16,0 2 20-16,-40 7-25 15,-5 11 18-15,-7 14-9 16,-2 12-4-16,0 11-4 15,-10 0-2-15,10 0-6 16,-3 20 3-16,10 16-48 0,12-4-20 16,13 8-71-16,22-5-111 15,0-7-166-15</inkml:trace>
  <inkml:trace contextRef="#ctx0" brushRef="#br0" timeOffset="39648.22">21652 9732 812 0,'0'0'107'0,"0"0"108"0,0 0-26 0,0 0-76 0,0 0-34 15,0 0-9-15,33-120 12 16,-33 131-43-16,0 46-16 15,0 15 46-15,0 9-58 16,0 0 5-16,0-14-16 16,0-7 5-16,0-9-16 0,0-11 3 15,0-11-27-15,0-5-9 16,7-9-132-16,3-6-67 16,6-9-100-16,6 0-121 15</inkml:trace>
  <inkml:trace contextRef="#ctx0" brushRef="#br0" timeOffset="39934.41">22037 9827 567 0,'0'0'177'15,"0"0"16"-15,0 0 32 0,0 0-136 16,0 0-28-16,0 0-24 16,-168-51-30-16,114 66 18 15,-7 12-23-15,4 3 1 16,12 3 15-16,12 2-15 0,10-2 22 15,20 4-11-15,3-2-11 16,0 0 30-16,12 1-23 16,40 0 11-1,5-3 24-15,2-7-24 0,0 2 30 16,4-11-11-16,-1-5-39 16,6-6 27-16,3-6-26 15,-1 0-2 1,1 0 0-16,2 0-91 0,-14-9-88 15,-9-2-157-15,-24-1-166 0</inkml:trace>
  <inkml:trace contextRef="#ctx0" brushRef="#br0" timeOffset="40220.87">22503 9774 715 0,'0'0'184'31,"0"0"45"-31,0 0-45 0,0 0-134 16,0 0-1-1,0 0 38-15,76 9-8 0,-17 35-2 16,7 13-22-16,-2 0-40 16,-6-6 22-16,-3-4-35 15,-13-8-2-15,-4-10 0 16,-5-4 6-16,-10-8-13 15,3-8-10-15,-9 0-58 0,-1-6-46 16,-1-3-93-16,1 0-89 16,-2-15-27-16,-4-18-164 15</inkml:trace>
  <inkml:trace contextRef="#ctx0" brushRef="#br0" timeOffset="40474.56">23114 9752 487 0,'0'0'151'0,"0"0"36"15,0 0-25-15,0 0 28 16,0 0-77-16,0 0-19 16,-115-48-8-16,79 85-52 15,-4 17 51-15,-7 14-24 0,9-2-31 16,-4-1 35-16,6-3-52 16,-1-8 0-16,13-3-5 15,1-6 6-15,-1-10-15 16,5-4 1-16,3-10-20 15,6-7 20-15,3-2-70 16,7-4-69-16,0-3-94 16,0-5-227-16,7 0-410 15</inkml:trace>
  <inkml:trace contextRef="#ctx0" brushRef="#br0" timeOffset="41174.25">23359 9651 730 0,'0'0'138'16,"0"0"90"-16,0 0-2 0,0 0-110 0,0 0-38 0,0 0-10 0,-26-45-28 16,26 51 22-16,0 39-43 15,0 15 21-15,0 9-6 16,0-7-26-16,-4-3-8 15,-8-10 0-15,-5-8 7 16,1-14-19-16,6-12 12 16,6-7 0-16,4-3-15 15,0-3 7-15,0 0 5 16,0 8-1-16,30-1 4 0,20-3-11 16,21-3 11-16,9-3-9 31,7 0-2-31,-12 0-8 0,-6 0 10 0,-15-15 6 31,-16-9 3-31,-17-3-11 0,-16-5 11 16,-5-5 0-16,0-2 0 0,-5 1 8 15,-28-1-8 1,7 13 8-16,0 5 0 0,7 5 25 16,5 10-33-16,2 0 1 0,8 6 30 31,4 0-29-31,-3 0 7 15,-11 33-2-15,-2 26 1 16,-6 26 33-16,11-2-29 16,3 0-7-16,8-9 27 15,0-5-27-15,0-9 2 16,0-12-7-16,0-7 10 16,0-10-26-16,0-5 10 15,0-2-52-15,0-3 18 0,0 0-128 16,-40-10-131-16,-14-7-256 15</inkml:trace>
  <inkml:trace contextRef="#ctx0" brushRef="#br0" timeOffset="50517.96">13321 9935 835 0,'0'0'143'0,"0"0"82"0,0 0-84 0,0 0-55 0,0 0-24 0,0 0-3 0,0 0 27 16,-52-34-35-16,43 34-9 0,9 0 10 31,-5 0-37-31,0 31 7 15,-2 17-10-15,-12 11-11 16,12 9 22-16,0-8-23 0,2-6 0 16,1-6-1-1,-1-13 7-15,0-12-12 0,5-1 1 16,0-4-51 0,0-7 0-16,0-2-182 0,0-9-192 15,0 0-178-15</inkml:trace>
  <inkml:trace contextRef="#ctx0" brushRef="#br0" timeOffset="50835.04">13533 9937 862 0,'0'0'146'0,"0"0"11"16,0 0-4-16,0 0-70 15,0 0-77-15,0 0 1 16,-191 66-7-16,142-30 7 15,-6-3-5-15,13-4-2 16,4-8 0-16,15-2-4 16,13-11 8-16,10 1-7 0,0 0 3 15,0 5 0-15,14 11 0 16,43 1 2 0,-3-1 18-16,3-4 19 0,4-4-31 15,3-2 21-15,-10-6-9 16,12-7-16-1,-2-2-8-15,9 0-36 0,-7 0-104 16,-17-14-146 0,-28-4-171-16</inkml:trace>
  <inkml:trace contextRef="#ctx0" brushRef="#br0" timeOffset="51041.99">13759 9956 861 0,'0'0'136'0,"0"0"45"0,0 0 13 16,0 0-114-16,0 0-44 16,0 0-7-16,15 19 11 15,46 24 42-15,5 2-78 0,-3-1-3 16,-13-2-1-16,-3 1-51 16,-14-8-52-16,-12-5-86 15,-9-9-123 1,-12-10-124-16</inkml:trace>
  <inkml:trace contextRef="#ctx0" brushRef="#br0" timeOffset="51239.37">14252 9898 648 0,'0'0'211'0,"0"0"-2"16,0 0 26-1,0 0-103-15,0 0-52 16,0 0-54-16,-92 28 1 0,47 32 2 15,-14 17-28-15,-11-5 6 16,-3-4-7-16,-5 4-49 16,2-13-12-16,17-12-115 31,12-10-127-31,10-16-127 16</inkml:trace>
  <inkml:trace contextRef="#ctx0" brushRef="#br0" timeOffset="51713.5">14410 9795 901 0,'0'0'129'0,"0"0"56"0,0 0-57 15,0 0-64-15,0 0-55 16,0 0 35-16,-19 23 7 15,19 28-26-15,0 9 13 16,-21 3-38-16,0-8 3 16,11-12-2-16,10-7 0 15,0-9-2-15,0-13 0 16,31-6-34-16,4-8 30 0,5 0-22 16,3 0 7-16,-10-8 14 15,5-16-10 1,-12-6 16-16,-8 7-1 15,-8-1 4-15,-5 10-6 16,-5 1 3-16,0 4 0 16,0 3 25-16,0 0-21 0,0 6 24 15,0-3 12-15,0 3-26 0,0 0 30 16,0 0-27 0,0 41-16-16,0 13 40 15,0 11-35-15,0 1 8 16,0-3-14-16,0-6 7 0,0 0-17 15,0-3-34-15,0-7-87 16,0 1-38-16,-26-3-175 16,-19-10-164-16</inkml:trace>
  <inkml:trace contextRef="#ctx0" brushRef="#br0" timeOffset="55084.17">9384 9494 282 0,'0'0'97'0,"0"0"18"0,0 0 12 0,0 0 0 0,0 0-23 16,0 0-59-16,0 0 48 16,198-72 39-16,-236 105-89 15,-54 29 34-15,-42 27-36 16,-29 13 6-16,-23 5 14 0,-15 4-14 15,-6 4 5-15,-10 2 14 16,7 0-19-16,0-5 23 16,17-4-46-16,26-13 7 15,30-14 2-15,29-16-31 16,30-20 20-16,33-15-22 16,12-15 3-16,26-11-5 15,7-4 2-15,0 0-6 16,0 0 6-16,0 0-40 15,0 0 18-15,0 0-18 16,64-10-63-16,42-29 33 0,40-18-101 16,16-5-102-16,11-4-117 15</inkml:trace>
  <inkml:trace contextRef="#ctx0" brushRef="#br0" timeOffset="57654.55">11397 9612 432 0,'0'0'74'0,"0"0"45"0,0 0 44 0,177-173-97 0,-158 156 29 0,-12 10-24 16,-7 7 23-16,0 0 3 15,-7 16-35-15,-69 58 1 16,-30 36-2-16,-21 39 5 0,-15 19 14 16,-1-2-45-16,13-4 23 15,-9-7-13-15,14-20-37 31,12-16 26-31,28-27-26 16,21-27-7-16,29-17 7 16,16-18-3-16,7-15-5 0,12-9 0 15,-4-6-16-15,4 3 14 16,0-3-28-16,0 0-35 16,0 0-27-16,0 0-66 15,16-45-11-15,36-27-90 0,7-28-134 16</inkml:trace>
  <inkml:trace contextRef="#ctx0" brushRef="#br0" timeOffset="58379.8">11508 8607 575 0,'0'0'47'0,"0"0"76"0,0 0 7 16,0 0-67-16,0 0-30 0,0 0 48 0,-38 18-3 16,31-18-18-16,7 0 15 15,0 0-28-15,0 0-17 16,0 0-15-16,0 0-11 16,7-8-4-16,26-15 4 15,5-4 2-15,7 11 1 16,-8 4-7-16,-4 8 0 15,-4 4-1-15,-6 0 8 16,-11 13-7-16,2 19 11 0,-14 16 0 16,0 6 14-16,0-2-19 15,-19-1 2 1,-14-11 20-16,-9-8-18 0,2 2 5 16,0-14 12-16,2-2-24 15,12-7 18-15,24-7-21 16,2-4 1-16,0 0-4 15,0 0 2-15,0 0-3 0,0 0-7 16,21 0 11-16,28 0 7 16,25 0-7-16,3-19 0 15,15 2 5 1,5-4-1-16,0 4-4 16,-1-2 0-16,-8 2 8 15,-15 2-4-15,-29 6-4 16,-18 6 0-16,-14 0 4 15,-12 3-4-15,0 0 0 0,0 0 0 16,0 0 5 0,0 0-13-16,0 0 8 0,0 0-20 15,0 0-2-15,0 6-46 16,0 20-67-16,0 4-48 0,0-3-322 16</inkml:trace>
  <inkml:trace contextRef="#ctx0" brushRef="#br0" timeOffset="59178.49">14891 9326 355 0,'0'0'193'0,"0"0"-141"0,0 0 60 16,0 0-19-16,0 0-50 0,0 0-13 0,0 0 7 15,0-57 21-15,0 57-35 16,-5 0 6-16,-18 8 22 16,-8 35-18-16,-11 26 26 15,-13 19 1-15,8 24-23 16,-14 16 19-16,2 5-22 0,-2 9 1 16,-1-2 7-1,8-12-34-15,9-10 14 16,8-12-7-16,1-17-14 15,15-21 29-15,5-13-30 16,4-12 0-16,5-12 3 16,-5-7 7-16,10-7-10 0,-3-10 0 15,-2-5 5-15,7 2-13 16,-5-4 8-16,5 0-3 16,0 0 1-16,0 0-29 15,0 0-11-15,0 0-44 0,0 0-126 16,12 0-22-16,40-22-149 15</inkml:trace>
  <inkml:trace contextRef="#ctx0" brushRef="#br0" timeOffset="59941.44">19748 9175 481 0,'0'0'120'0,"0"0"35"0,0 0-21 0,0 0-29 0,214-159-20 0,-214 159-20 0,0 0 25 16,0 0-45-16,-45 18-37 15,-44 45 40-15,-39 28-32 16,-15 41 18-16,-6 14 7 15,-7 11-6-15,-6 3 27 0,1-8-30 16,-6-9-7-16,11-15 18 16,15-13-39-16,18-12 11 15,22-20-15-15,30-17 11 16,27-21-18-16,13-16 7 16,14-14-20-16,13-6 12 15,4-9-58-15,0 0-12 16,0 0-59-16,0-41-21 0,16-25-60 15,31-26-69-15,8-21-172 16</inkml:trace>
  <inkml:trace contextRef="#ctx0" brushRef="#br0" timeOffset="60544.02">18955 8783 549 0,'0'0'57'0,"0"0"60"15,0 0 66-15,0 0-74 0,0 0-37 0,0 0-9 0,-143-32-11 16,143-5-30-16,0-1-9 16,4 1-5-16,27 9-10 15,7 9 2-15,-5 7 0 16,4 5-2-16,-4 7 5 16,0 0-3-1,-2 0 0-15,-12 7 3 16,-10 30 6-16,1 19-4 15,-10 10-2-15,0-1 5 0,-5-3 1 16,-33-9-9-16,-16-7 0 16,-7-8 6-1,9-7-2-15,5-8-4 0,14-11 0 16,21-9-6-16,12-3 5 16,0 0-3-16,0 0-3 15,0 0-15-15,33 0 14 0,38 0 8 16,16 0 0-16,5-12 4 15,-3-2-3-15,3-4-1 16,0 0 0-16,5 3 5 16,0 0 8-16,-27 3 0 15,-6 3 11 1,-36 1 11-16,-18 4-31 0,-10 4 8 0,0 0-12 16,0 0-1-16,0 0-16 31,-12 0-89-31,-26 12-78 0,8 5-166 0</inkml:trace>
  <inkml:trace contextRef="#ctx0" brushRef="#br0" timeOffset="61246.47">24005 9348 511 0,'0'0'177'0,"0"0"-59"0,0 0 26 0,229-162-15 0,-203 147-68 0,-17 9 8 0,-9 6-22 16,0 0 12-16,0 0-8 15,-47 38-40 1,-33 34 51-16,-38 33-14 0,-28 26-11 16,-21 19 25-16,-10 7-26 15,-7 0 30 1,14-10-29-16,26-9-15 0,17-22 25 16,23-20-42-16,22-22 12 15,35-21-1-15,16-19-9 0,19-17 2 16,7-11-9-1,5-3 0-15,0-3-17 0,0 0 5 16,0 0-19-16,0 0-9 16,0-26-75-16,29-25-52 15,18-18-49-15,-2-11-225 16,2-4-171-16</inkml:trace>
  <inkml:trace contextRef="#ctx0" brushRef="#br0" timeOffset="66581.1">12057 11082 136 0,'0'0'700'0,"0"0"-656"0,0 0 15 0,0 0 60 0,342-127-95 0,-212 91-13 15,-34 13-13 1,-25 1 2-16,-40 16 0 0,-27 2-3 16,-4 4 14-16,-14 0 4 15,-47 0-3-15,-21 0-9 16,8 0 34-16,4 10-8 16,6 1 13-16,31 0 6 15,9-5-29-15,24-4-5 0,0 1-14 16,0-3 9-16,45 0-7 15,26 0-2-15,4 0 0 16,-4-15 0-16,-7 0-12 16,-17 2 9-16,-19 5 0 15,-21 8-23-15,-7 0 19 16,0 0-6-16,-49 0 8 16,-27 18 4-16,-13 10-4 15,4-5 5 1,7-6 6-16,29-2 7 15,16-8 14-15,14-1-26 0,19-6 2 16,0 0-6-16,52 0 8 16,28-9-6-16,7-16 1 15,-7 2-19-15,-19 8 15 16,-25 7 1-16,-20 8-1 0,-16 0-1 16,0 0 10-1,-54 0-5-15,-28 12 0 0,-1 8 2 16,22-3 7-16,23-5-3 0,22-8 3 15,16-4-9 1,0 0-6 0,61 0-1-16,19-19-2 0,12-7-16 15,-12 1 13-15,-21 8-4 0,-26 8 16 16,-28 9-2-16,-5 0 2 16,-5 0-2-16,-54 0 2 31,-7 20-46-31,2-3 4 0,31-3-78 15,17-8 11-15,16-6-114 16,0 0-291-16</inkml:trace>
  <inkml:trace contextRef="#ctx0" brushRef="#br0" timeOffset="67994.1">8071 8520 806 0,'0'0'66'0,"0"0"52"0,0 0 63 0,0 0-102 0,0 0-61 16,0 0-16-16,63-131 13 0,8 92-11 16,2 13 26-16,-14 7 10 15,-9 13-27-15,-10 6 7 16,-14 0-20-16,-10 19 0 15,-7 25 7-15,-9 13-5 16,0 12 6-16,0-3 2 16,-25 2-8-16,-16 1 13 0,-10-9-4 15,1-4-10-15,3-9 13 16,9-14-11 0,0-9 0-16,17-10 1 0,12-3 1 15,-1-9 10 1,10-2-14-16,0 0 3 15,0 0 8-15,7 0-9 0,38 0-2 16,19-9 4 0,28-9 5-16,9-6-8 0,12 1-2 15,-4 1 0-15,6-1 1 16,-18 8 2-16,-14 2-3 16,-29 7 0-16,-24 0 7 0,-15 6-8 15,-15-2 1 1,0 2 0-16,0 0 9 0,0 0-3 15,0 0-6-15,-3 0 0 16,-27 8-31-16,-8 14-32 16,5 2-60-16,7-4-79 15,9-1-97-15,6-4-234 0</inkml:trace>
  <inkml:trace contextRef="#ctx0" brushRef="#br0" timeOffset="69164.27">13759 9477 352 0,'0'0'218'0,"0"0"-146"0,0 0 50 0,0 0-13 0,0 0-42 0,0 0-17 0,62-62 51 15,-133 98-54-15,-26 24-25 16,-28 24 46-16,-35 16-21 0,-12 20 1 16,-28 12 4-1,-10 8-13 1,-5 0 31-16,1-2-30 0,11-8-5 0,24-11 1 15,28-20-23-15,35-22 10 32,46-25-22-32,22-20 6 15,32-21-6-15,11-4-1 16,5-7-15-16,0 0 3 16,0 0-33-16,0 0-33 0,45-28-10 15,23-21-76-15,8-21-77 16,-1-16-100-16</inkml:trace>
  <inkml:trace contextRef="#ctx0" brushRef="#br0" timeOffset="69746.48">13057 8505 771 0,'0'0'97'0,"0"0"18"0,0 0 15 0,0 0-86 15,0 0-28-15,285-140 23 0,-217 134 6 16,-30 6-14-16,-17 0-9 16,-16 22-16-16,-5 22-5 15,0 10 38-15,-35 6-30 16,-15-11 12-16,-4 0-9 16,-5-10-9-16,21-10 17 0,5-10-19 15,19-9-1 1,14-3 0-16,0-7 3 0,0 4-8 15,0-4-1-15,0 0-2 16,47 0-1-16,12 6 9 16,10 8 0-1,-3 15 0-15,-12 11 7 0,-5 11-8 16,-18 2 1 0,-26-2 0-16,-5-3 23 0,0-7-7 15,-52-10 21-15,-24-3-2 16,-15-6-10-16,-11-10-10 15,1-6-15-15,23-6 0 0,14 0-9 16,22-6 1 0,18-22-28-16,20-4-35 0,4 3-33 15,0 1-115-15,23 11-199 16</inkml:trace>
  <inkml:trace contextRef="#ctx0" brushRef="#br0" timeOffset="70860.23">17520 9564 305 0,'0'0'119'0,"0"0"10"0,0 0 13 0,0 0 20 0,0 0-42 0,0 0 23 15,0 0-18-15,63-101-35 0,-166 126-20 16,-41 27-61-16,-40 23 6 16,-28 11 38-16,-10 10-20 15,-9 2 8-15,-2 4-2 16,9-7-21 0,28-12 23-16,29-8-32 15,37-15 1-15,45-18 7 16,38-16-16-16,33-11-2 15,14-11 0-15,0-4-26 16,0 2 10-16,0-2-26 16,0 0-72-16,14 0-9 0,38-27-78 15,2-20-212-15</inkml:trace>
  <inkml:trace contextRef="#ctx0" brushRef="#br0" timeOffset="71477.97">16480 8439 738 0,'0'0'96'15,"0"0"17"-15,0 0 109 16,0 0-85-16,0 0-74 15,0 0 3-15,0-50-14 16,0 92-18-16,-7 9 20 16,-12 12-34-16,3 3-4 15,-1-7-8-15,-2 1-8 16,5-5 10-16,-7-12-10 16,9-14 0-16,3-5-1 0,9-14 4 15,0-1-6-15,0-1-1 16,4 1-14-16,43-3 12 15,19-4 2-15,15-2-5 16,3 0 8-16,-10 0-24 16,-6-8 6-16,-19-7 13 15,-13-2-17-15,-17 5 20 16,-15-10-15-16,-4 2 18 16,0-4-1-16,0 0 5 0,0 3-4 15,0 4 0 1,-9 2 3-16,-5 2-2 0,4 7-1 15,6 3 0 1,4 3 21-16,0-3-15 16,0 3 17-16,0 0-11 0,0 0-5 15,0 6 17 1,0 36-22-16,0 12 32 0,0 15 7 16,0-7-29-16,0-3 8 15,7-5-15-15,0-12 3 0,-7-4-7 16,0-7-1-16,0-5-11 15,0 2-1-15,0-5-55 16,0 3-46-16,0-1-64 16,12 0-156-16,14-12-250 15</inkml:trace>
  <inkml:trace contextRef="#ctx0" brushRef="#br0" timeOffset="72147.95">22124 9328 531 0,'0'0'91'0,"0"0"33"0,0 0 60 0,0 0-60 16,0 0-12-16,0 0-30 0,0 0-4 15,-66 87 28-15,-61 21-52 16,-17 20 5-16,-24 16-1 16,-18 8-21-16,-14-3 27 15,-1-4-40-15,15-10 8 16,23-18 1-16,24-22-24 15,38-21 18-15,30-17-20 16,24-18-1-16,21-16-2 16,12-10 0-16,14-11-4 0,-5 1 0 15,5-3-28 1,0 0 9-16,0-9-28 0,0-32-58 16,10-16-58-16,23-14-100 15,4-11-235-15</inkml:trace>
  <inkml:trace contextRef="#ctx0" brushRef="#br0" timeOffset="72831.28">21523 8777 401 0,'0'0'184'0,"0"0"-42"0,0 0 51 0,0 0-12 0,0 0-71 31,-78-183-46-31,78 149-22 16,9 1-19-16,34 8 3 15,6 8-25-15,-2 11-1 16,-9 0 22-16,-2 6-21 16,-13 0 13-16,-4 9 4 15,-10 36-7-15,-9 12 43 16,0 13-31-16,0 6-9 15,-42-8 14-15,-12-12-27 0,-8-10 13 16,-1-14 8-16,4-7-15 16,14-8 25-16,10-8-29 15,23-3-2-15,7-4 10 16,5-2-6-16,0 0-5 16,17 0 0-16,63 0 6 15,28-2-3-15,22-19-3 16,14-3 0-16,2 3-8 15,5 0-30-15,-21 4-65 16,-34 5-123-16,-46 5-397 16</inkml:trace>
  <inkml:trace contextRef="#ctx0" brushRef="#br0" timeOffset="74392.16">10890 12318 747 0,'0'0'99'0,"0"0"3"0,0 0 101 0,0 0-99 0,0 0-69 0,0 0 31 16,-26 48-6-16,-7 26 17 15,-11 10-19-15,3-7-47 16,-1-9 10 0,9-10-7-16,5-14-13 0,14-17 12 0,14-7-13 15,0-3 0-15,4-6-3 16,48-5 9-16,19 0-6 16,9-6 0-16,3 0 4 31,-3 0-14-31,-10-3 10 0,-6-11-3 0,-17-5 1 15,-9-5-3 1,-5-3 5-16,-5-3 0 0,-7-2 6 16,-11 1-9-1,-10-4 3-15,0 2 0 0,0 1-3 16,0 4 11 0,0 11-8-16,0 5 0 0,-14 9 3 15,7 0 9-15,7 3-12 16,-5 0 2-16,5 0 19 15,0 0-21-15,0 0 23 0,0 14-8 32,0 29-8-32,0 9 45 15,0 14-41-15,0-6 1 0,0 12 12 16,0 6-23-16,0-3 16 16,0-3-3-16,0-11-13 15,5-1 20-15,2-9-17 16,-7-3-4-16,0-10 9 15,0-10-2-15,0-11-3 16,0-8-4-16,0-6 1 16,0 0-6-16,0-3 5 15,0 0-14-15,0 0-5 16,0 0-37-16,0 2-10 16,0-2-75-16,0 0-130 0,0-13-186 15</inkml:trace>
  <inkml:trace contextRef="#ctx0" brushRef="#br0" timeOffset="77355.25">11876 13070 239 0,'0'0'177'0,"0"0"-65"0,0 0 22 0,0 0 20 0,0 0-35 0,0 0-23 16,-142 3 66-16,119-3-77 15,16 0-17-15,-8 0 30 16,15 0-35-16,0 0-12 16,0 0-2-16,0 0-31 15,31 0 4-15,49 0-17 0,22-6 5 16,13-10 32-16,-4-1-34 16,-3-1 1-16,-11 4 4 15,-19-5-4-15,-14 6-6 16,-13 1-3-1,-18 7 0-15,0 2-11 0,-21 3 8 0,2 0-30 32,-14 0-47-32,0 0-101 0,0 0-80 15,-7 0-199-15</inkml:trace>
  <inkml:trace contextRef="#ctx0" brushRef="#br0" timeOffset="77689.05">12213 12739 507 0,'0'0'304'16,"0"0"-155"-16,0 0 48 15,0 0-59-15,0 0-47 16,0 0-43-16,-52-36 1 16,52 36-1-16,0 15-23 0,0 26 30 15,0 18 21-15,0 10-53 16,0 0 18-16,7 2-27 15,-2 4 11 1,7-7-2 0,-12-2-19-16,4-9 12 0,-4-11-16 15,0-14 0 1,0-11 3-16,0-9-3 0,0-9 0 16,5 3 0-16,0-6-9 15,-1 0 6-15,6 0-42 16,-10 0-16-16,7 0-40 15,5 0-102-15,-5-27-124 16,12-9-115-16</inkml:trace>
  <inkml:trace contextRef="#ctx0" brushRef="#br0" timeOffset="78340.8">12927 12843 802 0,'0'0'86'0,"0"0"16"0,0 0 78 0,0 0-140 0,0 0-31 0,0 0-9 16,111-131 0-16,-71 118 15 15,2 2-8-15,-9 7 40 16,-7 4 7-16,5 0-17 16,-10 4 9-16,-9 26-30 0,-10 11 8 15,-2 4 18 1,0 0-39-16,-23-1 14 0,-20-5-1 15,3-9-15 1,14-3 23-16,8-8-24 16,6-11 1-16,7 0 2 15,5-5-1-15,0 4-2 16,0-1 0-16,0-4 2 16,35 3-8-16,1-3 6 0,11 7 0 15,2 6-4-15,3 3 11 0,-2 6-7 16,-8-1 14-16,-18 4-10 15,-15-3 28-15,-9 0-7 16,0-4 3-16,0 2 12 16,-12-4-31-16,-30-3 14 15,-5-1-10 1,-5-6-10-16,0-2 13 16,3-6-16-16,-10 0 0 0,12 0 11 15,9 0-5 1,0 0-6-16,12-6 0 15,7-5-3-15,5 2-3 0,2-2-17 0,8-7-21 16,4-4-31 0,0-4-171-16,30-11-209 0</inkml:trace>
  <inkml:trace contextRef="#ctx0" brushRef="#br0" timeOffset="78739.07">14540 12765 953 0,'0'0'50'0,"0"0"-7"0,0 0 43 0,0 0 7 0,0 0-59 0,0 0-16 16,129-13 46-16,-129 36-22 16,0-2 23-16,-30 1-2 15,-17-4-17-15,7-5-2 16,4-7-30-16,15-6-2 16,7 0 24-16,4 0-33 0,1 0 4 15,-3-20-7 1,7-5 9-16,5-1-8 0,0 4-1 15,0 4 0-15,0 7-6 16,26 5 2-16,3 6-25 16,13 0-60-16,8 0-106 15,1 0-171-15,-6 17-381 16</inkml:trace>
  <inkml:trace contextRef="#ctx0" brushRef="#br0" timeOffset="79183.99">14643 13248 929 0,'0'0'114'15,"0"0"-4"-15,0 0 40 16,0 0-83-16,0 0-38 0,0 0-19 16,59 19 16-16,-52-2 10 15,-7 4-1-15,0 3 22 16,0-3-16-16,-23-9-5 0,6-7 5 15,3-1-26-15,7-4 0 16,2 0-10 0,5 0 0-16,0-15 0 0,0-8-5 15,0 0 0-15,0 9-4 16,0 2 8-16,17 10-4 16,-15-1 0-16,10 3 3 15,2 0-2 1,5 0-1-16,-7 5 0 15,-5 13 12-15,-7-10-4 0,0 3-2 16,0-3 12-16,-12 2-14 16,-16-5 19-16,2 1-23 15,-7 0 0-15,19-6 4 16,-3 0 0-16,13 0-4 0,4 0 0 16,0 0-7-1,0 0 6-15,0 0-26 0,21-17-20 16,26-8-64-16,0 4-210 0,5 1-314 15</inkml:trace>
  <inkml:trace contextRef="#ctx0" brushRef="#br0" timeOffset="79837.17">16341 12798 801 0,'0'0'119'0,"0"0"-18"0,0 0 71 0,56-174-64 0,-56 140-62 0,0 1 16 15,-14 9-8-15,-35 9-37 16,-10 9 21-16,-7 6-17 15,-5 0-12-15,10 9-3 16,11 18-4-16,8 3 18 0,14 4-20 16,16 6 0-16,12 5 8 15,0 2-2-15,14 1-7 16,33 6 1-16,7-7 0 16,10 2-1-16,-5-4 1 15,2-11 0-15,-11-4-6 16,-3-2 16-16,-5-11-10 15,-23-2 0-15,0-5 7 16,-19-1-1-16,0 3-6 0,0 5 0 16,-19 0 5-1,-37 2 2-15,1-4-7 0,-1-6 0 16,11-6 0 0,3-3 1-16,18 0-1 0,3 0 0 15,9-24-5-15,12-18-4 16,0-10 9-16,21-10 0 15,24 1 1-15,7-2-7 16,-3 9 6-16,-1 6 0 0,1 10-2 16,-7 4 11-16,-1 5-4 15,-6 4 9-15,-2 4-7 16,-7 8 33 0,-14 0-30-16,-1 10 0 0,-11 3-7 15,0 0 0 1,0 0-6-16,0 0-13 0,0 0-73 15,0 6-125-15,0 12-208 0,0 2-356 32</inkml:trace>
  <inkml:trace contextRef="#ctx0" brushRef="#br0" timeOffset="80106.28">16893 12942 1178 0,'0'0'107'0,"0"0"24"0,0 0-22 0,0 0-33 0,0 0-35 16,334 0 4-16,-230 0-3 16,-7 0-37-16,-5-6 26 15,-22-3-30-15,-6-3 4 16,-12-3-3-16,-19 5-2 15,-14 4-7-15,-7 6-29 16,-12-3-101 0,0 1-90-16,0-10-160 0,-41 0-134 15</inkml:trace>
  <inkml:trace contextRef="#ctx0" brushRef="#br0" timeOffset="80344.1">17369 12690 260 0,'0'0'494'15,"0"0"-308"-15,0 0 61 0,0 0-81 16,0 0-45 0,0 0-26-16,-12 19-38 15,45 31 44-15,-2 9-60 0,-3 2 4 32,-2-2 2-32,-7 1-34 0,0-11 20 15,-15-3-33-15,-4-9 7 16,0-2-14-16,0 1 6 15,0-6-45-15,0 0-33 16,-4-7-102-16,-11-17-249 16,15-6-523-16</inkml:trace>
  <inkml:trace contextRef="#ctx0" brushRef="#br0" timeOffset="80763.84">18390 12841 973 0,'0'0'98'0,"0"0"23"16,0 0 18-16,61-166-69 0,-2 122-37 16,0 5-22-16,-5 16-10 15,-9 4 29-15,-15 17-23 16,-4 2 17-16,-9 0 16 15,6 5-24-15,1 34 31 16,-12 19-14-16,-12 10 2 16,0 0 6-16,-17 4-39 15,-46-3 13-15,-3-9 3 16,-12-7-18-16,12-8 33 16,16-15-22-16,20-12 1 15,13-7 14-15,17-2-19 16,0-3-5-16,26-3-2 15,45-3 8-15,25 0-4 0,15-12-4 16,-2-15 0-16,9 0-7 16,-15 1 7-16,-6-2-1 15,-19 5-6-15,-22 8-41 16,-18 6 9-16,-31 9-107 16,-7 0-204-16,-30 13-367 0</inkml:trace>
  <inkml:trace contextRef="#ctx0" brushRef="#br0" timeOffset="81233.69">13792 15149 1027 0,'0'0'151'0,"0"0"-13"0,-273 86 34 0,268-79-89 0,5-7-44 15,66 0-35-15,54-15 4 0,24-22 4 16,14 2-12-16,5-7 0 15,-8 6 35-15,-25 6-10 32,-28 10 17-32,-32 8-1 15,-23 9-35-15,-23 3 24 0,-3 6-26 0,-9 36-2 32,-7 24 30-32,-5 10-27 0,0 15 14 15,0-2-17-15,-5-4 9 16,-14-4 0-16,-2-11-11 0,-3-15 1 15,10-9 5-15,5-11-4 16,6-8-4 0,3-12-13-16,0-3-62 15,0-12-6-15,19 0-166 16,28-9-236-16</inkml:trace>
  <inkml:trace contextRef="#ctx0" brushRef="#br0" timeOffset="81552.37">15641 15289 957 0,'0'0'119'0,"0"0"-29"16,0 0 24-16,0 0-56 15,0 0-41-15,0 0 79 16,40-9-31-16,-40 9-5 15,0 0 13-15,0 3-34 16,-7 3 2-16,-5-2-11 16,0-4-20-16,12 0 22 0,-5 0-24 15,1 0-6-15,-8 0 9 16,7 0-8-16,3-10-5 16,2 3 2-16,0-2-48 15,7 3-45 1,31 0-242-16,-1 6-362 15</inkml:trace>
  <inkml:trace contextRef="#ctx0" brushRef="#br0" timeOffset="81807.23">15667 15679 964 0,'0'0'284'0,"0"0"-146"15,0 0-35-15,0 0-29 16,0 0-8-16,0 0-42 15,200 22 14-15,-179-7 0 16,-16-1-28-16,-5 3 23 0,0 6-16 16,0-6 0-1,-12-5 3-15,-14 0-14 0,5-10-3 16,9-2-3-16,3 0 0 16,-3 0-5-16,3-5-34 15,9-24-45-15,0-5-100 16,0 5-280-16,42 1-366 15</inkml:trace>
  <inkml:trace contextRef="#ctx0" brushRef="#br0" timeOffset="82093.25">16699 15126 982 0,'0'0'229'0,"0"0"-51"15,0 0-16-15,0 0-79 16,0 0-34-16,0 0-4 16,45-82 11-16,-45 107-32 15,0 33 18-15,0 17 12 0,0 6-39 16,0-12 16-16,0-3-28 16,0-6-2-16,0-16-2 15,0-8-4-15,0-13-25 16,0-10-49-16,0-8-46 31,7-5-109-31,40 0-257 16,0-35-338-16</inkml:trace>
  <inkml:trace contextRef="#ctx0" brushRef="#br0" timeOffset="82442.35">17272 15107 763 0,'0'0'226'16,"0"0"5"-16,0 0-66 15,0 0-43-15,0 0-50 16,0 0-43-16,-12-71 2 16,5 97 7-16,-12 27-33 15,1 19 21-15,3 6-7 16,8-10-19-16,7 4 23 0,0-10-23 16,0-7 0-16,33-13-1 15,0-7 7 1,7-8-6-16,5-2 0 0,-7-14 3 15,7-5-1-15,2-6-2 16,2 0 0-16,3-12 10 16,5-20-7-16,-5-17 25 15,-3-2 2-15,-13-8-10 16,-18-11 21-16,-18-4-32 16,0-3-2-16,-11 3-6 0,-44 14 6 15,-6 19-14-15,-5 16 7 16,-16 25-39-16,-29 0-11 15,-5 25-70-15,-18 21-206 16,9 11-684-16</inkml:trace>
  <inkml:trace contextRef="#ctx0" brushRef="#br0" timeOffset="85936.35">8403 6698 981 0,'0'0'90'15,"0"0"52"-15,0 0 2 0,0 0-98 0,0 0 0 0,373-70-7 0,-147 27-12 16,12 3-10-16,-7 8-15 16,-24 5 15-16,-34 12-17 0,-44 6-24 0,-56 9-46 31,-49 0-91-31,-24 3-141 0,-97 20-74 15</inkml:trace>
  <inkml:trace contextRef="#ctx0" brushRef="#br0" timeOffset="86093.74">8865 6706 446 0,'0'0'156'16,"0"0"-43"-16,0 0 73 0,0 0-50 15,0 0-69 1,0 0-42-16,14 37 62 0,151-52-40 15,36-21-43-15,30-3 13 16,9-3-17-16,1 4-84 16,-22-1-279-16</inkml:trace>
  <inkml:trace contextRef="#ctx0" brushRef="#br0" timeOffset="89386.91">19957 5719 863 0,'0'0'97'0,"0"0"24"16,0 0 96-16,0 0-118 0,0 0-62 0,0 0-4 16,17-6-8-16,54 6 39 0,16 0-39 15,9 0-11-15,11 0 15 16,6-12-26-16,-12 1 0 15,-14 2-3-15,-16 0 10 16,-21 6-22-16,-20-1 9 16,-18 4-48-16,-12 0-4 15,0 0-24-15,-50 0 24 16,-34 10-23-16,-13 8 0 0,0-1 55 16,3 2 11-16,14-4 12 15,11-7 12-15,34-2-7 16,26-2 27-16,9 1 0 15,0 1-20-15,16 3 8 16,43-7 21 0,24-2-25-16,1 0 3 15,8 0-19-15,3 0 0 16,-22-2-30-16,-10-4-130 0,-32-3-213 16</inkml:trace>
  <inkml:trace contextRef="#ctx0" brushRef="#br0" timeOffset="91152.42">3264 13148 1037 0,'0'0'215'0,"0"0"-16"0,-142-167-50 0,114 139-54 0,4 17-51 16,22 7-6-16,-5 4 2 0,7 0-37 15,0 0 12 1,0 0-15-16,0 4 7 0,0 46-6 31,0 22-1-31,0 20 0 0,0 7 8 16,7-7-4-16,14 3-8 0,-14-3-1 15,17-1-40-15,-5-14 10 16,7-14-70 0,0-20-90-16,7-14-85 0,-8-20-96 15,-1-9 8-15</inkml:trace>
  <inkml:trace contextRef="#ctx0" brushRef="#br0" timeOffset="91596.12">3412 13437 331 0,'0'0'114'0,"0"0"36"0,5-185 3 15,2 140-1-15,-7 6-56 16,0 7 35-16,0 11-1 16,0 5-39-16,0 8 23 15,0 4-17-15,0 4-41 0,0 0 9 16,0 0-47-1,0 0-3-15,0 0-7 0,0 43 1 32,0 14-7-32,0 11-2 0,0 6 7 0,0-4-6 31,5 0-1-31,23-6 0 0,3-20-3 16,2-12-3-1,-3-13 4-15,-6-16-3 16,-1-3 5-16,8 0-10 15,-5-33 12-15,7-9-2 16,-7-14 0-16,0-11 8 16,-10 5-8-16,1-4 0 0,-12 3 2 15,-5 3 1-15,0-1-3 16,-22 4 0-16,-15 14-1 16,-1 14 9-16,5 18-1 15,-5 6-7-15,0 5 2 16,-21 0-16-16,1 28-9 15,-1 17-64-15,16 2-56 16,10 1-101-16,12-5-57 16,9-8-1-16,7-9-190 15</inkml:trace>
  <inkml:trace contextRef="#ctx0" brushRef="#br0" timeOffset="92169.78">2283 14735 631 0,'0'0'140'0,"0"0"-9"0,-259 83 48 0,209-63-43 0,19-8-60 16,15-6-1-16,11-2-5 0,5-1-34 15,0-3 10-15,26 0-25 16,75 0 2-16,55-25 54 16,37-23-50-16,27-13 4 15,30-8-7-15,25-6-23 16,-1-2 22-16,4-5-23 0,-16 11 0 16,-43 2 7-16,-42 14 0 15,-43 10-6-15,-44 8-1 16,-36 16 9-16,-23 7 0 15,-20 8-9 1,-11 6 0-16,0 0 8 16,0 0-1-16,0 0-7 0,0 0 0 0,0 0-6 31,0 0 2-31,-16 6-28 16,-12 8-32-16,-15 7-52 0,-9 9-66 0,-9 6-89 15,-14 15-87-15,-17 6-98 16</inkml:trace>
  <inkml:trace contextRef="#ctx0" brushRef="#br0" timeOffset="93283.36">3120 15178 939 0,'0'0'135'0,"0"0"37"0,0 0 9 0,0 0-50 0,0 0-81 16,0 0 3-16,-128-35-26 15,128 35 7-15,0 18-5 0,0 39-19 16,12 18 39-16,14 8-33 15,5-3-16-15,-10-12 10 16,-2-7-7-16,0-11-3 16,-17-21 0-16,-2-8-1 15,0-12-9-15,0-9 10 16,0 0 0-16,0 0-11 0,0 0 13 16,0-6-2-16,0-37 0 15,-33-21 5-15,-9-10-7 16,-1 8 2-16,10 12 0 15,7 13-3 1,7 16 11-16,5 11-8 0,10 8 0 16,4 4 5-16,0 2 12 15,0 0-17-15,0 0 0 16,0 19 0-16,0 30 10 16,18 19-9-16,15 10 15 0,5-4-14 15,-5-2 17 1,-2-9-18-16,-3-6 1 0,-16-13 4 15,-7 1 0-15,-5-13-6 16,0-7 0-16,0-11 4 16,0-11-5-16,0-3 1 15,0 0 0-15,0 0-5 16,0 0 5-16,0-17-1 16,-36-23-7-16,-11-15-10 0,0-9 13 15,9 2-6 1,8 3 7-16,11 4-6 0,5 7 15 15,2 10-5-15,7 12 0 16,5 13 0-16,0 7-3 16,-2 6 3-16,2 0 0 15,0 0-1-15,0 0 1 16,0 0-2 0,0 29 1-16,0 22 1 0,12 11 6 15,13 1-6-15,4-2 0 0,-13-7 6 16,5-3-2-1,-4-7-4-15,-1-5 0 0,-11-10 5 16,-5-6-8-16,3-10 3 16,-3-7 0-16,0-3-3 15,0-3 6-15,0 0-3 16,0 0 0-16,0 0-2 16,0 0-5-16,0 0 2 0,0 0-7 31,-8-15 3-31,-20-12-22 0,2 4 13 0,14 1-1 15,-6-2-10-15,11 4 29 16,-1-4-15 0,4 3 12-16,-1 1-7 15,0-5 9 1,-6 1 1-16,-1-5 0 16,-7-7 3-16,7 0 4 15,-7 0-4-15,10 10-3 0,-5 5 15 16,2 11-12-16,12 1 10 15,-5 9-13-15,5 0 9 16,0 0-9-16,0 0 0 16,0 0 0-16,0 0-3 15,0 28 3-15,0 4 0 16,0 7 0-16,0-7-13 16,0 2-6-16,17-4-85 15,6-4-115-15,8-5-103 0,0-11-151 16</inkml:trace>
  <inkml:trace contextRef="#ctx0" brushRef="#br0" timeOffset="93776.02">3061 15473 343 0,'0'0'598'16,"0"0"-461"-16,0 0-7 0,0 0-37 0,0 0-81 0,0 0-2 0,179-100 18 16,-85 60-20-16,-4 6 34 15,-26 0 11-15,-20 13-31 16,-13 4 15-16,-14 5-18 16,-13 6 5-16,1-1 5 15,-5 5-23-15,0-2 18 16,0 1-6-16,0 3-12 15,0 0 23-15,0 0-20 16,0 0 7-16,0 0 12 0,0 0-25 16,0 0 19-16,0 0-10 15,0 36-10-15,0 24 29 16,0 12-9 0,0 6-1-16,0-1 20 15,0-6-38-15,0-2 20 0,0-3-10 16,0-13-12-16,0-9 18 15,7-7-19-15,-5-14 0 0,10-4-2 16,-5-13 8-16,-7-3-10 16,0 0 4-16,0-3-34 15,0 0 6-15,5 0-47 16,9 0-8-16,10-10-108 16,11-34-167-16,10-25-208 15</inkml:trace>
  <inkml:trace contextRef="#ctx0" brushRef="#br0" timeOffset="94260.93">4956 13859 565 0,'0'0'257'0,"0"0"-89"0,0 0 45 0,0 0-62 0,0 0-50 0,0 0 1 16,71-148-42-16,-71 148-9 15,-12 40-17-15,-37 28-27 16,-3 15 17-16,-14 6-18 0,-3 0 2 16,11 2-16-16,-1-8 6 15,21-3-34-15,5-8-60 16,19-12-117-16,2-18-115 16,7-15-116-16</inkml:trace>
  <inkml:trace contextRef="#ctx0" brushRef="#br0" timeOffset="94508">4607 13959 271 0,'0'0'580'16,"0"0"-423"-16,0 0 50 16,0 0-39-16,0 0-61 0,0 0-26 15,-73-72-35-15,97 114 20 16,28 9-6-16,21 8-43 15,2-5 13-15,17-1-30 0,0-5 3 16,0 3-10 0,-2-7-12-16,-10-4-41 0,-16 2-97 15,-20-16-149-15,-4-6-116 16,-9-11-215-16</inkml:trace>
  <inkml:trace contextRef="#ctx0" brushRef="#br0" timeOffset="94794.15">5598 13604 200 0,'0'0'716'15,"0"0"-553"1,0 0 3-16,0 0 22 15,0 0-118-15,0 0-19 0,172-173 17 16,-90 146-37-16,-6 2 5 16,-15 8-31-16,-9 2 6 15,-22 7-21 1,-13 4 10-16,-12 4-58 0,-5 0-88 16,0 30-113-16,-59 9-84 0,-5 2-193 15</inkml:trace>
  <inkml:trace contextRef="#ctx0" brushRef="#br0" timeOffset="95175.48">5598 13604 684 0,'11'-39'217'0,"-18"39"-6"0,7 0-8 32,0 0-103-32,0 14-53 15,0 35-12-15,0 14 10 0,0 5 8 0,0-2-53 31,0-12 3-31,0-10-2 16,0-11-1-16,0-12-1 16,0-10-4-16,0-5-23 15,0-6 25-15,0 0-11 16,0 0 7-16,7-12-2 16,5-20-7-16,19-10 6 0,16-3 9 15,2 3 1-15,10 4-3 16,0 6 4-16,3 0-1 15,-1 19 33-15,5 3-11 16,-9 10 28-16,-6 0 8 16,-22 12-19-16,-13 20 11 15,-16 13-31-15,0 7-5 16,-42 4 10-16,-29 1-21 16,-16-1-3-16,11-2 0 0,10-3-36 15,7-13 1-15,12-1-99 16,19-14-117-16,7-12-197 15</inkml:trace>
  <inkml:trace contextRef="#ctx0" brushRef="#br0" timeOffset="95431.55">6272 13329 1044 0,'0'0'144'0,"0"0"32"0,0 0 22 16,0 0-113-16,0 0-25 0,0 0-20 0,-45-62-9 15,45 94 7-15,21 34-24 16,12 20 21-16,-9 13-33 16,-10-1 7-16,2-6-18 15,6-1-26-15,-11-20-41 0,11-11-52 16,-6-16-177-16,-2-17-208 15</inkml:trace>
  <inkml:trace contextRef="#ctx0" brushRef="#br0" timeOffset="95858.75">6717 13473 814 0,'0'0'126'0,"0"0"68"15,0 0-5 1,0 0-74-16,0 0-48 0,0 0-26 16,-59-119-2-16,59 115 6 15,0 4-31-15,0 0 4 16,0 23-17-16,0 37 9 16,22 18-6-16,15 2-4 0,1-11 0 15,2-10-4-15,7-16-2 0,-4-16-10 16,-6-10-1-16,-1-15 4 15,-10-2 8 1,4 0 5-16,3-34 0 0,-2-18 8 16,-7-10 0-16,-3-4-7 15,-16-6 16-15,-5-2-12 16,0 5 22-16,-5 11-15 16,-38 10-4-16,10 17 27 31,-4 16-31-31,4 10 6 0,-5 5-10 0,5 0 3 15,-12 5-13 1,0 35-7-16,12 14-43 16,5 11-75-16,12 3-157 15,6-8-262-15</inkml:trace>
  <inkml:trace contextRef="#ctx0" brushRef="#br0" timeOffset="96288.46">7274 13257 844 0,'0'0'91'0,"0"0"81"0,0 0 9 15,0 0-34-15,0 0-71 0,0 0-48 0,-33-107 27 16,33 107-27-16,0 6-18 15,4 39 18-15,-1 18-11 16,16 12-8-16,-3-4-2 0,17-2-1 16,7-9-6-16,5-11 0 15,5-9 2-15,-3-17-13 16,-7-12 8-16,-2-11 3 16,-8 0-7-16,-6 0 6 15,6-22 1-15,8-24 0 16,-10-9 6-16,-4-9 5 15,-12 2-10-15,-12-1 1 16,0-5 19-16,0 8-18 16,-12 6 9-16,-28 13 6 0,2 10-16 15,-4 14 15-15,13 11-17 16,-13 6-6-16,2 0 2 16,-7 26-51-16,-3 19-58 15,8 6-129-15,18-4-266 16</inkml:trace>
  <inkml:trace contextRef="#ctx0" brushRef="#br0" timeOffset="96638.6">7903 13021 1080 0,'0'0'124'16,"0"0"-22"-1,0 0 22-15,0 0-106 0,0 0-6 16,0 0 1-16,118 138 1 16,-80-72-9-16,-10-9 10 0,3-6-14 15,6-13 3-15,-4-8 13 16,10-15-10 0,4-12 30-16,-2-3-10 0,9-6-2 15,10-36 33-15,-10-15-32 16,0-5 2-1,-7-3 11-15,-18-5-32 0,-13 0 11 16,-16-2-18 0,0-1 6-16,-52 17-16 15,-47 17 4-15,-40 36-40 0,-31 9-70 16,-42 68-145 0,-21 23-192-16</inkml:trace>
  <inkml:trace contextRef="#ctx0" brushRef="#br0" timeOffset="97163.12">4176 15024 480 0,'0'0'78'0,"0"0"9"0,0 0 47 0,0 0-51 0,0 0-39 0,0 0 33 15,21-90 23-15,-73 143-47 16,-30 22 10-16,-24 24 15 0,-24 12-22 16,-2 10 24-1,-12 5-12-15,-4 8-1 0,2 4-5 16,-5 2-29-16,16 3 18 15,13-6-30-15,9-9-11 16,13-16 9 0,11-15-14-16,18-16-4 0,17-19-1 15,16-20 7-15,19-15-17 16,8-12 10-16,11-15-26 16,0 0 8-16,4-24-78 0,62-39 0 15,29-27-7 1,25-31-135-16,12-28-58 0,26-25-309 15</inkml:trace>
  <inkml:trace contextRef="#ctx0" brushRef="#br0" timeOffset="97662.97">9188 12157 568 0,'0'0'111'0,"0"0"15"0,0 0 5 0,0 0-63 0,0 0-7 0,0 0-4 15,-283 103 7-15,116-12 40 16,-22 13-34-16,-23 16 22 16,-21 14-5-16,-13 12-33 15,-6 1 7-15,-5-1-29 16,19-1-11-16,19 1 13 0,40-8-23 31,18-13 4-31,29-21-13 0,26-23 7 0,19-12-10 16,23-19 1-16,1-13 0 31,13-9-5-31,3-9-24 16,7-4-18-16,2-6-57 15,-9-9-52-15,9 0-53 16,5-45-88-16,3-18-112 0</inkml:trace>
  <inkml:trace contextRef="#ctx0" brushRef="#br0" timeOffset="98259.74">5760 12232 726 0,'0'0'90'0,"0"0"5"0,0 0 58 16,0 0-48-16,0 0-76 0,0 0-29 0,97-152 24 15,-43 133 8 1,-7 7-5-16,-16 9 26 0,-8 3-31 16,-6 3-12-16,-5 34 19 15,-8 9-22-15,-4 11 11 16,0 1 3-16,-33-1-15 16,-9-10 14-16,0-11-15 15,13-10-1-15,8-7 5 16,9-11-4-16,12-4-5 15,0-4 0-15,0 0 2 16,0 0-7-16,0 0 5 0,45 0 0 16,26 0 9-1,18-4-5-15,3 4-1 0,-7 0 10 16,-14 15-3-16,-22 19 37 16,-16-8-23-1,-33 0-1-15,0 2 22 0,-16 2-23 16,-50 0 5-1,-14-1-12-15,-7-5-13 0,6-7 21 0,13-4-23 16,14-7 0-16,11-3 2 16,17-3-2-16,-2 0-1 15,7 0-13-15,-3-12-48 16,8-9-39-16,6-3-95 16,10 0-154-16,0 0-137 15</inkml:trace>
  <inkml:trace contextRef="#ctx0" brushRef="#br0" timeOffset="98863.27">6531 12169 251 0,'0'0'421'0,"0"0"-281"0,0 0 26 0,0 0-6 0,0 0-69 16,0 0-28-16,-45-28-15 15,41 28-1-15,-13 19-35 16,5 16-5-16,-7 14 29 0,15-2-32 16,4-2 4-16,0 0-3 15,12-9 0 1,18-3-1-16,6-13-4 0,-8-7 0 16,10-7-4-16,-3-6 13 15,-2 0-7-15,0-6 9 16,9-25-8-16,-9-4 31 15,5-7-29-15,-12-3 3 16,-14-2 14-16,-3-8-21 0,-9 2 17 16,0-4-6-16,-19 3-3 15,-21 13 22-15,7 10-21 16,-4 14 8-16,11 11 1 16,0 6-16-16,0 0 5 15,-2 2-8-15,-3 28 0 16,-2 10-1-16,16 1 1 15,6 3-19-15,11 2-7 16,0 2-57-16,0-4-14 16,28-4-69-16,19-8-95 15,3-15-85-15,11-10-229 16</inkml:trace>
  <inkml:trace contextRef="#ctx0" brushRef="#br0" timeOffset="99325.92">7123 12017 614 0,'0'0'122'0,"0"0"26"0,0 0 58 0,0 0-76 0,0 0-36 0,0 0 1 16,0-131-26-16,0 131-5 16,0 0-32-16,0 0-25 15,0 28 7-15,-12 21-10 16,7 14-4-16,5-1 2 15,0-2 7-15,0-4-9 16,22-8 0 0,6-12 0-16,12-12-8 0,-14-6 3 15,5-12-3-15,9-6 8 16,-7 0-1-16,7-4 0 16,2-28 1-16,1-8 0 15,-10-6 4-15,-7-2-3 16,-24 0-1-16,-2 1 12 0,0-1-12 15,0 3 25-15,-19 6-14 16,-14 3 15-16,7 13 5 16,-7 4-21-16,12 7 6 15,7 9-16-15,4 3 5 0,10 0-11 16,-7 0 6-16,7 0-15 16,-12 0 0-16,-9 22-69 15,-2 11 16-15,-10 8-70 16,21-3-99-16,5-4-57 15,7-5-142-15</inkml:trace>
  <inkml:trace contextRef="#ctx0" brushRef="#br0" timeOffset="100152.18">7769 11826 669 0,'0'0'67'0,"0"0"27"0,0 0-13 0,0 0-50 0,0 0-24 0,0 0 26 16,0-63 57-16,0 63-20 15,0 0 4-15,0 0-13 16,0 0-32-16,0 0 18 15,0 0-21-15,0 0-11 16,0 0 15-16,0 0-21 16,0 0 16-16,0 0 4 15,0 0-21-15,0-3 23 16,0 3-25-16,0 0-4 16,0 0 8-16,0 0-3 0,0 0-7 15,0 0 0 1,0 0 5-16,0 0 4 0,0 0-9 15,0 0 0-15,0 0 2 16,0 0 2-16,0 0-4 16,0 0 0-16,0 0 5 15,0 0-7-15,0 0 2 16,0 0 0-16,0 0 3 16,0 0 4-16,0 0-3 15,0 0 0-15,0 0 0 0,0 0 8 16,0 0-12-16,0 0 0 15,0 0 0 1,0 0 3-16,0 0-3 0,0 0 0 16,0 8-6-16,-12 26 6 15,-4 7 6-15,1 11-6 16,13-8 11-16,2 1-6 16,0 0 1-16,0-3-6 15,0-10 6-15,0-3-7 16,12-1 1-16,14-7 0 15,0-7 1-15,2-5 3 16,-4-2-4-16,-6-1 0 0,4-6 4 16,-3 0-1-16,-1 0-3 15,1 0 0-15,0 0 6 16,9-25-2-16,-6-1-4 16,6-8 0-16,-9 2 10 15,-10-4-12-15,1-5 2 16,-10-11 0-16,0-1 2 0,0 3 0 31,-5 5-2-31,-23 15 0 16,-10 9 4-16,14 12-1 0,-2 3-3 15,-7 3-1-15,-14 3-5 16,-2 0-20-16,-10 18-26 0,-5 21-26 16,5 9-71-16,5 11-58 15,2 3-56 1,17-1-100-16</inkml:trace>
  <inkml:trace contextRef="#ctx0" brushRef="#br0" timeOffset="102343.11">3257 9209 531 0,'0'0'124'16,"0"0"-3"-16,0 0-6 0,0 0-23 0,0 0-71 0,0 0 15 15,-175 90 29-15,71-15 11 0,-25 20 8 16,-29 21-31 0,-31 16 21-1,-37 8 2-15,-15 10-24 16,6-10 21-16,27-9-35 16,36-16-7-16,42-18 9 0,34-26-36 15,32-20 10 1,31-18-14-16,17-19 9 15,11-4-13-15,5-10 4 16,0 0-18-16,0 0 13 16,0 0-68-16,59-30 15 15,23-21 6-15,15-15-68 0,14-3 21 16,11-8-44-16,15-10-35 16,14-2-15-16,12 5-18 15,6-2 23-15,-1 3 19 16,-8-4 140-16,-11-6 29 15,-6 0 150-15,-4-1-2 16,-9 8-8-16,-14 10-34 16,-15 16-12-16,-16 13-46 15,-36 13-31-15,-20 15 10 16,-10 13 4-16,-19 6 12 0,0 0 68 16,0 0-29-16,-43 8-33 15,-44 37-26-15,-36 27-17 16,-28 20 43-16,-21 24-24 15,-21 16-1-15,-22 11 27 16,-23 4-12-16,-2 1 10 16,23-10 3-16,28-7-12 15,38-16 7-15,22-15-27 0,32-17-12 16,26-26 7-16,29-18-14 16,21-18-1-16,14-13 0 15,7-8-17-15,0 0-9 16,40-5-87-16,35-35 58 15,31-13-37 1,3-10-36-16,13-5-58 16,8-4-68-16,4 0-139 0</inkml:trace>
  <inkml:trace contextRef="#ctx0" brushRef="#br0" timeOffset="102912.35">5157 9377 630 0,'0'0'96'0,"0"0"21"15,0 0 33-15,167-152-61 0,-157 121-15 0,-10 5-1 0,0 0 3 16,-43-2-15-16,-58 7-36 15,-50 10 1-15,-47 5-6 16,-47 6-18 0,-38 0 31-16,-26 15-18 15,-40 17-6-15,-7 10 25 0,2 5-16 0,-2 6 31 16,22 10-13-16,27 9-3 31,48 9 3-31,65 6-25 0,67 8-4 16,56 3-1-16,64 4-6 15,12-4 0-15,115-7 0 16,78-17-20-16,71-21 6 0,45-14-36 16,30-21-35-16,17-16 19 15,6-2-18-15,25-17 38 16,11-29 1-16,7-3 3 16,-7-11 30-1,-19 1-3-15,-16-11 15 0,-38 2 15 0,-54-4-11 16,-76 4 45-16,-72 2-9 31,-69-2-10-31,-59-1 24 16,-59 0-15-16,-113 6-19 15,-88 6-14-15,-74 16-4 16,-58 20-4-16,-34 21-11 0,-27 0-31 16,-30 53-14-1,-5 41-107-15,2 22-105 0,7 15-50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13:59.12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2137 12835 548 0,'0'0'352'0,"0"0"-247"0,0 0 66 0,0 0-29 0,0 0-111 0,0 0-23 0,0 0 25 16,0 0-27-16,75-168 14 16,17 144 10-16,-16 5-7 15,-13 11 23-15,-30 8-44 16,-23 0 0-16,-10 19 14 16,0 24-11-16,-10 12 21 0,-44 2-5 15,-14-1-18-15,-8-2 32 16,20-10-18-16,1-12-10 15,13 0 18 1,25-16-21-16,-1-4-1 0,18-6-3 16,0 1-2-16,0-1-3 15,30 3 5 1,36-6 0-16,17-3-7 16,-1 0-30-16,3 0-48 0,0-9-66 15,-3-9-123 1,-4-1-19-16,-23-4-43 15</inkml:trace>
  <inkml:trace contextRef="#ctx0" brushRef="#br0" timeOffset="397.76">2901 12771 422 0,'0'0'167'0,"0"0"-67"15,0 0 56-15,0 0-43 16,0 0-62-16,0 0-3 15,-43-15 20-15,34 15-26 16,-8 9-6-16,-4 22 2 16,7 8-17-16,0-1 10 15,9 0-30-15,5 4 1 16,0-6-2-16,0 2 0 16,19-4 0-16,21-13 0 15,2-7-24-15,5-6 21 16,-2-8-19-16,2 0 22 0,-9-5-8 15,0-21 15-15,-10-7-7 16,-7-5 1-16,-6-8 3 16,-15-5 15-16,0-2-7 15,0-1-2-15,-26 6 18 16,-12 7-19-16,0 14 12 16,5 9 6-16,-5 15-14 15,3 3 13-15,-7 0-16 0,2 12-7 16,4 21-6-16,10 8-6 15,12 4-34-15,9 4-56 16,5 6-72-16,0-7-129 16,0-5-196-16</inkml:trace>
  <inkml:trace contextRef="#ctx0" brushRef="#br0" timeOffset="731.78">3353 12695 25 0,'0'0'676'0,"0"0"-564"0,0 0-9 0,-33-160 66 0,33 134-68 0,0 6-33 16,21 7 22-16,-16 7-19 0,2 6-16 15,-7 0 14 1,0 0-23-16,7 19-4 0,3 30-8 15,4 17-3-15,5 3 1 16,-10-3-29 0,8 2-3-16,-3-5 0 0,-7-3 8 15,-7-9-16-15,0-11 5 16,0 0-39 0,0-14-22-16,5-9-96 0,-3-4-63 15,3-13-80-15,9 0-62 16,-7-6-63-16</inkml:trace>
  <inkml:trace contextRef="#ctx0" brushRef="#br0" timeOffset="1037.84">3747 12623 349 0,'0'0'157'0,"0"0"-12"0,0 0 46 16,0 0-40-16,0 0-8 15,0 0-68-15,9-94-19 16,-46 106-22-1,-27 27-33-15,-2 16 28 16,5-6-26-16,9 2 1 0,5-5 8 0,9-5-6 31,17-5-4-31,9-10-2 16,12-5 4-16,0-2-15 16,0-1 9-16,0-2 2 15,38 7 0-15,21-9 14 0,-1 1-7 0,4-9-2 31,-1-1 1-31,5-2-1 16,0 3-5-16,2 0-23 0,-4-2-70 16,2 3-139-16,-2-7-160 15</inkml:trace>
  <inkml:trace contextRef="#ctx0" brushRef="#br0" timeOffset="1335.8">4159 12631 793 0,'0'0'86'16,"0"0"19"-16,0 0 91 16,0 0-139-16,0 0-54 15,0 0 44-15,19-19 15 16,28 53-9-16,3 10 12 15,7 1-21-15,4 10 0 16,-7-9-24-16,-2-1-18 0,2-2 9 16,-11-11-11-16,-3-1-21 15,-3-8 1-15,-8-3-72 16,-10-3-83-16,-12-6-99 16,-3-11-62-16,-4 0-49 15</inkml:trace>
  <inkml:trace contextRef="#ctx0" brushRef="#br0" timeOffset="1573.95">4775 12578 516 0,'0'0'112'0,"0"0"15"16,0 0 43-16,0 0-60 16,0 0-40-16,0 0-27 15,-217 68-1-15,172-2 22 16,0 8-43-1,1 4 3-15,1-6 0 0,8-4-21 16,2-5 4-16,4-13-7 0,6-2-39 16,9-9-75-1,-3-12-116-15,12-12-143 16</inkml:trace>
  <inkml:trace contextRef="#ctx0" brushRef="#br0" timeOffset="2066.16">5027 12604 342 0,'0'0'529'16,"0"0"-468"-16,0 0 118 15,0 0-44 1,0 0-82-16,0 0-23 0,-16-89-5 15,16 89 16-15,0 0-18 16,0 9-19-16,0 33 21 16,0 10-20-16,-10 8 7 15,1-5-12-15,6-4 6 16,-1-11-17-16,4-9-2 0,-7-13-19 31,7-10 26-31,0-5-24 0,0-3 21 0,0 0-1 16,0 0-9-16,0 0 15 31,37-9 3-31,10-14 1 16,5-1-1-16,12 6 6 15,0 0-5-15,2 12 0 16,0 6 4-16,-10 0 2 0,-11 18-5 16,-14 14 4-1,-20 5 26-15,-11-1-25 0,0-7 26 16,0 3 6-16,0 0-23 15,-26-7 19-15,-11-1-25 16,-8-2-5-16,-2-8-8 16,-3 1 3-16,6-9-32 15,-4-6-35-15,11 0-61 16,-1 0-51-16,12-12-73 16,5-17-85-16</inkml:trace>
  <inkml:trace contextRef="#ctx0" brushRef="#br0" timeOffset="2366.48">5067 12529 381 0,'0'0'382'0,"0"0"-300"0,0 0 82 0,0 0-42 0,0 0-97 0,0 0 0 0,52-26 0 16,12 26 24-16,6-3-40 15,-6 3-1-15,-7-3 25 16,-10-1-23-16,-14 2 10 16,-7 2 4-1,-10 0-19-15,-6-2 21 0,-3 2-24 16,-7 0-1-16,0 0 6 16,0 0-7-16,0 0-6 15,0 0-17-15,0 0-73 16,0 0-62-16,0 0-132 15,0 0-139-15</inkml:trace>
  <inkml:trace contextRef="#ctx0" brushRef="#br0" timeOffset="2973.67">5847 13008 538 0,'0'0'163'0,"0"0"-64"0,0 0 84 0,0 0-32 0,0 0-85 0,0 0-1 16,-40-13-2-16,40 10-29 16,3 3 17-1,60-3-8-15,27-3 11 16,21-1 15-1,16-5-53-15,-4 1 19 16,-13 0-2-16,-8-1-29 16,-17 3 22-16,-31-1-26 0,-12 8 0 15,-13 2-1-15,-13 0-2 16,-6 0-12-16,-6 0-38 16,3 0-73-16,-7 0 14 15,0 2-118-15,0 8-63 16,0-4-67-16</inkml:trace>
  <inkml:trace contextRef="#ctx0" brushRef="#br0" timeOffset="3240.7">6359 12703 616 0,'0'0'93'0,"0"0"79"16,0 0 1-16,0 0-55 15,0 0-44-15,0 0-15 16,-28-30 11-16,28 30-31 16,0 30-14-16,0 23 22 0,0 21 12 15,0 7-26-15,4-5-28 16,20-2 0 0,0-5 3-16,-13-6-8 15,6-4-28-15,-12-3-26 0,-1-8-70 16,-4-3-61-1,0-13-109-15,0-2-122 0</inkml:trace>
  <inkml:trace contextRef="#ctx0" brushRef="#br0" timeOffset="4736.3">12123 4831 130 0,'0'0'628'0,"0"0"-552"0,0 0 46 0,0 0 92 0,0 0-125 0,0 0-27 0,-221 0 13 16,221 0-42-16,0 0 7 15,0 3-40-15,18 9 14 16,63 0 15-1,25-1-10-15,38-11-4 0,9 0 13 0,14 0-25 32,1 0 13-32,4-6-8 15,-21-5-3-15,-12-1 2 16,-33 3-7-16,-40 5-9 16,-29 2 8-16,-29 2-49 15,-8 0-12-15,0 0-37 16,-19 0-88-16,-45 0-67 15,-26 6-54-15,-6-1-29 0</inkml:trace>
  <inkml:trace contextRef="#ctx0" brushRef="#br0" timeOffset="5042.18">12123 4923 596 0,'0'0'97'15,"0"0"73"-15,0 0-3 16,0 0-23-16,0 0-76 15,0 0-19-15,-151 18 19 0,236-18-28 16,31 0 5-16,20 0-17 16,18-6-19-16,8-11 33 15,6-6-13 1,-3 6-3-16,-19 2 19 0,-40 7-34 16,-35-1 6-16,-31 5-17 15,-26 4 6-15,-14 0-11 16,0 0 5-16,0 0-31 15,0 0-10-15,0 0-59 16,-19 0-21-16,-21 0-94 0,-5 4-140 16,-14 5-159-16</inkml:trace>
  <inkml:trace contextRef="#ctx0" brushRef="#br0" timeOffset="6389.02">7283 12741 894 0,'0'0'131'0,"0"0"-5"0,-12-175 97 0,12 124-79 0,24 14-67 0,-3 11 6 16,-7 12-42-16,-7 8 2 15,-7 6-2-15,5 0-26 16,-5 0 26 0,7 29-27-16,0 31-3 0,0 11 50 15,-7 4-60-15,3-9 17 16,-3-3-10-16,0-1 4 16,0-5-8-16,0-2-4 15,0-6-28-15,0-4 12 0,4-10-65 16,1-7-6-16,7-7-18 15,2-13-139-15,7-8-130 16,8 0-63-16</inkml:trace>
  <inkml:trace contextRef="#ctx0" brushRef="#br0" timeOffset="6817.56">7783 12592 731 0,'0'0'153'16,"0"0"22"-16,0 0 31 0,0 0-94 15,0 0-18 1,0 0-37 0,0-77-23-16,0 80-3 15,-14 38-26-15,-3 12 15 16,-4 8-5-16,14-4-6 16,2-9-6-16,-9-4-3 15,14-5 0-15,0-13-7 16,0-4 7-16,0-10-1 15,0-12-8-15,0 0-25 0,0 0 33 16,0 0-16 0,21 0 17-16,15-3 2 0,18-15 6 15,-4 2-8-15,4 2 0 16,14 5 8-16,-4 6 9 16,2 3-12-16,-3 0 16 15,-18 9 20-15,-19 8-40 16,-19 4 29-16,-7 4-7 15,0 7-23-15,-33 8 29 16,-38 7-29-16,-13-5 0 0,8-10-6 16,10-5-3-16,17-12-12 15,13-12-36-15,13-3-76 16,4 0-40-16,14-35-160 16,5-16-102-16</inkml:trace>
  <inkml:trace contextRef="#ctx0" brushRef="#br0" timeOffset="7039.59">7795 12566 830 0,'0'0'155'0,"0"0"-18"0,0 0 103 0,0 0-107 0,0 0-99 0,0 0 17 0,78-57-4 15,25 41 2-15,6 7-34 16,-27 8-10-16,-2 1-10 15,-25 0 2-15,-8 0-78 16,-21 20-45-16,-14 18-118 16,-12 5-105-16,0 2-151 0</inkml:trace>
  <inkml:trace contextRef="#ctx0" brushRef="#br0" timeOffset="7308.26">8519 12718 307 0,'0'0'518'16,"0"0"-436"-16,0 0 94 0,0 0 30 16,0 0-112-1,0 0 7-15,-29-159-18 16,29 157-9-16,0 2-6 0,0 0-44 16,0 0 6-16,0 0-10 15,0 23-18-15,0 32 24 16,10 7-19-16,1 6-5 15,-3-5 0-15,-4-4-2 16,-4-2-4-16,0-6-21 16,0 1-37-16,0-8-36 15,-28-5-136-15,2-13-167 16,5-20-139-16</inkml:trace>
  <inkml:trace contextRef="#ctx0" brushRef="#br0" timeOffset="7690.32">8813 12661 839 0,'0'0'124'15,"0"0"32"-15,0 0 56 16,0 0-135-16,0 0-37 0,0 0-2 16,26-104-26-16,-26 106-12 31,-52 43 10-31,-14 12-6 0,-9 9 9 0,4-7-9 15,19-10-4 1,19-11 0-16,7-11 1 0,19-16-3 16,7-1 2-1,0-7-11-15,0 0 7 16,21-3 8 0,17 0 3-16,-5 0 1 0,14 0-5 15,-2 3 30-15,12 11-8 16,-1 6 8-1,3 8 21-15,0 1-36 0,-7-1 2 16,-7-1-20-16,-3-7 11 16,-6-1-24-16,-6-1 7 15,-4-3-70-15,0-1-71 16,-5-2-167-16,-4-12-192 16</inkml:trace>
  <inkml:trace contextRef="#ctx0" brushRef="#br0" timeOffset="7992.66">9190 12712 773 0,'0'0'89'0,"0"0"89"16,0 0 23-16,0 0-100 15,0 0-44-15,0 0-7 0,-28-45 7 16,28 45-36-1,28 6 22-15,27 30 32 0,8 7-40 16,-4 3 3 0,0-1-32-16,-5-7 2 15,-4 2 0-15,-8-8-2 0,-6-4-10 16,-17-5 4-16,-1-6-43 16,-10 2-37-16,-8-1-60 0,0-6-41 15,0 3-84-15,0-13-68 16,-17-2 18-16</inkml:trace>
  <inkml:trace contextRef="#ctx0" brushRef="#br0" timeOffset="8356.99">9516 12727 294 0,'0'0'182'0,"0"0"-65"16,0 0 51-16,0 0 19 15,0 0-20-15,0 0-70 16,-19-96 14-16,19 96-33 0,0 0-35 15,0 0 12 1,-7 19-36-16,-3 28 7 0,1 18 47 16,-10 1-59-1,-2-1 17-15,-5-5-7 0,2-5-18 16,-6-8 25-16,1-11-31 16,11-4 3-16,-1-11 4 15,5-6 4-15,9-9-11 16,5-3 0-16,0-3 2 15,0 0-4-15,0 2 2 16,0-2-2-16,0 0-8 0,0 0-9 16,0 0 12-1,0 0-12-15,0 4-25 0,0-2-6 16,0-2-32-16,0 0 6 16,0 0-33-16,19 0-89 15,-7-2-20-15,2-22-181 16</inkml:trace>
  <inkml:trace contextRef="#ctx0" brushRef="#br0" timeOffset="10737.8">9820 12688 670 0,'0'0'192'0,"0"0"-62"0,0 0 107 0,0 0-101 0,0 0-82 0,0 0-11 0,-50-21-29 0,121 18 40 15,5 0 7-15,-10 0-36 16,-15 3 13-16,-20 0-16 16,-17 0-17-16,-4 0 22 15,-3 0-27-15,-7 0 2 16,7 0 3-16,-5 0 2 0,8 0-7 15,-3 0 0-15,-3 0 3 32,-4 0-1-32,0 0-2 0,0 0 0 0,0 0 0 15,0 0 5 1,0-2-7-16,0 2 2 0,0 0-2 16,0 0-10-16,0 0 12 0,0 0 0 15,0 0-9 1,0 0 6-16,0 0 3 0,0 0 0 31,0 0 6-31,0 0-5 16,0 0-1-16,0 0 0 15,0 0-3-15,0 0 10 16,0 0-7-16,0 0 0 16,0 0 4-16,0 0 0 15,10 0-4-15,9 0 0 16,11 0 0-16,17-4 8 0,-9 2-8 15,-10-2 0-15,-9-2 4 16,0 3-5-16,-12 1 1 16,-2-2 0-16,9 4 1 15,-14 0 9 1,0 0-10-16,0 0 0 0,0 0 4 16,0 0 5-16,0 0-9 15,0 0 0-15,0 0 8 16,0 0 1-16,0 0-7 0,0 0-1 15,0 0 10-15,0 0 2 16,0 0-8-16,0 15-4 16,0 23 22-16,-9 17-11 15,-3 2 9-15,-7 5-4 16,12 1-16-16,-10-3 28 16,8-11-23-16,9-6-5 15,0-14 7-15,0-8 5 16,0-6-12-16,0-5-1 15,0-5 4-15,0 1-8 16,0-6 4-16,0 3 0 16,0-3-3-16,0 3-5 0,0 0 6 15,0-1-12-15,0 4-31 16,0-1 25-16,-12 3-56 16,5 1-11-1,-16 0-93-15,-3-6-69 0,-10-3-146 16,6 0-195-1</inkml:trace>
  <inkml:trace contextRef="#ctx0" brushRef="#br0" timeOffset="11905.95">11392 12688 856 0,'0'0'102'0,"0"0"73"0,0 0 23 0,0 0-148 0,0 0 1 0,0 0 7 15,-26-98-51-15,26 74 33 16,10 6-23 0,6 5-2-16,-1 5 37 0,-4 2-37 15,1 6 15 1,5 0-5-16,-1 0-24 15,-2 8 30-15,-2 16-29 16,-12 1 5-16,0-2 16 0,0-8-20 16,-26-2 10-16,-16-5 7 15,2-5-17-15,2-3 24 16,5 0-20-16,2 0-4 16,5 0 10-16,12-17-7 15,0-7-6-15,14-3 0 16,0-1 1-16,0 8-19 0,28 2 5 15,29 12-30-15,14 6-9 16,4 0-120-16,10 15-120 16,-19 14-161-16</inkml:trace>
  <inkml:trace contextRef="#ctx0" brushRef="#br0" timeOffset="12557.84">11553 13093 614 0,'0'0'303'0,"0"0"-223"15,0 0 95-15,0 0-69 0,0 0-100 16,0 0 21-16,21-6 38 16,-5 4-17-16,-16 2 9 15,0 0 2-15,0 0-30 16,0 6 8-16,-26 14-7 15,-11 5-9-15,-1-11 8 16,5-2-23-16,2-4 7 16,13-4-4-16,8-4-7 15,-2 0 15-15,12 0-17 16,0 0 0-16,0 0-4 16,0-12 7-16,0 6-3 15,0 3 0-15,0 0 8 16,0 1-2-16,0 2-6 0,0 0 0 15,0 0 0-15,0 0 6 16,0 0-6-16,0 0 1 16,0 0 1-16,0 0 16 15,0 0-18-15,0 0 0 16,0 0 11-16,0 0-5 0,0 0-6 16,0-4 0-16,0 4 2 15,0-2 4-15,0 2-6 16,0-4 0-16,0 4 9 15,0 0-1-15,0-2-5 16,0 2-3 0,0 0 9-16,0 0 1 0,0 0-9 15,0 0 1-15,0 0 10 0,0 0-5 16,0 0-7 0,0 0 1-16,0 0 4 15,0 0 5-15,-4 0-10 16,4 0 0-16,0 0 8 15,0 0-2-15,0 0-6 0,0 0 0 16,0 0-2-16,0 0-9 16,0 0-7-16,0 0-20 15,0 0-11-15,18-6-127 16,27-9-180-16,5-7-351 16</inkml:trace>
  <inkml:trace contextRef="#ctx0" brushRef="#br0" timeOffset="12954.78">12064 12684 1026 0,'0'0'89'0,"0"0"57"0,0 0-21 0,33-160-85 0,38 125-27 15,0 7-11-15,-8 7 23 16,-8 10-18-16,-13 8 21 16,-9 3 34-16,-7 14-40 15,-9 37 27-15,-17 21-10 16,0 8-28-16,-12 1 13 31,-40-9-21-31,-5-10 1 16,-6-15 27-16,15-10-29 15,15-15 23-15,12-3-20 0,17-13 1 16,4-3-11-16,0 3 5 16,28-6 0-16,40 0-9 15,17 0-2-15,12-17-21 16,6-17-51-16,-6-2-99 16,-12 0-84-16,-14-3-150 15,-22 1-96-15</inkml:trace>
  <inkml:trace contextRef="#ctx0" brushRef="#br0" timeOffset="13273.17">12946 12535 224 0,'0'0'400'0,"0"0"-260"15,0 0 25-15,0 0 10 16,0 0-98-16,0 0-5 16,-182 37-32-16,166 15 2 15,11 12-19-15,5-2-17 16,0-2-5-16,10-6-1 15,25-9-5-15,7-12-8 0,-8-11 7 16,10-10 6-16,-11-12-1 16,12 0 9-1,-2-6 11-15,4-26 13 16,-14-6 8-16,-14-7 44 0,-8 0-41 16,-11-6 2-16,0-2 0 15,-14-1-36-15,-33 9 8 16,-2 10-17-16,1 11-6 15,8 11-1-15,-7 13-69 16,9 0-77-16,-4 18-202 16,7 15-388-16</inkml:trace>
  <inkml:trace contextRef="#ctx0" brushRef="#br0" timeOffset="13542.22">13316 12464 1068 0,'0'0'123'0,"0"0"71"0,0 0-29 16,0 0-97 0,0 0-26-16,0 0-23 15,19 0 31-15,-7 63-5 16,0 11-28-16,-12 3 4 0,0-5-16 15,0-4-7-15,0-7 2 0,0-10-42 16,7-6-15-16,-5-16-141 16,7-12-145-16,8-17-136 15</inkml:trace>
  <inkml:trace contextRef="#ctx0" brushRef="#br0" timeOffset="13821.3">13759 12541 692 0,'0'0'198'32,"0"0"-17"-32,0 0 39 0,0 0-130 0,0 0-52 0,0 0-30 15,-198-3 0 1,144 45-4 0,2 7 3-16,0-3 15 0,22 3-22 0,16-2 0 15,14-5 22-15,0-3-19 16,0-4 10-16,51-7-4 15,4-7-8 1,13-4 26-16,-2-8-27 16,2-3 0-16,3-6-12 0,0 0 8 15,-5 0-57-15,-2 0-73 16,-15 0-164-16,-7 0-93 16</inkml:trace>
  <inkml:trace contextRef="#ctx0" brushRef="#br0" timeOffset="14066.09">14165 12566 211 0,'0'0'592'0,"0"0"-473"0,0 0 116 16,0 0-71-16,0 0-109 15,0 0 13-15,47 26 11 16,7 25-13-16,5 1-18 15,-5-3-22-15,1 3 8 16,-8-12-34-16,-2-1 0 16,-3-5-7-16,-14-11-55 15,-2-5-58-15,-5-10-68 16,-2-8-136-16,0 0-24 16,-7-11-158-16</inkml:trace>
  <inkml:trace contextRef="#ctx0" brushRef="#br0" timeOffset="14287.39">14714 12476 600 0,'0'0'176'0,"0"0"-9"15,0 0 95-15,0 0-134 16,0 0-32-16,0 0-37 16,-172 87 11-16,125-15 27 15,-3 2-59-15,1 3-3 16,-1-5-27-16,3-3 2 0,14-4-20 15,3-8 2-15,6-13-61 16,10-10-99-16,2-13-203 16,12-19-159-16</inkml:trace>
  <inkml:trace contextRef="#ctx0" brushRef="#br0" timeOffset="14685.37">14952 12548 977 0,'0'0'151'0,"0"0"31"16,0 0-5-16,0 0-155 15,0 0 0-15,0 0 8 16,-28 95 1 0,28-50-11-16,0-3-13 15,0-10-2-15,0-4-5 0,0-11 5 16,0-8-9-16,0-7 4 15,0-2 0-15,0 0-7 0,0 0-8 16,5 0-3-16,37-22 16 16,8-3 4-16,9 6-3 15,-5 8 1-15,-5 9 0 16,-2 2 13-16,-4 0-12 16,-3 30 25-16,-2-1 4 15,-8 3 11-15,-8-4 9 16,-22 1-32-16,0 2 5 0,0 4-9 15,-26-1-9-15,-38-2-10 16,-7-4-20-16,1-8-61 31,11-8-80-31,-5-12-206 16,14 0-168-16</inkml:trace>
  <inkml:trace contextRef="#ctx0" brushRef="#br0" timeOffset="14890.89">14933 12489 869 0,'0'0'123'0,"0"0"79"16,260-100-6-16,-126 55-117 15,-4 5-2-15,-17 6-36 32,-42 13-14-32,-38 12-27 0,-19 9-16 0,-14 0-41 15,-21 9-144-15,-50 27-84 16,-19 5-90-16</inkml:trace>
  <inkml:trace contextRef="#ctx0" brushRef="#br0" timeOffset="16099.71">14882 4914 370 0,'0'0'244'0,"0"0"-217"0,0 0 110 16,-269 4 11-16,233-2-31 0,22 1-16 0,10 0-38 16,4 0 3-16,0 0-27 15,0 6-26-15,30 0 16 16,55-4 14-16,31-2 9 16,44-3-8-16,31 0-19 15,38-29 41-15,35-9-38 16,21-4-10-16,0 8 20 0,-4-1-28 15,-22 1 4-15,-28 5 1 16,-31-3-7-16,-56 4 6 16,-61 11-14-16,-41 5 1 15,-32 6-3-15,-10 3 2 16,0-7-4-16,-59 7-20 16,-24 3-53-16,1 0-5 15,4 9-93-15,19 19-140 0,14-8-118 16</inkml:trace>
  <inkml:trace contextRef="#ctx0" brushRef="#br0" timeOffset="16339.19">20335 4801 334 0,'0'0'0'0,"0"0"-7"0,0 0-8 0,0 0-155 15</inkml:trace>
  <inkml:trace contextRef="#ctx0" brushRef="#br0" timeOffset="16722.61">19814 4842 726 0,'0'0'129'0,"0"0"-48"0,-342 0 125 16,285 0-29-16,36 0-115 0,21 0-21 16,0 0-5-1,52 13-30-15,56-5 20 0,43-2 12 16,26-6-26-16,28 0 20 15,5 0-19-15,4-14 7 0,-9-5 24 32,-16-2-37-32,-22 3 10 15,-27 1-12-15,-44 5 4 16,-42 3-18-16,-35 9 8 16,-19 0-51-16,-19 0-59 15,-87 0-162-15,-47 9-294 16</inkml:trace>
  <inkml:trace contextRef="#ctx0" brushRef="#br0" timeOffset="17692.53">15730 12724 1181 0,'0'0'159'0,"0"0"-80"0,0 0 108 0,0 0-104 0,0 0-66 16,0 0 19-16,0 0-11 15,347-34 11-15,-220 22-16 0,-7-5-17 16,-6-4 30 0,-20 4-33-16,-21-5 0 15,-16 11-1-15,-34 1-13 16,-6 10-22-16,-17 0-45 0,0 0-140 16,-26 0-148-16,-29 10-217 15</inkml:trace>
  <inkml:trace contextRef="#ctx0" brushRef="#br0" timeOffset="17946.78">16317 12318 1042 0,'0'0'162'16,"0"0"18"-16,0 0 28 16,0 0-132-16,0 0-41 15,0 0 2-15,-59 20-23 16,59 55 32-16,10 18-8 15,-8-7-29-15,15-9 27 16,-10-5-34-16,12-6 4 0,-12-3-6 16,7-6-6-16,-9-9-1 15,-5-4-55-15,0-5-30 16,0-6-92 0,0-9-200-16,0-12-205 15</inkml:trace>
  <inkml:trace contextRef="#ctx0" brushRef="#br0" timeOffset="18271.45">17088 12279 340 0,'0'0'681'0,"0"0"-526"16,0 0 18-16,0 0 16 15,0 0-111-15,0 0-24 16,-52-90-5-16,52 99-31 16,0 42 27-1,0 15-2-15,5 14-9 16,2-3 10-16,-7-5-43 0,7-4 11 16,-7-11-12-1,5-8-2-15,-5-8 2 0,0-4-66 16,0-11-27-16,0-7-31 15,2-14-176-15,3-5-120 16,0-10-234-16</inkml:trace>
  <inkml:trace contextRef="#ctx0" brushRef="#br0" timeOffset="18655.34">17494 12240 765 0,'0'0'141'16,"0"0"49"-16,0 0 7 0,0 0-67 15,0 0-53-15,0 0-48 16,-121-63 16-16,93 103-35 31,-12 9 1-31,17 17 22 16,1 6-29-16,18 8 11 0,4-1-15 16,0-5 10-16,0-2-12 15,30-16 2-15,10-5-15 16,3-15 12-16,-3-13-30 15,5-14 26-15,-5-9 6 16,7 0 2-16,-12 0 3 16,1-26-4-16,-10-4 0 15,-10-2 7-15,-11 1 2 16,-5 1 3-16,0 4 10 16,0 7-15-16,-43 2 28 0,-1 8-26 15,-22 6 0-15,-1 3 8 16,1 0-9-16,5 6-5 15,21 17-3-15,7 8-16 16,17 4-6-16,9 7-112 16,-1 1-116-16,8-11-233 15</inkml:trace>
  <inkml:trace contextRef="#ctx0" brushRef="#br0" timeOffset="18948.32">18045 12332 886 0,'0'0'220'0,"0"0"-91"0,0 0 58 16,0 0-12-16,0 0-117 0,0 0-35 0,-47-68 25 15,52 89-38-15,14 32 18 16,4 19 14-16,-11 2-34 15,-2 1 14-15,-8-10-22 16,-2-1-6-16,0-13 4 16,0-6-51-16,0-5-11 15,0-9-99-15,0-13-102 16,5-16-56-16,6-2-68 16</inkml:trace>
  <inkml:trace contextRef="#ctx0" brushRef="#br0" timeOffset="19185.97">18342 12483 408 0,'0'0'143'16,"0"0"39"-16,0 0 20 16,0 0-21-1,0 0-69-15,0 0-68 16,-80-123 20-16,19 141-32 0,0 23 9 16,11 10 22-16,17 8-32 15,21 4 3 1,12-5-2-16,0-2-18 0,7-10 12 15,52-2-23-15,-4-16-2 0,8-6 10 16,6-13-3-16,1-6-16 31,-4-3 7-31,5 0-60 0,-5 0-34 16,-9-12-141-16,-13-6-198 0</inkml:trace>
  <inkml:trace contextRef="#ctx0" brushRef="#br0" timeOffset="19457.89">18774 12434 826 0,'0'0'202'0,"0"0"-44"0,0 0 39 16,0 0-52-16,0 0-117 16,0 0 21-16,47-8 15 31,24 46-19-31,4 13 8 0,-9 0-38 15,0-5-2-15,-9 0-5 16,2-9-5-16,-10-5-6 16,-2-7-18-1,-4-2-44-15,-8-6-36 0,10-8-111 16,-19-6-106-16,0-3 18 16,0 0-261-16</inkml:trace>
  <inkml:trace contextRef="#ctx0" brushRef="#br0" timeOffset="19671.18">19512 12300 731 0,'0'0'149'0,"0"0"51"0,0 0 25 16,0 0-123-16,0 0-68 16,0 0 34-16,-163 119 15 15,111-45-37-15,3-1 23 16,4-4-48-16,-7-7-5 15,7-7-6-15,3-3-4 16,6-10-12-16,8-7-21 16,5-7-83-16,1-5-102 15,4-13-213-15,10-10-338 16</inkml:trace>
  <inkml:trace contextRef="#ctx0" brushRef="#br0" timeOffset="20187.13">19851 12283 445 0,'0'0'530'0,"0"0"-412"0,0 0 77 16,0 0-44-16,0 0-134 15,0 0 10-15,-28-13-5 16,28 49-14-16,-9 11 43 0,-3-2-51 16,7-3 3-1,5-6 0-15,0-6 3 0,0-9-10 16,0-10 4 0,0-5-24-16,0-6 23 15,0 0-27-15,0 0 11 16,0 0 6-16,0 0-20 0,17-17 28 15,16 2 1 1,2 0 2-16,19 2-9 0,-16 7 9 16,2 4 0-16,5 2-6 15,-17 0 19-15,10 0-13 0,-5 15 13 16,-7 23 21-16,-5 11 22 16,-21 2-23-16,0-5 8 15,0 0 12-15,-26-8-36 16,-24-5 12-16,-13-7-29 15,4 2 7-15,9-10-14 16,-4-3-20 0,9-13-56-16,10-2-59 15,7-2-95-15,2-34-119 16,7-9-102-16</inkml:trace>
  <inkml:trace contextRef="#ctx0" brushRef="#br0" timeOffset="20473.05">19769 12318 680 0,'0'0'85'16,"0"0"38"-16,0 0 27 0,0 0-90 0,0 0-20 0,0 0-29 0,-12-30 14 15,12 30 3-15,0 0-10 16,0 0 33-16,0 0-18 15,0 0-14-15,0 0 16 16,0 0-32-16,0 0 1 16,0 0-4-16,0 0-3 15,0 0-2-15,0 0-9 16,0 0-18-16,0 0-17 16,0 0-75-16,0-3-41 15,0 1-162-15</inkml:trace>
  <inkml:trace contextRef="#ctx0" brushRef="#br0" timeOffset="21968.16">19769 12318 809 0,'-356'-58'162'15,"337"56"-90"-15,19 2 170 0,7 0-147 16,64-6-80-16,32 1 47 15,11-8-33-15,11-1-1 16,-10 1 7-16,-18-2-20 16,-27 9 28-16,-20 1-27 15,-29 5-13-15,-14 0 4 16,-7 20 4-16,0 26-11 16,0 7 24-16,-33 7-23 0,3-1 23 15,1 5-23-15,6 1 10 16,-10-1 17-1,14-1-26-15,0 1 19 16,-5-5-7-16,3-8-12 0,7-4 29 16,2-7-29-16,5-12-1 15,7-9 9-15,-7-10-3 16,7-6-7-16,0-3 0 16,0 0 4-16,-5 0-8 15,1-20 4-15,4-28-1 16,0-18-11-16,0-11 10 0,0-8 2 15,0-2 0-15,-3 8-9 16,-20 4-2-16,-6 15 6 16,-15 13 5-16,-8 8-10 15,-12 15 9-15,3 8 1 16,-3 10 0 0,1 6 2-16,8 0-10 0,8 0 8 15,24 6 0-15,6 5-4 16,17-3 4-16,0 1-3 15,0 1-3-15,40-2-4 16,29-8 0-16,11 0 10 0,16 0 0 16,6-18-3-16,-6-5 4 15,-4 1-1-15,-9 5 0 16,-24 7 9-16,-7 8-2 16,-12 2-7-16,-14 0 2 15,-5 38 17-15,-12 19-18 16,-9 15 7-16,0 5 0 15,0 3-6-15,-7-6 16 0,-21-8-18 16,4-6 1-16,-2-12 14 16,1-11-8-16,8-8-7 15,1-12 0-15,11-8 3 16,5-6-5-16,0-3 2 16,0 0 0-16,0 0-3 15,0 0 5-15,0-14-2 16,0-29 0-16,0-15 2 0,0-14-11 31,0-10 9-31,0-4-6 16,5 6 3-16,2 9-11 15,-7 16 14-15,0 17 0 16,-17 14-1-16,-30 12-12 16,-19 12 13-16,-14 0 0 15,-17 0-4-15,-2 14 7 16,2 18-3-16,27-6 0 15,23-3 2-15,25-7-14 16,22-7 10-16,0-6-8 16,0 0 6-16,36-3-3 0,34 0 7 15,22-3 0-15,0-18 3 16,0-3-8-16,0 3 5 16,-7 0 0-16,-2 10 3 15,-15 0 7-15,-7 11-3 16,-9 0-2-16,-14 11 0 15,-12 29 13-15,-7 18-16 16,-19 11 2-16,0 2 12 0,0 7-10 16,-19-4-4-16,-19-3 2 15,5-5 2-15,2-12 10 16,3-13-15-16,14-10 4 16,2-14-2-16,7-8 8 15,5-3-14-15,0-6 3 16,0 0 0-16,0 0-2 15,0-12 2-15,0-33 0 16,5-14-4-16,12-15-4 0,4-14 5 16,-5 2-1-16,-9 3-12 15,-7 12 10-15,0 16-8 16,0 20 10-16,-35 11-3 16,-26 14-6-16,-12 10 10 15,-24 0 2-15,0 18 1 16,1 13-8-16,16-6 8 15,30-2 0-15,15-8-8 0,25-9 6 16,10-6-1-16,0 0 1 16,19 0 1-16,45 0-10 15,16-18 11 1,7-10 0-16,-2 2-3 0,0 1 10 16,-7 10-8-16,-3 13 1 15,-9 2 0-15,0 8 28 16,-9 41-28-16,-12 14 15 15,-24 8 17-15,-12 3-32 16,-9-5 20-16,0-6-20 16,0-6 5-16,-12-6-9 0,-18-13 4 15,-3 0-14-15,0-7-9 16,0-5-52-16,2-5-116 16,5-12-148-16,19-9-307 15</inkml:trace>
  <inkml:trace contextRef="#ctx0" brushRef="#br0" timeOffset="23591.76">12239 14377 665 0,'0'0'388'15,"0"0"-278"-15,0 0 54 0,0 0-59 0,0 0-57 0,0 0-27 0,-62-37-10 16,79 23 13-16,9 5-15 16,-7 9 8-16,0 0 22 15,-8 0-21-15,6 17 21 16,-17 13-13 0,0 1-16-16,0-3 24 15,0-6-28-15,-17-1 10 0,-9-7 8 16,3-5-21-1,13-3 7-15,-1-6-7 0,11 0 3 0,0 0-2 16,0 0-4 0,0-6 0-16,0-23-4 0,0-5-11 15,0 11 2-15,21 5-13 16,-2 10-62-16,7 8-81 16,-5 0-182-16,-12 26-151 15</inkml:trace>
  <inkml:trace contextRef="#ctx0" brushRef="#br0" timeOffset="23895.45">12236 15012 1180 0,'0'0'127'0,"0"0"13"31,0 0-52-31,0 0-71 0,0 0-10 16,0 0-4-1,55 15-2-15,-51 5 1 0,-4 3 39 16,0 8-18-16,0-6 8 16,-21-8 13-16,-10-2-33 15,1-6 15-15,16-6-4 16,9-3-20-16,0 0 18 16,5 0-20-16,0-9 0 0,0-16-1 15,0-1 6-15,0 5-5 16,14 7 0-16,3 8 0 15,-1 6-11 1,6 0-17-16,1 0-36 0,5 0-85 16,-4 0-159-1,-12 6-263-15</inkml:trace>
  <inkml:trace contextRef="#ctx0" brushRef="#br0" timeOffset="24324.65">12864 14737 1160 0,'0'0'80'0,"0"0"52"0,0 0-88 0,0 0-35 15,174-185-9-15,-73 141 1 16,-2 8 6-16,-21 12-2 15,-17 14 13-15,-25 10 33 16,-17 0-43 0,-19 34 28-16,0 17-6 0,0 11-15 15,-43 4 26-15,-18 1-29 16,-7-4 10-16,4-3 10 16,3-3-23-16,9-12 33 15,19-13-23-15,12-1-11 0,21-10 28 16,0-1-35-1,0 2 6-15,28-14-7 16,35-4 13-16,13-4-25 0,16 0 12 16,-3-12-52-16,-1-10 15 15,-13-7-104-15,-11-2-72 16,-15-7-96-16,-2-4-114 16,-18-5-142-16</inkml:trace>
  <inkml:trace contextRef="#ctx0" brushRef="#br0" timeOffset="24643.6">13825 14583 125 0,'0'0'556'0,"0"0"-357"0,0 0 3 16,0 0-2-16,0 0-125 15,0 0-26-15,-54-7 4 16,33 63-30-16,4 16 22 31,8-1-37-31,9-5-6 0,0-4 11 16,0-4-6-16,26-19-7 0,9-12 0 15,10-10-8 1,-5-11 3-16,7-6 5 0,0 0 0 16,-14-23 6-1,5-17 2-15,-17-13-4 16,-16-6 27-16,-5-7-17 16,0-6 25-16,-26 7-19 15,-21 11-19-15,0 8 26 16,7 14-23-16,7 15 0 0,7 6-4 15,9 11-51-15,1 0-29 16,11 32-132-16,0 7-241 16</inkml:trace>
  <inkml:trace contextRef="#ctx0" brushRef="#br0" timeOffset="24921.18">14481 14421 1081 0,'0'0'160'15,"0"0"-1"-15,0 0-9 16,0 0-73-16,0 0-39 16,0 0 3-16,-19 62 23 15,19 18-37-15,0 11 4 16,-7-10-22-16,-3-10 2 15,8-6-22-15,2-12 7 0,0-4-50 16,0-13-8-16,0-13-172 16,0-14-151-1,2-9-97-15</inkml:trace>
  <inkml:trace contextRef="#ctx0" brushRef="#br0" timeOffset="25174.72">14681 14666 512 0,'0'0'326'0,"0"0"-159"0,0 0 39 0,0 0-60 16,0 0-82 0,0 0-13-16,-193-75-19 0,122 111-22 15,0 9 31-15,12 8-30 16,29 3 2 0,23 1 28-16,7-3-31 0,0-3 11 15,37-10-20-15,34-7 12 16,14-11-11-16,-7-11-2 0,-3-9-16 31,-2-3 16-31,-11 0-51 16,-8-9-29-16,-7-11-53 15,-5-4-127-15,-9 0-104 16,-2-8-331-16</inkml:trace>
  <inkml:trace contextRef="#ctx0" brushRef="#br0" timeOffset="25373.88">15044 14621 936 0,'0'0'181'0,"0"0"-2"0,0 0-40 16,0 0-67-16,0 0-1 15,0 0-18-15,168 126 9 16,-100-92-54-16,-14 0 2 16,-2-5-10-16,-7 2-31 15,-3-3-65-15,-13-1-92 16,1 1-85-16,-4-13-143 15</inkml:trace>
  <inkml:trace contextRef="#ctx0" brushRef="#br0" timeOffset="25587.93">15537 14555 920 0,'0'0'140'0,"0"0"47"31,0 0-5-31,0 0-121 16,0 0-23-16,0 0 30 16,-186 186-36-16,141-106 3 15,2-5-35-15,-4-1 3 0,19-12-6 16,4-5-81 0,6-10-85-16,13-13-215 0,5-17-374 15</inkml:trace>
  <inkml:trace contextRef="#ctx0" brushRef="#br0" timeOffset="25819.22">16023 14508 1037 0,'0'0'215'0,"0"0"-135"16,0 0 34-16,0 0-51 15,0 0-25-15,318-79-38 16,-238 76 5-16,-21 3-10 16,-33 0-16-16,-24 0-69 15,-2 10-42-15,-2 11-131 16,-57 0-61-16,0-7-149 0</inkml:trace>
  <inkml:trace contextRef="#ctx0" brushRef="#br0" timeOffset="26204.68">16023 14508 638 0,'42'-51'239'0,"-58"51"-57"16,-3 0 24-16,5 26-82 15,4 26-71-15,-11 10 11 16,14 1-28-16,-7-5-25 16,9-9 6-16,5-10-17 0,0-10 0 15,0-10 0-15,0-9-20 16,0-3 5-16,0-7-14 15,0 0-16-15,0 0 30 16,31-11-4-16,6-20 19 16,10-1-6-16,-2 8 11 15,-2 3-5-15,4 4 0 16,2 5 3-16,-1 7 6 16,1 5-3-16,5 0 25 15,-16 25 25-15,-5 10-14 16,-28 5 14-16,-5-2-3 0,-5 4-23 31,-54-3 21-31,-12-1-51 0,-4-1 3 16,-3-8-3-16,7-4-17 0,19-8-14 15,8-7-75 1,15-10-98-16,13 0-142 16,16-12-337-16</inkml:trace>
  <inkml:trace contextRef="#ctx0" brushRef="#br0" timeOffset="26519.09">16996 14710 1027 0,'0'0'177'0,"0"0"-86"0,0 0 90 0,0 0-132 0,0 0-32 0,0 0 14 16,130-6 6-16,-55 6 10 15,-4 0-3-15,9 0-24 16,-4 0 29-16,-6 0-41 16,-6-6 10-16,-14 0-15 15,-15 0 8-15,-9 4-22 0,-19-2 2 16,-7 2-40-16,0 2-44 15,0 0-123-15,-33 0-97 16,-5-3-81-16,-7-6-57 16</inkml:trace>
  <inkml:trace contextRef="#ctx0" brushRef="#br0" timeOffset="26772.78">17277 14469 370 0,'0'0'244'0,"0"0"-75"16,0 0 44-16,0 0-9 15,0 0-79-15,0 0-32 16,-43-66-30 0,43 66 15-16,0 0-29 15,5 29-7-15,28 26 36 16,7 15-46-16,-7 5-7 0,-16 0-3 16,-6-4-16-1,-6-5 5-15,-5-7-11 0,0-4-18 16,0-13 14-16,0-10-55 15,0-4-40-15,-5-13-86 16,-6-9-153-16,6-6-110 16</inkml:trace>
  <inkml:trace contextRef="#ctx0" brushRef="#br0" timeOffset="27624.6">18052 14466 251 0,'0'0'698'0,"0"0"-519"0,0 0-15 0,0 0-12 0,0 0-107 16,0 0-41-16,-7-132 2 0,73 112 2 16,-7 11-8-1,-14 9 10-15,0 0-8 0,-12 9 37 16,0 26-6-16,-17 19-1 16,-16 9 14-1,0 6-45-15,-9-1 11 0,-45 1-12 16,-12-12 9-16,-7-8 8 15,11-6-9-15,13-14 1 16,14-8 23-16,13-5-31 0,6-11 11 16,16-1-12-16,0-2 8 15,0 1-14-15,0-1 6 16,14-2 0-16,31 0 1 16,18 0 2-16,22-5-6 15,2-16-6-15,20-6-39 16,-13-2-21-16,-9-4-149 15,-7-6-166 1,-20 0-127-16</inkml:trace>
  <inkml:trace contextRef="#ctx0" brushRef="#br0" timeOffset="28048.29">18993 14224 34 0,'0'0'749'16,"0"0"-613"-16,0 0 57 15,0 0-8-15,0 0-100 0,0 0-14 16,-101-26-18-16,70 65-29 16,-9 20 22-16,14 7-18 15,5 1-12 1,11 2 1-16,10-6-10 0,0-6-9 16,0-3 2-16,36-10 0 15,4-11-12-15,5-7 10 16,-8-4-1-16,-1-13-5 15,-6-6 2-15,3-3 2 16,0 0 4 0,-2 0 0-16,-5-21 14 15,0-12-13-15,-14 1 24 16,-5-2-1-16,-7 2-13 16,0 7 27-16,0 8-6 15,0 5-12-15,-5 4 21 0,-28 4-36 16,-9 2-2-16,-1 2-2 15,-2 0 6-15,12 0-8 16,0 14 1 0,7 6-28-16,15 1 1 0,-3 4-68 15,9-5-95-15,0-5-153 16,5-9-220-16</inkml:trace>
  <inkml:trace contextRef="#ctx0" brushRef="#br0" timeOffset="28302.42">19516 14198 918 0,'0'0'167'0,"0"0"37"0,0 0-13 0,0 0-108 15,0 0-2-15,0 0-42 0,5-6-7 16,7 63 24-16,-7 11-30 15,-5 4-1-15,0-6-25 16,0-9 9-16,0-2-22 0,0-7-1 16,-17-6-43-16,3-10-91 15,5-7-203-15,9-16-276 16</inkml:trace>
  <inkml:trace contextRef="#ctx0" brushRef="#br0" timeOffset="28587.32">19891 14243 929 0,'0'0'153'15,"0"0"-19"-15,0 0 22 0,0 0-98 16,0 0-50 0,0 0 24-16,-212 23-21 0,158 25 5 15,9 9 25-15,3 1-13 16,16 5 12-16,19-3-17 15,7-6-15-15,0-6 17 16,2-7-25-16,33-11 0 16,10-6 3-16,7-15 1 15,7-6-8-15,0-3-3 16,7 0-52-16,9 0-28 0,1-6-118 16,9-6-159-1,-7-6-170-15</inkml:trace>
  <inkml:trace contextRef="#ctx0" brushRef="#br0" timeOffset="28841.2">20382 14280 1031 0,'0'0'159'15,"0"0"30"-15,0 0-48 0,0 0-92 0,0 0-21 16,0 0 34-16,134 115-9 15,-96-65-47-15,2-3 13 16,-9-4-16 0,2-6 7-16,-8-8-20 0,-1-7-5 15,-10-7-70-15,-4-2-48 16,-3-10-152-16,-7-3-131 16,0 0-223-16</inkml:trace>
  <inkml:trace contextRef="#ctx0" brushRef="#br0" timeOffset="29015.87">20780 14198 623 0,'0'0'267'15,"0"0"-71"-15,0 0 44 0,0 0-106 16,0 0-64-16,0 0 21 16,-167 164-35-1,122-103 2-15,0-1-44 16,7-3-11-16,-4 0-6 15,0-6-6-15,1-4-66 16,6-7-172-16,0-12-254 0</inkml:trace>
  <inkml:trace contextRef="#ctx0" brushRef="#br0" timeOffset="29406.56">21091 14179 959 0,'0'0'160'0,"0"0"-122"16,0 0 96-16,0 0-39 16,342-59-76-16,-250 42 51 15,-28 0-10-15,-27 5-7 16,-20 7 17-16,-15-1-46 15,-2 6 8-15,0 0 2 16,0 0-25-16,0 0 32 0,0 0-36 16,0 40-3-16,0 24 36 15,-7 23-17-15,-12 2 1 16,-4-9 5-16,16-5-23 16,-7-10 20-16,11-10-24 15,-1-10 0-15,4-13-7 16,-8-4 1-16,4-10-16 15,-6-4-36-15,-11-2-33 16,-14-4-19-16,-10-8-154 0,-21 0-156 16,-5 0-413-1</inkml:trace>
  <inkml:trace contextRef="#ctx0" brushRef="#br0" timeOffset="34419.97">3075 12026 773 0,'0'0'54'0,"0"0"36"0,0 0 74 0,-153-180-70 0,139 157-25 16,14 8 17-16,0 6-35 16,0 3 16-16,0 2-43 15,0 4 0-15,30 16 3 0,41 53-24 16,26 41 58-16,21 38-19 16,11 32-34-16,10 23 30 15,24 17-38-15,18 1 1 16,-1-3-1-16,1-4 9 15,-13-17-18-15,-22-11 2 16,-21-23-69-16,-10-23-33 16,-11-20-105-16,-3-25-110 15,-4-26-162-15</inkml:trace>
  <inkml:trace contextRef="#ctx0" brushRef="#br0" timeOffset="35168.92">8278 11931 466 0,'0'0'198'0,"0"0"-60"0,0 0-11 16,-134-165 53-16,124 147-41 0,10 6-57 0,0 12 12 15,0 0-48-15,0 0-36 16,0 44 3-16,59 58 1 0,45 53-6 16,26 34 12-16,23 11-14 15,0-3 10-15,-7-7-16 16,-14-14 0-16,-23-9-1 15,-17-13 1-15,-17-13-17 16,-7-10-48-16,3-17-104 16,7-27-104-16,16-24-173 15</inkml:trace>
  <inkml:trace contextRef="#ctx0" brushRef="#br0" timeOffset="36157.07">13366 11912 255 0,'0'0'382'0,"0"0"-296"0,0 0 46 15,0 0 38-15,0 0-43 16,0 0-23 0,-128-86-43-16,128 86 3 0,0 0-9 15,0 0-32-15,12 54 18 16,54 46-7-16,31 40 51 16,23 28-32-16,5 16-45 15,16 13 8-15,13-8-14 16,-1-13 12-16,-16-17-23 15,-31-19 9-15,-21-13-37 0,-26-14-27 16,-22-18-71-16,-8-16-80 16,-15-20-242-16</inkml:trace>
  <inkml:trace contextRef="#ctx0" brushRef="#br0" timeOffset="36901.64">17616 11740 745 0,'0'0'65'16,"0"0"31"-16,0 0 73 0,-52-161-49 0,52 144-35 0,0 15-51 0,0 2 44 16,0 40-51-16,19 69-13 15,24 58 81-15,4 37-55 16,9 14-9-16,20-7-31 16,18-11 11-16,22-22-9 15,6-23-2-15,-9-29-4 16,-4-24 1-1,-12-18-52-15,-10-13 12 0,-7-8-84 16,-12-17-106-16,-13-9-273 16</inkml:trace>
  <inkml:trace contextRef="#ctx0" brushRef="#br0" timeOffset="37729.67">13771 14037 767 0,'0'0'101'0,"0"0"-1"0,0 0 94 15,0 0-98-15,0 0-70 0,0 0 23 0,151 155 69 0,26-7-20 16,33 23-35-16,2-7-35 16,2-13 25-16,-20-19-53 15,-29-20 0-15,-21-21 1 16,-12-10 7-16,-26-11-8 16,-10-3 0-16,-13-7-34 0,-17-4-18 15,-3-9-90-15,-13-2-90 16,-3-6-171-16</inkml:trace>
  <inkml:trace contextRef="#ctx0" brushRef="#br0" timeOffset="38478.15">19076 13731 811 0,'0'0'105'0,"0"0"59"15,0 0 14-15,0 0-37 0,0 0-39 0,0 0-63 0,-66-69 0 16,127 169 3-16,28 46 27 15,25 23-10 1,1 8-47-16,12-5-7 0,-4-9 8 16,-12-17-8-16,-17-21-10 15,-23-15 2 1,-17-18-30-16,-11-14 9 16,-15-12-76-16,-9-13-75 15,-19-11-108-15,0-7-234 16</inkml:trace>
  <inkml:trace contextRef="#ctx0" brushRef="#br0" timeOffset="40615.12">4992 16399 762 0,'0'0'275'0,"0"0"-61"0,-170-156-61 0,146 135 12 0,10 10-73 0,14 11-52 16,0 0 12-16,0 0-33 16,0 15-5-16,33 42 14 15,0 20-23-15,5 9 7 16,-12 10-12-16,-10-7-6 16,6-3 6-16,-1-2-52 15,-2-18-23-15,7-13-74 16,-10-7-123-16,-6-17-96 0,-1-15-144 15</inkml:trace>
  <inkml:trace contextRef="#ctx0" brushRef="#br0" timeOffset="41321.43">5442 16426 798 0,'0'0'189'0,"0"0"14"0,0 0-49 15,0 0-40-15,0 0-6 16,0 0-59-16,-33-135-7 0,33 135 3 16,-9 0-40-16,4 31 17 15,-12 28-7-15,13 16-7 16,4 3 12-16,0-10-20 16,0-2 0-16,30-8 1 15,8-4 6-15,0-14-7 16,2-14 0-16,-5-9 2 15,-2-11-17 1,-7-6 9-16,-5 0 6 0,-4 0-8 0,4-32 4 16,-9-10 4-1,-12-9 0 1,0-2 1-16,0-7-11 0,-38 1 10 0,5 2 0 16,-9 6-8-1,9 13 11-15,0 4-3 16,18 8 0-16,4 2 1 15,11-2-13-15,0 1-3 16,21-1-11-16,43 4 12 16,-13 10-31-16,13 9 31 0,-10 3 0 15,-7 3 11-15,-4 37-9 16,-15 13 12-16,-7 10 0 16,-14-1-3-16,-7 0 12 15,0 1-5-15,12-3 1 0,-2 0-3 16,4-6 14-16,19-10-16 0,-5-1 0 15,17-11-2 1,-7-5 10 0,2-12-8-16,-10-9 0 0,3-1 3 15,-7-5-5 1,-7 0 6-16,0 0-4 16,2-29 14-16,-9-10-10 15,-12-10 14-15,0-10-4 16,0-11-13-16,-38-2 31 15,-14 4-31-15,-6 8 2 16,1 14 3-16,0 10 6 16,3 15-11-16,2 10-1 0,7 5-4 15,8 6-3-15,18 0-59 16,19 23-78-16,0 14-147 16,12-5-327-16</inkml:trace>
  <inkml:trace contextRef="#ctx0" brushRef="#br0" timeOffset="41621.37">6616 16733 1121 0,'0'0'127'0,"0"0"4"0,0 0-21 0,0 0-2 0,0 0-40 0,0 0-48 16,186 98 26-16,-70-88-26 16,6-10-10-16,8 0 29 0,-17 0-37 15,-4-10 9-15,-29-5-11 16,-19 2 0-16,-18 5-1 16,-18 5-38-16,-13 0-32 15,-12 3-57-15,0-3-91 16,0-5-63-16,-45-7-129 15,-13-9-19-15</inkml:trace>
  <inkml:trace contextRef="#ctx0" brushRef="#br0" timeOffset="41823.73">7144 16470 566 0,'0'0'213'16,"0"0"-5"-16,0 0 34 16,0 0-61-1,0 0-41-15,0 0-79 16,-64-8-5-16,64 85-6 15,0 24-4-15,10 7-15 0,16-10-31 16,-5-5 0-16,-2-4-7 16,2-11-41-16,-11-3-31 15,-10-10-81-15,0-2-132 16,-24-6-159-16,-28-11-296 16</inkml:trace>
  <inkml:trace contextRef="#ctx0" brushRef="#br0" timeOffset="43309.84">8097 16399 950 0,'0'0'227'0,"0"0"-24"0,0 0-33 15,0 0-59-15,0 0-53 0,0 0-41 0,-45-37 24 16,45 98-27-16,0 10 4 15,0 18 24-15,0 2-35 16,0-8-6-16,0-5-1 16,0-10-17-16,0-8-6 0,14-14-47 15,24-3-132-15,-3-16-245 16,3-18-480-16</inkml:trace>
  <inkml:trace contextRef="#ctx0" brushRef="#br0" timeOffset="43671.61">8316 16598 413 0,'0'0'550'0,"0"0"-345"0,0 0-64 16,0 0 13-16,0 0-94 16,0 0-58-16,-83-47 29 31,83 94-21-31,22 24 18 15,8 8 0-15,10-7-21 16,-4-12-7-16,15-14 0 16,-6-12 8-16,2-13-22 0,-9-10 14 15,-14-11 0-15,-3 0-6 16,-12 0 15-16,10-29-9 16,5-14 15-16,-12-25-14 15,-12-1 39-15,0 0-29 16,0 1-8-16,-26 8 21 15,-24 13-20-15,-2 17 1 16,3 15-5-16,-3 15-10 16,7 0 5-16,17 8-96 15,9 29-134-15,19 1-252 16</inkml:trace>
  <inkml:trace contextRef="#ctx0" brushRef="#br0" timeOffset="43904.99">9040 16574 1146 0,'0'0'128'0,"0"0"-31"0,0 0 42 16,0 0-41-16,294-63-75 15,-197 52-21-15,-26 5 9 16,-22 1-11-16,-18 5-11 15,-15 0-44 1,-16 0-72-16,0 0-71 0,0 2-124 16,-21 16-24-16</inkml:trace>
  <inkml:trace contextRef="#ctx0" brushRef="#br0" timeOffset="44306.77">9297 16502 357 0,'0'0'327'16,"0"0"-129"-16,0 0 16 0,0 0-27 15,0 0-108-15,0 0-6 16,-130 84-19-16,113-21-13 16,10 2 2-16,7-4-37 15,0-10 5-15,0-3-11 16,0-13 6-16,0-12-15 0,0-5-9 16,0-8-21-16,0-10 16 15,0 0-13-15,0 0 19 16,0 0-1-16,0-10-9 15,19-20 24-15,9 4-6 16,3-5 9-16,14 9 1 16,0 3 6-16,2 5-3 0,2 14 25 15,3 0 7-15,5 0 25 16,-5 23-4-16,-5 9-5 31,-14 11 5-31,-24-1-46 16,-9-7 17-16,0 4-10 0,-56-1-14 15,-15 2 13 1,-7-5-17-16,-2-10 0 16,16-4-5-16,8-19-21 0,4-2-15 15,14 0-78-15,5-28-112 16,24-18-227-16</inkml:trace>
  <inkml:trace contextRef="#ctx0" brushRef="#br0" timeOffset="44687.88">10730 16614 1071 0,'0'0'96'0,"0"0"-35"0,0 0 22 0,0 0-60 0,0 0-5 0,0 0-16 16,-7-6 37-16,7 6 15 15,0 0-2-15,0 0 36 0,0 21-57 16,-10 5 16-16,-1-5-8 16,-15-3-38-16,-12-6 24 15,5-4-10-15,0-5-14 16,19-3 32-16,2 0-31 15,3 0 0-15,6-16-2 16,3-17-4 0,0-1-6-16,3 5-34 0,39 17-75 0,-2 12-145 15,-5 0-276-15</inkml:trace>
  <inkml:trace contextRef="#ctx0" brushRef="#br0" timeOffset="44935.23">10725 17168 979 0,'0'0'171'0,"0"0"-34"15,0 0-3-15,0 0-79 16,0 0-31-16,0 0 0 0,-2 32 40 16,2-13-32-16,0-6 2 15,0-5 27-15,0-2-45 16,-14-3 6-16,7-3 2 15,-5 0-22 1,0 0 10-16,5-9-12 0,7-18-19 16,0-3 3-1,7 13-104-15,38 5-156 16,4 12-369-16</inkml:trace>
  <inkml:trace contextRef="#ctx0" brushRef="#br0" timeOffset="45220.72">11715 16602 1140 0,'0'0'177'0,"0"0"-19"0,0 0 16 15,0 0-110-15,0 0-21 16,0 0-3-16,-11-68-19 0,11 129 30 31,0 24-26-31,0 10-14 16,-19-7 0-16,5-12-11 15,9-8-4-15,5-17-33 16,0-9-48-16,0-12 0 16,19-13-178-16,7-10-181 0,9-7-204 15</inkml:trace>
  <inkml:trace contextRef="#ctx0" brushRef="#br0" timeOffset="45904.39">12142 16605 846 0,'0'0'204'0,"0"0"-15"16,0 0-39-16,0 0-20 15,0 0-96-15,0 0-2 16,-120 44-2-16,99 27-11 0,4 4 16 15,12-7-34-15,5-5 1 16,0-6 6-16,0-12-4 16,15-13-4-16,8-11 0 15,10-8 1-15,-2-10-14 16,2-3 12-16,-5 0 1 16,3 0-8-16,9-31 17 15,-2-9-9-15,-15-5 0 16,-2-7 5-16,-21 5-5 15,0-4 0-15,0 3 0 0,-9-2 8 16,-26 8-7 0,4 6-1-16,0 12 0 0,10 10 8 15,7 2-18-15,14 9 10 16,0-4-13-16,0-2 5 16,31 0-50-16,27 0 40 15,16-2 0-15,-8 8-20 16,-7 0 34-16,-5-3-5 15,-2 3 9-15,-15 0-1 16,3-2 10-16,-9 1-5 0,-5 2 14 16,-12-3-12-16,0 5 15 15,-7 0-21-15,-2 28 0 16,-5 23 11-16,0 15-8 16,0 5 0-1,-12 0-3-15,-9-1 4 16,9-11-6-16,12-6 2 15,0-8 0-15,0-10 1 0,24-7 3 0,18-16-4 16,1-7 0 0,1-5 1-16,8 0 11 15,3-17-12-15,-6-23 5 16,3-6 26-16,-14-14-13 16,-12 0 14-16,-24-12-10 0,-2-6-9 15,0 8 14-15,-47 4-25 16,-5 18-2-1,0 18 4-15,7 11-4 16,-2 17-4-16,5 2-30 0,2 2-103 16,9 35-129-16,22 4-408 0</inkml:trace>
  <inkml:trace contextRef="#ctx0" brushRef="#br0" timeOffset="46189.42">13514 16843 522 0,'0'0'705'0,"0"0"-602"0,0 0 34 0,0 0-7 0,356-35-58 0,-238 28-57 16,0 7 12-16,-7-6 15 15,-15 3-42-15,-4-3 14 16,-16 0-14-16,-15 1 6 16,-7-1-16-16,-7 0-14 0,-9 6-60 15,-31 0-65-15,-7-6-129 16,0-3-107-16,-2-4-179 16</inkml:trace>
  <inkml:trace contextRef="#ctx0" brushRef="#br0" timeOffset="46389.6">14108 16534 664 0,'0'0'218'0,"0"0"-7"0,0 0 1 15,0 0-105 1,0 0-30-16,0 0 47 0,-26 189-64 16,26-111-11-16,0 1-44 15,0-9 3-15,17 2-8 16,-1-6-10-16,-11-7-23 15,-5 0-129-15,0-7-142 16,-52-4-204-16</inkml:trace>
  <inkml:trace contextRef="#ctx0" brushRef="#br0" timeOffset="49046.41">15313 16646 560 0,'0'0'155'0,"0"0"2"0,0 0-17 0,0 0 19 15,0 0-52-15,0 0-15 16,0 0 33-16,-14-137-40 0,14 137-3 0,-5-7-20 16,5 7-31-16,0 0 18 15,-5 0-23-15,5 0-6 32,0 0 11-32,0 46-27 0,-4 17 4 15,4 14 2-15,0 4-5 16,0-13 4-16,0-11-9 15,0-3-3-15,0-16-1 16,0-2-35-16,0-3-7 0,0-7-11 16,0-4-38-16,4-8-66 15,15-5-88-15,7-9-62 16,0 0-55-16</inkml:trace>
  <inkml:trace contextRef="#ctx0" brushRef="#br0" timeOffset="49299.9">15549 16694 597 0,'0'0'192'15,"0"0"-31"-15,0 0 37 16,14-179-59-16,-5 158-18 0,-9 12-22 16,7 9 3-16,-7 0-34 15,0 0-34-15,5 9 14 16,2 42-42-16,0 15 10 15,3 17 5-15,-1-2-13 16,-4-15-8-16,2-4 0 16,5-5-38-16,-3-8 13 15,-4-3-101-15,7-7-111 16,-12-16-125-16,0-8-226 0</inkml:trace>
  <inkml:trace contextRef="#ctx0" brushRef="#br0" timeOffset="49889.15">16178 16661 957 0,'0'0'124'16,"0"0"-23"-16,0 0 35 0,0 0-87 15,0 0-20-15,0 0 1 16,-16-53 15-16,16 22-8 16,0 5-34-16,9 3 11 15,10 4-1-15,12-1-9 0,6 8 5 16,-4-1-9-16,0 11 3 16,-2 2 13-16,2 0-13 15,-5 35 9-15,-6 13 10 16,-13 12-21-16,-9 3 15 15,0-2-8-15,-9 2-7 16,-39-9 29-16,4-6-26 16,-11-7 17-16,8-4 3 15,0-11-23-15,7-2 30 16,14-9-27-16,7-3-2 16,5-6 20-16,7-1-15 0,7 1-4 15,0-6-3-15,0 0 13 16,0 6-11-16,12 1-2 15,33-1 0-15,23-6 12 16,22 0-4-16,6 0-4 16,10-27 8-16,7-5-6 15,-9-2 15-15,-21 5-21 16,-17 7 1-16,-19 7 5 16,-28 9-1-16,-8 6-5 15,-11 0 0-15,0 0-25 0,0 0 5 16,0 0-46-16,0 0-51 15,0 0-85-15,0 0-165 16,0 0-207-16</inkml:trace>
  <inkml:trace contextRef="#ctx0" brushRef="#br0" timeOffset="52039.36">17781 16733 685 0,'0'0'166'0,"0"0"-74"0,0 0 32 0,0 0 3 16,0 0-74-16,0 0 4 0,-52-16 8 15,45 13-35-15,7 3 24 16,0 0-28-16,0 0-15 16,0-6 25-16,0-5-33 15,0-1 11-15,12 1-14 16,9 0 7-16,-6 9-4 16,-1 2-3-16,-5 0 15 0,8 0 29 15,-13 0-30-15,8 13 11 16,-12-2-1-16,0 1-22 15,0-3 40-15,0-1-31 16,0 1 3-16,0-3 14 16,-21 0-26-1,0-2 11-15,14-4-4 16,-12 0-2-16,16 0 4 16,-1 0-11-16,4 0 0 0,0 0 1 0,0 0 2 15,0 0-3 1,0 0 0-16,0-10-14 15,0 7 10-15,0-3-11 0,0 6-20 16,0 0-4 0,0 0-130-16,0 0-111 0,0 13-139 15</inkml:trace>
  <inkml:trace contextRef="#ctx0" brushRef="#br0" timeOffset="52598.23">17758 17228 1076 0,'0'0'107'0,"0"0"-69"0,0 0 35 0,0 0-64 0,0 0 18 0,0 0 17 31,144-2 15-31,-135 2 9 15,-9 0-40-15,0 0-5 16,0 0 17-16,0 0-36 16,0 0 19-16,-35 14 0 0,-1-5-16 15,6-3 33-15,4-3-35 0,12-3-3 32,6 0 15-32,4 0-7 15,4 0-10-15,0-9 0 0,0-8 6 16,0-2-8-16,12 6 2 15,6 5 0 1,4 5 5-16,4 3 6 0,-3 0-4 16,-2 0 5-16,5 0-11 15,-14 9 23-15,-7-1-24 16,-5 1 0-16,0 2 17 16,0-3-10-16,0 1 5 15,-17-3-12-15,-4 0 7 16,2-3 0-16,5-3-7 15,-2 3 0-15,8-3-1 16,8 0 13-16,0 0-10 0,0 0-2 16,0 0 0-16,0 0-6 15,0 0 6-15,0 0-13 16,0-3 10-16,0-6-36 16,0 3 13-16,0 3-66 15,0 3-127-15,0 0-110 16,-7 0-205-16</inkml:trace>
  <inkml:trace contextRef="#ctx0" brushRef="#br0" timeOffset="59053.8">18892 16568 1118 0,'0'0'195'0,"0"0"-27"0,0 0-23 0,0 0-62 0,0 0-14 0,0 0-50 0,0 0 6 16,-59-57 21-16,59 69-43 15,0 39 26-15,0 15-17 0,0 8-9 16,-17-2 6-1,1-9-9-15,11-6-14 16,0-3-17-16,5-7-52 0,0-5 10 16,0-3-129-16,17-10-113 15,11-8-96-15,3-12-339 16</inkml:trace>
  <inkml:trace contextRef="#ctx0" brushRef="#br0" timeOffset="59627.78">19354 16780 742 0,'0'0'364'0,"0"0"-184"16,0 0-60-16,0 0 53 15,0 0-97 1,0 0-30-16,-76-98-8 16,76 98-23-16,0 0 20 15,-4 0-35-15,-6 41 1 0,3 19 11 16,7 9-7-16,0-1-5 15,0-16 0-15,0-4 3 16,33-13-14-16,-5-9 3 0,-6-10-5 16,-1-10 3-1,-16 0-9-15,-1-6 11 0,1 0 8 16,-5 0-11-16,7-28 6 16,-2-10 5-16,9-13 0 15,0 7-4-15,7 2 12 16,1 11-8-16,-1 8 0 15,-2 8 6-15,-1 7-7 0,4 1 1 16,-6 7 0-16,10 0 0 16,2 4 8-16,10 31-8 15,-5 13 0-15,-2 0 9 32,2-4-12-32,0-2 3 0,5-10 0 0,-5-4-8 15,2-14 13 1,-2-10-5-16,-5-4 0 15,-2 0 5-15,0 0-6 16,5-27 1-16,2-12 0 16,-10-9 16-16,-13 1-11 15,-10-1 6-15,0-3-3 16,0 4-2-16,-26-1 7 16,-14 11-13-16,-12 11 2 15,7 11 0-15,-2 7-2 16,9 8-3-16,17 0-18 15,4 0-52-15,17 8-86 0,0 18-241 16,0-1-314 0</inkml:trace>
  <inkml:trace contextRef="#ctx0" brushRef="#br0" timeOffset="59897.81">20419 16960 614 0,'0'0'755'0,"0"0"-646"0,0 0-19 16,0 0 11-16,0 0-29 0,0 0-58 0,368-48-6 16,-245 30 14-16,-15-1-17 15,-16 5-5-15,-28-1 0 16,-12 4-24-16,-12 2 9 15,-24 9-51-15,-13 0-87 16,-3 0-95-16,-15 0-124 0,-36 0-133 16</inkml:trace>
  <inkml:trace contextRef="#ctx0" brushRef="#br0" timeOffset="60135.87">20799 16631 503 0,'0'0'480'0,"0"0"-236"0,0 0-40 16,0 0-52-16,0 0-68 16,0 0-38-16,-61-26-28 15,61 55 22-15,4 38-32 16,15 24 9-16,0 8-8 0,-19-1-3 16,0-6-11-16,0-7 5 15,0-5-37-15,0-11 2 16,-23-6-86-16,-3-14-76 15,2-3-51-15,-4-13-112 16,-5-19-174-16</inkml:trace>
  <inkml:trace contextRef="#ctx0" brushRef="#br0" timeOffset="61523.47">21122 1477 852 0,'0'0'96'0,"0"0"15"0,0 0 61 0,0 0-89 0,14-158-51 0,57 117 19 0,4 8-3 15,-11 9-6 1,-7 10 24-16,-27 9-45 0,-4 5 1 16,-9 0-3-1,-10 28-16-15,0 16 32 0,-7 13-18 16,0 5-9-16,-31 10 11 15,-25-3-13-15,-10-4-6 16,7-4 0-16,14-14 4 16,7-20 0-1,17-7-4-15,16-10 0 16,5-10-6-16,5 0 1 0,70 0 0 16,22-13 5-1,16-27-20-15,0-14 18 16,-9-6-10-16,-3-9 1 15,-9 0 5-15,-7-5 1 16,-14-1 5-16,-17 7 0 16,-9 2 6-16,-14 15-5 15,-15 13-1-15,-11 13 0 16,-5 13 33-16,0 7-22 0,0 5 14 16,0 0-12-1,0 0-5-15,0 11-9 0,-26 41 1 16,-2 16 0-16,2 18 1 15,19-1 7-15,7-11-8 16,21-2 0-16,35-13 3 16,15-17-9-16,7-16 6 15,0-16 0-15,7-10-10 16,-8 0 12-16,-15-10-2 16,-3-25 0-16,-26-7 2 15,-19 4 4-15,-14-4-6 16,0 4 1-16,-19 10 2 0,-40 5-3 15,-19 14-1-15,-7 9-23 16,-4 11-85-16,-8 46-88 16,-7 15-118-16,-4 14-97 15</inkml:trace>
  <inkml:trace contextRef="#ctx0" brushRef="#br0" timeOffset="61728.17">21631 2191 244 0,'0'0'764'0,"0"0"-687"0,0 0 82 0,0 0 27 0,130 203-74 15,-17-142-79-15,17-1-5 16,-5-3-28-16,-17-2-8 16,-28-8-46-16,-23-3-118 15,-38-11-165-15,-19-17-164 0</inkml:trace>
  <inkml:trace contextRef="#ctx0" brushRef="#br0" timeOffset="61887.43">22360 2215 613 0,'0'0'337'0,"0"0"-167"0,0 0 21 16,0 0-55-16,0 0-70 15,0 0-6-15,-217 226-52 0,191-133-8 16,9 2-3-1,6 0-96-15,-4-2-142 0,4-13-245 16</inkml:trace>
  <inkml:trace contextRef="#ctx0" brushRef="#br0" timeOffset="62104.94">22612 2398 889 0,'0'0'200'31,"0"0"-87"-31,0 0 36 0,0 0-7 0,276-74-69 16,-191 102-15-16,-15 25-42 15,-6 10-10 1,-17 3-12-16,-14 4-14 16,-16 0-62-16,-17-1-81 0,0-6-134 15,-17-11-59-15,-30-18-229 31</inkml:trace>
  <inkml:trace contextRef="#ctx0" brushRef="#br0" timeOffset="62252.93">22876 2755 639 0,'0'0'153'0,"0"0"-42"16,0 0 2-16,118-166-18 15,-3 105-78-15,29-3 4 16,2 9-21-16,-7 10-19 0,-42 24-106 15,-64 21-195-15</inkml:trace>
  <inkml:trace contextRef="#ctx0" brushRef="#br0" timeOffset="62538.06">21702 3775 222 0,'0'0'850'0,"0"0"-757"0,0 0 12 16,0 0 16-16,278-30-14 16,-28-33-67-16,31-18-32 15,-1-6 43-15,-11-8-20 16,-7 3 8 0,-17 3 1-16,-14 4-25 15,-33 14 26-15,-52 18-41 0,-49 17 0 16,-53 18-2-16,-44 16-20 15,0 2-39-15,-106 32-124 16,-59 36-159-16,-49 28-157 16</inkml:trace>
  <inkml:trace contextRef="#ctx0" brushRef="#br0" timeOffset="62776.72">22742 3921 1236 0,'0'0'145'0,"0"0"-45"0,0 0 43 16,0 0-53-16,-22 187-41 15,70-92-10 1,-4-10-34-16,-6-13-6 15,-17-7 1-15,-4-8-53 16,-17-10-34-16,0-10-163 16,0-20-172-16,0-17-258 0</inkml:trace>
  <inkml:trace contextRef="#ctx0" brushRef="#br0" timeOffset="63110.39">23258 3851 928 0,'0'0'209'0,"0"0"-99"16,0 0 14-16,0 0-13 16,-47 178-83-16,63-107-10 15,27-12-18-15,4-10-9 16,-14-17 0 0,-10-12-30-16,-1-11-20 15,-8-9 29-15,-2 0 0 16,4-6 30-16,-6-32 15 0,6-16-6 15,-9-6 28-15,7 12-1 16,-14 14 4-16,5 15 30 16,-5 17-21-16,0 2 14 15,0 0-19-15,2 0-26 16,8 37 15-16,6 18-29 16,5 8-4-16,-6-4 0 15,-1-14-26-15,5-7-43 16,-12-1-139-16,-3-17-187 15,-4-7-95-15</inkml:trace>
  <inkml:trace contextRef="#ctx0" brushRef="#br0" timeOffset="63355.11">23711 4023 659 0,'0'0'220'0,"0"0"-95"0,0 0 18 15,0 0-60-15,0 0-42 16,0 0-22-16,139 136 7 15,-95-118-20-15,-3-9 19 16,-11-9 32-16,-11 0 5 16,-7 0 15-16,-12 0-9 15,0-27-16-15,0-9 0 16,-21-2-52-16,-34 4 0 0,-13 12-2 16,-5 10-51-16,2 12-43 15,-7 0-120 1,1 46-219-16,13 18-418 0</inkml:trace>
  <inkml:trace contextRef="#ctx0" brushRef="#br0" timeOffset="63667.8">23373 4675 1193 0,'0'0'138'0,"0"0"7"15,0 0-19-15,7 171-114 0,50-148 0 16,2-8-12-16,5-15-31 15,-12 0-7 1,-8-6-29-16,-6-26 61 16,-12-13 5-16,2-10 2 0,-2 5 17 15,-14 9 6-15,0 14 24 16,-8 18 20-16,-4 5-19 16,0 4 10-16,0 0-23 0,0 10-25 15,5 22 25-15,5 11-36 16,-1-3-3-16,3 0-12 15,2-8-53-15,-5-2-52 16,13-9-154-16,-11-12-163 16,-1-9-108-1</inkml:trace>
  <inkml:trace contextRef="#ctx0" brushRef="#br0" timeOffset="63875.5">23953 4729 340 0,'0'0'432'0,"0"0"-271"15,0 0 69-15,0 0-82 0,0 0-61 16,0 0-12-16,281-131-28 15,-232 131 4-15,-4 33-20 16,-28 17-11-16,-8 9 29 16,-9-2-42-1,0-8 5-15,0-17-5 0,0-19 2 16,0-11-17 0,0-2 8-16,52 0-37 0,23-35 9 15,10-17-85-15,-9-10-55 16,-17 5-100-16,-19 16-178 15</inkml:trace>
  <inkml:trace contextRef="#ctx0" brushRef="#br0" timeOffset="64096.58">22723 5701 1120 0,'0'0'159'15,"0"0"-14"-15,0 0-20 16,287 12-61-16,-1-92-23 16,41-24-36-16,22-15 7 15,-12-7 32-15,-16 3-24 16,-31 8 28-16,-35 13-32 16,-64 16-16-16,-50 14-6 15,-63 15-91-15,-57 17-160 0,-21 14-380 16</inkml:trace>
  <inkml:trace contextRef="#ctx0" brushRef="#br0" timeOffset="65180.53">21450 16792 414 0,'0'0'108'0,"0"0"-21"0,0 0 44 0,0-161-35 0,0 123-12 0,0 5-21 0,0 7 7 16,0 3 30 0,0 12-13-16,0 8 2 0,0 0 13 15,0 3-46-15,0 0 7 16,0 0-22-16,0 29-21 16,0 43 30-16,9 27-8 15,8 17 3-15,-10-6-19 16,9-16-25-16,-6-14 20 15,4-12-21-15,-7-17 5 16,-2-9-12-16,-5-10 7 16,11-10-29-16,-1-4-28 15,9-10-143-15,7-8-62 16,4 0-98-16,3-17-37 0</inkml:trace>
  <inkml:trace contextRef="#ctx0" brushRef="#br0" timeOffset="65827.13">22027 16874 519 0,'0'0'233'16,"0"0"-45"-16,0 0 12 16,116-189-57-16,-111 159-61 15,-5 4 4-15,0 5-16 0,0-1-38 16,-19 8 8 0,-10 10-37-16,-1-4 15 0,-3 8-7 15,9 0-6-15,-7 12 3 16,6 27-8-16,17 7 0 15,8 11 2-15,0-2 2 16,24 5-4-16,30-1 0 16,15-6 11-16,-10-5-10 15,-8-9-1 1,-20-9 0-16,-17-7 2 0,-9-7 6 0,-5-7-8 31,0-6 0-31,0 0 11 16,-5 2-7-16,-28-5-4 0,-19 0 0 15,10 0-2-15,14-14 2 0,2-29-3 16,19-10-4-16,7-22-31 16,0 4 35-16,66-7-27 15,11 3 3 1,8 10 25-16,5 2-12 0,-12 11 14 16,-10 15 0-16,-28 10 4 15,-4 19 15-15,-15 8-11 16,7 0 0-1,17 12 26-15,4 37-32 16,1 20 25-16,-3 13-13 0,-14 1-8 0,-12-3 18 16,-16-2-21-1,-5-6-2-15,0-21 27 16,-5-14-27-16,-21-12 13 16,5-13-6-1,14-9 2-15,7-3-8 0,0 0-2 16,24 0 0-16,60-24-2 15,46-27 5-15,21-14-5 16,16-4 2-16,-13 0-36 16,-18 7 10-16,-27 16-63 15,-29 14-37-15,-23 15-22 16,-39 11-142-16,-18 6-89 0</inkml:trace>
  <inkml:trace contextRef="#ctx0" brushRef="#br0" timeOffset="71090.55">12022 18269 865 0,'0'0'128'0,"0"0"24"0,0 0-41 0,0 0-28 16,0 0 3-16,0 0-38 0,0 0 24 15,-109-93-16-15,105 79-23 0,4 2 35 16,0-13-65-16,0 2 2 16,59-3 19-16,0 7-19 15,-5 7 14-15,-7 12-19 16,-9 0 4-16,-10 20-8 16,3 31 4-16,-17 0 0 15,-14 6 1-15,0 15 10 16,0-10-11-16,-45 2 0 0,-7 1 4 15,0-18-5-15,0-11 1 16,12-10 0-16,14-14-1 16,15-6 14-1,3-6-13-15,8 0 0 0,0 0 1 16,0 0-12-16,0-23 11 16,45-12 0-16,7-4 0 15,12 3 11-15,-5 15-18 16,7 9 7-16,-3 6-24 15,1 6 21-15,0 0-44 16,-15 0-4-16,1-6 7 0,-8-8-13 16,-9-8 40-1,-7-10 5-15,-5-5 12 16,-4-4 10-16,-15 1-5 0,-2 6 14 16,0 9 28-16,0 10-27 15,0 6 39-15,0 9-28 16,0 0-24-16,0 0 15 15,0 0-22-15,0 15 0 16,0 21-4-16,0 21 15 16,31 5-11-16,11-5 0 0,12-3 0 15,13-15-16-15,10-9 11 16,-6-13-2 0,0-17 4-16,-5 0-8 0,-10-26 4 15,-11-26 7 1,-19-7 0-16,-14-7 25 15,-12-3-24-15,-7-5 23 16,-43 8-14-16,-9 14-2 16,0 13 12-16,8 12-20 0,13 14 0 0,0 11-12 15,17 2-3 1,16 0-36-16,5 15-137 16,0 17-267-16,0-4-538 15</inkml:trace>
  <inkml:trace contextRef="#ctx0" brushRef="#br0" timeOffset="71662.42">13703 17947 1411 0,'0'0'157'0,"0"0"-74"0,0 0-42 0,0 0-2 16,0 0-31-1,0 0-4-15,250-149-4 0,-184 134-33 0,-22 5 13 16,-22 7-77-16,-18 3-13 16,-4 0 13-1,0 3-31-15,-47 25-93 16,-7 4 29-16,-3 1-24 0,1-3 94 16,6-9 7-16,3-6 115 15,7-3 34 1,10-9 99-16,11 3 69 15,4-6-14-15,4 0-16 16,11 9-6-16,-5 14-66 16,-12 23-23-16,6 13 12 15,-13 13-69-15,3 3 7 16,16-13-26-16,3-5 14 16,2-25-28-16,0-10 13 15,0-16-27-15,0-6 14 16,0 0-25-16,0-6 30 0,0-27 7 15,14-13 2-15,24-3 19 16,9 4-20-16,14-1 0 16,10 11 32-16,14 8-25 15,-12 20 32-15,2 7 9 16,-9 0-21-16,-28 45 14 16,-24 6-26-16,-14 6 6 15,0 12 22-15,-54-3-43 16,-22 5 26-16,-15-5-26 0,15-22 4 15,10-12-18-15,19-7-13 16,19-19-35-16,14-6-45 16,14-6-161-16,0-48-302 15</inkml:trace>
  <inkml:trace contextRef="#ctx0" brushRef="#br0" timeOffset="71932.28">14709 18129 68 0,'0'0'1292'0,"0"0"-1173"0,0 0-54 0,0 0-39 0,0 0-22 16,0 0-8-16,-70 0 16 15,70 0-12-15,0 0 15 16,0 0 14-16,0 0 57 15,-12 0-62-15,-2 2-7 0,11-2-4 16,3 0-13-16,0 0-1 16,0 0-44-16,0 7-139 15,0-1-202 1,12 9-158-16</inkml:trace>
  <inkml:trace contextRef="#ctx0" brushRef="#br0" timeOffset="72091.32">14780 18576 72 0,'0'0'1272'16,"0"0"-1081"-16,0 0-140 15,0 0 40-15,0 0-91 16,0 0 0-16,-99 24-6 0,99-24-18 16,0 0-33-16,0 0-101 15,21-9-243-15,22-26-161 16</inkml:trace>
  <inkml:trace contextRef="#ctx0" brushRef="#br0" timeOffset="72454.05">15183 18428 559 0,'0'0'669'15,"0"0"-512"1,0 0-116-16,0 0-6 15,-37-166-32 1,114 116 8-16,-6 14-9 0,-21 16 3 16,-17 14-5-16,-12 6 63 15,-14 35-46-15,-2 30 31 16,-5 20 7-16,0 2-53 16,-5-7 31-16,-35-12-21 15,2-4-12-15,-9-9 37 16,5-10-35-16,6-11 11 15,10-8 10-15,14-14-23 16,8 2 27-16,4-5-27 0,0 4 0 16,28-1-12-16,45-12 12 15,24 0-2 1,18-18-24-16,3-21-69 0,-14 4-82 16,-10-4-256-16,-28 5-117 15</inkml:trace>
  <inkml:trace contextRef="#ctx0" brushRef="#br0" timeOffset="72680.45">15843 18245 1135 0,'0'0'223'16,"0"0"-46"0,0 0-46-16,0 0-78 0,0 0 15 15,0 0-40-15,-33-48 24 16,33 99-12-16,12 23-25 15,14 4 22-15,-7 6-37 0,-12-4-17 16,0-10 13 0,-4-2-96-16,1-17 4 0,1-10-166 15,-5-21-357-15</inkml:trace>
  <inkml:trace contextRef="#ctx0" brushRef="#br0" timeOffset="72998.5">16178 18462 1171 0,'0'0'151'0,"0"0"-67"16,0 0-63-16,102-184-19 0,-20 145 7 16,-28 16 4-16,-11 17-7 15,-22 6 29-15,-16 38-13 16,-5 28 73-16,0 14-42 15,-17 0-23-15,-16-7 22 16,-5-12-45-16,8-10 16 0,2-8-6 16,2-11-14-1,7-13 26 1,12-4-28-16,7-9-1 16,0-4 2-16,0-2 0 0,37 0-4 0,29 0 2 31,24-30-41-31,0-14 10 0,13-4-113 0,-4-4-129 15,3 12-224-15</inkml:trace>
  <inkml:trace contextRef="#ctx0" brushRef="#br0" timeOffset="73396.78">17439 18171 1172 0,'0'0'163'0,"0"0"-104"16,0 0 11-16,0 0-66 15,0 0 29-15,0 0-27 0,-11 17 18 16,11-17 40-16,0 0-29 16,0 0 23-16,4 0-22 15,-4 0-27-15,0 0 28 16,7 0-36-16,-7 0-1 15,5 0 12-15,0 0-1 16,0 3-11-16,-5 3 0 16,0 1 7-16,0-1 8 15,0-6-13-15,-15 0 4 0,-29 2 10 16,1 2 1-16,3-4-17 16,14 0 2-16,17 0 10 15,4 0-16-15,5 0 4 16,0-25-22-16,5-4 10 15,42-4-58-15,7 20-36 16,-9 13-194-16,-14 0-189 16</inkml:trace>
  <inkml:trace contextRef="#ctx0" brushRef="#br0" timeOffset="73637.1">17517 18549 1062 0,'0'0'198'0,"0"0"-81"0,0 0-41 16,0 0-50-16,0 0 11 16,0 0-21-16,-23 105 11 15,23-70 20-15,-26-1-31 0,-3-11 37 16,6-1-21 0,2-20-26-16,4 2 39 0,12-4-45 15,5 0 0-15,0-4 0 16,0-32-42-16,22-9-21 15,27-2-93 1,5 1-273-16,-11 14-270 0</inkml:trace>
  <inkml:trace contextRef="#ctx0" brushRef="#br0" timeOffset="74557.16">17986 18410 1068 0,'0'0'193'16,"0"0"-121"-16,0 0 4 15,8-173-62-15,46 131 3 0,2 6-17 16,-6 15 1-16,-8 8 12 0,-2 10-9 16,-9 3 37-1,-5 3 35-15,-12 43-36 0,-14 22 30 16,0 15-50-16,0 11-19 15,-40-8 18-15,-14-14-10 16,-5-4-9 0,-5-14 0-16,-4-10 18 0,18-8-19 15,10-15 1-15,19-10 0 32,16-11-4-32,5 0 6 0,0 0-4 15,31-2-4-15,30-24 6 16,31-8-19-16,0-4 18 15,9-2-26-15,10-5 22 16,-7-4-27-16,0-14 32 16,-3-6-1-16,-14-8 12 15,-11-4-13-15,-20 7 2 16,-16 8 0-16,-23 12 14 16,-17 21-2-16,0 18-2 0,0 4 0 15,-21 11 6-15,-19 0-17 16,2 0 1-1,5 7 0-15,19 33-10 0,14 4 18 16,0 5-8-16,0 8 0 16,14-1 6-16,19 4-17 15,-5-1 11-15,-4-2 0 16,-1 0-6-16,-11-10 20 16,0-5-14-16,-12-6 5 15,0-12 9-15,0-3-3 16,0-6-11-16,-2-15 0 0,-8 0 0 15,1 0 4-15,2-19-8 16,-7-34 0-16,14-15 4 16,0-17-19-16,18-2 19 15,37 8 0-15,11 10-14 16,-5 18 16-16,-12 16-2 16,6 14 0-16,-22 11 7 15,4 7-7-15,-8 3 0 16,1 3 0-16,-6 28 33 0,-5 23-30 15,-17 5 7-15,-2 3 1 16,0 7-1-16,0-13 1 16,0-10-11-16,-2-20 0 15,2-7 3-15,0-4 3 16,0-15-6-16,21 0 0 16,36 0 1-16,20-28 0 15,8-22-1 1,10-6 0-16,-4-1-2 0,-6 0 8 0,-14 12-6 15,-12 13 0 1,-26 11 5-16,-12 9-17 16,-11 5 12-16,-10 7-22 15,0 0 17-15,0 0-73 0,0 0-75 16,-40 13-158-16,-24 14-257 16</inkml:trace>
  <inkml:trace contextRef="#ctx0" brushRef="#br0" timeOffset="80011.85">13050 17926 4 0,'0'0'945'0,"0"0"-854"0,0 0-13 16,0 0 12-16,0 0-44 0,0 0-38 15,0 0-8-15,-97-50 51 0,151-2 12 16,15-22 3-16,13-3-39 0,15-12-4 16,16 2 23-16,26 0-34 15,17 10 19-15,37 10 8 16,24 29-21-1,19 23 29-15,2 15-40 0,-7 27-6 16,-19 24 22-16,-26 5-14 16,-23 1-8-16,-36-6 4 15,-23 1 9 1,-29-3 1-16,-16-4-15 0,-12 0 4 16,-14-7 5-16,-7-4-4 15,-14-8-5 1,2 0 0-16,5-4-18 0,-7-7-2 15,5 2-94-15,4-2-95 0,-7-5-86 16,-2-10-267 0</inkml:trace>
  <inkml:trace contextRef="#ctx0" brushRef="#br0" timeOffset="80330.53">16049 17833 351 0,'0'0'651'16,"0"0"-589"-16,0 0 41 15,0 0-62-15,4-172-27 16,67 103 22-16,21-9 9 16,9 10 37-1,20 8-5-15,22 18-18 16,20 19 34-16,14 23-31 0,0 0-24 0,2 26 5 31,-17 22-39-31,-13 3 3 0,-15-4-7 16,-28 4 10-16,-16 3-10 15,-31 2 0 1,-14 2-22-16,-19 0-1 16,-7-9-127-16,-17-4-61 15,-2-13-130-15,0-5-276 16</inkml:trace>
  <inkml:trace contextRef="#ctx0" brushRef="#br0" timeOffset="83307.46">17751 6946 860 0,'0'0'101'16,"0"0"28"-16,0 0 21 0,0-152-14 0,0 143-88 0,0 5-11 15,0 4 47-15,0 0-56 16,0 0 8-16,0 0-14 0,-43 36-11 16,-18 27 19-16,-3 20-30 15,5 17 2-15,22 3 19 16,4 8-12 0,18-2-9-16,15-10 0 0,0-15 11 15,26-18-21-15,38-18 10 16,7-22 0-1,14-11-10-15,-8-15 2 0,1 0 3 16,-7 0 4-16,-10-17-5 16,-11-12-1-16,-5-3 7 15,-27 3 0-15,-8-4-8 16,-10-2 14-16,0 1-6 0,-17 2 0 16,-20 4 5-16,-18 8-11 15,6 5 6-15,-12 10 0 16,-1 5-11-16,6 0 8 15,4 0 3-15,0 25-7 16,10 5 19-16,13 4-14 16,8-6 2-16,16 6 0 15,-2-7 9-15,7-3 5 0,0-3-14 16,0-13 2 0,0-4 10-16,0-4-6 0,0 0-6 15,0 0 0 1,0 0 18-16,0 0-10 15,0 0-7-15,0 0-1 16,0 0 10-16,0 0-9 0,0 0-1 16,0 0-10-16,0 0-2 15,-4 0-90-15,4 0-84 16,0-4-201-16,0 2-218 16</inkml:trace>
  <inkml:trace contextRef="#ctx0" brushRef="#br0" timeOffset="85294.62">18746 7106 901 0,'0'0'80'0,"0"0"13"0,0 0 64 0,-92-194-54 15,70 159-79-15,4 11 20 0,-6 9-20 16,-9 11-12-16,-14 4 9 16,-12 0-17-1,-2 17 0-15,2 18-4 16,7 4 9-16,19 2-10 0,16 1 1 16,17 6 0-16,0-3-7 15,17-6 4-15,44-13 0 16,0-14-3-16,5-12-34 15,0 0 40-15,-4-3-36 16,-10-20 31-16,-12-2-10 0,-3-1 17 16,-18-1-2-16,-5-1 0 15,-9 5 9-15,-5-1 7 16,0 5-13 0,0 8 12-16,0-1 20 0,0 9-28 0,0 3 28 31,0-2-12-31,0 2-18 15,0 0 50-15,0 0-44 16,0 0 8-16,0 0 10 16,0 0-21-16,0 0 2 15,0 34-1-15,0 15-9 16,0 13 63-16,0 4-59 16,0 3 7-16,0 3 15 15,17-1-22-15,-6-8 18 16,-6-9-22-16,2-14 8 15,-7-6 5-15,5-11-11 0,-5-8-2 16,0-5 0-16,0-5 14 16,0-1-17-16,0-1 3 15,0-3 0-15,0 3-3 16,0-3 3-16,0 3 0 16,0-3 0-16,0 0 15 15,0 0-21-15,0 0 6 16,0 0 0-16,0 0-10 15,0 0 10-15,0 0 0 16,0 0 0-16,0 0 13 0,0 0-18 16,0 0 5-16,0 0 0 15,0 0-5-15,0 0 9 16,0 0-4-16,0 0 0 16,0 0 13-16,0 0-16 15,0 0 3-15,0 0 0 16,0 0-7-16,0 0 12 0,0 0-5 15,0 0 0 1,0 0 12-16,0 0-19 0,0 0 7 16,0 0 0-16,0 0-8 15,0 0 13-15,0 0-5 16,0 0 0-16,0 0 5 16,0 0-18-16,0 0 13 15,0 0 0 1,0 0-17-16,0 0 20 15,0 0-3-15,0 0 0 0,0 0 9 16,0 0-20-16,0 0 11 0,0 0 0 16,0 0-10-1,0 0 15-15,0 0-5 16,0 0 0-16,0 0 10 0,0 0-18 16,0 0 8-16,0 0 0 15,0 0-6-15,0 0 11 16,0 0-5-16,0 0 0 15,0 0 11-15,0 0-19 16,0 0 8-16,0 0 0 16,0 0-6-16,0 0 10 0,0 0-4 15,0 0 0-15,0 0 10 16,0 0-17-16,0 0 7 16,0 0 0-16,0 0-7 15,0 0 12-15,0 0-5 16,0 0 0-1,0 0 9-15,0 0-16 16,0 0 7-16,0 0 0 16,0 0-6-16,0 0 9 0,0 0-3 0,0 0 0 15,0 0 8 1,0 0-17-16,0 0 9 16,0 0 0-16,0 0-4 15,0 0 7 1,0 0-3-16,0 0 0 15,0 0 7-15,0 0-12 16,0 0 5-16,0 0 0 16,0 0-5-16,0 0 9 0,0 0-4 15,0 0 0-15,0 0 5 16,0 0-13-16,0 0 8 16,0 0 0-16,0 0-7 15,0 0 13-15,0 0-6 16,0 0 0-16,0 0 4 15,0 0-8-15,0 0 4 16,0 0 0-16,0 0-9 0,0 0 10 16,0 0-1-1,0 0 0-15,0 0 3 0,0 0-13 16,0 0 10-16,0 0 0 16,0 0-10-16,0 0 12 15,0 0-2-15,0 0 0 16,0 0 3-16,0 0-17 15,0 0 14-15,0 0 0 16,0 0-12-16,0 0 7 16,0 0 5-16,0 0 0 15,0 0-2-15,0 0-11 0,0 0 13 16,0 0 0-16,0 0-10 16,0 0 9-16,0 0 1 15,0 0 0 1,0 0 2-16,0 0-11 0,0 0 9 15,0 0 0 1,0 0-8-16,0 0 13 0,0 0-5 16,0 0 0-16,0 0 3 15,0 0-9-15,0 0 6 16,0 0 0-16,0 0-7 0,0 0 14 16,0 0-7-16,0 0 0 15,0 0 4-15,0 0-12 16,0 0 8-16,0 0 0 15,0 0-9-15,0 0 9 16,0 0 0-16,0 0 0 16,0 0 3-16,0 0-13 0,0 0 10 15,0 0 0 1,0 0-8 0,0 0 8-16,0 0-1 0,0 0 1 15,0 0-7-15,0 0-11 16,0 0 0-1,0 0-5-15,0 0 20 0,0 0-39 16,0 0 20-16,-5 0-51 16,0 0-55-16,3-6 14 15,2-3-147-15,0-4-130 16</inkml:trace>
  <inkml:trace contextRef="#ctx0" brushRef="#br0" timeOffset="87476.91">19575 6963 690 0,'0'0'154'0,"0"0"-34"0,0 0 33 0,0 0-16 0,-26-155-82 0,5 135-5 15,-2 0-4-15,-15 9-6 16,-9 3 6 0,-7 8-46-16,-15 0 0 0,13 19 7 0,1 19 3 15,13 7-10-15,16 1 0 31,7 5 4-31,19-2-14 0,0-11 10 16,0-5-1-16,31-13-7 0,11-5-14 31,5-6 19-31,-2-6-9 16,2-3-20-16,3 0 24 16,-3-6-7-16,-9-15 15 0,-1-4-10 15,-4-1 11 1,-11 3-1-16,-6 0 0 0,-6-2 4 15,-10 7-4-15,0-2 2 16,0 7-2-16,0 1 22 16,0 4-16-16,0 4 18 15,0 2-7-15,0 2-16 16,0 0 41-16,0 0-41 16,0 0 12-16,0 0 14 15,0 0-23-15,0 0 18 16,0 0-17-16,0 0 2 0,0 0 9 15,0 0-16 1,0 0 0-16,0 0 3 0,0 0 11 16,0 6-14-16,0 27 1 15,11 8 0-15,-6 21 53 16,2 8-48-16,10 7-1 16,-8 3 19-16,8 0-17 15,-8-3 13-15,3-15-20 0,-3-7 6 16,-4-15 5-1,-5-14-7-15,0-10-4 0,7-7 0 16,-7-6 16-16,0-3-21 16,0 3 5-16,5 0 0 15,-5-3-11-15,0 3 11 16,0-3 0 0,0 3-1-16,0-3-37 15,0 3 6-15,0 2-82 0,0 1-100 16,-5 0-94-16,-33 0-178 15</inkml:trace>
  <inkml:trace contextRef="#ctx0" brushRef="#br0" timeOffset="92950.6">20059 7124 16 0,'0'0'530'0,"0"0"-402"0,0 0 37 0,0 0 14 0,0 0-10 16,0 0-71-16,0 0 25 15,0 0-44-15,0-4-26 16,0 4 24-16,2-2-51 16,19-1 9-16,15 3-15 15,39-6-18-15,36-6 40 16,37-14-32-16,15-8-2 0,2-4 10 15,-35 5-11-15,-22 10-7 32,-35 5 0-32,-28 8-35 0,-33 10 17 0,-12 0-124 15,-26 0-80-15,-40 0-92 16,-19 0-43 0,3 0 89-16,18 0-105 0</inkml:trace>
  <inkml:trace contextRef="#ctx0" brushRef="#br0" timeOffset="93129.24">20695 6862 428 0,'0'0'158'16,"0"0"12"-16,0 0 5 0,0 0-61 16,0 0 15-16,0 0-28 15,201-28 1-15,-126 59 8 0,-2 1-42 16,-19 5-8-16,-23 3-30 16,-31 12-22-16,0 8-16 15,-31 8-8 1,-28 7-77-16,-4-6-96 0,4-12-212 15,0-23-237-15</inkml:trace>
  <inkml:trace contextRef="#ctx0" brushRef="#br0" timeOffset="93538.65">21631 6545 981 0,'0'0'70'0,"0"0"30"15,0 0 46-15,0 0-92 16,0 0-19-16,0 0 1 16,7-116-19-16,-7 158 6 15,-28 26-16-15,-7 21 3 16,6 11 28-16,25-8-32 15,4-2-6-15,0-14 0 16,37-12 9-16,22-17-18 0,-5-13 9 16,8-16 0-16,-6-13-7 15,-6-5-4 1,-8 0 11-16,-13-14 0 16,-3-17 10-16,-10 2 4 15,-16-7-11-15,0 4 0 0,0 5 28 16,-33 2-29-16,-16 13 14 15,-10 10-16-15,-10 2 11 16,3 0-30-16,12 23 16 16,7 13-75-16,19 3-43 0,6 5-185 15,6-8-104 1</inkml:trace>
  <inkml:trace contextRef="#ctx0" brushRef="#br0" timeOffset="93968.2">22511 6746 614 0,'0'0'280'0,"0"0"-247"15,-52-186 108-15,12 148 5 0,2 8-82 16,-5 15 2-16,15 12-35 16,-10 3-17-1,-9 8-14-15,3 29 7 16,-8 13-7-16,12 1 0 15,9 1 9-15,26-5-29 16,5-9 12-16,0-1-32 0,36-14 24 0,8-11-41 16,15-12 21-1,-4 0 23-15,8-9 13 0,-13-23 20 16,-3-7-19-16,-9-6 23 16,-5 1 33-16,-8 1-33 15,-8 14 30-15,-5 14 11 16,-12 8-24-16,0 7 49 15,0 0-61-15,0 22-5 0,9 37 15 16,10 19-14 0,2 9 10-16,1-13-35 0,3-6 12 15,-3-2-17-15,-1-6 5 16,-5-3-34-16,1-10-51 16,-1-2-135-16,-13-19-135 15,4-19-175-15</inkml:trace>
  <inkml:trace contextRef="#ctx0" brushRef="#br0" timeOffset="94702.83">22989 6557 852 0,'0'0'64'0,"0"0"118"0,0 0 12 0,0 0-94 0,0 0-14 15,0 0-55-15,-73-58 6 16,73 72-15-16,0 39-11 16,0 15 22-16,0 13-15 15,0-8-8-15,0-10-8 16,31-14-2-16,11-6 0 0,1-17-1 16,-6-9-10-1,3-10 8-15,-9-7 0 0,2 0 3 16,-7-7-10-16,-5-25 13 15,-9-7-3-15,-7-2 0 16,-5-10 19-16,0 0-29 16,-17 1 10-16,-37 2-6 15,-3 6-9-15,-4 12 17 0,12 10-2 16,11 7 0-16,12 7 11 16,14 0-19-1,12 0 8-15,0-2-23 0,0-16 7 16,61-1-49-16,24-4 65 15,7 0-2-15,10-2 5 16,1 5-10-16,-13-5 7 16,-12 5 0-16,-15 8 3 15,-15 3 8-15,-25 6-11 16,-9 5 9-16,-11 4 2 16,-3 0 15-16,0 0-26 15,0 17 0-15,0 32 6 16,0 23-2-16,0 8 5 0,-7-1-9 15,-3-5 11 1,10-8-14-16,0-7 3 0,0-11 0 16,17-9-8-16,30-15 12 15,7-10-4-15,10-8 0 16,-1-6 11-16,3 0-18 16,0-29 7-16,3-13 0 15,-10-15 39-15,-10-3-39 16,-16-8 32-16,-19-3-9 0,-14-4-18 15,0-3 16-15,-59 1-21 16,-30 13 0-16,-3 21-14 16,-14 21-3-16,0 19-21 15,0 3-24-15,-12 19-70 16,9 28-15-16,-4 15-168 16,0 13-168-16</inkml:trace>
  <inkml:trace contextRef="#ctx0" brushRef="#br0" timeOffset="96481.85">22607 6594 99 0,'0'0'0'0,"0"0"8"15,0 0-8-15,0 0 3 0,0 0 7 0,0 0 69 0,161-49 20 16,-150 38 24-16,1-1 11 16,2-3-32-16,-2-10 49 15,-3 5-57-15,-4 0-18 16,-5 1 25 0,0 7-41-16,0-2 3 15,0 5-10-15,0 0-22 16,-12 6 27-16,-28 3-52 0,-4 0 0 15,-8 12 24-15,14 14-23 16,5 8 0-16,12 4-7 16,21-2 15-16,0 2-17 15,0-7 2-15,21-8 0 16,12-9-14-16,5-8 7 0,-1-6 7 16,-8 0-7-16,6-2 17 15,-7-21-4-15,-9 2-6 16,-5-7 0-16,-4 7 3 15,2 7 9-15,-12 8-12 0,4 6 36 16,-4 0-22-16,0 0 48 16,5 29-47-16,11 37-12 15,8 24 77-15,21 8-63 32,-7-9-7-32,6-6-10 15,-1-1-8-15,-8 5-6 0,-21-4-89 0,-14 0-145 16,0-14-308-1</inkml:trace>
  <inkml:trace contextRef="#ctx0" brushRef="#br0" timeOffset="99076.8">10966 18328 1082 0,'0'0'198'0,"0"0"-30"0,0 0-84 16,0 0-21-16,0 0 4 0,0 0-62 0,0 0 20 15,-17 102 15-15,71-13-27 16,12-12 13-16,-7-16-26 16,-7-16 0-1,-14-13-4-15,-3-24 8 16,-9-8-4-16,10 0 0 0,4 0 6 0,2-19-5 31,8-21-1-31,-8-1 0 16,-4-7-15-16,-12 16 6 15,-5 10-9-15,-16 19-6 0,-5 3-63 16,0 0-25-16,0 31-179 16,-36 7-231-16</inkml:trace>
  <inkml:trace contextRef="#ctx0" brushRef="#br0" timeOffset="99600.68">10935 18814 1052 0,'0'0'221'0,"0"0"-132"0,0 0-53 0,0 0-7 0,0 0-22 15,0 0-3-15,349-218 24 16,-182 78-26-16,20-11 20 16,-13 2-22-16,-14 12 9 0,-42 16-20 15,-31 30-28-15,-28 25-23 16,-26 27-4-16,-16 27-90 16,-17 12-24-16,0 0-19 15,0 40-109-15,-35 16-151 16</inkml:trace>
  <inkml:trace contextRef="#ctx0" brushRef="#br0" timeOffset="101016.29">1656 10260 814 0,'0'0'133'0,"-328"131"5"0,243-95 6 0,40-16 13 0,45-17-110 0,3-3-30 16,98-3-12 0,67-45 9-16,65-32 32 0,43-33-38 15,23-27-6-15,34-21 48 16,6-9-46-16,5 3 27 0,-16 5 3 16,-43 19-31-1,-63 22 31 1,-76 27-34-16,-61 37 0 0,-55 31-9 15,-30 26-9-15,-47 9-33 16,-80 57-25-16,-52 36-84 16,-40 27 19-16,-19 15-64 15,-31 15 0 1,-19 5 42-16,-23 5 48 0,-21-1 115 16,1-11 6-16,8-11 61 15,41-17 85-15,65-31-10 0,73-19-12 16,66-35 8-16,57-23-76 0,21-21-9 31,85-13-31-31,94-61 54 0,85-36 7 0,68-36-50 16,41-24 3-16,28-10 53 31,6-4-56-31,-20 5 6 16,-21 12-7-16,-32 9-31 15,-53 23 37-15,-57 25-37 0,-66 27 4 16,-73 38-10-16,-50 26 2 15,-35 19-31-15,-40 34-83 16,-64 43-145-16,-30 16-158 16,4-2-383-16</inkml:trace>
  <inkml:trace contextRef="#ctx0" brushRef="#br0" timeOffset="101543.19">8297 10332 896 0,'0'0'312'0,"0"0"-232"0,0 0 58 0,0 0-58 0,0 0 23 16,497-7-19-16,-162-2-74 0,33-9 11 15,-3 4-21-15,-20 2-9 16,-30 0-29 0,-62 12-157-16,-67-3-127 15,-85 3-333-15</inkml:trace>
  <inkml:trace contextRef="#ctx0" brushRef="#br0" timeOffset="101845.45">13625 10415 491 0,'0'0'826'0,"0"0"-748"0,0 0-56 16,0 0 34-16,335-9 53 31,84-6-70-31,93-6-16 16,49 0-23-16,3-1 8 15,-10 2-24-15,-57-6-70 16,-58-11-351-16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17:29.92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14778 5152 539 0,'0'0'245'0,"0"0"-205"0,-333 0 122 0,279 0-30 0,33 0-81 0,21 0-44 15,14 0 3-15,90 9-10 16,35 10 66-16,50-7-41 15,25-6-6-15,24-6-15 16,38 0 8-16,16-25 20 0,3-1-14 16,-36 3 33-1,-65 6-34-15,-76 8-16 0,-69 3-2 16,-30 6-14 0,-19 0-23-16,-21 0-60 15,-71 0-11-15,-33 6-43 0,-35 16-21 16,-15-1-9-16,-11-1 71 15,-29-1 6-15,-2-5 86 16,-2 1 19-16,0-3 42 16,23-3 56-16,10 4 13 15,40-2 16-15,49-1-42 16,48-2-36-16,49 1-8 0,49 2-16 16,97-5 47-16,66-3 25 15,53-3-72-15,32 0-13 16,33-23 36-1,16-10-12-15,-28 3 10 0,-68 7-14 16,-75 8-32-16,-86 5-10 16,-67 10-92-16,-22 0-179 15,-66 0-220-15</inkml:trace>
  <inkml:trace contextRef="#ctx0" brushRef="#br0" timeOffset="2507.58">11213 6576 449 0,'0'0'238'0,"0"0"-44"16,0 0 55-16,0 0-88 0,0 0-41 0,0 0-6 0,-9-150-52 15,9 150-30-15,-5 0 1 16,-7 48-29-16,-9 29 1 15,-3 23 34-15,-1 6-27 16,10-12 0-16,4-14-12 0,6-8 0 16,3-16 0-1,-3-18 4-15,5-17-4 16,-10-8 0-16,10-11-5 0,0-2-1 16,0 0 2-16,0-9 4 15,0-44-7 1,0-21-1-16,22-20 2 0,15-1 5 15,-4-2-17-15,-2 3 14 16,2 11 0-16,-7 20 4 16,-10 21 0-16,-4 16 7 0,-7 17-5 15,0 9 9-15,-5 0-10 16,16 9 6-16,12 48-2 16,24 22 7-16,7 16 14 15,-7-1-23-15,5-5 11 16,-3-6-12-16,-12-9 5 15,-6-4-8-15,-10-11 1 16,-17-8-13-16,-9-13-1 16,0-7-39-16,0-11-32 0,-12-5-75 15,-47-11-83-15,-11-4-102 16,-15-16-116-16</inkml:trace>
  <inkml:trace contextRef="#ctx0" brushRef="#br0" timeOffset="2681.98">10775 6999 687 0,'0'0'132'0,"0"0"11"0,0 0 45 0,0 0-146 0,0 0-23 0,0 0-19 16,346 0-4 0,-70-8-124-16,31-14-112 0,6-1-170 15</inkml:trace>
  <inkml:trace contextRef="#ctx0" brushRef="#br0" timeOffset="3396.06">14405 6576 1238 0,'0'0'28'0,"0"0"76"16,0 0 76-16,0 0-110 16,0 0-58-16,0 0 16 15,88 135 3-15,-55-61-22 16,-7 3-9-16,-15-2 4 16,-11-13-4-16,0-5-3 0,0-16-17 0,-23-7-14 15,-10-13 9 1,7-13-31-16,7-8 2 15,0 0 31-15,-2-33-3 0,4-26-5 32,8-18 23-32,9-4 8 15,0 0-1-15,0 7 1 16,33 2 0-16,19 6 10 16,19 12-8-16,4 10-2 0,5 19 6 15,-16 13 1 1,-8 12 16-16,-20 0-19 0,-13 34 2 15,-2 16 11-15,-21 10-15 16,0 6 10-16,0-7-8 16,-21-8 0-16,-24-2 1 15,-11-14-3-15,11-11-2 16,7-6 0-16,22-12 10 16,11-6-10-16,5 0 0 15,0 0 2-15,0 0-7 0,0 0-2 16,26-3-2-16,33-16 0 15,16 4 11-15,13 7-2 16,4 8 0-16,4 0 3 16,-16 11 12-16,-14 41-12 15,-21 10 7-15,-19 7 11 16,-21-3-14-16,-5-10 10 16,-5-12 2-16,-44-10-4 15,-20-8 20-15,-8-9-24 16,-8-6-5-16,5-11 2 15,-3 0-4-15,19-13 0 0,8-25-4 16,16-13-11 0,16-6 11-16,10-9-49 0,14 0-24 15,0 5-106-15,38 10-220 16,21 14-249-16</inkml:trace>
  <inkml:trace contextRef="#ctx0" brushRef="#br0" timeOffset="3808.95">18383 6560 847 0,'0'0'18'0,"0"0"-8"0,0 0 141 15,0 0-48-15,0 0-54 0,0 0 0 0,-100-68-14 16,13 70 1-16,-9 43 16 16,-1 12-3-16,12 9 16 15,26 3-17-15,21 0-17 16,27-1 12-16,11 1-32 15,4-7 1-15,72-9 10 0,16-8-19 16,26-15 6-16,16-11-2 16,0-16-3-16,8-3 8 15,-8 0-12-15,-16-6 2 16,-26-17 6-16,-28 0-7 16,-20 0-2-1,-1-11-32-15,-8-1-120 0,-4-4-142 16,-5 7-412-1</inkml:trace>
  <inkml:trace contextRef="#ctx0" brushRef="#br0" timeOffset="4111.43">20936 6426 928 0,'0'0'88'15,"0"0"60"-15,0 0 42 16,0 0-97-16,0 0-13 16,0 0-1-16,49 225-26 15,-16-154-27-15,-7 1 0 16,-5-7-24-16,-4-5 0 15,-10-5-4-15,-7-6-39 16,0-9-51-16,0-11-109 16,0-12-157-16,-7-17-57 0</inkml:trace>
  <inkml:trace contextRef="#ctx0" brushRef="#br0" timeOffset="4319">21200 6505 706 0,'0'0'56'0,"0"0"37"16,0 0 57-16,276-72-16 0,-173 72-48 16,8 6-8-1,-12 37 15-15,-5 14 17 0,-20 10-40 16,-25-5-13-16,-23-2-16 16,-26-3-31-16,0-2-2 15,-66 5-8-15,-47 0-16 16,-43 3-53-16,-28-6-148 15,-14-10-123-15,-14-14-232 16</inkml:trace>
  <inkml:trace contextRef="#ctx0" brushRef="#br0" timeOffset="5115.84">11183 8539 1187 0,'0'0'54'15,"0"0"112"-15,0 0 6 0,0 0-144 0,0 0-15 0,0 0-11 16,-50 121 30-16,50-40-4 0,0-12-21 16,0-13-6-16,0-5-1 15,-5-21 6-15,-2-9-5 16,7-15-1-16,0-6-2 15,0 0-5-15,0 0 0 16,0 0 6-16,0 0-2 16,0 0 6-16,14-9-6 15,31-5 3-15,14 3 0 0,2 11 20 16,5 0-11-16,-11 0 17 16,-20 13-1-1,-2 10-19-15,-28 4 18 0,-5 1-24 16,0 10 2-16,-31 7-6 15,-25-3-6-15,-1-4-31 16,3-10-36-16,9-11-119 16,3-13-69-16,-6-4-110 15,8-12-88-15</inkml:trace>
  <inkml:trace contextRef="#ctx0" brushRef="#br0" timeOffset="5560.88">11079 8682 723 0,'0'0'115'0,"0"0"73"16,0 0-30-16,0 0-78 16,318-128-19-16,-179 109-15 15,-19 11 2-15,-9 5-30 16,-35 3-4 0,-22 0-14-16,-31 0 5 0,-8 0-10 0,-11 0 5 15,3 0 0-15,-7 0 6 16,0 21-4-1,0 14 10-15,0 16 7 16,0-3-18-16,-7 3 7 16,-7-2-8-16,-7 3 0 15,14-7 1-15,-3-7-1 0,10-8-1 16,0-6-6-16,0-9-11 0,26-7 18 16,14-2-5-1,8-6 5-15,-4 0 2 0,4-2 3 16,-6-22-5-16,-9-7 11 15,-12-9-11 1,-7-6 23-16,-14-8-19 0,0-7 9 16,0-2 2-16,-30 0-12 31,-3 12-3-31,-5 18 0 0,12 9-6 16,14 12-4-16,-2 7-51 0,14 5-105 0,0 0-138 31,0 0-180-31</inkml:trace>
  <inkml:trace contextRef="#ctx0" brushRef="#br0" timeOffset="5768.65">12651 8395 969 0,'0'0'128'0,"0"0"30"0,0 0 58 0,0 0-136 0,0 0-49 0,0 0 31 15,-54 98-27-15,54-26 15 16,0 2-31-16,-5 1-15 16,-16 1-2-16,0-15-2 15,0-4-22-15,14-8-37 16,7-15-104-16,0-12-108 16,0-22-149-16,4 0-145 0</inkml:trace>
  <inkml:trace contextRef="#ctx0" brushRef="#br0" timeOffset="5991.61">12797 8565 515 0,'0'0'271'16,"0"0"-118"-16,0 0 83 15,0 0-112-15,0 0-68 16,0 0 1-16,-172-9-23 16,106 72 8-16,10 9 14 0,4-1-26 15,12-5 9-15,33-9-14 16,7-10-21-16,0-3 6 15,54-7-10-15,43-13-21 16,30-7-38-16,14-11-108 16,15-6-67-16,-7 0-120 15,11 0-393-15</inkml:trace>
  <inkml:trace contextRef="#ctx0" brushRef="#br0" timeOffset="6388.79">14500 8554 503 0,'0'0'670'0,"0"0"-524"0,0 0 31 15,0 0-52-15,0 0-105 16,0 0-14-16,-121 89 29 16,112-32-34-16,2-6 9 15,2-12-10-15,5-6-1 0,-5-14-7 16,5-4-5-1,0-6-8-15,0-5-12 16,0-1-29-16,0-3 13 16,0 0-11-16,5 0 12 15,35-25 47-15,12-7-7 16,14 6 8-16,3 1 0 16,-6 11 4-16,3 14 13 0,-2 0 18 0,-5 11 1 31,-5 27 36-31,0 7-26 0,-28 3 2 0,-23-1-8 15,-3-4-30 1,0-1 12-16,-62-1-22 16,-18-2-12-16,-7-7-23 15,2-4-110-15,10-18-85 16,6-10-165-16,20-7-179 0</inkml:trace>
  <inkml:trace contextRef="#ctx0" brushRef="#br0" timeOffset="6787.75">14476 8605 805 0,'0'0'105'0,"0"0"53"15,0 0-13-15,259-76-100 16,-157 65-40-16,-15 4-1 16,-12 4-6-16,-20 3 2 15,-13 0-7-15,-11 0 2 16,-12 0 0-16,-1 0 5 0,-6 10 0 15,-5 13 5 1,-7 13 12-16,0 12-1 0,0 12-2 16,0 0 9-16,0-1-20 15,0 1 6-15,0-10-7 16,0-1 5-16,14-9-3 16,24-9-4-16,-5-14 0 15,7-8 4-15,12-9 1 16,-7 0 2-16,7-20 29 0,-7-23 13 15,-15-3 11 1,-13-12-19-16,-17-7-7 0,0-1 1 16,-29 0-29-16,-18 9 3 15,-2 10-7-15,-5 11-2 16,11 13 0 0,1 8-65-16,4 15-104 0,14 0-199 15,3 0-449 1</inkml:trace>
  <inkml:trace contextRef="#ctx0" brushRef="#br0" timeOffset="7040.79">15926 8433 1101 0,'0'0'76'0,"0"0"45"0,0 0 102 0,0 0-130 0,0 0-37 15,0 0 1-15,111 144-17 16,-83-63-14 0,-28 2-23-16,0 1 1 0,0-9-4 0,-38-10-13 15,1-14-14-15,11-10-47 16,14-11-74-16,12-12-91 16,0-18-123-16,7 0-67 15</inkml:trace>
  <inkml:trace contextRef="#ctx0" brushRef="#br0" timeOffset="7232.71">16383 8631 592 0,'0'0'138'0,"0"0"50"0,0 0 45 15,0 0-126 1,0 0-18-16,0 0-23 0,-186-30-15 16,127 74 11-16,3 13-3 15,27 0-15-15,6 3-5 16,23-6-29-16,0-8-4 15,30-6-2-15,55-14-4 16,19-5-11-16,14-5-34 0,2-10-106 16,7 6-114-1,3-10-176-15</inkml:trace>
  <inkml:trace contextRef="#ctx0" brushRef="#br0" timeOffset="7629.29">17906 8622 1007 0,'0'0'95'16,"0"0"91"-1,0 0 29-15,0 0-122 16,0 0-52-16,0 0-28 16,-40 36 34-16,40 11-27 15,0-1-19-15,-7-6 7 16,-12-6-8-16,-11-5 0 15,8-4-3-15,11-11-8 16,-4-5 5-16,15-5-9 16,0-4-10-16,0 0 14 0,19 0-22 15,40-4 33-15,12-11 0 16,4 4 2 0,6 8-2-16,-11 3 1 0,1 0 6 15,-7 29 33 1,-10 5-19-16,-21-5 8 0,-28-3 1 15,-5 2-22-15,0-1 13 16,-76 3-21-16,-16-1-12 16,-4-3-27-16,-1-7-132 15,19-19-189-15,12 0-222 16</inkml:trace>
  <inkml:trace contextRef="#ctx0" brushRef="#br0" timeOffset="7962.83">17866 8613 897 0,'0'0'66'0,"0"0"108"16,304-80 24-16,-136 55-109 15,-1 10-33-15,-14 12-30 16,-49 3 0-16,-45 0-26 0,-33 39 0 16,-26 20 0-16,0 13 6 15,-21 1-6-15,-15 1 3 16,10-8 4-16,24-10-7 15,2-5 0-15,0-9 0 16,0-16-7-16,33-11 4 16,-2-12 3-16,4-3 0 15,12 0 7-15,-11-24 9 16,-1-15 4-16,-9-11 16 16,-21-12 16-16,-5-6-43 0,0-10 5 15,0 3-14-15,-33 12 1 16,-12 18-3-16,-2 18-48 15,-5 16-56-15,-12 11-126 16,15 0-332-16</inkml:trace>
  <inkml:trace contextRef="#ctx0" brushRef="#br0" timeOffset="8186.39">19243 8485 859 0,'0'0'247'0,"0"0"-92"16,0 0 90-16,0 0-120 16,0 0-91-1,0 0 18-15,26 88-12 0,2-13-28 16,-7-3-4-16,-16-7-8 16,0-5-9-16,-5-12-38 0,0-3-69 15,0-9-91-15,0-15-164 16,0-16-129-1</inkml:trace>
  <inkml:trace contextRef="#ctx0" brushRef="#br0" timeOffset="8392.7">19672 8490 771 0,'0'0'132'0,"0"0"37"15,0 0 32-15,0 0-97 16,0 0-46-16,0 0-6 15,-222 123 4-15,218-57-34 16,4-11-9-16,0 1 2 16,4-12-12-16,37-12-6 15,10-5 2-15,25-6-51 16,6-6-63-16,24 3-101 16,24-2-118-16,5-5-115 15</inkml:trace>
  <inkml:trace contextRef="#ctx0" brushRef="#br0" timeOffset="8775.99">21428 8541 1182 0,'0'0'70'0,"0"0"52"0,0 0 55 15,0 0-153-15,0 0 16 16,-42 170 4-16,42-113-38 15,0-2 8-15,0-12-14 16,0-12 2 0,0-9 1-16,0-12-3 0,7-3-12 15,-7-7 5-15,7 0-24 16,19 0 10-16,12-28-5 16,23-10 4-16,3-4 18 0,-1 5-9 15,-6 17 13 1,-5 11-3-16,-14 9 9 0,-1 0 9 15,-4 3 12-15,0 23 0 16,-7 8 20-16,-5-2-29 16,-13-4 6-16,-4-5-12 15,-4-2-8-15,0 1-8 16,-45 3-22-16,-25-1-109 16,-13-5-177-1,-4-19-248-15</inkml:trace>
  <inkml:trace contextRef="#ctx0" brushRef="#br0" timeOffset="9141.68">21626 8560 786 0,'0'0'60'0,"0"0"5"16,0 0 130-16,260-93-67 16,-154 78-78-16,2 0-3 15,-16 5 13-15,-28 5-35 0,-24 2 5 16,-21 3-10-16,-17 0-19 15,-2 26 16-15,0 25-17 16,-2 18 9-16,-22 3-9 16,10 2 7-16,14-6-9 15,0-11 2-15,0-8 0 32,0-17-5-32,26-11 8 0,9-12-3 15,13-9 1-15,1 0 2 0,5 0 8 0,10-30 8 16,-10-14 18-16,-11-10 23 31,-15-14-33-31,-23-4-11 16,-5 0-7-16,0 10-2 15,-12 16-14-15,-35 14 7 16,-10 13-48-16,-2 16-62 16,-19 3-164-16,22 0-329 15</inkml:trace>
  <inkml:trace contextRef="#ctx0" brushRef="#br0" timeOffset="9412.95">22923 8362 1029 0,'0'0'168'0,"0"0"-32"0,0 0 77 0,0 0-126 0,0 156-18 0,17-73-32 15,-10-8-33-15,-7-4 5 16,4-8-9 0,-4-13-37-16,0-4-22 0,0-16-120 15,0-13-81-15,0-13-63 16,0-4-35-16,38-25-21 16</inkml:trace>
  <inkml:trace contextRef="#ctx0" brushRef="#br0" timeOffset="9588.02">23307 8514 414 0,'0'0'156'0,"0"0"93"0,0 0-24 16,0 0-86-16,0 0-13 16,0 0-21-1,-200 134-35-15,184-74-10 0,16 0-33 16,0-9 5-16,44-13-13 16,32-8-15-16,16-9 18 15,14-15-22 1,12-3 1-16,4-3-5 0,-6 0-32 15,-12-11-34 1,-38-14-98-16,-36 1-185 0,-30 3-251 0</inkml:trace>
  <inkml:trace contextRef="#ctx0" brushRef="#br0" timeOffset="10214.77">11878 10378 1203 0,'0'0'197'0,"0"0"-22"0,0 0-41 0,0 0-56 0,0 0-48 0,0 0-1 15,42 34-14-15,-23 61 9 16,-19-3 4-16,0 1-26 16,0-6 1-16,0-10-3 15,0-14-12-15,29-3-22 16,8-14-35-16,27-3-46 15,2-14-99-15,19-19-273 16</inkml:trace>
  <inkml:trace contextRef="#ctx0" brushRef="#br0" timeOffset="10511.27">15801 10289 1329 0,'0'0'40'0,"0"0"52"0,0 0 73 16,0 0-116-16,0 0-30 15,0 0 22-15,-38 221-9 16,38-135-4-16,0-9-26 15,7-7 5-15,12-5-7 0,-7-14-16 16,9-8-13-16,5-9-39 16,7-9-84-16,-5-10-154 15,3-15-297-15</inkml:trace>
  <inkml:trace contextRef="#ctx0" brushRef="#br0" timeOffset="10844.01">18937 10084 865 0,'0'0'180'0,"0"0"-33"16,0 0 83-16,0 0-91 0,0 0-72 16,0 0-2-16,18 8-38 15,-18 53 18-15,0 7-4 0,0 0-38 32,0-2 26-32,0-9-29 15,3-10 1-15,18-5-6 16,5-5-23-16,-3-2-17 0,13-9-53 15,11-4-175 1,24-10-235-16</inkml:trace>
  <inkml:trace contextRef="#ctx0" brushRef="#br0" timeOffset="11161.81">21667 9937 18 0,'0'0'864'0,"0"0"-778"16,0 0 111-16,0 0-5 16,0 0-103-16,0 0-29 15,56-23-2 1,-51 70 28-16,2 16-27 0,-7 9-41 15,0-7 17-15,0 4-18 16,0-4-12-16,0-8 5 16,0-5-10-16,0-9-1 15,0-3-14-15,0-8-28 16,0-5-30-16,0-6-128 16,-7-18-171-16,-29-3-290 0</inkml:trace>
  <inkml:trace contextRef="#ctx0" brushRef="#br0" timeOffset="12228.27">8523 11925 808 0,'0'0'111'0,"0"0"29"0,0 0 53 16,0 0-79-16,0 0-30 16,0 0-21-16,531 0 18 15,-159 0-31-15,88-5-34 16,66 3 18-16,65-7-31 16,67 6 1-16,47-6-4 15,68 0 6-15,48 3-6 16,35-8 0-16,21 1 9 15,-10-2-9-15,-25-2 1 16,-36-1 9-16,-59-2 32 0,-68-2-40 16,-59 5 14-16,-47-1-6 15,-42 5-10 1,-29 4 20-16,-40 3-20 0,-42 0 4 16,-53 3-8-16,-55 1 4 15,-77-1-7-15,-53 3 2 0,-67 0-16 16,-56 0 11-1,-52-3-30-15,-7-3-35 0,-96-3-48 16,-74-6-141-16,-82-15-290 16</inkml:trace>
  <inkml:trace contextRef="#ctx0" brushRef="#br0" timeOffset="13040.88">11904 12646 1119 0,'0'0'227'0,"0"0"-59"0,0 0-26 0,0 0-36 0,0 0-57 16,0 0-31-1,49-105 22-15,-27 130-29 0,-13 33 8 16,5 17 24-16,-14 10-35 15,0-2 8-15,-4-3-8 0,-22 0-5 16,4-11 2-16,6-12-5 16,6-9-9-16,3-10-11 15,7-7-36-15,0-11-12 16,0-5-20-16,22-4-102 16,41 6-137-1,15-3-191-15</inkml:trace>
  <inkml:trace contextRef="#ctx0" brushRef="#br0" timeOffset="13381.07">14514 12995 827 0,'0'0'368'0,"0"0"-257"16,0 0 75-16,0 0-61 15,0 0-87-15,0 0-4 16,-69 0-12-16,69 0-11 15,0 0 9 1,0 0-18-16,0 0-4 0,0 0-12 16,0 0-70-1,0 0-116-15,0 0-262 16</inkml:trace>
  <inkml:trace contextRef="#ctx0" brushRef="#br0" timeOffset="13532.78">14295 13445 1319 0,'0'0'170'0,"0"0"-32"15,0 0 0-15,0 0-93 0,0 0-45 16,0 0-8 0,-135 51-45-16,211-51-76 0,1 0-269 15,-6-17-453 1</inkml:trace>
  <inkml:trace contextRef="#ctx0" brushRef="#br0" timeOffset="13881.15">15926 12790 1217 0,'0'0'161'15,"0"0"0"-15,0 0-25 16,0 0-69-16,0 0-45 16,0 0 12-16,-17-46-15 15,17 73 2-15,0 26 15 16,0 25-13-16,0 12-1 0,0-6-3 16,0-7-9-1,0-5 9-15,-4-18-19 16,-8-6 0-16,3-8-3 15,-1-6-19-15,3-10-17 0,2-10-36 16,5-8-33-16,0-6-82 16,0 0-227-16,43-12-229 15</inkml:trace>
  <inkml:trace contextRef="#ctx0" brushRef="#br0" timeOffset="14119.61">17159 12932 1172 0,'0'0'171'16,"0"0"-44"-16,0 0 23 15,0 0-56-15,0 0-81 16,0 0-13-16,-26-17 0 16,26 17-47-16,0 3-88 15,0 17-197-15,0-2-281 0</inkml:trace>
  <inkml:trace contextRef="#ctx0" brushRef="#br0" timeOffset="14294.23">17098 13299 1288 0,'0'0'115'0,"0"0"35"15,0 0-19-15,0 0-112 16,0 0-19-16,0 0-27 16,118 3-113-16,-57-6-263 15,-14-23-498 1</inkml:trace>
  <inkml:trace contextRef="#ctx0" brushRef="#br0" timeOffset="14626.2">18993 12590 1207 0,'0'0'148'0,"0"0"-15"0,0 0-1 16,0 0-41-16,0 0-57 0,0 0-15 15,-26 77 41-15,26-5-33 16,0-1-2-16,0 0 6 16,0-2-28-16,0-9 16 31,0-3-19-31,0-9 6 15,0-15-13-15,0-7-7 16,0-7-29-16,0-2-8 16,21-5-27-16,12-9-28 15,0-3-138-15,-2 0-145 16,7-18-255-16</inkml:trace>
  <inkml:trace contextRef="#ctx0" brushRef="#br0" timeOffset="14895.44">20035 12590 1037 0,'0'0'191'0,"0"0"-36"0,0 0 22 16,0 0-81-16,0 0-63 15,0 0 0 1,-14-12-19-16,14 12-8 0,0 0-12 16,0 2-10-16,0 19-70 15,0 1-149-15,0-2-223 16</inkml:trace>
  <inkml:trace contextRef="#ctx0" brushRef="#br0" timeOffset="15046.33">20000 13030 1117 0,'0'0'151'0,"0"0"-4"15,0 0 31-15,0 0-104 16,0 0-74-16,0 0-5 0,59 17-50 16,-10-17-150-1,-16 0-183-15,5 0-389 16</inkml:trace>
  <inkml:trace contextRef="#ctx0" brushRef="#br0" timeOffset="15405.32">21860 12452 1012 0,'0'0'131'16,"0"0"-6"-16,0 0 57 16,0 0-69-16,0 0-59 15,0 0-1-15,71-80-14 16,-71 80 14 0,0 0-24-16,0 12-2 15,0 38 16-15,0 22-8 0,0 8 2 16,0 1-9-1,0-9-15-15,0-4 17 0,0-8-23 16,0-6 0-16,0-11 0 16,0-12-6-16,0-7-2 0,0-9-25 15,0-7-36 1,0 1-13-16,0-2-44 16,-24-4-113-16,-30-3-277 0</inkml:trace>
  <inkml:trace contextRef="#ctx0" brushRef="#br0" timeOffset="19471.8">2238 12953 1069 0,'0'0'173'0,"-26"-167"-87"0,26 114 76 0,0 19-38 0,0 17-33 0,0 10-75 16,0 5 11-1,0 2-10-15,0 22-10 0,0 48 9 0,-5 32-9 32,-18 14 1-32,-1-8 13 15,24-18-12-15,0-23-9 16,0-13 0-16,47-15 13 16,34-21-22-16,15-10 9 15,27-8 0-15,18-13-13 16,3-31 0-16,9-2 2 15,-16-5-14-15,-17 8-59 0,-23 9-58 16,-38 0-152 0,-47 5-180-16</inkml:trace>
  <inkml:trace contextRef="#ctx0" brushRef="#br0" timeOffset="19709.4">2955 12771 961 0,'0'0'324'16,"0"0"-228"-16,0 0 57 16,0 0 1-16,0 0-120 0,-71 210 14 15,137-121 3-15,2 0-34 16,-16 4 9-16,-2-1-26 16,-22 3-1-16,-9-1-5 15,-14-14-46-15,9-8-16 16,-2-13-101-16,4-18-165 15,5-20-215-15</inkml:trace>
  <inkml:trace contextRef="#ctx0" brushRef="#br0" timeOffset="20138.87">3596 13144 1253 0,'0'0'125'0,"0"0"-15"0,0 0 32 16,0 0-112 0,0 0-20-16,304-102 8 0,-103 43-17 15,-1-6 16 1,-14-4-17-16,-37 4 0 16,-31 11 1-16,-48 19-1 15,-39 9-17-15,-31 15-54 0,0 9-87 16,-45-2-94-16,-28 2-71 15,9-5 93-15,8-5 13 16,9-7-17-16,21 2 143 16,14 0 91-16,5 2 148 0,7 2 22 15,0 4 27 1,0 3-1 0,0 4-13-16,0 2-17 15,19 0-40-15,33 20-2 0,14 26-10 16,0 1 1-16,-5 4-60 15,-16-4-18-15,-8 1-14 16,-20 3-16-16,-17 2-14 16,0 9-2-16,-17 10-71 15,-37 0-134-15,-26-6-300 16</inkml:trace>
  <inkml:trace contextRef="#ctx0" brushRef="#br0" timeOffset="20629.98">5119 12272 1186 0,'0'0'127'0,"0"0"-45"0,0 0 81 0,0 0-69 15,0 0-70-15,0 0-21 0,-71-52 5 16,116 84-8-16,19 16 2 16,-1 9 8-16,-1-4-8 15,1-5-2-15,-13-13-12 16,-3-10-1-16,-9-10-49 16,-5-7 19-16,-14-8-2 0,-5 0-4 15,-5-3 48-15,1-32-14 16,-10-7 15-16,0-9 10 15,0 7-7-15,0 1 22 16,-15 11 6-16,4 11-3 16,4 9 26-16,-5 6-28 15,12 3 12-15,0 3 2 16,0 0-31-16,0 0 20 16,0 3-14-16,0 36-15 15,30 13 58-15,8 5-42 0,-5-2 0 16,7-7-15-1,-7-3 6-15,-2-7-14 16,0-6-20-16,-6 2-39 0,-3-8-2 16,-11-5-160-16,-1-5-149 15,-10-16-108-15</inkml:trace>
  <inkml:trace contextRef="#ctx0" brushRef="#br0" timeOffset="21677.78">6055 12192 688 0,'0'0'239'0,"0"0"-71"0,0 0 8 0,0 0-8 0,0 0-60 15,0 0-79-15,-92-100 26 16,92 100-31-16,0 8-19 16,-5 40 26-16,5 15-16 15,0 5 11 1,0-4-15-16,5-14-3 0,35-5 4 15,7-13-12-15,7-11 0 16,-2-9-2-16,7-6 5 16,-12-6-3-16,5 0 0 15,-9-12 9-15,-10-21-10 16,-12-2 1-16,-5-10 0 0,-16-1-2 16,0-4 3-16,0-4-1 15,-42 6 0-15,-8 10-1 16,3 10-12-16,-7 11 13 15,5 2 0-15,6 4-12 16,13 1 9-16,22 1 3 0,8 3 0 16,0-3-35-16,22-11 30 15,44-8-28-15,23-7 33 16,6-5-13-16,-11 6 16 16,1-3-3-1,-14 8 0-15,-12 2 7 0,-10 6-5 16,-11 9-2-1,-17 4 0-15,-14 4 6 16,-7 4 2-16,0 0-8 16,0 0 0-16,0 18 8 15,0 33-8-15,-7 12 0 0,-21 5 0 16,16-8 3-16,8-7 2 16,4-2-5-16,0-9 0 15,0-7 5-15,16-7-9 0,19-11 4 16,-4-7 0-16,-5-7-1 15,7-3 5-15,-7 0-4 16,2 0 0-16,-6-24 7 31,3-13-4-31,-13-8-3 0,2-2 0 16,-14-1 1-16,0 7 3 16,0 7-4-16,-30 15 0 15,-25 2 4-15,-6 13-10 16,-5 4 6-16,14 0 0 15,3 0-4-15,25 0 3 16,12 0 0-16,12 0-1 0,0 0-24 16,17-6 19-16,47-13-10 15,11-7 16-15,-2-5-6 16,-2 2 0-16,-3 4 7 16,-14 2 0-16,-2-1 4 15,-7 10-1-15,-10 1-3 16,-6 7 0-16,-17 6-1 15,2 0 3-15,-7 13-2 16,2 27 0-16,3 18 4 16,-12 4-4-16,0 4 0 0,5-6 0 15,6-10-2-15,8-5 6 16,7-13-4-16,-2-7 0 16,9-10 5-16,0-7-6 15,9-8 1 1,8 0 0-16,2-14 20 15,2-24-18-15,0-11 22 0,-2-7-1 16,-14-7-13-16,-5-3 28 16,-21 0-35-16,-12 1-3 15,0 8 9-15,-57 13-6 16,-21 7-3-16,-26 23 0 0,-13 14-28 16,-16 14-3-16,-8 49-127 15,-10 29-213-15,10 14-776 16</inkml:trace>
  <inkml:trace contextRef="#ctx0" brushRef="#br0" timeOffset="23196.14">20808 5081 771 0,'0'0'102'0,"-339"-21"-21"0,141 21 146 0,-7 0-48 16,16 0-53-16,38 4-29 0,55 5-31 15,53 4-5-15,43 12-49 16,90 2-6-16,110 2 23 16,90-4-22-16,78-19 12 15,52-3-19-15,11-3 5 16,8 0 18-16,-27 0-20 16,-68 0 0-16,-61-7-3 15,-108 1-26-15,-83 1-10 16,-83 2-77-16,-21 3-139 15,-132 0-111-15,-65 0-243 0</inkml:trace>
  <inkml:trace contextRef="#ctx0" brushRef="#br0" timeOffset="24129.01">1877 5924 1075 0,'0'0'81'0,"-264"0"-30"15,212 0 126-15,50 0-58 0,4 13-48 0,159 8-70 0,103 3 32 16,104-4 50-16,89-1-61 16,43-13-15-16,4-6 26 15,-6 0-32-15,-53 0 11 16,-58-19-12-16,-74 7-3 15,-84 4 2-15,-80 2-41 16,-79 0-32-16,-70 4-53 0,-18 2-15 16,-93 0-71-1,-38 0-69-15,-9 20-7 0,5 10-167 16</inkml:trace>
  <inkml:trace contextRef="#ctx0" brushRef="#br0" timeOffset="24988.02">11039 5949 789 0,'0'0'70'0,"0"0"48"0,0 0 83 0,0 0-84 0,0 0-72 0,0 0 11 16,-120 72-14-16,120-72-18 15,35-21 18-15,69-45-29 16,63-35 5-16,78-33-18 15,76-25 13-15,98-20-14 16,88-9 1-16,83 10 0 16,63 32 15-16,5 43-9 15,9 53 58-15,-38 50-8 16,-37 44-27-16,-62 79 25 16,-72 41-17-16,-72 27-12 0,-74 9 24 15,-74-8-45-15,-66-18 17 16,-71-15-21-16,-58-15 13 15,-43-14-23-15,0-14 10 16,0-13-38-16,-22-23 2 16,-11-14-41-16,-19-14-73 15,-16-14-192-15,-10-25-384 16</inkml:trace>
  <inkml:trace contextRef="#ctx0" brushRef="#br0" timeOffset="27139.18">11440 14489 750 0,'0'0'130'0,"0"0"12"0,-64-200 23 0,64 142-1 0,0 4-40 16,0 17-47-16,0 14 11 15,0 14-28-15,0 9-20 16,0 0 1-16,0 0-29 0,0 23 5 15,9 57-8-15,24 32-5 16,-4 20 42 0,-3-9-42-16,-5-17-2 15,-12-15 4-15,-4-3-3 16,-5-14-3-16,0-17 0 0,0-21-7 16,0-19 2-16,0-8-10 15,0-9 0-15,0 0 9 16,0 0-8-16,-5 0 14 0,-35-20-2 15,-12-22-24-15,-11-3 23 16,4 9-10-16,21 19 13 16,12 11 0-16,14 6 4 31,12 0-4-31,0 0 0 0,0 0-12 0,0 44 5 16,26 6 5-16,31-2 2 15,6-18-1 1,22-23 8-16,-7-7-7 15,12 0 0-15,-5-31 4 16,-8-7-8-16,-8-9 4 0,-8-8-31 16,-4 1-19-1,-8 4-120-15,-9 5-63 0,-19 19-164 0,-21 19-220 16</inkml:trace>
  <inkml:trace contextRef="#ctx0" brushRef="#br0" timeOffset="27425.49">10650 16059 1360 0,'0'0'121'0,"0"0"43"0,0 0-55 0,0 0-67 0,0 0-1 16,0 0-38-16,-92-30-1 0,101 100 5 16,17 27 2-16,7 16-4 15,-21-5-5-15,4-16-36 16,1-12 8-16,-3-6-66 16,10-14-102-16,-3-8-80 15,-12-26-180-15,8-24-320 16</inkml:trace>
  <inkml:trace contextRef="#ctx0" brushRef="#br0" timeOffset="28378.09">11161 16211 981 0,'0'0'211'0,"0"0"-54"16,0 0 8-16,0 0-79 15,0 0-11-15,0 0-42 16,-82-80-26-16,82 86 9 15,0 41-12-15,0 15-4 0,0 8 0 16,0-12 13 0,23-15-16-16,17-14 3 15,5-7 0-15,0-13-13 0,7-9 7 16,-7 0 5-16,0 0-1 16,-20-9 1-16,-3-19-8 15,-18-1 9-15,-4-8 0 16,0-1-1-16,0 2 4 15,-33-2-3-15,-26 2 0 16,3-4 3-16,-3 11-12 0,7 9 9 16,19 5 0-1,17 9-6 1,16-13 8-16,0-4-4 0,18-7-1 0,56-9-14 31,13 10 13-31,9 4-12 0,-11 7 8 16,-14 12-2-16,-19 4 8 15,-14 2 2-15,-20 0-1 16,1 0-3-16,3 11-2 16,-4 25 6-16,4 14 0 15,-6 8 1-15,-2-1 10 0,-2-1-11 0,0-3 0 16,4-2 11-16,10-9-12 16,5-7 1-1,7-10 0-15,-5-10-1 16,4-6 2-16,-8-6-1 0,-3-3 0 15,-10 0 5-15,-2 0 1 16,-7-34-6-16,-2-9 0 16,-5-12 8-16,0-5-2 0,-5 3-6 15,-37 11 0-15,-1 3 7 16,3 17 2-16,5 1-9 16,7 4 5-16,11 10-2 31,8 5 1-31,9 6-5 15,0 0 1-15,0-2-14 16,0-8 10-16,4-14-4 0,44 0 8 0,3-2-9 31,6 4 15-31,-3 10-6 16,-21 1 0-16,-14 8 1 16,-7 0-8-16,-12 3 7 0,0 0-8 15,7 17 1-15,0 40 3 16,5 17 4-16,7 7 0 15,2-9 5-15,10-9-6 16,9-12 1-16,4-12 0 16,8-16-2-16,-2-11 8 15,2-3-6-15,0-9 0 16,-1 0 2-16,1-24 16 16,-7-12-2-16,-12-8-3 15,-12-7 21-15,-21-6-30 0,0 0 11 16,-21 1-7-16,-50 2 0 15,-16 9-8-15,-9 16 0 16,-6 13-7-16,24 13 3 16,10 3-31-16,35 0-8 15,33 19-97-15,0 10-162 16,28-8-223-16</inkml:trace>
  <inkml:trace contextRef="#ctx0" brushRef="#br0" timeOffset="28918.65">15608 14243 856 0,'0'0'381'0,"-17"-172"-269"0,17 128 56 0,0 11-19 0,0 16-92 0,0 11-6 16,0 6-19-16,0 0-11 15,0 41 23-15,5 50-42 16,2 26 22-16,7 15-10 16,-9-10-3-16,-3-7-22 15,3-9 7-15,-5-11-38 16,0-14 16-16,0-15-36 0,0-19 11 15,-26-13 16-15,-14-20-25 16,-3-14 50-16,-20 0 4 16,-3-36 6-16,9-7 0 15,8-3 10 1,20 14 4-16,11 11 33 0,10 11-19 16,8 10 22-1,0 0-36-15,0 0-10 0,0 16 8 0,31 20-8 16,16 2-4-1,15-8 0 1,-3-13 12-16,-22-8-16 0,8-9 4 0,-7 0 0 16,-3 0 1-1,3-35 1-15,7-19-2 16,2-9 0-16,-2-8-13 0,-3 5-8 16,0 19-65-16,-11 22-173 15,-21 25-239-15</inkml:trace>
  <inkml:trace contextRef="#ctx0" brushRef="#br0" timeOffset="29205.03">15117 15730 1137 0,'0'0'155'0,"0"0"30"0,0 0-48 0,0 0-51 16,0 0-40-16,0 0-29 0,71 63 53 16,-24 18-50-16,-14 4-19 15,-12 6 3-15,-16-4-4 16,0-22-24-16,-5-5-36 15,9-17-85-15,10-15-147 0,-7-19-240 16</inkml:trace>
  <inkml:trace contextRef="#ctx0" brushRef="#br0" timeOffset="30081.65">15629 15796 781 0,'0'0'283'0,"0"0"-50"16,0 0-48-16,0 0-54 15,0 0-49-15,0 0-51 16,-7-126-13-16,7 139-2 0,0 49-9 16,0 18-7-16,0 17 0 15,0-11 12-15,19-14-19 16,28-13 7-16,2-21-14 16,-2-10 10-16,-9-19-17 15,0-9 10-15,-5 0 2 16,0-9 1-16,-7-27-3 15,-10-11 10-15,-6-4 1 0,-10-12-5 16,0 6 3 0,-59-3-2-16,-5 7-5 15,-14 11-12-15,5 6 16 0,24 15 3 16,16 10 2-16,14 2-6 16,14 6 6-16,5-12-1 15,31-9-34-15,54-8-2 16,19-8 30-1,9 8-32-15,-7 4 20 16,-12 7 9-16,-16 7 15 0,-29 5-5 16,-16 6 22-16,-18 3-17 15,-4 0 21-15,-8 26-19 16,-3 20 19-16,0 10-3 16,0 3-15-16,0-2-8 15,0-3 0-15,4-3 5 0,18-10-5 16,8-7 0-16,6-11 0 15,6-9-4-15,-2-8 2 16,-2-6 2-16,-10 0 0 16,-7-8 4-16,1-22 3 15,-15-6-7-15,-7-2 0 16,0-4 0-16,0 1 13 0,-5-4-15 16,-30 8 2-16,-3 2 0 15,5 6 5 1,7 4-5-1,12 5 0-15,9-1-3 0,5-1 4 16,0-7-1-16,45 0 0 16,16 1-10-16,7 7 5 15,-11 13-12-15,2 8 15 16,-7 0-4-16,-7 6 5 0,-8 32 1 16,-4 16 0-16,-4 8 5 15,-6 2 0-15,-4-2-5 16,12-5 0-16,-3-10 0 0,10-8 5 15,9-13-5 1,-9-14 0-16,14-9 7 16,4-3 12-16,-4-9-12 0,2-32 16 15,-9-9 23-15,-10-11-24 16,-13 1 16-16,-22-11-27 0,0-6-1 31,-22-4-11-31,-53 10 1 16,-15 11-24-16,-9 24-27 15,19 17-100-15,26 14-60 16,28 5-280-16</inkml:trace>
  <inkml:trace contextRef="#ctx0" brushRef="#br0" timeOffset="30552.99">19252 13950 1150 0,'0'0'118'0,"0"0"63"0,0 0-3 0,0 0-61 0,0 0-89 16,0 0-21-16,-30-10 36 15,56 103-3-15,4 11-8 16,-15-2-29-16,-4-3 10 15,-11-14-18-15,0-4 5 16,0-13-37-16,0-13 22 0,-26-16-34 16,-4-13 23-16,-10-11 9 15,-8-12-12-15,-1-3 19 16,-3-18 7-16,7-30 3 16,10 1-10-16,14 11 18 15,14 19-8-15,7 13 27 16,0 4-26-16,0 0 30 15,0 57-30-15,0 12-1 0,11 2 28 16,27-11-23 0,9-25-5-16,-9-11 0 0,2-9 10 15,-5-15-11 1,8 0 1-16,11-15 0 0,12-32 7 16,19-19-3-16,-7-14-8 15,0 2-10-15,-8 1-77 16,-6 14-174-16,-26 30-495 15</inkml:trace>
  <inkml:trace contextRef="#ctx0" brushRef="#br0" timeOffset="30806.9">18840 15461 1362 0,'0'0'110'0,"0"0"-11"0,0 0 59 0,56 167-73 0,25-85-29 0,-6-11-47 15,-9-2-7-15,-28-6-4 16,-12-13-24-16,-12-5-38 16,-2-9-44-16,-5-21-204 15,-7-15-260-15</inkml:trace>
  <inkml:trace contextRef="#ctx0" brushRef="#br0" timeOffset="31441.62">19507 15382 1136 0,'0'0'187'0,"0"0"-39"16,0 0-11-16,0 0-66 15,0 0-64-15,0 0-1 16,-57 182 33-16,57-108-31 15,0-11-8-15,0-6 0 16,29-16 6-16,4-10-18 16,4-14 12-16,-6-8-19 15,-3-9 18-15,-2 0-27 0,-7-12 19 16,7-24 4-16,-7-12 5 16,-12-5-4-16,-7-1 4 15,0 0 0-15,-7 7-5 31,-40 8 4-31,0 8 1 16,0 10 0-16,11 10 6 16,22 2-7-16,12 7 1 15,2-8-10-15,16-7-25 16,64-8-23-16,17-7 41 16,2 8-16-16,-14 5 10 0,-10 6 15 15,-20 7 8-15,-27 2 0 16,-9 4 21-16,-19 6-10 15,0 38 23-15,0 19 11 16,0 8-37-16,-5-8 19 16,-9-9-27-16,14-12 0 15,0-10 2-15,0-11 1 16,21-8-3-16,5-10 0 0,-2-3 4 16,6 0-14-1,8-18 10-15,-10-20 0 16,-2-11 4-16,-14-5 6 0,-12 0-10 15,0 7 0-15,0 5 2 16,-24 10-6-16,-13 7 7 16,15 4-3-16,6 12 0 15,7 4 7-15,9 5-7 16,0 0 0-16,0 0 4 16,0-2-20-16,0 2 16 0,0 0-14 15,0 0-26-15,0 0-75 16,0 0-90-16,0 5-180 15</inkml:trace>
  <inkml:trace contextRef="#ctx0" brushRef="#br0" timeOffset="31996.09">20228 15465 621 0,'0'0'197'0,"0"0"-103"0,0 0 51 16,0 0-73-16,0 0-35 0,0 0 6 0,191-83 28 16,-146 77-18-16,-12 6-43 15,-2 0 29 1,2 0-31-16,-12 19 1 15,5 15 27-15,-14 4-30 16,4-1 17-16,-6-8 5 0,2-4-23 16,2-4 40-16,-3-6-27 0,1-8-7 15,5-3 21-15,2-4-30 16,4 0 24-16,5-6 10 16,-2-20-20-1,-7-14 22-15,-7-1-24 16,-12-10-2-16,0-3 9 0,-26 3-16 15,-21 8-5-15,-12 15 0 16,-2 13-11-16,4 9 9 0,3 6-43 16,12 0-57-16,13 0-133 15,17 11-341-15</inkml:trace>
  <inkml:trace contextRef="#ctx0" brushRef="#br0" timeOffset="32519.19">22466 13516 1103 0,'0'0'126'0,"0"0"57"0,0 0-25 0,0 0-44 16,0 0-49-16,0 0-46 0,12 37-10 0,37 58 54 15,-2 10-51-15,-18-10 0 16,-8-12-12-16,-21-14 8 16,0-9-21-16,0-6 13 15,-12-10-38-15,-21-8 16 16,-10-6-36-16,-8-11 13 15,1-13-3-15,-11-6 5 16,-10-17 32-16,5-23-8 16,0-3 19-16,17 5-6 15,6 10 17-15,22 16-11 16,9 6 20-16,3 6-4 16,4 0 24-16,5 25-35 0,0 28-3 15,0 13 49-15,0-9-50 16,31-15 12-16,23-12 0 15,0-13-12-15,5-14 26 16,7-3-27-16,24 0 8 16,2-38 12-16,9-13-9 15,-2-9-10-15,-5-6-1 16,-16 3-34-16,-12 3-17 16,-19 14-188-16,-37 18-438 0</inkml:trace>
  <inkml:trace contextRef="#ctx0" brushRef="#br0" timeOffset="33043.48">22166 14877 942 0,'0'0'317'16,"0"0"-187"-16,0 0-8 0,0 0 40 0,0 0-133 0,0 0 6 16,10 150 7-16,6-88-41 15,6-5 24-15,-6-7-25 0,5-17 5 16,0-7-4-16,3-9 1 15,2-9-2 1,0-5 0-16,-5-3 4 16,7 0-9-16,15-9 5 15,-1-27 0-15,8-15-9 16,-8-6 10-16,-4-7-1 0,0 1 0 16,-10 13 9-16,-19 19-15 0,3 12 6 15,-7 17 0 1,-5 2 21-16,0 0-21 15,0 0 26-15,0 12-3 0,0 33-19 16,0 12 30-16,0 5-34 16,0-9 6-16,0-7-12 15,0-4 6-15,0-7-26 32,0-2-34-32,0-7-48 0,-7 1-105 0,-12-11-245 15,5-13-250-15</inkml:trace>
  <inkml:trace contextRef="#ctx0" brushRef="#br0" timeOffset="33615.9">23010 14883 933 0,'0'0'229'0,"0"0"-89"0,0 0 64 16,0 0-96-16,0 0-62 15,0 0 14 1,0-62-45-16,0 79 6 0,0 32-4 31,0 13-10-31,0 4 19 0,0-12-26 16,0-8 0-16,0-6-1 15,29-14 5-15,1-5-4 16,-4-8 0-16,0-10 7 16,-2-3-13-16,4 0 6 15,-2 0 0-15,2-25 4 16,3-10 2-16,-5-10-6 15,-7-2 0-15,-15-7 5 16,-4 3-11-16,0 12 6 0,0 7 0 16,0 6-2-1,0 12 2-15,15-1-1 0,13 6-1 16,14 1-6-16,-4 5 0 16,16 3 8-16,-11 0 0 15,11 6-6-15,-16 23 8 16,-12 8-2-16,-3 4 0 15,-2 6 3-15,1 2-3 16,-1-4 0-16,0-10 0 16,5-5 0-16,-3-12 10 15,6-6-10-15,1-9 13 0,13-3-12 16,2 0 40-16,11-33-26 16,1-12 9-16,-10-8 19 15,-14-13-34-15,-12-8 15 16,-21-4-18-16,0 1 3 15,-21 11-4-15,-40 14-5 16,-3 18-20-16,-18 21 6 16,-8 13-55-16,-2 9-12 15,-2 44-15-15,6 7-216 16,18 11-305-16</inkml:trace>
  <inkml:trace contextRef="#ctx0" brushRef="#br0" timeOffset="33997.21">22527 16202 1175 0,'0'0'240'0,"0"0"-19"0,0 0-120 0,0 0-38 0,0 0-25 16,0 0-37-16,299-18 34 16,-23-63-34-16,17-6 7 15,13-13 18-15,-6 1-19 16,-25 12 9-16,-27 4 26 0,-38 17-31 16,-43 9 21-1,-44 15-21-15,-48 16-3 16,-37 9-5-16,-26 7-3 15,-12 2-23-15,-3 5-17 0,-60 3-58 16,-22 0 28-16,-19 11-38 16,-4 16-135-16,-15-1-129 15,0 2-153-15</inkml:trace>
  <inkml:trace contextRef="#ctx0" brushRef="#br0" timeOffset="36051.71">22322 14922 371 0,'0'0'211'0,"0"0"5"0,0 0 43 0,0 0-32 0,0 0-85 0,269-144 17 16,-232 129-72-16,-20 7-14 15,-17 8 0-15,0 12-31 16,0 65 5-16,-17 34-12 16,-20 27 2-16,-1-8 18 15,21-20-52-15,13-14 7 0,4-18-10 16,0-21 0-16,0-20 0 15,0-19 0-15,0-9 0 16,0-5 0-16,0-4 0 16,0 0 0-16,0-8 0 15,0-41 0 1,0-19 0-16,0-21 0 0,0-13 0 16,0 1 0-1,0 5 0-15,0 21 0 0,0 25 0 0,0 26 0 16,0 18 0-16,0 6 0 15,0 0 0-15,0 32-19 32,-38 49 24-32,-7 23-5 15,19 16 0-15,22-16 14 0,4-17-21 0,0-18 7 16,0-29 0-16,0-13-13 16,0-14 13-16,0-13-6 0,11 0 2 15,4-9-10-15,10-42 3 16,13-29 11-16,2-26 0 15,12-13-17 1,-2-2 16-16,-3 16 1 16,-24 34-2-16,-8 29 12 15,-15 29-8-15,0 13-2 0,0 0 0 32,0 6 4-32,0 64 11 15,-36 23-15-15,1 14 11 0,9-6-2 16,21-20-3-16,5-16-6 15,0-17 0-15,0-19-3 16,0-14 6-16,0-12-3 16,0-3 0-16,0 0 7 15,0-41-20-15,0-31 13 16,0-26 0-16,0-21-15 16,0-4 13-16,17 13 2 15,-10 29-2-15,0 33 8 16,-7 30-8-16,0 15 2 15,0 3 0-15,0 34 16 0,0 44-9 16,0 25 9-16,0 17-16 16,0-17 0-16,0-9 0 15,0-20 0-15,0-21 0 16,0-14 0-16,0-12 0 16,0-11-47-16,0-5-34 15,14-5-45-15,12-6-7 16,19 0-231-16,18-42-282 0</inkml:trace>
  <inkml:trace contextRef="#ctx0" brushRef="#br0" timeOffset="36720.07">24507 14429 718 0,'0'0'165'0,"0"0"59"0,0 0-57 0,0 0-52 0,0 0-37 16,0 0-32-16,0 0 32 16,-108 162-27-16,87-81-23 15,9-1 17-15,12-3-34 16,0-14 18-1,7-12-12-15,31-15-14 16,2-19 34-16,7-10-26 0,2-7 12 0,20-7 20 31,4-34-31-31,-9-18 18 16,-13-11-8-16,-18-13-21 16,-14-12 30-16,-19 2-31 15,0 7 0-15,-26 17 0 16,-28 24-12-16,0 19-4 15,-5 23-45-15,-21 3-45 0,-17 32-15 16,-11 31-268 0,-15 5-342-16</inkml:trace>
  <inkml:trace contextRef="#ctx0" brushRef="#br0" timeOffset="38077.69">3827 6254 5 0,'0'0'0'0,"0"0"-2"0</inkml:trace>
  <inkml:trace contextRef="#ctx0" brushRef="#br0" timeOffset="38523.51">3193 6382 644 0,'0'0'14'0,"0"0"-6"16,0 0 20-1,0 0-19-15,0 0-9 0,0 0-109 16,-40 0-123-16</inkml:trace>
  <inkml:trace contextRef="#ctx0" brushRef="#br0" timeOffset="38698.54">3193 6382 901 0,'0'184'42'0,"-21"-184"36"0,21 0 75 15,0 0-101-15,0 0-52 16,0 0-19-16,26 0-123 15,-5 0-39-15,-5 0-140 16</inkml:trace>
  <inkml:trace contextRef="#ctx0" brushRef="#br0" timeOffset="40191.42">11494 17327 939 0,'0'0'167'0,"0"0"23"0,0 0-41 0,0 0-74 0,0 0 2 0,0 0-23 16,0 0 2-16,155 59 6 15,-70-14-33-15,-7 2 15 16,-7 8-8-16,-8-10-25 16,-4 4 29-16,-7 3-22 15,-7-7-7-15,0 1 25 16,7 3-35-16,7 2 22 15,-8-2-14-15,18 8 0 16,4-2 2-16,2-4-11 16,3 2 0-16,7-6 0 15,-10-1 0-15,6-5 0 0,11 1 0 32,9-3 0-32,29 5 0 0,16-8 0 0,21-12 0 15,15-10-5-15,-1-14 4 31,5 0 1-31,-4 6 0 0,2-6 6 16,12 0-6 0,28 0 0-16,28-6 0 0,24-20 0 15,25-6 0-15,11-10 0 16,-1 5 0-16,-19-4 0 16,-18 5 0-16,-20 0 0 15,-23 0 0-15,-21-2 0 16,-17-13 0-16,-4 3 0 15,-5-8 0-15,-7-3 0 16,-10-5 0-16,-4-1 0 16,-15-4 0-16,-13 1 0 15,-20-1 0-15,-9-6 0 16,-9 4 0-16,-10 2 0 16,-11 4 0-16,-8 5 0 15,3-3 0-15,-19 9 0 0,4 1 0 16,3 0 0-16,-21 4 0 15,2-2 0-15,-5 5 0 16,-14 6 0-16,1 8 0 16,-6 10 0-16,-16 10 0 15,3 10 0-15,-3 2 0 16,0 0-37-16,0 0 3 16,0 0-29-16,-45 0-34 0,-14 0 26 15,-12 5-147-15,-19 26-245 16,-6-2-369-1</inkml:trace>
  <inkml:trace contextRef="#ctx0" brushRef="#br0" timeOffset="41703.66">3667 7650 819 0,'0'0'129'0,"0"0"-10"0,0 0 41 0,0 0-68 0,-335 187-38 0,123-43 17 16,-52 22-19-16,-40 20 17 15,-26 8-29-15,-15-7 0 16,22-10 14-16,40-22-37 15,62-36 3-15,58-26-13 16,55-31 1-16,51-26-15 16,50-12 7-16,7-21-42 15,71-3-27 1,58-21-20-16,39-42-13 0,20-33-30 0,15-22-1 16,24-27-3-16,20-12 11 15,22-7-13-15,16 0 102 16,-4 2 36-1,-8 5 25-15,-14 14 50 16,-35 14 3-16,-42 32-1 0,-59 31 8 16,-60 26-15-16,-56 29 26 15,-7 11-2 1,-122 57 6-16,-90 65-66 0,-100 75-14 16,-88 73 14-16,-67 65-32 0,-38 29-2 31,-18 9 0-31,37-21-83 15,50-31-44-15,56-35-86 16,69-40-225-16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21:20.48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10390 6891 939 0,'0'0'53'0,"0"0"126"0,0 0-43 0,0 0-51 0,0 0-18 0,0 0-64 0,-287-62 5 15,185 113-8-15,11 12 0 16,13 6 0-16,33-1-4 16,24-2 6-16,21-3-2 0,0-5 0 15,54 1-3-15,31 1 2 16,16 3 1-16,-4 0 0 16,-8-9 1-16,-25-3 5 15,-17-10-6-15,-21-4 10 16,-26-5-6-16,0 1 19 15,-35 2-10-15,-57 1 2 16,-31-3 7-16,-13-9-21 16,1-11 9-16,5-13-10 15,34 0 4-15,30 0-14 16,26-39-5-16,28-13-62 16,12-8-35-16,7 5-77 0,52 10-63 15,12 18-80 1,2 12-241-16</inkml:trace>
  <inkml:trace contextRef="#ctx0" brushRef="#br0" timeOffset="1267.8">10735 7595 450 0,'0'0'203'0,"0"0"-12"15,0 0 7-15,40-151-55 0,-40 111-33 16,0 2-51-16,-24 4 9 15,-4 11-13-15,-5 9-33 16,-3 11 2-16,-6 3-7 16,-3 0-11-16,-7 34 2 15,3 23-8-15,16 9 0 16,14 3-4-16,19-6 1 16,0-12-1-16,24-16-23 15,20-11-22-15,8-8 18 0,-5-14-12 16,1-2 11-1,-6 0 22-15,-4-31-4 16,-12-9 14-16,-5-3 0 16,-16-1 3-16,-5-1 11 15,0 7 1-15,0 8 20 0,0 12 7 16,-15 13-16-16,4 1 30 0,6 4-27 31,0 0-26-31,5 0-5 16,0 27 2-16,0 24 0 0,0 9-1 15,0 1 1-15,31-10-8 16,7-9-13-16,-5-10-33 16,4-10 25-16,-8-12-4 0,-3-10 10 15,4 0 13-15,-11 0 3 16,7-34 7 0,-5-10 0-16,-11-7 3 15,-3 0 13-15,-7 2-8 16,0 9 14-16,0 10 22 15,0 15-13-15,0 11 16 16,0 4-14-16,0 0-16 16,0 0 0-16,0 12-17 15,0 33 0-15,0 12-1 16,0 9 8-16,0-17-7 16,0-9 0-16,0-17 1 0,0-7-9 15,0-13 7-15,0-3-12 16,0 0 11-16,0 0-2 15,0-12-1-15,0-24 5 16,0-15-13-16,0-6-1 16,0 8 14-16,0 4 0 15,0 14-5-15,0 16 7 16,0 12-5-16,0 3 3 0,0 0-6 16,7 3 1-1,19 37-17-15,21 11 22 16,2 2 0-16,8-6-2 0,4-11-2 15,3-6-27-15,-8-10-6 16,-4-11 16-16,-14-5-9 16,-5-4 11-16,-7 0 12 15,5-21 5-15,-3-17 0 16,-2-11 2-16,-10-13 0 16,-4-7 1-16,-2-11 1 0,-10-6-2 15,0-11 0-15,0 3 4 16,0 7 0-1,0 13 2-15,-10 17 0 0,-6 17 18 16,4 17-16-16,-2 17 39 16,9 6-14-16,3 0-32 15,-10 6 5-15,-2 42-4 16,-3 24-2-16,1 17 7 16,16 5-4-16,0 9-3 15,0-8 0-15,11-5 4 0,25-9-13 16,4-16 0-16,5-12-32 15,4-17 14-15,-4-15-26 16,9-12 28-16,0-9 15 16,5 0-4-16,-4-9 11 15,1-20-5-15,-11-5 8 16,-5-4-5-16,-9-4 9 16,-15-1-4-16,-6 6 0 15,-6 4 4-15,-4 5 6 0,0 11-8 16,0 9 2-16,0 1 17 15,-4 7-21-15,-18 0 1 16,-8 32 6-16,-1 26-2 16,5 10-1-1,7 4-4-15,19-3 0 0,0-7 6 16,0-11-1-16,5-13-5 16,16-8 0-16,-2-11-7 0,0-8-4 15,-14-8-62-15,-3-3-59 16,-2 0-93-16,0-6-33 15,0-33 39-15</inkml:trace>
  <inkml:trace contextRef="#ctx0" brushRef="#br0" timeOffset="1426.09">11807 7337 551 0,'0'0'148'0,"0"0"35"0,0 0-8 0,0 0-33 0,0 0-94 15,0 0-16-15,-7-73-32 16,104 46-4 0,23 4-157-16,5-1-235 15</inkml:trace>
  <inkml:trace contextRef="#ctx0" brushRef="#br0" timeOffset="1623.22">13625 7214 1180 0,'0'0'18'16,"0"0"44"-16,0 0 48 16,0 0-110-16,0 0-98 15,0 0-94-15,52-28-296 16</inkml:trace>
  <inkml:trace contextRef="#ctx0" brushRef="#br0" timeOffset="1759.51">13502 7769 981 0,'0'0'44'0,"0"0"76"16,0 0 23-16,0 0-143 15,0 0-14-15,0 0-235 16,236 44-445-16</inkml:trace>
  <inkml:trace contextRef="#ctx0" brushRef="#br0" timeOffset="2012.91">14709 6999 1050 0,'0'0'68'15,"0"0"88"-15,0 0 29 16,0 0-70-16,0 0-61 16,0 0-9-16,-61-45-28 15,61 114 10-15,0 23 23 16,0 22-40-16,0-5 4 0,0-7-14 16,0-6-8-16,0-15-17 15,12-14-53-15,-3-16-79 16,-9-17-114-16,0-19-92 15,0-15-19-15</inkml:trace>
  <inkml:trace contextRef="#ctx0" brushRef="#br0" timeOffset="2965.99">14577 7440 315 0,'0'0'178'16,"0"0"-68"-16,-4-214 41 16,44 148-50-16,28 12-32 15,3 13-31-15,-7 20 40 16,-6 14-1-16,-25 7-52 15,-11 19-6-15,-18 34-16 16,-4 18 16-16,-4 7-6 0,-51 1-9 16,-15-8 2-16,-3-11-6 15,-3-10 0-15,10-13-1 16,19-14 1-16,19-14-6 16,21-7-3-16,7-2-14 0,0 0 18 15,0 0-13-15,40-11 13 16,23-4 1-16,-4 9 8 15,7 6-1-15,5 0 20 16,0 18-17-16,2 11 11 16,-2 5-17-1,-5-5 2-15,-3-5-4 0,10-8 2 16,-7-14-7-16,3-2 1 0,-3 0-18 16,-14-14 18-16,4-17-5 31,-16-7 11-31,-4-10-2 0,-10 0 7 0,-19 1-5 15,-7-4 9-15,0 8-2 32,0 9 16-32,-7 5-12 15,-29 15 10-15,-4 11-9 16,-16 3-3-16,-10 6 0 16,7 30-7-16,9 11 2 0,17 8 0 15,24-2-4-15,9-2 0 16,0-10-3-16,23-10 4 15,27-10-4-15,2-13 0 16,0-8-34-16,-3 0 20 16,-2 0-16-16,-7-23 23 15,-4-11 1-15,-8-4 18 16,-16-4-9-16,2 4 14 16,-14 8 9-16,0 12 42 0,0 6-36 15,0 9 16-15,0 3 11 16,0 0-41-16,0 6-6 15,0 32-9-15,0 13 1 16,16 0-5-16,20-7 4 16,8-8-15-16,-1-6 6 15,4-15-33-15,-2-5 0 16,-5-10 18-16,-5 0 1 16,-2-10 17-16,-7-23 6 15,-14-8 0-15,0-1 29 0,-12 3-2 16,0 4 17-1,0 4 11-15,0 14-4 0,0 4 17 16,0 11-16-16,0 2-10 16,0 0 5-16,0 0-35 15,0 9 3-15,0 39-9 16,0 23 4-16,0 24 30 16,0 13-19-16,0 5-1 15,0 7 9-15,0-3-22 16,0 0 16-16,-12-11-8 0,3-15-13 15,2-22 19-15,-5-23-18 16,5-23-3-16,7-14 10 16,0-9-6-16,0 0-6 15,-3 0 2-15,-18-20-41 16,-7-29-24-16,-10-20-87 16,3-20-173-1,14-11-376-15</inkml:trace>
  <inkml:trace contextRef="#ctx0" brushRef="#br0" timeOffset="3207.73">15801 6999 941 0,'0'0'21'0,"0"0"104"0,0 0 55 0,0 0-106 0,0 0-36 0,0 0-11 15,92-113 19-15,-80 95 20 32,-12 1-40-32,0 6-10 0,0 5-16 0,0 6-70 15,0 11-109-15,0 18-278 32</inkml:trace>
  <inkml:trace contextRef="#ctx0" brushRef="#br0" timeOffset="3695.54">16065 7289 866 0,'0'0'53'0,"0"0"52"16,0 0 29-16,0 0-61 15,0 0-38-15,0 0 10 16,132-129-18-16,-132 129 9 15,0 0 2 1,0 0-23-16,0 38 5 16,0 19 1-16,-7 14-7 0,-5 1 6 31,12-12-20-31,0-6 0 16,0-15 0-16,12-9 2 0,21-16-6 15,12-11 4-15,0-3-5 16,4-3-9-16,-2-31 10 15,-9-12 4-15,0-5-2 16,-15-2 8-16,-9-7-3 16,-2 7-3-16,-12 7 2 15,0 17 9-15,0 15-10 16,0 10 9-16,0 4 24 16,0 0-23-16,0 24 10 0,0 30-20 15,0 14 5-15,0 4 22 16,10-10-25-16,34-9 7 15,15-10 0-15,5-14-3 16,16-16-6-16,-4-13-1 16,-3 0-16-16,9-19-3 15,-6-16-72-15,-15-10-87 16,-26-9-198-16,-28-1-336 0</inkml:trace>
  <inkml:trace contextRef="#ctx0" brushRef="#br0" timeOffset="13899.97">9627 9335 632 0,'0'0'318'0,"0"0"-157"0,0 0 19 16,0 0-57-16,0 0-40 0,0 0-31 15,0 0 7-15,0 0-10 0,-104-119-20 16,104 119 17-16,0 0-41 15,-7 29 4 1,2 43 4-16,-2 26-9 0,5 19 30 0,-3-1-19 16,-2-12-10-1,7-8 10-15,-10-12-15 16,6-9 0-16,-1-19-2 16,5-15-7-1,0-10-20-15,0-17-40 0,0-10-150 16,0-4-108-16,0-10-164 15</inkml:trace>
  <inkml:trace contextRef="#ctx0" brushRef="#br0" timeOffset="14352.33">9815 9502 813 0,'0'0'96'0,"0"0"145"0,0 0-105 16,0 0-69-16,0 0-23 31,0 0-10-31,-66-30 9 0,61 30-41 16,3 36 8-16,-5 20 7 15,0 20-16 1,7-5 3-16,0 1-4 16,0-7 9-16,0-6-10 0,33-10 1 15,5-13 0 1,4-10-7-16,8-12 2 0,-3-11 5 15,-2-3-3-15,2-3-11 16,0-29 14-16,-9-10 0 16,-5-6 2-16,-12-5 7 15,-14-3-4-15,-7-4-4 16,0 2 13-16,0 9-9 16,-2 4 31-16,-29 5-30 15,-9 11-4-15,2 5 24 16,3 11-23-16,6 11 4 15,-18 2-5-15,3 0 9 0,-20 13-18 16,7 16 7-16,12 3 0 16,12 4-9-16,17-4 9 15,11 6-14-15,5-6-27 16,0 1-50-16,12 2-22 16,30-5-138-16,1 0-112 15,2-16-257-15</inkml:trace>
  <inkml:trace contextRef="#ctx0" brushRef="#br0" timeOffset="14669.9">10508 9374 764 0,'0'0'117'0,"0"0"90"15,0 0-25-15,0 0-111 0,0 0 10 0,0 0-10 0,-23-122-12 16,23 122 3-16,0 0-35 16,0 47-7-1,0 19 4-15,-3 18-4 0,3 1 12 16,0-7-32 0,0-3 5-16,0-10 2 15,0-5-2-15,0-9-7 16,0-13 2-16,0-7-43 0,0-7-33 15,0-11-96-15,0-2-22 16,0-5-52-16,22-6-44 16,-11 0-1-16</inkml:trace>
  <inkml:trace contextRef="#ctx0" brushRef="#br0" timeOffset="15132.92">10843 9600 307 0,'0'0'63'0,"0"0"88"0,92-155-34 15,-73 122 12-15,-5 19-13 0,-9 5-4 16,-5 3 35 0,0 6-45-16,0 0-49 15,0 0-19-15,-33 35-22 16,-17 13-11-16,-9 12 10 0,0 3-7 16,0-4-4-16,10-3 0 15,4-14 3-15,14-12-3 16,6-11 0-1,20-13 0-15,5-6-3 16,0 0 2-16,0 0 1 16,0 0-4-16,0 0 8 0,0 0 20 0,0 0-5 15,35-6 9 1,10 6 14 0,19 0-29-16,6 14 13 0,1 25-2 15,9 2-16-15,-4 2 15 0,-6-11-16 16,3-2-2-16,-11-11 16 31,-13-11-19-31,-6-5 12 16,-10-3-4-16,-3 0-7 0,3 0 17 15,-7 0-19-15,-4-15 3 16,1-6-4-16,-4 0 0 16,-5 3-6-16,-7 10-28 15,-2-1-32-15,-5 0-25 16,0 6-108-16,-19 3-149 15,-30 0-111-15</inkml:trace>
  <inkml:trace contextRef="#ctx0" brushRef="#br0" timeOffset="16949.7">11593 9562 700 0,'0'0'155'0,"0"0"62"0,0 0-1 0,0 0-101 0,0 0-12 0,0 0-21 16,-52-60-34-16,90 75 14 16,39 26-11-16,8 13-13 15,7 6-11-15,-12 3-21 16,1-3-1-16,-11-7-5 0,-6-6-20 15,-15-5 8-15,-6-12-62 16,-12-9-51-16,-17-9-76 16,-5-5-64-16,-9-7-26 15,0-7 57-15,0-35-125 16</inkml:trace>
  <inkml:trace contextRef="#ctx0" brushRef="#br0" timeOffset="17119.96">12220 9475 355 0,'0'0'159'15,"0"0"51"-15,0 0-10 0,0 0-3 16,0 0-52-16,0 0-72 16,-106-9-8-16,56 92-1 15,-16 16 15-15,3-1-18 16,6-4-47 0,8-8 2-16,11-9-16 0,10-11-6 15,23-13-58-15,5-17-147 16,0-27-235-16</inkml:trace>
  <inkml:trace contextRef="#ctx0" brushRef="#br0" timeOffset="17532.9">12764 9744 150 0,'0'0'728'0,"0"0"-649"15,0 0 133-15,0 0-83 16,0 0-97-16,0 0 18 0,-68-43-37 16,87 9-11-1,5-4 9-15,11 6-6 0,10 3-2 16,4 7-3 0,-2 19 3-16,3 3 2 15,-8 15-5-15,-11 44 7 16,-17 17 20-16,-14 17-24 15,0-1 8-15,-40-3 3 0,-14-9-14 16,-15-7 35-16,10-14-12 0,-7-8 6 31,3-9 25-31,13-16-36 16,17-11 16-16,12-7-2 0,16-8-20 0,5 0 13 16,0 0-25-16,0 0 0 15,43 0 1 1,44 0 5-16,36-14-3 0,13-4-3 15,18-2-17-15,-8-2-30 16,-9-4-177-16,-15-3-222 16</inkml:trace>
  <inkml:trace contextRef="#ctx0" brushRef="#br0" timeOffset="17849.8">13906 9496 428 0,'0'0'480'0,"0"0"-437"0,0 0 102 0,0 0-52 0,0 0-80 0,0 0 9 15,54 84 2-15,16-67-19 16,-6-8 21-16,7-9 17 15,0 0 26-15,-20-9 29 16,-6-14-14-16,-24-8-17 16,-16 5-1-16,-5-2-42 15,-9 2-2-15,-41 2-15 16,-13 3-4-16,-8 9-6 16,12 12-21-16,2 0-61 0,17 22-143 15,7 22-222-15</inkml:trace>
  <inkml:trace contextRef="#ctx0" brushRef="#br0" timeOffset="18188.84">14023 10203 830 0,'0'0'60'0,"0"0"119"15,0 0-31-15,0 0-90 16,0 0 4-16,0 0-13 16,239 95 16-16,-202-95-8 15,-8 0 2-15,-11 0 18 16,-18-11-29-16,0-10-5 16,0-7-5-16,0 2-38 15,-21 8 18-15,-17 3-18 0,3 6 8 16,7 3-19-16,7 3 6 15,9 3-17 1,12 0-10-16,0 0-76 0,0 26-59 16,0 17-106-16,-26 2-327 15</inkml:trace>
  <inkml:trace contextRef="#ctx0" brushRef="#br0" timeOffset="19936.15">15360 9807 715 0,'0'0'151'0,"0"0"42"0,0 0 41 0,0 0-119 16,0 0-35-16,0 0-41 0,0 0-19 16,-130-106 16-16,185 92-36 15,18 5 19-15,-2 9 19 16,-1 0-16-16,-11 9 7 16,0 30-5-16,-21 11-22 15,-24 7 14-15,-14 5-10 16,0-1-6-16,-52-2 3 15,-12-5 7-15,-2-7-12 0,19-14 2 16,17-15 0-16,23-6-9 16,7-12-5-16,0 0-9 15,0 0 8-15,14-18-27 16,52-27 38-16,4-17 1 16,1-6-4-1,0-11-5-15,-15-1 12 0,-11 2 0 16,-14 9-4-16,-15 12 9 15,-16 19-8-15,0 11 3 16,0 9 0-16,0 10 39 16,0 8-25-16,-21 0 2 15,-5 8-4-15,0 47-6 0,-4 17 9 16,16 7 1-16,9 2-9 16,5-3 26-16,0-14-29 15,42-3 4 1,13-13-3-16,11-13 3 0,2-7-7 0,-9-11-1 15,-5-8-28 1,-7-3-24-16,-2-6-113 16,-7 0-164-16,-10-30-228 0</inkml:trace>
  <inkml:trace contextRef="#ctx0" brushRef="#br0" timeOffset="20175.59">16402 9606 810 0,'0'0'138'0,"0"0"110"0,0 0-47 0,0 0-107 15,0 0-33-15,0 0-36 16,-5 28 29-16,81 25 13 16,6 4-50-16,-1-4 13 0,-6-2-25 15,-9-7 5-15,-2-7-20 16,-12-8 9-16,-8-7-52 15,-11-10-21-15,-7-4-119 16,-9-8-53 0,-3 0-95-16,-7-8-111 15</inkml:trace>
  <inkml:trace contextRef="#ctx0" brushRef="#br0" timeOffset="20399.13">16992 9481 395 0,'0'0'347'0,"0"0"-192"0,0 0 30 16,0 0-31-16,0 0-61 16,0 0-27-16,-201 57 27 15,159 20-16-15,-5 9-16 16,2-1 2-16,-7-2-40 16,2-11 7-16,8-6-27 15,9-13 5-15,7-9-16 16,7-13 7-16,14-5-49 15,5-12-107-15,0-14-210 0,8 0-233 16</inkml:trace>
  <inkml:trace contextRef="#ctx0" brushRef="#br0" timeOffset="20892.3">17626 9741 319 0,'0'0'436'0,"0"0"-330"16,0 0 87-16,0 0-44 16,0 0-89-16,0 0-30 15,-43-124-24-15,60 90 7 16,9 3 8-16,7 11-14 15,-7 8 1-15,-3 9 0 16,8 3-5-16,0 0 13 0,2 23 18 16,-10 26-2-16,-9 7 7 15,-14 7-30 1,0-1 13-16,-4-3 4 16,-39 1-7-16,-6-6 27 15,-8-5-24-15,-4-6 4 16,7-6 23-16,2-11-37 15,12-4 12-15,14-10-9 16,16-6-13-16,10-6 11 16,0 0-13-16,0 0 0 0,0 0-3 15,0 0 8-15,5 0-5 16,33 0 0-16,4 0 2 16,12-3 2-16,5-10-4 15,5 1-7-15,0 0-7 0,13-2-48 16,-1-4-65-16,-1-7-104 15,-4 2-237-15</inkml:trace>
  <inkml:trace contextRef="#ctx0" brushRef="#br0" timeOffset="21163.32">19028 9803 933 0,'0'0'136'0,"0"0"9"0,0 0 38 0,0 0-88 0,0 0-74 16,0 0 36-16,121-33-50 15,-98 30-2-15,1 3-10 16,7 0-94-16,-1 0-174 16,6 0-283-16</inkml:trace>
  <inkml:trace contextRef="#ctx0" brushRef="#br0" timeOffset="21337.93">19054 10175 961 0,'0'0'191'0,"0"0"-22"16,0 0 42-16,0 0-106 16,0 0-104-16,0 0 11 15,118 23-12-15,14-57-59 0,-11-4-103 16,-13-10-283-16</inkml:trace>
  <inkml:trace contextRef="#ctx0" brushRef="#br0" timeOffset="21831.21">20360 9708 991 0,'0'0'91'15,"0"0"67"-15,0 0-36 16,0 0-65-16,156-188-23 16,-73 149-25-16,-3 13 22 0,-21 14-14 15,-17 8 3-15,-14 4 26 16,-9 6-33-16,-12 43 6 15,-7 21 11-15,0 14-17 16,-9 3 12-16,-41-7-24 16,-13-6 5-16,-3-11 24 15,7-15-29 1,16-18 21-16,15-13 0 16,14-10-17-16,9-5 21 0,5 2-26 0,0-4 1 31,0 0 9-31,0 0-4 15,0 0-6-15,14 0 7 0,43 0-1 16,33 0 5-16,27-6-11 0,4-13-10 16,4-3 9-1,-3-3-46-15,-20-7-43 16,-27-1-166-16,-21-4-354 16</inkml:trace>
  <inkml:trace contextRef="#ctx0" brushRef="#br0" timeOffset="22116.43">21483 9292 845 0,'0'0'55'0,"0"0"48"0,0 0 83 0,0 0-143 0,0 0-12 0,0 0 11 15,96 117 4-15,-53-114 23 16,-13-3-6-16,-6 0 9 16,-3 0 10-16,-9 0-32 15,-3-14-6-15,-9-10-12 16,0 2-31-16,0 2 9 16,0 5-10-16,-26 3-27 0,1 12-17 15,-11 0-171-15,1 0-268 16</inkml:trace>
  <inkml:trace contextRef="#ctx0" brushRef="#br0" timeOffset="22391.97">21329 10024 948 0,'0'0'68'0,"0"0"133"15,0 0-17-15,0 0-104 16,0 0-15-16,276 54 13 16,-259-54-32-16,-13 0 10 0,-4 0-6 15,0 0-24-15,0-9 16 16,-30-13-42-16,-17 7 0 16,2 7-5-16,-5 2-9 15,-4 6-8-15,-5 0-47 16,10 8-190-16,2 1-258 15</inkml:trace>
  <inkml:trace contextRef="#ctx0" brushRef="#br0" timeOffset="23054.18">22268 9629 897 0,'0'0'101'0,"0"0"122"0,0 0-107 0,0 0-101 0,101-169 24 0,-14 137-37 15,-7 10 22-15,-4 14 9 16,-12 8-10-16,-20 0 28 16,-4 2-19-16,-4 32-13 15,-13 13 46 1,1 6-48-1,-22 4 5-15,-2 0-8 0,0-5-11 0,-44-6 17 16,-15-6-14-16,-12-11-3 0,-9-4 13 31,16-8-11-31,15-5-1 0,16-6-4 0,23-3 6 16,10-3-8-16,0 0 2 31,0 0 0-31,0 0-11 16,10 0 2-16,48 0 9 15,18 0-5-15,16 0 11 16,-3 0-13-16,1 0 7 0,0 0 0 16,-20 23 1-16,-11 5 9 15,-14-5-3-15,-19 5 11 16,-26-1-10-16,0 1 34 16,-19 3-33-16,-59-5 5 15,-23 4 16-15,-29-9-28 16,-18-3 3-16,-13-9-5 15,1-6-27-15,16-3-9 16,19 0-52-16,17 0-130 16,7-24-144-16,9-5-464 15</inkml:trace>
  <inkml:trace contextRef="#ctx0" brushRef="#br0" timeOffset="26938.93">12194 12623 1066 0,'0'0'8'0,"0"0"29"0,0 0 62 0,0 0-56 0,344-120-24 0,-264 120 22 16,-35 24-40-16,-31 29 10 31,-14 10 22-31,-7 9-7 16,-59 3 27-16,-12-10-22 0,-11-2-8 0,9-6 31 31,4-11-35-31,15-6 10 16,18-14-6-16,20-14-22 15,23-3 13-15,0-9-14 16,0 0-4-16,12 0-6 0,58 0 17 15,27-23-17-15,28-4-3 16,2-4-73-16,-2 8-4 16,-5 2-92-16,-13 2-140 15,-13-1-32-15</inkml:trace>
  <inkml:trace contextRef="#ctx0" brushRef="#br0" timeOffset="27239.02">13201 12721 740 0,'0'0'119'0,"0"0"46"16,0 0 16-16,0 0-129 16,0 0-16-16,0 0 23 15,-149 209-37-15,149-137-4 16,0-4-18-16,24-15 7 16,13-8-17-16,3-15-1 15,3-15 11-15,-1-12-6 16,-4-3-1-16,2-3 7 15,-4-29 9-15,-3-13-6 0,-24-9 29 16,-9-12-14-16,0-6 7 16,-9 3 7-16,-36 12-16 15,-19 14 1-15,10 15 9 16,4 14-24 0,-2 11-4-16,10 3-23 15,7 14-84-15,-1 26-90 0,15 0-271 16</inkml:trace>
  <inkml:trace contextRef="#ctx0" brushRef="#br0" timeOffset="27500.22">13649 12697 656 0,'0'0'434'0,"0"0"-311"16,0 0 79-16,0 0-64 15,0 0-69-15,0 0-32 16,-71-47-6-16,71 103 20 0,21 19-31 16,-9 11-2-1,-7 0-12-15,4-3-1 0,-9-11-10 16,0-12 2 0,5-12-44-16,-3-12-39 0,3-15-140 15,11-15-137-15,-2-6-58 16</inkml:trace>
  <inkml:trace contextRef="#ctx0" brushRef="#br0" timeOffset="27769.48">13976 12756 638 0,'0'0'170'16,"0"0"-36"-16,0 0 72 16,0 0-111-16,0 0-44 15,0 0-10-15,-299 22-9 16,228 36 24-16,31 2-20 15,14 2 2-15,26-4 3 16,0-7-35-16,40-7 19 16,47-7-20-16,20-11-3 15,-1-7 9-15,11-8-11 0,-6-8 0 16,-7-3-1-16,-21 0 1 16,-25 0-9-16,-15 0-47 15,-22 0-79-15,-16 0-69 31,-5 0-113-31,-17 6-55 16</inkml:trace>
  <inkml:trace contextRef="#ctx0" brushRef="#br0" timeOffset="28087.13">12128 13744 972 0,'0'0'82'0,"0"0"114"16,-274 21-4-16,253-18-96 15,21 0-27-15,10 2-59 16,77 4 5-16,59-3 33 0,59-6-33 16,43 0 4-16,37 0 4 15,21 0-6-15,10-15 25 16,7 1-33-16,0-4 7 15,-30-1-4-15,-41 8 0 16,-63-1-17-16,-72 6 5 16,-53 3-16-16,-52 1 12 15,-12 2-44-15,-19 0-37 16,-64 2-71-16,-25 22-155 16,-31 3-221-16</inkml:trace>
  <inkml:trace contextRef="#ctx0" brushRef="#br0" timeOffset="28565.34">12937 14448 731 0,'0'0'260'0,"0"0"-180"16,0 0 36-1,0 0-32-15,0 0-81 0,0 0 6 16,101-128 5-16,-35 110-8 0,-2 14 46 16,-15 4 23-16,-21 16-42 15,-18 28 8-15,-10 13-13 16,0 8-16-16,-24 1 17 15,-39 3-29-15,-18-4 0 16,1-4 1-16,5-14 8 16,11-9-9-16,15-8 0 15,9-5 7 1,14-8-10-16,4-6 3 16,13-5 0-16,9-1 0 15,0-1 8-15,0 0-8 0,31-4 13 16,35 0-7-16,14 0 9 15,17-27-15-15,9-5-8 16,-3-2-14-16,-11 2-76 16,-4 2-73-16,-25 4-135 15,-16 2-212-15</inkml:trace>
  <inkml:trace contextRef="#ctx0" brushRef="#br0" timeOffset="29043.15">13682 14557 37 0,'0'0'869'0,"0"0"-750"16,0 0 28-16,0 0-22 15,0 0-103-15,0 0 1 16,148-142 1-16,-89 142 6 0,-9 0 23 16,-17 27-34-1,-19 23 8-15,-14 10-5 0,0 6-20 16,-33-4 16-16,-14-1-16 15,4-8-2-15,5-15 2 16,17-14-2-16,16-11-1 16,5-11-32-16,0-2-19 15,26-8 18-15,38-31 9 16,7-22 7-16,7-1 10 16,-8-7 13-16,1-2-5 0,-26 5 0 15,-19 9 5-15,-19 14 7 16,-7 12-5-16,0 10 18 15,0 12 35-15,-28 9-24 16,-22 0 11-16,-14 12-11 16,12 37-6-16,12 11 27 15,10 8-33-15,25 0 2 16,5 1 5-16,0-6-28 16,14-8 17-16,33-9-20 0,10-10 9 15,-3-13-10 1,15-8 1-16,-3-12-15 15,9-3-11-15,10 0-66 16,12 0-38-16,-1-26-52 16,-4-14-204-16,-5-7-435 0</inkml:trace>
  <inkml:trace contextRef="#ctx0" brushRef="#br0" timeOffset="29280.14">15495 14054 1090 0,'0'0'120'0,"0"0"-43"0,0 0 58 0,0 0-50 0,0 0-55 16,0 0-23-16,306-40 21 15,-198 20-28 1,-16 3-1-16,-16 8-45 0,-29 3-90 15,-33 6-125-15,-14 0-179 16</inkml:trace>
  <inkml:trace contextRef="#ctx0" brushRef="#br0" timeOffset="29422.85">15721 14224 320 0,'0'0'660'15,"0"0"-498"-15,0 0 11 16,0 0-21-1,0 0-83-15,0 0-61 0,89 0-5 16,27-24-3-16,11-9-51 0,-7-3-120 16,1-2-200-16,-3-4-344 15</inkml:trace>
  <inkml:trace contextRef="#ctx0" brushRef="#br0" timeOffset="29884.08">17239 13189 1042 0,'0'0'86'0,"0"0"-9"15,0 0 49-15,-9-179-62 16,98 139-61-16,13 14 14 15,-17 12-11-15,-15 11 10 16,-13 3 32-16,-22 9-26 0,-18 36 22 16,-17 16-1-16,0 8-30 15,-17 9 33-15,-42 0-42 16,-14-4-4-16,-5-8 9 16,-7-10 4-16,12-17-13 15,12-7 3-15,7-10 5 16,21-10 7-16,7-3-15 15,9-4 0-15,17-5 15 16,0 3-13-16,0-3-2 16,22 0 0-16,41 0 6 15,36 0-1-15,10-6-5 0,9-17 0 16,9 1-2-16,14-1 8 16,8-3-6-16,-8 1 0 15,-11 7-6-15,-31 1-5 16,-38 11-119-16,-28 6-105 15,-33 0-210-15</inkml:trace>
  <inkml:trace contextRef="#ctx0" brushRef="#br0" timeOffset="30169.44">16921 13991 956 0,'0'0'170'0,"0"0"-12"0,0 0 31 0,0 0-113 0,0 0 4 16,287 48-21-16,-143-54-32 16,-2-24 22-16,6-5-27 15,-2-2-4-15,-2 8 22 16,-2-1-32-16,-15 9 23 0,-21 7-23 16,-12 2 1-16,-44 6-10 15,-24 6 1-15,-26 0-45 16,0 0-18-16,-50 2-122 15,-35 23-90-15,-11 8-162 16,-1-4-357-16</inkml:trace>
  <inkml:trace contextRef="#ctx0" brushRef="#br0" timeOffset="30630.1">17595 14352 956 0,'0'0'198'16,"0"0"-85"-16,0 0 46 16,0 0-69-16,0 0-65 15,0 0-15-15,182-83-5 16,-107 74 10-16,-25 9 10 16,-8 0 30-1,-30 3-30-15,-12 30-10 0,0 11 6 16,-7 7-10-16,-43 6-6 0,-9-10-5 15,-4 2 5-15,4-17-8 16,14-5 3-16,10-9 0 16,13-10-4-16,18-5 9 15,4-3-8 1,0 0 3-16,4 0 0 16,48 0-9-16,14-11 9 0,10-1 0 15,13 6-5 1,-6 6 13-16,2 0-8 0,-22 0 6 0,-11 15-4 31,-14 5 45-31,-22 2-35 16,-16 4 9-16,0 4 0 0,-49-3-18 0,-43 5 17 31,-17-1-20-31,8-11-3 16,0-5-11-16,13-9-6 15,8-6-17-15,5 0-17 16,2-23-130-16,0-20-112 0,-3-3-311 15</inkml:trace>
  <inkml:trace contextRef="#ctx0" brushRef="#br0" timeOffset="31314.23">18621 12318 307 0,'0'0'321'0,"0"0"-264"0,0 0 44 0,0 0 37 0,0 0-70 15,0 0-33-15,56-78 49 16,-181 159-15-16,-52 44-10 15,-35 33-16-15,-19 28-39 0,-5 7 14 16,-2 5-18-16,3-6-13 31,4-9-47-31,35-14-96 0,5-22-39 0,33-28-147 16</inkml:trace>
  <inkml:trace contextRef="#ctx0" brushRef="#br0" timeOffset="32030.45">14417 12703 636 0,'0'0'79'0,"0"0"-14"0,0 0 115 0,0 0-53 0,-335-19-42 0,201 32 35 15,-29 25-39-15,-23 13-1 16,-36 12-4-16,-6 3-31 0,-22 2 2 31,-2-4-23-31,4-3 7 0,10-4 22 0,16-9-46 16,24-6 10 0,43-9-1-16,46-11-8 15,50-10-5-15,38-12-3 16,21 0-17-16,2 0-4 15,72 0-65-15,22 0-20 16,17-17-108-16,-14-12-174 0,-2-16-67 16</inkml:trace>
  <inkml:trace contextRef="#ctx0" brushRef="#br0" timeOffset="32443.53">13168 11634 245 0,'0'0'414'0,"0"0"-297"0,0 0 46 0,0 0 46 16,0 0-83-16,0 0-36 15,-55-112 25-15,51 109-19 0,-1 3-47 16,5 0 23-16,0 17-47 16,-2 37-17-16,-5 24 56 31,7 11-59-31,0-6 10 15,0-3-15-15,0-10 14 16,0-11-29-16,0-8 15 16,0-6-50-16,0-7-25 15,0-4-164-15,0-17-143 16,0-13-132-16</inkml:trace>
  <inkml:trace contextRef="#ctx0" brushRef="#br0" timeOffset="32839.83">13465 11655 726 0,'0'0'85'15,"0"0"11"-15,0 0 78 0,0 0-20 16,0 0-60 0,0 0-57-16,-71-47-2 0,71 47 4 15,-5 20-32-15,-11 38 5 16,-5 13 30-16,9 3-42 15,12 1 15-15,0-6-15 16,0-9 0-16,0-13-6 16,37-11 4-16,8-15-3 15,2-12 0-15,3-9-20 16,-3 0 21-16,-9-18 4 16,-5-20 0-16,-7-8 3 0,-12-5 3 15,-9-5-6-15,-5-3 12 16,0-1-7-1,-24 3 30-15,-9 13-23 16,-12 11 4-16,10 12 15 16,4 11-29-16,3 4-2 0,2 6-1 15,-2 0-37-15,-10 34-17 16,10 12-67-16,-3 11-108 16,17 0-95-16,9-5-139 15</inkml:trace>
  <inkml:trace contextRef="#ctx0" brushRef="#br0" timeOffset="33126.01">14014 11671 837 0,'0'0'84'0,"0"0"52"0,0 0 107 15,0 0-111-15,0 0-57 0,0 0-11 0,-66-71-26 16,66 71 13 0,0 6-24-16,0 28-21 15,19 20 51-15,0 6-50 16,-12 6-5-16,-3 0-1 0,-4 0-1 16,0-1 0-16,0-2-43 15,-11-4-115-15,-11-9-45 16,-1-13-187-16,9-19-187 15</inkml:trace>
  <inkml:trace contextRef="#ctx0" brushRef="#br0" timeOffset="33445.26">14391 11680 794 0,'0'0'52'16,"0"0"51"-16,0 0 93 15,0 0-113-15,0 0-46 16,0 0-17-16,-113-40-19 0,64 83 34 31,-10 16-21-31,-3 7 12 16,17 0 19-16,17-5-29 16,16-4 24-16,12-6-20 15,0-6-15-15,45-7 26 16,26-1-25-16,26-14 0 15,-1-5-1-15,6-11 1 0,-10-7-3 16,-8 0-3-16,-25 0-23 16,-19 0-37-1,-18 0-112-15,-22 0-148 0,0 0-289 16</inkml:trace>
  <inkml:trace contextRef="#ctx0" brushRef="#br0" timeOffset="35100.72">13816 14156 721 0,'0'0'131'0,"0"0"-62"0,0 0 67 0,0 0 1 0,-297 113-74 0,181-18 2 15,-27 21 18-15,-30 22-28 16,-6 7 13-16,-19 1-48 15,3-2-4-15,13-10 0 16,17-14-10-16,35-15-6 16,27-19 0-16,32-23-38 15,31-23-4-15,7-15-70 16,23-13-50-16,10-12-50 0,0-12 8 16,26-44 36-16,38-32-101 15</inkml:trace>
  <inkml:trace contextRef="#ctx0" brushRef="#br0" timeOffset="35672.12">14837 11876 458 0,'0'0'101'0,"0"0"-1"0,0 0 51 0,0 0-77 0,0 0-45 0,0 0 37 15,-135-5 26-15,36 5-34 16,-28 11 42 0,-29 16-17-16,-32 6-3 15,-22 9 14-15,0 0-44 0,5 3 19 16,0-4-3-16,12 1-41 16,30-1 26-16,29-8-47 15,32-3-1-15,27-5 2 16,37-10-3-16,22-3-4 0,16-7-18 31,0 1-58-31,40-6-49 0,54 0-45 0,14-11-169 16,15-39-127-16</inkml:trace>
  <inkml:trace contextRef="#ctx0" brushRef="#br0" timeOffset="35926.26">15212 11011 1087 0,'0'0'59'16,"0"0"11"-16,0 0 60 15,0 0-50-15,0 0-39 16,410-149-34-16,-262 126-3 15,-25 4 1-15,-38 7-5 0,-52 12-62 32,-33 0-92-32,-43 16-274 15,-65 19-211-15</inkml:trace>
  <inkml:trace contextRef="#ctx0" brushRef="#br0" timeOffset="36322.58">15193 10973 577 0,'0'0'354'0,"0"0"-252"16,0 0 43-16,0 0-2 15,0 0-97-15,0 0-14 16,-99 178 7-16,99-118-36 16,0-12 0-16,0-6-3 15,0-9 5-15,0-13-13 16,0-7 2-16,0-11-28 15,0-2 26-15,0 0-22 16,0 0 14-16,7 0-14 16,33-32 30-16,16-8-6 0,10-3 6 15,3 9 0-15,-3 8-7 16,-7 10 12-16,-10 14-5 16,-2 2 17-1,-2 8-8-15,-2 24 63 0,-15 11-10 16,-16 5-13-16,-12-7 25 15,0 5-39-15,-57-6 5 16,-23 5-17-16,-17-2-15 16,8-5-16-16,-1-4-10 0,31-8-90 15,10-6-61-15,9-7-138 16,26-13-189-16</inkml:trace>
  <inkml:trace contextRef="#ctx0" brushRef="#br0" timeOffset="36591.29">16190 10925 1061 0,'0'0'78'0,"0"0"48"0,0 0 42 0,0 0-24 0,0 0-94 15,0 0-15-15,7-101 21 16,5 130-42-16,0 31 26 15,-5 20 9 1,-7 1-44-16,0-1 32 16,0-5-37-16,0 3 4 15,-33-3-8-15,-14-4-20 0,2-2-46 16,16-16-80-16,4-17-165 16,13-19-184-16</inkml:trace>
  <inkml:trace contextRef="#ctx0" brushRef="#br0" timeOffset="36861.62">16508 11048 696 0,'0'0'149'15,"0"0"-13"-15,0 0 67 16,0 0-70-16,0 0-54 16,0 0-44-16,0-84-8 15,-21 111-13 1,-31 35-11-16,-11 16 21 15,-8 5-5-15,19-11-16 0,19-13 29 16,12-4-10-16,21-12-5 16,0-9 10-16,9-11-24 0,62-7 1 15,16-13-4 1,24-3 4-16,-3 0-9 0,-4-13-32 16,-17-5-66-1,-30 7-105-15,-45 11-259 0</inkml:trace>
  <inkml:trace contextRef="#ctx0" brushRef="#br0" timeOffset="37946">14952 16560 1384 0,'0'0'97'0,"0"0"-66"0,0 0 45 0,135-194 7 0,-34 167-78 0,-16 18 6 0,-19 9-10 15,-7 30 13-15,-26 36-16 16,-17 10 2 0,-16 8 0-16,0-1 8 15,-37-8-1-15,-3-16-7 16,9-16 0-16,12-15 9 16,12-16-20-16,7-12 11 15,0 0-3-15,52-17-8 0,30-36 11 16,-1-21 0-16,-1-7-1 15,-19-6 5-15,-14 10-13 16,-23 8 9-16,-13 12 0 16,-11 16 7-16,0 8 1 15,0 15-2-15,0 10 17 16,0 8-15-16,0 0 27 16,-11 29-31-16,-8 31 4 15,-2 14 23-15,16 3-28 16,5-14 14-16,0-6-13 0,0-3 5 15,19-10-9-15,18 2 0 16,8-18-20-16,14-2 2 16,5-9-43-16,7-14-31 15,13-3-111-15,-10 0-177 16,1 0-129-16</inkml:trace>
  <inkml:trace contextRef="#ctx0" brushRef="#br0" timeOffset="38151.91">16581 16703 1039 0,'0'0'224'0,"0"0"-107"0,0 0 56 0,0 0-83 16,0 0-53-16,0 0-29 0,137-101 6 16,-36 67-8-16,-4-6-6 15,-12 9-22-15,-19 13-76 16,-19 9-76-16,-30 9-75 15,-17 13-151-15,0 27 33 0</inkml:trace>
  <inkml:trace contextRef="#ctx0" brushRef="#br0" timeOffset="38294.96">16751 16912 650 0,'0'0'242'0,"0"0"-27"16,0 0-24-16,0 0-38 15,0 0-61 1,0 0-45-16,-78 71-9 0,149-85-35 15,40-31-1-15,23-16-2 16,10-7-65-16,-5-1-89 16,-14 11-218-16,-16 7-246 0</inkml:trace>
  <inkml:trace contextRef="#ctx0" brushRef="#br0" timeOffset="38580.51">17972 16137 1256 0,'0'0'140'16,"0"0"28"-16,0 0-37 15,0 0-50-15,0 0-20 16,0 0-34-16,-120-100 24 16,120 100-22-16,0 31-22 15,0 46 32-15,0 15-31 16,2 20 0-16,3-21-7 15,-5-14 9 1,0 4-20-16,0-11-9 0,0-15-46 16,14-3-5-16,12-17-59 15,-2-8-143-15,2-12-210 0,-5-13-431 16</inkml:trace>
  <inkml:trace contextRef="#ctx0" brushRef="#br0" timeOffset="38802.25">18246 16371 957 0,'0'0'232'15,"0"0"-92"-15,0 0-48 0,0 0 6 32,113-160-78-32,26 100-18 0,2 3 9 0,-16 0-8 15,-23 13-5-15,-36 14 2 31,-36 15-79-31,-30 15-49 16,0 0-64-16,-54 42-179 16,-33 12 30-16</inkml:trace>
  <inkml:trace contextRef="#ctx0" brushRef="#br0" timeOffset="39168.44">18246 16371 388 0,'-10'-86'195'15,"8"86"-44"-15,-12 0 62 16,14 0-6-16,0 3-70 15,0 25-8-15,0 10-62 16,0 19 14-16,0 2-4 16,0-6-54-16,0-2-8 15,0-5-15-15,0-11 8 16,0-8-21-16,0-8-6 0,0-12-28 16,0-1 28-16,0-6-16 15,0 0 27-15,14-17 7 16,12-25 1-16,19-5-9 15,18-7 9-15,8 9 0 16,16-6-2-16,1 16 4 16,-4 8-2-16,-13 8 14 15,-7 19-14-15,-5 0 45 16,-14 6 0-16,-5 28-3 16,-24 5 22-16,-16 5-37 15,0 13-2-15,-56 6-12 0,-22 8-7 16,-24-2-12-16,10 0-4 15,17-12-36-15,11-14-26 16,17-6-134-16,7-20-122 16,5-14-172-16</inkml:trace>
  <inkml:trace contextRef="#ctx0" brushRef="#br0" timeOffset="39471.51">19354 15870 778 0,'0'0'446'0,"0"0"-290"0,0 0-49 0,0 0 55 0,0 0-102 0,0 0-40 16,21-123 21-16,12 157-33 16,0 23 35-16,-2 12-4 0,-24 11-20 31,-7 10 26-31,0-4-41 0,-19-3 0 0,-7-5-8 15,0-15-1-15,7-10-35 16,17-16-40 0,2-12-41-16,0-10-82 0,0-15-114 15,2 0 8-15,43-38 49 16,4-18-69-16</inkml:trace>
  <inkml:trace contextRef="#ctx0" brushRef="#br0" timeOffset="39723.44">19646 16159 219 0,'0'0'221'0,"111"-181"-69"0,-62 110-30 31,-11 17 46-31,-24 14-52 16,-14 18 62-16,0 10-66 0,0 3 1 16,-52 9-14-1,-23 3-65-15,-17 41 10 16,-9 27 18-16,13 17-27 0,25 1 12 0,25-6-18 16,38-11-21-16,0-15 14 15,45-12-22-15,52-18 0 16,25-19-1-16,15-8 3 15,16-12-5-15,5-33-15 16,7-12-27-16,-9-9 19 0,2 1-54 31,-15 0-2-31,-22-4-25 16,-20 1-111-16,-30 2-97 16,-22 1-27-16,-18 11-65 15</inkml:trace>
  <inkml:trace contextRef="#ctx0" brushRef="#br0" timeOffset="40189.42">21072 15590 142 0,'0'0'278'15,"0"0"-116"-15,0 0 34 0,-122-206-49 16,44 153 2 0,-37-4-10-16,-43 1-62 0,-40 2 4 15,-57 5-12-15,-47 17-29 16,-51 11 17-16,-74 15-21 16,-54 6 3-16,-68 10 9 15,-64 39-37-15,-45 36 3 16,-28 46 26-16,-14 51-20 15,37 47 26-15,88 32-6 16,118 13-16-16,152-3 21 16,150-9-45-16,112-6 12 0,69-16-12 15,154-26 13-15,93-22-23 16,118-40 10-16,76-34 0 16,92-43-8-1,66-42-5-15,58-33 1 0,67-26 8 16,54-56-32-16,28-15 34 15,-19-30-27-15,-46-13 21 16,-91-29-9-16,-75-25 20 16,-72-27-3-16,-84-24 0 15,-94-33 8-15,-98-25-12 0,-112-1 4 16,-91 5 0 0,-53 33 4-16,-190 46 3 0,-156 38-7 15,-137 45 0-15,-136 44-1 16,-99 61-5-16,-79 32-52 15,-93 98-71-15,-31 63 45 16,7 57-28-16,33 57 94 16,91 45-20-16,63 36-124 15,105 3-97-15,111-26-522 16</inkml:trace>
  <inkml:trace contextRef="#ctx0" brushRef="#br0" timeOffset="41536.58">3940 5221 590 0,'0'0'119'0,"340"-157"31"0,-196 105-14 0,-43 20 4 0,-42 13-18 16,-47 16-45-16,-12 3 24 15,-102 66-11-15,-86 51-55 16,-88 49 2-16,-78 43-31 15,-40 31 13-15,-30 21 4 16,-17 30-15-16,10-5 31 16,11-15-25-16,34-9-10 0,63-34 15 15,51-28-11-15,79-37-8 16,78-46 0 0,67-39-2-16,48-41-2 0,17-34-37 15,84-12-90 1,36-66 32-16,35-40-41 15,17-22-77-15,9-19-26 16,2-5 76-16,15-21 139 16,28-17 22-16,30-20 6 0,36-7 3 15,19-6-3-15,6 1 0 16,3 14 0-16,-14 5-19 16,-21 13 12-16,-38 17-5 0,-45 18 12 15,-49 28 48-15,-42 36 68 16,-58 39 3-16,-32 29 35 15,-38 30-16-15,-59 2 31 16,-94 74-98 0,-88 64-44-16,-72 61 19 15,-69 57-41-15,-57 40 14 0,-63 31-17 0,-47 29 0 32,-31 5 7-32,-12-3-9 15,57-18 0-15,56-30-1 16,86-15 4-16,91-26-6 15,87-36-36-15,90-37-123 16,71-40-153-16,40-52-463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22:20.08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5194 6301 181 0,'0'0'136'16,"0"0"-68"-16,0 0 14 0,0 0-23 0,0 0-33 0,0 0 15 0,0 0-16 15,0-12 0 1,0 12 17-16,0 0-13 15,0-2 5-15,0 2 5 0,0 0-7 16,0-5 10-16,0 5-4 16,0 0-11-16,0 0 9 15,0 0-21-15,0 0 21 16,0 0 7 0,0 0-21-16,0 0 19 0,0 26-26 15,-16 14-14-15,-17 15 13 16,-2-2-14-1,6-2 4-15,-8 2 9 16,4-2-9-16,7-6 11 0,4-7-13 16,6-4-2-1,6-11 6-15,3-6-6 0,3-6 0 16,4-9 0 0,0 2 4-16,0-4-2 15,0 0-2-15,0 0 0 16,0 0-4-16,0 0 2 0,0 0 2 15,0 0 0-15,0-4 6 16,21-20-3-16,10-5-3 16,2-5 0-16,0-4-3 15,-3-1 7-15,-6-2-4 16,-3 2 0-16,-5 1 3 16,1 4-3-16,-5 5 0 15,2 4 0-15,-2 8-1 16,-8 2 8-16,-4 6-7 15,0 2 12-15,0 3-10 16,0-1 13-16,0 5-13 16,0-2-2-16,0 2 7 0,0 0-3 15,0 0-4-15,0 0 0 16,0 0-10-16,0 0-19 16,0 0-72-16,0 18-57 15,0 11-153-15</inkml:trace>
  <inkml:trace contextRef="#ctx0" brushRef="#br0" timeOffset="2088.37">5074 6482 178 0,'0'0'86'0,"0"0"-22"0,0 0-26 0,0 0-15 0,0 0-12 0,0 0-1 16,179-62 29-16,-153 53-16 15,-7-5 23-15,-9 5-2 16,6-6-10-16,-6 3 21 15,-6 3-2-15,3-6-4 16,-2 3-4-16,-5-3-16 0,0 4 1 16,0-1-7-1,0-1 4-15,0 4 1 0,0-2-10 16,0-1 1-16,-16 3 5 16,-6 3-4-16,1-4 25 15,-2 7-6-15,-3 0-9 16,0 3 2-16,0 0-28 15,0 0 2-15,7 0 4 16,-2 0-3-16,7 0-6 16,2 0-1-16,0 0 2 15,0 0-1-15,-2 6-1 0,-2 10 0 16,-1-1-1-16,8 2 2 16,6-2-1-16,-1 4 0 15,4-2 4-15,0 0-12 16,0-2 10-16,0-2-2 15,0 2 0-15,11-9 9 16,6 6-9-16,4-7 9 16,-7-5-8-16,-2 4 14 15,-5 1-15-15,-2-5 0 16,7 3 5-16,-8 0 1 16,1-3-6-16,0 3 0 0,2-3 4 15,-7 0 1-15,0 0-4 16,0 0 3-16,0 0 12 15,0 0-15-15,0 0 12 16,0 0 3-16,0 12-15 16,-24 1 14-16,-16 5-15 15,7 4 0-15,0 3-2 0,17 2 11 16,-3 8-8 0,9 2 0-16,10-2 4 0,0-2-2 15,0-7-3-15,0 2 0 16,10-7-1-16,35-7 9 15,4-9-8-15,5-1 0 16,10-4 1 0,-15 0 5-16,-1 0-2 15,-15-21-4-15,-7-5 11 0,-8-7-3 16,-13-6 25-16,-5-3-12 16,0-3-6-16,0 1 16 15,-40 8-22-15,-9 6-3 16,-3 13-6-16,0 14-1 15,-2 3-6-15,4 0-59 0,-9 35-30 16,10 7-32-16,-3 8-82 16,7 1-86-16,7-3-50 15</inkml:trace>
  <inkml:trace contextRef="#ctx0" brushRef="#br0" timeOffset="3203.81">5062 6276 396 0,'0'0'158'0,"0"0"10"0,0 0-16 0,0 0-53 0,0 0-38 0,0 0-12 16,0 0-7-16,0 0-23 16,0 0 2-16,0 0-18 0,0 0 4 15,5 0-5 1,14 0-1-16,-12 0 3 15,14 0 10-15,-4 0-6 16,-3 0 18-16,0 0 2 16,5 0-5-16,-3-13 19 15,1-6-18-15,-1-4-9 0,6-1 15 16,-15-3-18-16,5 4 11 16,-1-5-8-16,-11 11-7 15,0 2 24-15,0-1-24 16,0 7-5-16,0 0 16 0,0 4-16 15,-23 2 6-15,-3 3-9 16,-10 0 1-16,-1 0 0 16,-13 0-1-16,-4 3 0 15,12 20-2-15,-13 2 7 16,18 4-5-16,-1 1 0 16,12 3 2-16,12-4-1 15,7 4-1-15,7-1 0 16,0 0-3-16,0-6 9 0,0-3-6 31,16-4 0-31,15-7 5 0,-8-1-9 0,25-5 4 16,1-6 0-16,10 0 1 15,0 0 4 1,0-12-5-16,-21-5 0 16,-1-6 1-16,-15 1-2 15,-11 1 1-15,1 6 0 0,-12 3-1 16,0-1 10-16,0 5-9 15,0-1 0-15,0 4 3 16,0 1-5-16,-7 2 2 16,-24 2 0-16,-2 0-1 0,-9 0 8 15,-3 6-8-15,-2 8 1 16,14 5 0-16,0-5-2 31,17 1 2-31,-3 0 0 0,16-4 0 16,-1 6 4-16,-3-6-7 15,7 4 3-15,0-3-24 16,0-1-11-16,0-2-72 16,37 0-51-16,1-6-116 15,2-3-117-15</inkml:trace>
  <inkml:trace contextRef="#ctx0" brushRef="#br0" timeOffset="3653.77">5220 6274 570 0,'0'0'148'0,"0"0"16"0,0 0-24 16,0 0-80-16,0 0-39 0,0 0 12 16,-56-47-8-16,49 43 23 15,-15 4-2-15,-3 0-30 16,-18 0 9-16,3 4-18 15,2 17-1-15,-4 5 21 16,9 10-21-16,0 6 6 16,19-3 2-16,2-1-14 15,12-7 12-15,0-3-12 0,0-6 0 16,26-10 3-16,19-2 1 16,14-10-1-16,0 0-3 15,4-10 3-15,-11-20 5 16,0-6-8-16,-10-6 0 15,-9 1 14-15,-11-4-6 16,-13-3 11-16,-9 1 2 16,0 5-13-16,0 6 18 15,-9 11-22-15,-24 14-3 0,-12 8-2 16,0 3-27 0,-5 0-39-16,-4 24-28 0,0 12-100 15,12 11-47-15,-6 4-144 16</inkml:trace>
  <inkml:trace contextRef="#ctx0" brushRef="#br0" timeOffset="4056.63">5131 6450 746 0,'0'0'159'0,"0"0"35"0,0 0-71 0,0 0-91 16,0 0-2-16,0 0 6 0,-43-30 2 15,17 30 11-15,-2 25-17 16,-10 7-31 0,-2 13 1-16,14 6 4 15,10 2-3-15,2-2-3 0,14 0 0 0,0-13 0 16,19-4-10-1,25-11-1-15,15-8 6 16,5-13 3-16,2-2-3 16,-12 0 5-16,-7-11 0 15,-9-12 1-15,-12-11 6 16,-17-1 0-16,-9-4 18 0,0-3-9 16,0 6 19-16,-28 7-20 15,-14 7-12-15,-8 13-3 16,-4 9-9-16,-10 0-47 15,-6 31-88-15,-1 12-168 16,5 3-551-16</inkml:trace>
  <inkml:trace contextRef="#ctx0" brushRef="#br0" timeOffset="57148.39">11003 6359 812 0,'0'0'170'0,"0"0"43"16,0 0-52-16,0 0-44 0,0 0-50 0,0 0-11 0,0 0-11 15,-80-96-27-15,80 143 14 16,0 37-28-16,0 32 48 16,19 8-24-16,-7-3-20 15,-5 1 17-15,-2-6-20 16,-5-6-2-16,0 1 2 16,0-10-1-16,0-14-4 15,0-17 0-15,0-15 9 0,0-19-21 16,0-15 12-1,0-12-11-15,0-7 7 0,0-2-7 16,0-14 11-16,0-55-1 16,0-39-19-1,0-23 17-15,0-2-12 0,0 5-8 16,0 13 22 0,7 20-10-16,23 15 11 15,18 9 0-15,3 8 3 0,13 7-7 0,14 6 4 16,4 16 0-1,3 15-6-15,-2 19 9 16,-13 0-3-16,-15 33 0 0,-25 21 4 16,-23 15-10-16,-7 6 6 15,-66 5 0 1,-42-3-6-16,-19-5-19 0,4-13-33 16,26-10-24-16,27-11-31 15,30-10-54 1,35-17-131-16,5-11-163 0</inkml:trace>
  <inkml:trace contextRef="#ctx0" brushRef="#br0" timeOffset="57513.8">12861 6797 369 0,'0'0'453'0,"0"0"-368"0,0 0 128 0,0 0-79 15,0 0-58-15,0 0-51 0,-130-37-22 16,152 28 6-16,-8 9-6 31,-2 0 16-31,2 6 7 16,-10 18 9-16,-4 1 14 0,0-2-22 15,0-6 4 1,-30-4 5-16,-10-7-12 0,7-6 6 16,2 0-8-16,3 0-14 15,14-12-1-15,14-15-7 16,0-5-14-16,4 4-48 16,53 13-112-16,0 15-166 15,-10 0-262-15</inkml:trace>
  <inkml:trace contextRef="#ctx0" brushRef="#br0" timeOffset="57752.3">12845 7402 824 0,'0'0'102'0,"0"0"40"15,0 0 35-15,0 0-93 16,0 0-72-16,0 0 18 15,-5 21 6-15,14-15-13 0,-9 0 14 16,0-6-14 0,0 5 10-16,0-1 9 0,-30-4-25 15,-22 0 3-15,2 0-3 16,10 0-15-16,14-9 1 16,22 0-3-16,4-6-71 15,49-7-198-15,43-10-362 16</inkml:trace>
  <inkml:trace contextRef="#ctx0" brushRef="#br0" timeOffset="58355.27">14108 6477 883 0,'0'0'64'0,"0"0"143"16,0 0-54-16,0 0-81 31,0 0-36-31,0 0-4 0,-85 3-20 0,38 83 27 16,-2 16-1-1,-10-4-32-15,-5-7 12 0,10-14-14 16,0-3-1-16,11-14 1 15,15-13-2-15,9-13-2 16,17-17 0-16,2-8-2 16,0-4-1-16,12-1-1 15,46-4 4-15,18 0-1 0,16 0 5 16,19 0-4-16,-1 0 0 16,-3 0 2-16,-15 0-8 15,-22 0-11-15,-23 0-8 31,-21 0 13-31,-14-9-19 0,-5-8 31 0,-7-10 0 16,0-9 3 0,0-3-9-16,0 1 6 15,0 0 0-15,-19 6 0 16,-2 3 9-16,0 7-9 16,11 11 13-16,3 5-6 15,7 6 32-15,-7 0-30 16,-4 32-6-16,-4 34 20 0,1 19 6 15,10 4 3-15,4-4-5 16,0 2-15-16,0-3 4 0,0-3-16 16,0-4-11-16,0-2-4 31,0-4-100-31,-45-8-183 16,-19-14-270-16</inkml:trace>
  <inkml:trace contextRef="#ctx0" brushRef="#br0" timeOffset="59847.83">14132 6471 462 0,'0'0'123'0,"0"0"11"0,0 0 21 0,0 0-54 0,0 0-16 0,0 0 1 15,0 0-36-15,-264-17-9 16,205 57 10-16,0 20-6 15,-2 8 14-15,4 8-15 0,17 5-8 16,14-1 9 0,12 7-17-16,14-2-18 0,0-1 16 15,9-9-25-15,41-10 7 16,6-14-8-16,10-8 9 16,5-17-6-16,14-12-3 15,14-14 0-15,7 0 7 16,12-25-2-16,-5-24-5 0,-21-11 0 15,-9-11 1-15,-10-16-1 16,-10-11 0-16,-25-6 0 16,-19-10 3-16,-19-5 0 15,0 8-3-15,-19 10 0 16,-45 24 4-16,-25 24 2 16,-8 22-4-16,-14 22 2 15,-4 9 8-15,2 0-9 16,0 42-3-16,21 15 0 15,21 24 2-15,21 13-4 16,24 8 2-16,26 5 0 16,0-2 5-16,71-4-3 0,31-2-2 15,15-4 1 1,18-9 7-16,-10-11-8 16,-10-7 0-16,-18-7 0 15,-7-2 3-15,-20-2 2 16,-16-7 0-16,-23-2 0 15,-12-3 0-15,-12-9-1 0,-7-6-4 16,0-7-8-16,0-8-16 16,0-2-69-16,-21-11-79 0,-10-2-109 15,-2-11-139-15</inkml:trace>
  <inkml:trace contextRef="#ctx0" brushRef="#br0" timeOffset="60515.81">14278 6265 623 0,'0'0'113'0,"0"0"60"0,0 0-36 0,0 0-13 0,0 0-58 15,-311-123-20-15,233 123 3 16,-19 13-33 0,-6 37 18-16,6 27 12 15,7 14-19-15,10 7 15 0,24 10-24 16,11-2-3-16,26 3 10 16,19-3-24-1,0-3 14-15,38-3-14 16,25-5 4-16,20-10 4 15,16-8-9-15,12-14 0 16,9-9 2-16,3-19 6 16,1-11-8-16,-1-17 0 15,-10-7 2-15,-16 0-4 16,-12-31 2-16,-19-17 0 0,0-14 0 16,-10-22 9-16,-11-17-8 15,-2-15-1-15,-20-19 0 16,-18-2-6-16,-5 0 6 15,0 11-6-15,-26 28 4 16,-45 24 2-16,-7 34-4 16,-32 28 4-16,-11 12 0 15,-1 4-4-15,-3 32 6 0,12 5-2 16,21 7 0-16,28 6-3 16,26 9-3-16,38 9 6 15,0 8 0-15,43 9-5 16,56 7 8-16,23 10-3 15,20 9 10-15,6-6-9 16,-13 2 18-16,-22-16-11 16,-14-12-1-16,-21-10 10 15,-26-14-13-15,-5-11-5 16,-12-5 1-16,-7-9-39 0,-20 2-63 16,-8-4-143-1,0-5-284-15</inkml:trace>
  <inkml:trace contextRef="#ctx0" brushRef="#br0" timeOffset="61505.03">11117 8673 173 0,'0'0'661'0,"0"0"-451"0,-81-185 50 16,70 149-59-16,-1 17-85 0,2 13-37 15,6 6-30-15,-1 0 2 16,5 18-38-16,-7 66-6 16,0 38 26-16,0 31-22 0,0-6 3 15,-10-20-14-15,3-11 5 16,-5-14-11-16,-7-30-9 15,5-18 15 1,5-33-4-16,11-15 5 0,5-6-2 16,0 0-11-16,0-10-7 15,0-37 18-15,0-13-33 16,0 3 24-16,23 15 8 16,25 18-9-16,-1 9 9 15,7 15 2-15,12 0 0 16,2 0-8-16,8 18 8 15,-1 1-6-15,-4-11 1 0,-17-8-14 16,-7 0 18-16,-16 0 1 16,-12-14 0-16,-3-23-5 15,-16-9 5-15,0-11 0 16,0-6 1-16,0 4 6 16,-2 10-6-16,-17 16 6 15,12 18-3-15,0 13 27 0,2 2-24 16,-2 21 4-1,0 41 3-15,0 22-7 0,-2 14 29 16,9-9-28-16,0-4-5 16,0-2 5-1,0-3-8-15,0-6-3 16,0-2-18-16,0-6-46 0,0-9-45 16,0-22-281-16,16-25-401 15</inkml:trace>
  <inkml:trace contextRef="#ctx0" brushRef="#br0" timeOffset="61838.84">12371 8940 925 0,'0'0'54'0,"0"0"84"0,0 0-2 0,0 0-102 0,0 0 4 0,0 0-3 16,54 0 15-16,-47 0-4 31,-2 0-23-31,-5 0 17 0,0 19-15 0,0 2-6 16,0-1 10-1,-7-4-18-15,-24-13 11 16,-11-3-7-16,13 0-5 15,3-9 7-15,10-21-17 0,16-12-1 16,0 4-3-16,23 2-52 16,55 12-103-16,2 20-162 15,-9 4-210-15</inkml:trace>
  <inkml:trace contextRef="#ctx0" brushRef="#br0" timeOffset="62124.44">12760 9377 768 0,'0'0'202'0,"0"0"-6"15,0 0-49-15,0 0-62 16,0 0-69-16,0 0 4 16,-38 17 22-16,38 11-9 15,-12 1 21-15,-16-8-22 16,2-5-5-16,5-8 18 15,16-8-22-15,-4 0-5 16,-1 0 9-16,-2-24-27 0,12-3 7 16,0 6-7-1,0 3 6-15,0 6-6 0,26 4 0 16,17 2-8-16,6 6-14 16,13 0-70-16,-6 0-144 15,-6 0-252-15</inkml:trace>
  <inkml:trace contextRef="#ctx0" brushRef="#br0" timeOffset="62379.36">13778 8774 1163 0,'0'0'141'15,"0"0"55"-15,0 0-10 16,0 0-120-16,0 0-31 15,0 0-4-15,14-35-30 16,10 138 47-16,-5 12-30 16,-3-9-17-16,-4-17 8 0,0-13-9 15,2-12-14-15,-7-13-9 16,-2-2-49-16,0-7-28 16,-5-13-195-16,0-17-275 15</inkml:trace>
  <inkml:trace contextRef="#ctx0" brushRef="#br0" timeOffset="63095.22">17062 5841 662 0,'0'0'38'0,"-92"-237"98"0,66 143 23 0,19 26-11 0,0 24-28 15,3 22-48-15,4 13-22 16,0 9 18-16,-10 0-34 16,-6 69-1-16,-10 71-5 15,7 85 31-15,9 82 12 16,10 56-26-16,0 52-13 16,22 29 14-16,27 7-34 15,10-1 17-15,0-30-29 0,-21-46-8 16,-17-47 3-16,-21-52 5 15,0-42 0-15,0 5-5 16,-5-41 8-16,-4-50-18 16,9-43-245-16,0-92 181 15,40-24-127-15,21-75-210 16,8-51-401-16</inkml:trace>
  <inkml:trace contextRef="#ctx0" brushRef="#br0" timeOffset="63716.78">18493 6134 855 0,'0'0'38'16,"0"0"153"-16,0 0-36 0,0 0-73 16,0 0-20-16,0 0-46 15,-162-6 3-15,138 75 17 16,5 14-23-16,10 16 1 16,9 8-10-16,0 1 1 15,0-8-2-15,33-3-3 16,35-11 0-16,8-11 0 0,11-15 4 15,-2-13-6-15,-15-18 2 16,-4-11 0-16,-9-12 0 16,-17-6 1-1,-5-3-1-15,-2-35 16 0,0-19-13 16,-7-20 17 0,-9-20 0-16,-17-21-19 15,0-19 11-15,0-6-11 0,-43 9-1 16,-6 19 2-16,-10 30 1 0,-21 22-3 15,4 26 0-15,-1 17 0 16,-1 17-1 0,0 3 2-16,14 9-1 15,13 33 2-15,8 20 7 0,34 22-8 16,9 16 12-16,0 17 10 16,52-3 20-16,6-5-26 15,11-9 2-15,-3-16 0 16,5-10-13-1,9-11-7-15,0-9 1 0,12-14-19 16,-3-9-40 0,-11-13-124-16,0-18-209 15,-12 0-422-15</inkml:trace>
  <inkml:trace contextRef="#ctx0" brushRef="#br0" timeOffset="63920.09">19425 6871 1104 0,'0'0'96'0,"0"0"81"0,0 0-48 0,0 0-82 0,0 0-24 15,325-37-13-15,-184 20-10 16,-25 2-78-16,-27 13-103 15,-48 2-150-15,-37 0-179 16</inkml:trace>
  <inkml:trace contextRef="#ctx0" brushRef="#br0" timeOffset="64045.73">19613 7186 563 0,'0'0'163'16,"0"0"32"-16,0 0-13 15,0 0-91-15,0 0-70 16,0 0-7-16,278-53-14 15,-115-3-129-15,-17-7-115 16,-37 3-468-16</inkml:trace>
  <inkml:trace contextRef="#ctx0" brushRef="#br0" timeOffset="64443.69">20707 6077 878 0,'0'0'134'16,"0"0"71"-16,0 0-52 16,0 0-88-16,0 0-35 15,0 0 16-15,-139 191-29 16,132-113-4-16,-5-4-12 0,3-17 2 16,-3-12-3-1,7-19-13-15,5-8 5 16,-5-8-28-16,5-10-8 0,0 0 29 15,0 0-13-15,0 0 5 16,10-25 22-16,37 2 2 16,3 5 4-16,8 9 1 0,-10 9-4 15,8 0 31-15,8 9-4 16,-15 24 25-16,-1 0-1 16,-20 0-19-16,-12-3 16 15,-16-7-33-15,0 7-10 16,-42 3-7-16,-19-1-27 15,-3-1-145-15,0-17-127 16,19-14-359-16</inkml:trace>
  <inkml:trace contextRef="#ctx0" brushRef="#br0" timeOffset="64587.2">20686 6140 413 0,'0'0'529'15,"0"0"-391"-15,0 0 45 16,0 0-103-16,0 0-67 16,332-113-13-16,-233 113-98 15,-9 0-189-15,-31 3-191 16</inkml:trace>
  <inkml:trace contextRef="#ctx0" brushRef="#br0" timeOffset="64825.5">21490 5911 613 0,'0'0'104'0,"0"0"72"16,0 0 79-16,0 0-114 31,0 0-71-31,0 0-14 16,-149 223 67-16,93-58-20 15,-3 18-46-15,-3 3-9 0,8-20-2 16,0-7-35-16,16-19-1 15,1-9-10-15,15-14-19 16,18-26-25-16,4-19-122 16,0-35-234-16,21-29-357 15</inkml:trace>
  <inkml:trace contextRef="#ctx0" brushRef="#br0" timeOffset="65216.86">21129 7092 1008 0,'0'0'119'16,"0"0"43"-16,0 0-86 15,127-192-43-15,-25 154-22 16,-22 21-3-16,-28 12 30 16,-19 5-14-16,-26 31-4 15,-7 26 21-15,0 12-27 16,-31 2 3-16,-18-2-7 0,-1-16-6 15,-4-11 7-15,19-19-11 16,16-7 0-16,12-14 2 16,7-2 0-16,0 0-4 15,0 0-2-15,7 0 4 16,16 0 4-16,8 0 1 16,4 0 3-16,-4 16 34 15,2 13-12-15,-19 4 11 0,-14-1-8 16,0 2-11-16,-33-4 23 15,-35-5-42-15,-8-2-3 16,6-8-1-16,18-13-61 16,14-2-54-1,19-6-255-15,14-39-768 16</inkml:trace>
  <inkml:trace contextRef="#ctx0" brushRef="#br0" timeOffset="65462.13">21980 6320 1188 0,'0'0'81'0,"0"0"79"0,0 0-2 0,0 0-78 0,0 0-50 0,0 0 14 16,73 196 7-16,-56-95-47 0,-13-5 8 15,-4-7-12-15,0-14-15 16,0-9-21-16,0-16-78 31,-21-14-172-31,0-21-260 16</inkml:trace>
  <inkml:trace contextRef="#ctx0" brushRef="#br0" timeOffset="65781.12">22185 6293 862 0,'0'0'117'32,"0"0"40"-32,0 0 55 15,318-88-73-15,-221 88-74 16,-33 9-21-16,-41 45-31 16,-23 24-12-16,-35 12 14 15,-64 2-15-15,-31-9-8 16,3-20 3-16,16-22 2 0,29-10 3 15,32-17-1-15,29-8 2 16,21-4-7-16,0 9 0 16,26 1 3-16,49 14-2 15,39 8 10-15,13 4 3 16,14 1-6-16,1-4 8 16,-24-7-11-16,-17-5 1 15,-30-2-18-15,-19-4-56 16,-34 2-158-16,-18 2-103 15,0-4-306-15</inkml:trace>
  <inkml:trace contextRef="#ctx0" brushRef="#br0" timeOffset="66583.36">18272 8645 872 0,'0'0'148'15,"0"0"79"-15,0 0-99 0,0 0-56 0,0 0-47 0,0 0-15 16,-203 209 36-1,203-127-37-15,0-2-3 0,31-9 1 16,23-8 2-16,7-16-8 0,12-13-1 16,3-16 0-1,-6-15 5-15,6-3-1 16,4-15-4 0,-16-28 0-16,-15-8 7 15,-11-10-7-15,-17-11 0 16,-21-9 1-16,0-8 6 15,0 0-7-15,-42 5 0 16,-20 9-4-16,-1 22 6 0,-8 19-5 16,-7 19 3-16,0 15 0 15,8 0-3-15,18 18 4 16,19 22-1-16,21 6 0 16,12 11 7-16,12 9 0 15,63 0-5-15,12-4-1 16,15-1 8-16,-3-4-7 15,-3-10-2-15,1 0 0 16,-19-7-28-16,-12-8-18 0,-12-5-94 16,-7-3-133-1,-14-10-106-15,-4-11-292 0</inkml:trace>
  <inkml:trace contextRef="#ctx0" brushRef="#br0" timeOffset="66847.11">19434 8529 268 0,'0'0'532'0,"0"0"-401"0,0 0 118 0,0 0-116 0,0 0-11 0,0 0-32 16,-141-87-56 0,117 169 6-16,-14 39 16 15,-16 41-11-15,-5 14 0 0,-7-3-36 16,-2 3 16-16,2-12-17 15,9-18-2-15,8-12-12 16,20-21-14-16,8-27-43 16,21-16-60-16,0-28-186 15,0-28-215-15</inkml:trace>
  <inkml:trace contextRef="#ctx0" brushRef="#br0" timeOffset="67373.25">19387 9225 929 0,'0'0'143'0,"0"0"77"0,0 0-11 15,0 0-132-15,0 0-43 16,0 0-2-16,0 103 26 16,21-22-25-16,-14-1-29 15,3-5 5-15,-1-5-7 16,-9-11 2-1,0-14-8-15,0-16-9 16,0-7-20-16,0-14 2 0,0-8-31 16,0 0 6-16,-14-14 20 15,-12-37-10-15,2-24 18 16,8-11 17-16,16-10 11 16,0 1-4-16,21 3 4 15,38 10 0-15,12 19 0 16,-1 17 4-16,-6 15 3 0,-3 19 9 31,-18 12 14-31,-15 0 11 0,-14 39-39 16,-14 20 31-16,0 20-6 0,0-5-26 0,-49-8 13 15,-15-6-14 1,0-16 0 0,10-8 2-16,7-13 4 15,23-8-6-15,8-9 0 16,7-3 4-16,9-3 1 15,0 10-4-15,0 11 0 16,0 11 11-16,47 10-4 16,16 3 3-16,8-9-11 15,-5-6 1-15,10 3-5 16,8-11-29-16,13 6-22 0,12-4 11 16,4-13-223-16,0-11-202 15,-5 0-315-15</inkml:trace>
  <inkml:trace contextRef="#ctx0" brushRef="#br0" timeOffset="67580.13">20528 9323 706 0,'0'0'278'0,"0"0"-135"0,0 0 51 0,0 0-66 0,0 0-102 0,0 0 16 16,104-46-15-16,13 29-23 15,-13-6-4-15,-7 2-21 16,-29 5-88-16,-30 13-110 16,-26 3-110-16,-12 0-36 15</inkml:trace>
  <inkml:trace contextRef="#ctx0" brushRef="#br0" timeOffset="67706.89">20653 9540 503 0,'0'0'141'0,"0"0"57"16,0 0 6-16,0 0-35 15,0 0-106-15,0 0-31 16,0 0-32-16,101-2-1 16,8-34-94-16,-22 3-144 15,-23-2-247-15</inkml:trace>
  <inkml:trace contextRef="#ctx0" brushRef="#br0" timeOffset="68121">21619 8739 941 0,'0'0'118'0,"0"0"37"16,0 0 25-16,0 0-111 0,0 0-65 16,0 0 48-16,-59 127-21 15,59-61-17-15,0-9-13 16,0-4 6-16,0-13-7 15,0-17 0-15,-4-11-4 16,-3-6 0-16,7-6-15 16,0 0 9-16,0 0-2 15,0 0-9 1,0-3 20-16,0-18-14 16,11-6 6-16,30 3 2 15,10 7 13-15,6 5-6 16,-3 6 21-16,15 6-2 0,-10 0 29 15,7 18-24-15,-5 14 7 16,-21 2 27-16,-19 0-38 0,-21 0 4 16,0 1-14-16,-26 4-5 15,-23-7-10 1,-24 12-9 0,11-16-63-16,3 0-112 0,3-13-165 15,11-15-221-15</inkml:trace>
  <inkml:trace contextRef="#ctx0" brushRef="#br0" timeOffset="68279.95">21657 8679 921 0,'0'0'124'16,"0"0"75"-16,0 0-56 0,0 0-111 15,0 0-32-15,325-99-56 16,-190 99-99-16,-15 0-233 15</inkml:trace>
  <inkml:trace contextRef="#ctx0" brushRef="#br0" timeOffset="68518.17">22697 8425 811 0,'0'0'104'0,"0"0"80"16,0 0 43-16,0 0-105 15,0 0-68-15,0 0-32 16,0 0 45-16,-118 197 11 16,71-60-47-1,-15 12 24-15,-15 3-22 16,1-9-10-16,3-14-3 16,0-12-17-16,19-11-6 15,7-13 0-15,30-15-51 0,17-21-27 16,0-28-226-16,57-23-408 0</inkml:trace>
  <inkml:trace contextRef="#ctx0" brushRef="#br0" timeOffset="69010.7">22973 9197 926 0,'0'0'40'0,"0"0"93"0,0 0 21 16,0 0-117-16,205-151 6 15,-156 145 14-15,1 6-7 16,-5 0 8 0,-17 20-12-16,-12 23-21 0,-11 6 14 15,-5 2-35 1,0-5-2-16,-21-7 8 0,-22-7-4 15,6-4-3-15,-6-8-3 0,20-5 5 16,6-12-13 0,17-3 4-16,0 0-2 15,0 0 1-15,0 0-15 16,40-12 18-16,17-6 0 0,4 5 2 16,3 11-1-16,2 2 6 15,-3 2-2-15,-8 35 27 16,-13 1-16-16,-21 4 29 15,-21-4-4-15,0-4-12 16,-26 2 18-16,-51-4-36 16,-20-3 4-16,-19-1-13 0,-4-11-11 31,-5-4-5-31,7-13-24 16,5 0-48-16,9-7-27 0,15-31-166 15,-1-15-189-15</inkml:trace>
  <inkml:trace contextRef="#ctx0" brushRef="#br0" timeOffset="70221.14">12927 11820 943 0,'0'0'119'0,"0"0"80"0,0 0 15 0,-92-161-45 0,92 151-93 0,0 7-15 16,0 3-4-16,0 0-25 15,0 45-2-15,29 32 8 16,18 29 2-16,-12 6-5 16,-2-6-31-16,-5-9 2 15,-6-3-3-15,-8-8-3 0,-5-3-7 16,-4-11-36 0,-5-6-23-16,0-21 1 15,0-16-31-15,0-18-24 0,0-11-40 16,-7 0 3-16,-31-51 11 15,0-25-34-15,10-26 118 16,19-12 34-16,9-14-14 16,0-5 36-16,4 10 6 15,41 12 9-15,12 22 55 0,4 21 11 16,10 11 36-16,-1 17 12 16,-8 17-42-16,-10 17-9 15,-22 6-18-15,-9 29-20 16,-18 37 8-16,-3 14-11 15,-19 14-26-15,-59-5 10 16,-16-6-15-16,-8-7-7 16,13-21-4-16,23-12-47 15,28-17-51-15,26-14-61 16,12-8-118-16,0-4-106 0</inkml:trace>
  <inkml:trace contextRef="#ctx0" brushRef="#br0" timeOffset="70564.17">13804 12055 874 0,'0'0'123'0,"0"0"63"0,0 0-30 0,0 0-92 0,0 0-23 0,0 0-13 15,-66 37 19-15,66-37-28 16,0 0 4-16,0 0 35 15,0 0-27-15,0 0 10 16,0 0-17-16,0 0-17 16,0 0 15-16,0 0-7 15,0 0-7-15,0 0 14 16,0 0-19 0,0 0 2-16,0 0-5 0,0-12 0 15,0-7 0-15,7-5-22 16,3 1-30-16,13 8-30 15,3 15-164-15,0 0-114 16,-5 18-116-16</inkml:trace>
  <inkml:trace contextRef="#ctx0" brushRef="#br0" timeOffset="70796.62">13880 12452 971 0,'0'0'181'0,"0"0"13"16,0 0-61-16,0 0-80 15,0 0-28-15,0 0-8 16,-24 6 21-16,24 8-18 31,0 5 4-31,0-1 20 16,0 0-38-16,-5-4 7 16,-25-5-10-16,13 0 9 15,5-5-24-15,12-4 8 0,0 0-45 16,5 0-63-16,42-30-168 15,10-6-120-15,28-6-227 16</inkml:trace>
  <inkml:trace contextRef="#ctx0" brushRef="#br0" timeOffset="71301.92">14974 11843 851 0,'0'0'85'0,"0"0"139"15,0 0-44-15,0 0-84 16,0 0-15-16,0 0-34 16,-170-75-31-16,118 121 6 15,-12 26-16-15,3 13 17 16,19 15 5-16,20-2-25 16,22-7 19-16,0-7-22 15,0-11 0-15,50-20-2 16,6-17 1-16,10-15-4 15,10-19-4-15,-1-2-2 16,10-8 6-16,7-35 4 0,-5-9 1 16,5-14-2-16,-14-9 4 15,-17-6-6-15,-25-5 4 16,-24-12-8-16,-12 5 2 16,0 12-1-16,-38 20 5 15,-9 22-5-15,-8 21 10 0,1 11-3 16,-9 7 0-1,4 0 4-15,-5 27 9 0,19 30-13 16,12 14 15-16,14 13 18 16,19 5-23-1,0-6 16-15,14-8-3 0,29-5-19 16,16-15 16 0,-7-6-20-16,4-11 0 15,-2-7 0-15,-4-5-3 0,2-9-18 16,2-1-42-16,12 2-92 15,14-7-140-15,12-5-172 16</inkml:trace>
  <inkml:trace contextRef="#ctx0" brushRef="#br0" timeOffset="71524.58">16280 12211 238 0,'0'0'807'0,"0"0"-700"0,0 0 47 0,0 0-29 0,0 0-80 0,0 0 27 15,259-39-20-15,-177 33-52 16,-8 0-1 0,-18 6-30-16,-16 0-98 15,-28 0-63-15,-12 3-137 16,0 23-87-16</inkml:trace>
  <inkml:trace contextRef="#ctx0" brushRef="#br0" timeOffset="71651.31">16324 12506 684 0,'0'0'170'0,"0"0"-6"16,0 0 5 0,0 0-141-16,0 0-6 15,0 0-22-15,264-45-46 0,-167 16-141 16,-10-10-132-16</inkml:trace>
  <inkml:trace contextRef="#ctx0" brushRef="#br0" timeOffset="72190.91">17487 11608 913 0,'0'0'139'15,"0"0"57"-15,0 0-82 16,0 0-99-16,0 0 69 16,-109 209-38-16,55-120-19 15,-17-5 8-15,-7-10-28 0,12-12 3 16,17-16-10-16,11-17 7 16,17-13-6-16,16-7-1 15,5-9-15-15,0 0 10 16,0 0-37-16,38 0 29 15,21-9 10-15,12-1 6 16,18 7-10-16,-11 3 7 16,12 0-10-16,-13 0 7 15,-13 0-24-15,-14 0-6 0,-15 0 19 16,-9-15 8-16,-7-2 3 16,-3-1 3-16,-2-10 0 15,-7 2 10-15,-7-7-9 16,0-2 18-16,0-2 3 15,0 11-2-15,0 5 15 16,0 8 0-16,0 9 1 16,0 4 13-16,0 0-19 15,0 0 0-15,0 0-11 16,-11 44-18-16,1 22 41 16,-2 11-12-16,3-3-14 15,9-6 7-15,0-5-21 0,0-8 0 16,0-10-2-16,0-4-35 15,0-12-20-15,0-1-107 16,0-14-229-16,5-14-336 16</inkml:trace>
  <inkml:trace contextRef="#ctx0" brushRef="#br0" timeOffset="72539.83">18439 11931 925 0,'0'0'49'0,"0"0"51"0,0 0 68 0,0 0-141 0,0 0 6 0,0 0 35 16,-26-11-13 0,26 9 5-16,0 2-16 0,0 0 4 15,0 0-15-15,0 0-7 16,0 0 25-16,0 0-36 15,0 13 4-15,-5-2 25 16,5-5-41-16,0-6 17 16,0 0-1-16,0 0-19 15,0 0 27-15,0 0-26 16,0-2 2-16,0-26-3 16,15-2-8-1,34-6-3-15,10 10-36 0,7 11-44 16,-9 15-104-16,-24 0-304 0,-29 24-463 15</inkml:trace>
  <inkml:trace contextRef="#ctx0" brushRef="#br0" timeOffset="72777.88">18288 12387 969 0,'0'0'131'15,"0"0"1"-15,0 0 78 16,0 0-131-16,0 0-9 15,0 0-13-15,158 6-34 0,-158-4 20 16,0 7-24-16,0 4-2 16,-19-1 15-16,-25-3-32 31,11-3 10-31,14-6-10 0,4 0 2 16,15 0-4-1,0 0-25-15,0 0-31 16,0-21-79-16,52-13-197 15,10 2-286-15</inkml:trace>
  <inkml:trace contextRef="#ctx0" brushRef="#br0" timeOffset="73001.03">19521 11683 882 0,'0'0'373'15,"0"0"-204"-15,0 0 23 0,0 0-83 16,0 0-92-16,0 0-15 16,-35 8 43-16,65 87-8 15,-18 20-8-15,-12 4-21 16,0-7-3-16,-7-4-10 16,-28-4-42-16,-10-4-54 15,-14-15-185-15,0-19-458 16</inkml:trace>
  <inkml:trace contextRef="#ctx0" brushRef="#br0" timeOffset="73924.6">13017 14051 1029 0,'0'0'144'0,"0"0"20"0,0 0 2 0,0 0-50 0,0 0-82 0,0 0-4 0,-231 60-16 16,205 47 8-16,19-2 5 16,7-7-24-16,0-17 1 15,49-16-3-15,10-14 6 16,7-15-9-16,3-18 2 15,6-15 0-15,0-3 0 16,1-18 6-16,-1-33-6 16,1-15 0-16,-13-8 3 15,-18-9-3-15,-12-4 0 0,-19-4 0 16,-14 3-3-16,0-9-1 16,-19 6 3-16,-25 4-3 15,-18 16 4-15,1 19-8 16,-5 14 8-16,-5 17 0 15,12 12-5-15,-9 9 12 16,14 0-7-16,-5 34 0 0,26 21 3 16,9 13 18-16,24 17-20 15,0 10 16-15,12 0 9 16,59 1-15-16,16-9 14 16,19-13-25-16,7-11 4 15,0-18-9-15,-4-13-20 16,-3-14-32-16,-7-8-35 15,-2-7-141-15,-17-3-132 16,-14 0-175-16</inkml:trace>
  <inkml:trace contextRef="#ctx0" brushRef="#br0" timeOffset="74082.77">14198 14131 1044 0,'0'0'230'0,"0"0"-35"0,0 0-21 0,0 0-106 0,0 0-57 0,0 0-7 16,-59-20-4-16,111 20-57 0,14 9-131 15,-10 11-316-15</inkml:trace>
  <inkml:trace contextRef="#ctx0" brushRef="#br0" timeOffset="74247.28">14191 14635 1430 0,'0'0'153'16,"0"0"-40"-16,0 0-34 15,0 0-79-15,0 0-2 16,0 0-53-16,108 19-76 0,-28-22-226 16,-14-33-237-16</inkml:trace>
  <inkml:trace contextRef="#ctx0" brushRef="#br0" timeOffset="74464.36">15044 13908 1190 0,'0'0'186'16,"0"0"7"0,0 0-21-16,0 0-111 0,0 0-27 15,0 0-8-15,-99 152-4 16,99-54-22-16,0-5-32 0,-12-4 27 15,-14-12-26-15,1-2-62 16,-4-15-37-16,-1-17-140 16,11-23-209-16,0-20-310 31</inkml:trace>
  <inkml:trace contextRef="#ctx0" brushRef="#br0" timeOffset="74750.77">14945 13977 143 0,'0'0'673'16,"0"0"-564"-16,0 0 56 0,0 0-27 16,0 0-92-1,0 0-3-15,257-46-19 16,-257 101 1-16,0 7-8 16,-30-5-13-16,-29-6 1 15,-10-9 0-15,3-16-2 16,17-5 18-16,11-9-3 0,24-6-10 15,7 0 17-15,7 5-15 16,0 11 1-16,30 8 7 16,36 4 7-16,12 0-6 15,12-5-19-15,-8-1 0 16,10-5 0-16,5-5-60 16,0-4-91-16,-8-7-202 15,-6-3-475-15</inkml:trace>
  <inkml:trace contextRef="#ctx0" brushRef="#br0" timeOffset="74939.25">16145 14269 1226 0,'0'0'92'0,"0"0"-30"16,0 0 33-16,0 0-54 15,361-77-41-15,-239 56-78 0,-44 8-113 16,-40 13-129-16,-38 0-232 16</inkml:trace>
  <inkml:trace contextRef="#ctx0" brushRef="#br0" timeOffset="75065.98">16148 14585 785 0,'0'0'53'0,"0"0"-30"16,0 0-6-16,287-33-17 16,-138-8-142-16,-5-10-60 0</inkml:trace>
  <inkml:trace contextRef="#ctx0" brushRef="#br0" timeOffset="75494">17487 13846 1009 0,'0'0'168'0,"0"0"17"15,0 0-22-15,0 0-122 16,0 0-20-16,0 0 55 16,-130 199-68-1,109-136 3-15,4-6-3 0,-9-7 0 16,-2-5-6-16,2-13-2 15,14-13-15-15,1-7 12 16,11-9-34-16,0-3 9 16,0 0 5-16,0-15-27 15,44-16 41-15,20-6-8 0,9 3 4 16,-2 11 4-16,-3 10 11 16,-14 11-2-16,-6 2 19 15,-1 0-1-15,-14 29 36 16,-7 8-11-16,-12 3-7 15,-14-3 12-15,0 1-31 16,-14-1 5-16,-43-3-21 16,-14 0-1-1,5-4-8-15,3 0-67 0,-1-9-96 16,10-13-140-16,4-8-232 0</inkml:trace>
  <inkml:trace contextRef="#ctx0" brushRef="#br0" timeOffset="75637.09">17513 13925 627 0,'0'0'540'16,"0"0"-393"-16,0 0 25 16,0 0-111-16,0 0-61 0,346-145-22 15,-223 127-167 1,-10 7-216-16</inkml:trace>
  <inkml:trace contextRef="#ctx0" brushRef="#br0" timeOffset="75827.71">18524 13868 1153 0,'0'0'142'0,"0"0"-98"15,0 0 82-15,0 0-126 16,0 0-20-16,0 0-73 16,28 72-216-16,3-53-441 15</inkml:trace>
  <inkml:trace contextRef="#ctx0" brushRef="#br0" timeOffset="75979.99">18364 14391 777 0,'0'0'426'0,"0"0"-281"16,0 0 14-16,0 0-79 16,0 0-80-1,0 0-71-15,-33 32-98 0,70-32-339 16</inkml:trace>
  <inkml:trace contextRef="#ctx0" brushRef="#br0" timeOffset="76451.3">19106 13977 1143 0,'0'0'88'0,"0"0"47"15,0 0-24-15,0 0-88 16,142-158-21-16,-74 136-2 31,-9 10 10-31,-9 12-9 0,-17 0 15 0,-12 0 12 16,-17 34-19 0,-4 6 20-16,0 9-20 0,-23-1-6 15,-17-10 3-15,2-1 1 0,5-14-7 16,12-8 0-1,11-10 7 1,10-2-14-16,0 0 7 0,0 3-16 0,31-2 13 16,28 5-1-1,0 3 4-15,-10 3 0 16,3 5 5 0,-16 5 1-16,-15-4-1 15,-12 2 22-15,-9-1 38 0,0-2-31 16,-26 0 5-16,-33 5-23 15,-30 2-13-15,-22 2-6 16,-11 4-13-16,-15-3-40 16,2 0-38-16,-8-12-125 15,-4-9-149-15,-8-9-228 16</inkml:trace>
  <inkml:trace contextRef="#ctx0" brushRef="#br0" timeOffset="77030.39">11553 15333 520 0,'0'0'351'0,"-392"0"-281"0,267 0 75 0,31 0-45 0,45 0-14 0,32 0-4 0,17 0-20 16,31 0-26-16,82 0-12 15,76 0 39-15,79 0-45 16,88 0-4-16,85 0 25 16,78 0-13-16,77 0 13 15,71 0-13-15,34 0-1 16,18 0 7-16,0 0-30 0,-19 0 14 15,-7-15-6-15,-35-10-10 16,-33-7 9-16,-60-2-9 16,-91-9-7-16,-87-5 4 15,-97-5-17 1,-90 0 19-16,-77-2-2 16,-62 2-22-16,-61 6 4 0,0 1-46 15,-94 14-96-15,-45 10-76 0,-38 10-277 16</inkml:trace>
  <inkml:trace contextRef="#ctx0" brushRef="#br0" timeOffset="77786.5">12142 16456 1171 0,'0'0'155'0,"0"0"20"0,0 0-35 0,0 0-56 0,0 0-21 15,0 0-31-15,-144-42-32 16,144 211 7-16,-23 43 3 16,-13 21-10-16,6-72 45 15,-3-32-39-15,21-20 6 16,7-18-12-16,5-23 5 0,0-21-13 15,0-19-4-15,0-10-14 16,12-18 9-16,-7 0-21 16,-5 0 29-16,0-33-9 15,0-27-11-15,0-20 26 16,0-20-22 0,0 0-1-16,0-6 13 0,0 6-12 15,11-8 23-15,22 2-12 16,8-2-15-16,15 4 28 15,8 7-12-15,21 20 12 16,7 14-5-16,-10 22 11 0,-11 16-5 16,-15 22 13-16,-20 3-3 15,-24 31 11-15,-12 38-16 16,0 11 5 0,-57 15-2-16,-18-5-3 0,-13-9-10 15,6-7 2 1,9-14-41-16,14-13-17 0,21-8-121 15,12-15-108-15,10-16-143 16</inkml:trace>
  <inkml:trace contextRef="#ctx0" brushRef="#br0" timeOffset="78090.07">12882 16915 1174 0,'0'0'104'0,"0"0"-20"0,0 0 5 0,0 0-89 0,0 0 6 0,0 0-9 16,-26 0 8-16,26 0 7 31,0 0 40-31,0 0 15 0,0 0 4 0,0 0-31 16,0 0-12-16,0-9-28 15,0 3-1-15,0 3 0 32,0 3-61-32,0 0-72 0,5 0-106 15,16 0-185-15,-4 0-360 16</inkml:trace>
  <inkml:trace contextRef="#ctx0" brushRef="#br0" timeOffset="78363.99">12920 17243 783 0,'0'0'330'16,"0"0"-110"-16,0 0-66 16,0 0-70-16,0 0-27 0,0 0-25 15,-35 29 12-15,35-29-12 16,0 0-17-16,0 0 16 16,0 0-27-1,0 0 0-15,0 0 9 0,0 21-9 16,-21 7 4-16,-13-2-6 15,1-7 3-15,3-11 2 16,11-2-7-16,2 0 0 16,17-6-2-16,0 0-5 15,0 0-18-15,0-19-22 0,0-13-60 16,43-16-117-16,18 1-204 16,15-4-414-16</inkml:trace>
  <inkml:trace contextRef="#ctx0" brushRef="#br0" timeOffset="78884.89">13785 16500 1181 0,'0'0'157'0,"0"0"-19"0,0 0-40 16,0 0-63-16,0 0-23 15,0 0 29-15,-132 214-14 16,120-145-14-16,8 9 17 15,4-7-22-15,0-5-2 16,0-12-1-16,30-9-1 16,6-10-5-16,11-12 1 15,0-6-3-15,-2-15-3 0,7-2 2 16,-5 0 4 0,14-36-4-16,0-8 8 0,3-16-5 15,-12-8 1-15,-26-7 0 16,-2-8-1-16,-22-5 2 15,-2 2-1 1,0 12 0-16,-45 14-7 0,-9 28 4 16,-5 13 3-1,0 13 0-15,-7 6-3 16,-2 6 3-16,-3 30 0 16,17 15-3-16,21 2 10 0,14 7-7 0,19 5 6 15,0-4-6-15,35 5 18 16,24-7-17-1,0 1 1-15,7-5 12 16,-2 2-13-16,-12 3 21 16,-5-5-6-16,-17 1-10 15,-6 1 6-15,-5-16-12 16,2-2-5-16,-2-13-7 0,0-5-47 0,14-8-45 16,0-7-170-1,4-6-156-15,-4 0-364 16</inkml:trace>
  <inkml:trace contextRef="#ctx0" brushRef="#br0" timeOffset="79192.58">15009 16574 873 0,'0'0'364'0,"0"0"-250"0,0 0 32 0,0 0-66 0,0 0-73 16,0 0 26-16,-19 0-13 16,19 6-12-16,0 0 27 15,0-3-23-15,0-3 7 16,0 0 4-16,-12 0-10 16,0 0 21-16,-4 0-18 15,-1-9-10-15,17-3 12 0,0-8-18 16,0 0 0-16,0 1-4 15,17 7-45-15,16 9-30 16,-7 3-176-16,-14 0-305 16</inkml:trace>
  <inkml:trace contextRef="#ctx0" brushRef="#br0" timeOffset="79377.27">14849 17088 1022 0,'0'0'292'0,"0"0"-176"16,0 0 10-16,0 0-53 16,0 0-69-16,0 0 17 15,-45 33-13-15,45-33-3 16,0 0-10-16,0 0-60 16,28 0-123-16,17-6-170 15,23-30-295-15</inkml:trace>
  <inkml:trace contextRef="#ctx0" brushRef="#br0" timeOffset="79982.17">15848 16423 1194 0,'0'0'218'16,"0"0"-4"-16,0 0-97 15,0 0-44-15,0 0-21 16,0 0-25-16,-85-55 13 0,69 113-23 15,-5 18 2-15,-1 24 19 16,-1-8-37-16,11-11 5 16,-2-7-6-1,0-8-4-15,2-15 2 16,7-10-32-16,3-11-6 0,-3-15 6 16,5-7-30-16,0-8 27 15,-14 0 16-15,2-8 10 16,-9-37 6-16,4-23-2 15,13-17 7-15,4-6-4 0,0-9 5 16,23 5-1-16,34 16 0 31,9 13 3-31,2 17-1 16,-9 14-2-16,3 7 0 0,-13 11 3 16,-2 8 5-1,-4 9-4-15,-6 0 3 0,-11 6-6 16,-9 33 18-16,-17 12-19 15,0 5 2-15,-43 7 6 16,-27 5-4-16,-15-7-3 16,-7 1-1-16,0-9-2 0,16-8-4 15,15-14 0-15,26-10-1 16,11-10 3 0,19-2-2-16,5-1 5 15,0 3 0-15,0 0 1 16,0 7 8-16,24 2-3 0,23 8 6 15,7-2 10 1,5-2-18-16,14-5 11 0,-7-2-7 16,-11-5-3-16,6-7-2 15,3 1-2-15,-1-3-19 16,13 0-10-16,-3 0-59 16,-2-3-165-16,-10 0-286 15</inkml:trace>
  <inkml:trace contextRef="#ctx0" brushRef="#br0" timeOffset="80251.72">17131 16685 1192 0,'0'0'245'0,"0"0"-140"0,0 0-5 0,0 0-36 15,0 0-63-15,0 0 21 16,231-30-22-16,-154 18 8 0,-10 0-16 16,-11 4-7-16,-28-1-38 15,-23 9-30-15,-5 0-70 16,0 0-74-16,-59 41-80 16,-19 1 13-16,-7 5-180 15</inkml:trace>
  <inkml:trace contextRef="#ctx0" brushRef="#br0" timeOffset="80394.22">17017 16966 737 0,'0'0'293'16,"0"0"-65"-16,0 0-52 15,0 0-64-15,0 0-64 16,0 0-1-16,236 49-40 0,-144-72-7 16,-9-6-65-16,-13-5-250 15,-22 2-293-15</inkml:trace>
  <inkml:trace contextRef="#ctx0" brushRef="#br0" timeOffset="86596.94">19349 13073 618 0,'0'0'79'0,"0"0"110"0,0 0-127 0,0 0-59 0,0 0 6 16,0 0 1-16,0 0 23 0,259-22 17 15,-162-2-14-15,-17 5 8 16,-18 3-41-16,-18 7-3 16,-20 2 11-16,-15 7-6 15,-9-1 1-15,0 1 25 16,0-5 7-16,0 5 15 16,-47 0-40-16,-24 0-12 15,-9 0 7 1,-12 11-3-16,0 10-5 0,8 1 10 0,13 3-8 31,24-7 19-31,23-6-20 0,19-6 0 16,5-4-2-16,0 7 2 15,33-1-1-15,24-8 0 16,9 0 2-16,9 0-6 0,1-2 4 16,-5-13 0-1,-10 1 1-15,-16 2 4 16,-22 2-5-16,-13 6 0 15,-6-1 3-15,-4-1 3 16,0-3-1-16,-9-2-4 16,-43 3 6-16,-14 8-2 15,-14 0-5-15,-3 0 0 16,8 0 3-16,16 0 1 16,21 0-4-16,17 0 0 15,21 0-1-15,0 0 1 0,0 0-3 16,38 0 2-1,16 0 2-15,17 0-4 0,-3-4 3 16,-9-8-7-16,0 1-21 16,-14 0-91-16,-17 5-58 15,-18 4-57-15,-10 2-92 16</inkml:trace>
  <inkml:trace contextRef="#ctx0" brushRef="#br0" timeOffset="88200.08">17402 14943 197 0,'0'0'126'0,"0"0"-33"0,0 0-3 0,0 0-19 0,0 0-5 15,0 0 0-15,-66-13 4 16,56 13-4-16,-4 0-21 16,-12 0 8-16,0 11-12 0,5 1-18 15,9-7 54-15,12-5-34 16,0 0-33-16,0 0-10 16,0 0 0-16,0 0 0 15,33 0 0 1,12 0 2-16,12 0 10 15,4-11-8-15,-16-8 1 0,-7 4 7 16,-15 3-7-16,-11 7 0 16,-12 1-1-16,0 2 8 15,0-1 35-15,0-1-37 16,-21 2-9-16,-19 2 13 0,-17 0-9 16,3 0-5-1,-17 17 0-15,12 5 6 0,14-5-13 16,10 1 7-16,28-3 0 15,7-1-2-15,0 5-1 16,0-4 0-16,38-3 3 16,11-4-2-16,10-2-10 15,-5-6 12-15,3 0 0 16,-17 0-8 0,-2 0 14-16,-19 0-6 15,-8 0 0-15,-11 0 3 16,0 0 2-16,0 0-1 15,0 0-3-15,0 0 16 0,-19 0-9 16,-25 0-7-16,-15 0-1 16,-10 0 5-16,-1 0 15 15,4 0-19-15,14 0 17 0,23 3 4 0,13 0-12 16,16-3-1-16,0 0-9 16,0 3-2-16,45-3-9 15,25 0 11 1,4 0-3-1,-11 0 1-15,-6 0-41 0,-15 0-2 16,-6-6-39 0,-10 0-84-16,-12 1-9 0,-14 5-65 0,0 0-97 31</inkml:trace>
  <inkml:trace contextRef="#ctx0" brushRef="#br0" timeOffset="90973.15">17373 11388 969 0,'0'0'68'0,"0"0"26"0,0 0 77 0,0 0-72 15,0 0-28-15,0 0-51 0,0 0 5 16,-157 40 26-16,39 72-43 16,-36 34 46-16,8 14 14 15,14 5-36-15,31-1 27 0,42-7-32 16,47-17-8-16,17-11 8 15,110-15-21-15,67-16-7 16,35-15 1-16,26-21-46 16,-1-18 0-16,-11-16-75 15,-28-3-148-15,-31-13-176 16</inkml:trace>
  <inkml:trace contextRef="#ctx0" brushRef="#br0" timeOffset="91528.95">19818 11628 51 0,'0'0'791'0,"0"0"-658"0,0 0 69 0,0 0-79 0,0 0-33 16,0 0-35-16,-70-60-49 0,166 120 73 15,29 33 21 1,-2 26-50-16,-27 12 10 0,-30 7-41 16,-30-7-14-16,-29-2 8 15,-7-7-8-15,-38-1-5 16,-42-6 0-16,-7-12-11 16,7-9-2-16,16-23-86 15,19-15-115-15,19-20-129 16,14-24-233-16</inkml:trace>
  <inkml:trace contextRef="#ctx0" brushRef="#br0" timeOffset="91798.18">20613 11946 244 0,'0'0'871'0,"0"0"-714"0,0 0-19 16,0 0 12 0,0 0-76-16,0 0-69 0,28-43 33 15,43 109-4-15,4 8-33 16,-4 7 15 0,0-10-15-16,-8-6-1 15,-8-4 0-15,-13-13-55 0,-16-10-59 16,-5-11-95-1,-14-9-103-15,3-12-50 0,-3-6-266 16</inkml:trace>
  <inkml:trace contextRef="#ctx0" brushRef="#br0" timeOffset="91979.49">21245 11892 792 0,'0'0'150'15,"0"0"110"1,0 0-87-16,0 0-83 0,0 0-24 15,0 0-20-15,-302 185-5 16,248-108-27-16,16 1-2 16,-9 2-24-16,9 3-16 15,10-8-124 1,6-10-96-16,8-16-252 0</inkml:trace>
  <inkml:trace contextRef="#ctx0" brushRef="#br0" timeOffset="92355.33">21476 11906 1026 0,'0'0'143'0,"0"0"2"0,0 0 13 16,0 0-124-16,0 0-25 15,0 0-9-15,0 72 0 0,0-18 5 16,0-9-5-16,0-10 0 15,0-15-8-15,0-7-14 16,0-13 12-16,0 0 10 16,0 0 0-1,0 0-6-15,2 0 6 16,29-19 0-16,16-9-1 16,7 1 9-16,3 5-11 0,4 14 4 0,0 8-1 15,3 0 39-15,-10 8-25 31,-7 23 25-31,-19-2 3 16,-28-1-34-16,0 4 21 0,-16 10-29 16,-48 5 1-16,-13 5-6 15,-6-9-123 1,17-7-53-16,12-15-137 0,0-12-122 16</inkml:trace>
  <inkml:trace contextRef="#ctx0" brushRef="#br0" timeOffset="92513.71">21464 11903 611 0,'0'0'150'0,"0"0"1"15,0 0 38-15,200-163-32 16,-101 123-77-16,12 5-48 0,-12 8 5 16,-21 12-37-1,-40 9-14-15,-27 6-30 16,-11 11-123-16,-21 35-98 15,-59 14 6-15</inkml:trace>
  <inkml:trace contextRef="#ctx0" brushRef="#br0" timeOffset="93246.14">17475 13442 690 0,'0'0'111'16,"0"0"38"-16,0 0 68 0,0 0-85 0,0 0-51 0,0 0-28 0,-203-35-23 15,106 124 19 1,-6 46-9-16,13 28 21 15,12 17 12-15,41 13-40 16,18-5 17-16,19-14-48 16,30-14 5-16,62-28-4 0,31-19-3 31,18-17-3-31,15-25-26 16,-5-20-79-16,0-27-100 15,-7-24-198-15,-8 0-282 16</inkml:trace>
  <inkml:trace contextRef="#ctx0" brushRef="#br0" timeOffset="93770.09">20132 13439 812 0,'0'0'129'0,"0"0"32"0,0 0 40 0,0 0-88 0,0 0-43 0,0 0-36 16,106 55 53-16,-2 22 1 16,-24 20-65-16,-17 6 3 0,-37-6-16 15,-26 6-4-15,0-3 1 16,-73 2-7-16,-23 8-21 16,-18 2 2-16,11-9-87 15,11-12-80 1,21-26-95-16,19-27-203 15</inkml:trace>
  <inkml:trace contextRef="#ctx0" brushRef="#br0" timeOffset="94087.84">20646 13691 975 0,'0'0'140'0,"0"0"10"0,0 0-25 0,0 0-2 16,0 0-63-16,0 0-45 16,115 47 72-16,-30 21-43 15,-9 0-40-15,4-8 21 31,-5-8-25-31,-4-13-8 0,0-4-14 16,-8-9-102-16,-13-4-96 16,-15-10-138-16,-9-12-105 15</inkml:trace>
  <inkml:trace contextRef="#ctx0" brushRef="#br0" timeOffset="94278.43">21308 13696 148 0,'0'0'673'15,"0"0"-501"-15,0 0 22 16,0 0-23-16,0 0-89 31,0 0-11-31,-240 69-38 16,178 23 13-16,6-6-14 0,11 2-27 16,3-11 0-16,6-2-5 15,8-1-77-15,4-8-77 16,3-12-194-16,9-22-253 15</inkml:trace>
  <inkml:trace contextRef="#ctx0" brushRef="#br0" timeOffset="94545.89">21671 13460 978 0,'0'0'182'0,"0"0"-20"16,0 0 47-16,0 0-108 15,0 0-45-15,0 0-20 16,71 85-7-16,-50 21 2 16,-16 5-31-16,-5-7-22 0,0-5 22 15,0-10-92 1,-14 0-97-16,-22-8-85 0,-15-9-264 15</inkml:trace>
  <inkml:trace contextRef="#ctx0" brushRef="#br0" timeOffset="96362.49">22225 12266 1068 0,'0'0'130'0,"0"0"33"0,0 0-23 0,0 0-92 0,0 0 2 0,316-68-34 15,-193 39 9 1,-27 8-25-16,-25 5 11 16,-14 4-23-16,-22 10-6 15,-16 2-75-15,-14 0-68 16,-5 0-153-16,0 30-84 0</inkml:trace>
  <inkml:trace contextRef="#ctx0" brushRef="#br0" timeOffset="96541.22">22478 12404 630 0,'0'0'209'0,"0"0"-63"16,0 0 59-16,0 0-94 15,0 0-91-15,0 0 27 16,122-11 9-16,-35-13-51 16,-2-2-10-16,-7-2-70 15,-5 1-136 1,-23-3-107-16,-13-2-96 15</inkml:trace>
  <inkml:trace contextRef="#ctx0" brushRef="#br0" timeOffset="96812.7">22796 11823 686 0,'0'0'160'15,"0"0"-4"-15,0 0 58 16,0 0-77-16,0 0-96 0,0 0 3 15,-54 3-1-15,143 30 24 16,15 0-2-16,-3 2-45 16,-16 4 10-16,-14 3-26 15,-22 8 7-15,-32 7-6 16,-17 11-5-16,-26 9 0 16,-66 1-6-16,-12 1-4 15,-16-12-31-15,21-7-38 16,5-5-63-16,35-11-36 15,19-14-132-15,23-8-168 16</inkml:trace>
  <inkml:trace contextRef="#ctx0" brushRef="#br0" timeOffset="97688.35">23753 11999 478 0,'0'0'121'0,"0"0"45"0,0 0 6 0,0 0-16 0,0 0-57 0,0 0-27 15,-97-134 2-15,97 100-38 16,0 2-15-16,45 1 0 16,2 9-21-16,7 1 17 15,-4 8-17-15,-15 10 0 16,-2 3 24-16,-18 0-20 15,-15 45 7-15,0 30 5 0,-8 14-13 16,-43 7 21 0,-23-7-21-16,-1-9 5 0,4-8 31 15,3-12-22-15,7-15 20 16,23-12-7-16,12-16-22 16,14-8 19-16,12-5-27 15,0 2 0-15,17-3-5 16,42-3 12-16,26 0-14 15,11-9-9-15,3-21-66 16,-2-3-38-16,-5-4-119 16,-26 5-155-16,-12-4-65 0</inkml:trace>
  <inkml:trace contextRef="#ctx0" brushRef="#br0" timeOffset="98036.77">24234 11882 192 0,'0'0'428'0,"0"0"-279"0,0 0 22 16,0 0-23-16,0 0-66 16,0 0-18-16,-99-30-44 15,78 75 7-15,-3 16 1 0,10 1-22 16,9 4 12-16,5-7-18 16,0-6 0-16,0-13 0 15,0-18 9-15,5-3-14 16,9-10 5-16,10-9 0 15,-13 0 14-15,6 0-8 16,4 0 39-16,0-28 14 16,1-6-23-16,-15-11 26 15,-7-4-41-15,0-3-14 0,0 4 18 16,-22 2-21 0,-11 8-4-16,-9 8 0 15,16 13-44-15,12 4-31 0,14 11-69 16,0 2-184-1,0 0-271-15</inkml:trace>
  <inkml:trace contextRef="#ctx0" brushRef="#br0" timeOffset="98147.17">24234 11882 943 0</inkml:trace>
  <inkml:trace contextRef="#ctx0" brushRef="#br0" timeOffset="98312.42">24234 11882 943 0,'264'19'114'0,"-264"-19"-21"0,0 5 42 0,9 3-105 0,8 5 16 16,-12-7-18-16,-1-6 6 15,-4 0 41-15,0 0-36 16,0 0 13-16,0 0-11 16,0 0-29-16,0 0 15 15,0 0-27 1,0 0-12-16,0 0-18 15,0 0-93-15,7 0-56 0,0 0-126 0,1 13-7 16,-8 4-30-16</inkml:trace>
  <inkml:trace contextRef="#ctx0" brushRef="#br0" timeOffset="98465.41">24503 12151 408 0,'0'0'208'0,"0"0"21"0,0 0-20 15,0 0-44-15,0 0-38 16,0 0-37-1,0 0-12-15,-45 60-32 16,45-60-41-16,0 0 8 16,16 0-13-16,13 3-79 15,8-3-88-15,1 0-238 16,0 0-460-16</inkml:trace>
  <inkml:trace contextRef="#ctx0" brushRef="#br0" timeOffset="98688.99">24819 11840 969 0,'0'0'204'16,"0"0"-76"-16,0 0-43 16,0 0-29-16,0 0-34 0,330-104-18 15,-267 96-4 1,-25-1-15-16,-19 9-35 0,-19 0-42 15,0 0-71-15,-2 0-67 16,-48 17-80 0</inkml:trace>
  <inkml:trace contextRef="#ctx0" brushRef="#br0" timeOffset="99062.81">24819 11840 627 0,'-10'-38'202'0,"10"38"-56"15,0 0 8-15,0 24-79 16,0 9-52-16,0 11 38 0,0 7-9 16,0-4-51-1,0-2 12-15,0-5-13 0,0-11 6 16,0-7-7-16,0-14 1 16,0-2-3-16,0-6-1 15,0 0-8-15,0 0 9 16,0 0-2-16,3-6-10 0,41-24 1 15,8-3 14-15,12 3 0 16,-12 7-3-16,-7 11-4 16,-12 6 7-16,-3 6 0 15,-4 0 1-15,0 0 44 16,2 26-16-16,-21 17 33 16,-7 1-10-16,0 7-44 15,-44 0 15 1,-37 0-23-16,-22 4-2 15,-3-3-10-15,-8-2-132 16,6-1-83-16,0-11-168 0</inkml:trace>
  <inkml:trace contextRef="#ctx0" brushRef="#br0" timeOffset="99681.5">22103 14057 990 0,'0'0'164'0,"0"0"-27"0,0 0-51 0,0 0-23 0,0 0-6 16,356-48-55 0,-267 30 7-16,-30 4-9 0,-16 5-51 15,-29 6-36-15,-14 3-77 0,0 0-52 16,0 6-16-16,-47 23 29 15,-15 4-67-15</inkml:trace>
  <inkml:trace contextRef="#ctx0" brushRef="#br0" timeOffset="99952.65">22103 14057 198 0,'207'116'185'15,"-221"-103"-52"-15,14-7-48 16,0-6-4-16,38 0 39 16,25 0-38-16,-1 0-12 15,-6-21-46 1,-4-7-10-16,-16-1 0 15,-11-5-12-15,-3-7 11 16,-15-4-13-16,0 4 0 0,5-4 13 16,-10 11-10-16,3 11 43 15,-1 6 16-15,-4 8-11 16,0 9 24-16,10 0-29 16,6 0 5-16,13 17 25 0,1 21-8 0,-1 7-8 15,-18 7-13 1,-6-9-27-16,-5 2 7 15,0 1-27-15,-16-1-13 16,-25 2-33-16,4-5-180 16,11-7-175-1,5-17-371-15</inkml:trace>
  <inkml:trace contextRef="#ctx0" brushRef="#br0" timeOffset="100376.31">23006 13899 1054 0,'0'0'161'16,"0"0"-23"-16,0 0-73 16,0 0-57-16,219-197 1 15,-141 157 6-15,-26 14 31 16,-15 15-12-16,-25 8 31 0,-12 3-47 15,0 20-1 1,0 31 14-16,0 12-17 0,0 0 10 16,-12-3-24-16,-35-10 4 15,2-2 8-15,-2-6-6 16,0-7-5 0,7-3 26-16,5-4-27 0,6-7 27 15,8-7-19-15,9-3-5 16,8-4 17-16,4-1-19 15,0 4-1-15,11-7 0 16,27-3 14-16,21 0-16 16,5 0 2-16,21-19-16 15,-3-13 6-15,10-4-52 0,-7-3-30 16,-17-2-109-16,-9-1-164 16,-14-4-51-16</inkml:trace>
  <inkml:trace contextRef="#ctx0" brushRef="#br0" timeOffset="100663.25">23857 13634 559 0,'0'0'214'0,"0"0"-47"16,0 0 55-16,0 0-133 15,0 0-28-15,0 0-17 16,-59 34-43-16,40 32 27 16,-5 6-20-16,22-10-6 15,2-10 3 1,0-10-4-16,0-16-1 15,26-8 0-15,-7-5 4 0,0-12-7 16,-10-1 6-16,10 0-1 16,-7 0 59-16,9-11-8 15,-5-21 6-15,-6-5-10 16,-10-1-38-16,0-5 16 16,0 5-27-16,-43 6-16 15,-6 5 4-15,-8 9-84 0,10 8-55 16,2 7-144-16,19 0-360 15</inkml:trace>
  <inkml:trace contextRef="#ctx0" brushRef="#br0" timeOffset="100895.51">24191 13625 933 0,'0'0'142'0,"0"0"-86"16,0 0 85-16,0 0-108 0,0 0 4 31,0 0 22-31,31 0 3 16,-31 0 24-16,0 0-47 16,0 0-26-16,0 0-13 15,0 3-22-15,0-3-112 16,12 3-145-16,-7 8-326 15</inkml:trace>
  <inkml:trace contextRef="#ctx0" brushRef="#br0" timeOffset="101077.48">24239 14077 1065 0,'0'0'245'0,"0"0"-64"15,0 0-31-15,0 0-101 16,0 0-42-16,0 0 8 15,0 19-15-15,21-19-51 16,0 0-66-16,-19-19-247 16,-2-7-348-16</inkml:trace>
  <inkml:trace contextRef="#ctx0" brushRef="#br0" timeOffset="101396.89">24668 13609 403 0,'0'0'634'0,"0"0"-460"15,0 0-49-15,0 0-6 16,0 0-72 0,37-153-46-16,-4 139 26 0,-11 9-6 15,-11 5-9 1,11 0 29-16,8 8-29 15,6 32 31-15,6 14 9 0,-11 7-50 16,-8-1 22-16,-1-6-6 16,-18-6-16-16,1-10 31 15,-5-7-31-15,5-11 7 16,2-5-1-16,-3-7 3 16,-4 9-22-16,0 0 5 15,-58 9-64-15,-44 14-94 0,-18-5-235 16,-10 1-402-16</inkml:trace>
  <inkml:trace contextRef="#ctx0" brushRef="#br0" timeOffset="102662.12">18984 16563 930 0,'0'0'181'0,"0"0"-61"0,0 0-12 0,0 0-69 0,0 0-37 16,0 0 17-16,-222-40-18 0,180 38-1 16,-6-4 36-16,4 0-17 15,18-6 16-15,14-6 0 0,5-3-30 16,7-3 25-1,0-2-30-15,7 1 0 16,31 4 1-16,6 10 6 0,8 11-7 16,7 9 16-16,-7 45-6 15,0 15 27-15,-21 8-25 16,-20 3-12-16,-11-6 13 16,0 1-4-16,-44-3-9 15,-20-21 6-15,-7-9-2 16,-2-10 15-16,10-11-19 15,6-14 0-15,10-6 6 16,14-1 2-16,2 0-8 16,8-8 0-16,1-18 4 0,15-7 10 15,7 5-13 1,0 11 2-16,0 5 18 16,0 9-18-16,7-3 12 0,38 4 2 15,9 2-13 1,17 0 19-16,7 0-23 15,-7 2 0-15,-3 13-5 0,-16-3 3 16,0-1-9-16,-7-11-13 16,-15 4-37-16,8-4 4 15,-3 0-82-15,1 0-21 16,6-33-27-16,-9-9-14 0,-2-12 86 16,-5-2 43-16,-12-1 72 15,-9 6 19-15,-5 13 55 16,0 5 63-16,0 12 36 15,0 12-56 1,0 2 1-16,0 7-12 0,0 0-57 16,0 0 0-16,0 22-47 15,0 16-2-15,0 13 25 0,0 6-24 32,37-4 8-32,10-8-9 0,17-12 4 15,7-9-10-15,-1-18 6 0,1-6-5 16,-5 0-3-1,-2-11 10-15,-19-29-2 16,-12-7 12-16,-14-13 1 16,-19-3 34-16,0 0-39 15,0-3-2-15,-43 13 7 0,-11 3-4 16,-3 11-12-16,-2 15 3 16,7 12-22-16,10 10 16 15,18 2-89-15,8 0-108 16,9 8-187-16,7 13-367 0</inkml:trace>
  <inkml:trace contextRef="#ctx0" brushRef="#br0" timeOffset="102887.25">20205 16360 1075 0,'0'0'100'0,"0"0"-43"0,0 0 41 0,0 0-88 0,0 0-3 0,0 0 18 16,0 0 22-16,0 0 28 31,-12 0 3-31,-14 0-44 16,0 0 23-16,17 0-47 16,9 0-4-16,0-18-12 0,0 6-30 15,9 4-50-15,34 3-158 16,-1 5-345-16</inkml:trace>
  <inkml:trace contextRef="#ctx0" brushRef="#br0" timeOffset="103063.53">20323 16720 1268 0,'0'0'189'15,"0"0"-37"-15,0 0-64 16,0 0-87-16,0 0 4 15,0 0-5-15,19 3-37 0,7-3-25 16,-1 0-123-16,4 0-194 16,6-6-206-16</inkml:trace>
  <inkml:trace contextRef="#ctx0" brushRef="#br0" timeOffset="103278.65">20955 16317 803 0,'0'0'488'0,"0"0"-313"0,0 0-26 16,0 0-92-16,0 0-16 15,0 0-24-15,233-95-12 16,-155 75 2 0,-24 8-7-16,-21 6-25 0,-24 6-47 0,-9 0-94 15,0 0-73 1,-4 12-156-16,-39 6-91 15</inkml:trace>
  <inkml:trace contextRef="#ctx0" brushRef="#br0" timeOffset="103649.88">20955 16317 635 0,'-31'-38'308'0,"-4"53"-60"0,9 15-70 16,-3 8-78-16,20 23-43 15,-3-7 5 1,7-1-36-16,5-6-16 0,0-4 3 0,0-8-7 15,0-14-6-15,0-9 0 16,0-9-14-16,0-3 10 16,0 0-25-16,0 0 1 15,5-22 22-15,21-13-3 16,7-1 9 0,0 1 0-16,10 8 4 0,-10 6-1 15,4 6 0 1,-4 9-2-16,5 6 37 15,2 0-29-15,0 6 18 16,3 24 7-16,-15 8-23 0,-12 5 26 16,-11 1-31-16,-5-8-1 15,0 6 22-15,-54 0-22 16,-17-9 13-16,-9 0-18 16,5-7 6-16,11-7-18 15,19-11-16-15,7-5-46 0,17-3-78 16,16 0-217-16,5-15-300 15</inkml:trace>
  <inkml:trace contextRef="#ctx0" brushRef="#br0" timeOffset="104114.82">21980 16184 706 0,'0'0'367'0,"0"0"-276"0,0 0-19 0,0 0-10 0,0 0-55 0,0 0 2 16,99 0 27-16,-99 0-6 15,0 0 28-15,0 0 10 16,0 0-40-16,0 0 23 15,-5 0-17-15,5 0-10 16,0 0 29-16,0 0-51 0,0 0 11 16,0 0 3-16,0 0-4 15,0 0-3-15,0 0-9 16,0 0 6 0,0 0 7-16,0 0-5 0,0 0-8 15,0 0 13-15,0 0-5 16,0 0 5-16,0 0-13 15,0 0 1-15,0 0 1 16,0 0 0-16,0 0-2 16,0 0 0-16,0-15-35 0,0-11 7 15,0-5-114-15,15 1-103 16,13 16-170-16,3 11-492 16</inkml:trace>
  <inkml:trace contextRef="#ctx0" brushRef="#br0" timeOffset="104345.36">22171 16598 1066 0,'0'0'249'16,"0"0"-147"0,0 0 0-16,0 0-58 0,0 0-37 15,0 0 61-15,-23 78-11 16,23-40-35-1,-19 2 31-15,-21-11-47 16,9-4 12-16,-9-7-18 0,14-13 15 16,14-5-32-16,-2 0-9 15,14-11-109-15,0-31-154 16,14-16-242-16</inkml:trace>
  <inkml:trace contextRef="#ctx0" brushRef="#br0" timeOffset="104761.92">22989 16035 819 0,'0'0'326'16,"0"0"-185"-1,0 0-13-15,0 0-47 0,0 0-76 0,0 0 20 31,203-176-11-31,-142 155 25 0,-14 6 13 0,-25 11-35 16,-20 4 10 0,-2 28-18-16,0 32 3 15,-17 11 15-15,-32 4-22 16,-3-3-5-16,7-21 0 0,19-10-5 0,26-8-5 16,0-6-1-1,19-10 11-15,26 6-11 16,9-1 18-16,-7 5-7 15,-7 3 25 1,-14 0-10-16,-19-5 34 16,-7 7-31-16,0-4-9 15,-40 3 2-15,-45 1-11 16,-18-1-8-16,-6-5-29 16,-4 4-50-16,-5-9-85 0,0-9-145 15,-9-12-208-15</inkml:trace>
  <inkml:trace contextRef="#ctx0" brushRef="#br0" timeOffset="106694.24">19137 4920 1099 0,'0'0'86'0,"0"0"7"0,0 0 51 0,0 0-61 0,0 0-37 15,0 0-43-15,0 0 57 16,297 117-26-16,-130-100-31 16,1-7 25-16,-13-10-28 15,-13 0 0-15,-24 0-1 16,-22 0 1-16,-41-10-22 0,-30 4-49 15,-25-2-91-15,-11 1-44 16,-84 7-275-16</inkml:trace>
  <inkml:trace contextRef="#ctx0" brushRef="#br0" timeOffset="106847.25">19194 5147 621 0,'0'0'189'0,"0"0"-16"15,0 0 24-15,0 0-74 16,0 0-3-16,322 36-84 15,-128-36-14-15,25-3-22 16,-11-16-2 0,-20-4-59-16,-44-8-257 15,-69-3-525-15</inkml:trace>
  <inkml:trace contextRef="#ctx0" brushRef="#br0" timeOffset="108228.4">3671 8705 649 0,'0'0'73'0,"0"0"47"0,0 0 40 0,0 0 46 15,0 0-100-15,-183 246-73 0,15-22 28 16,-30 44-8-16,-16 12-9 0,-20 6 21 16,-9 0-49-1,-9-14 0-15,5-21 7 0,41-16-17 16,39-32-6-1,47-33 0-15,54-36-19 0,47-48-3 16,19-35-87-16,33-45-49 16,68-9-20-16,29-74-52 0,28-46-70 15,14-34-231-15</inkml:trace>
  <inkml:trace contextRef="#ctx0" brushRef="#br0" timeOffset="108448.41">3940 8893 674 0,'0'0'154'0,"0"0"25"15,-184 204-28-15,12-13-27 16,-33 41 5-16,-26 31-48 0,-14 23-11 16,-14 15-3-16,-20 2-50 31,4-3 18-31,15-23-35 0,43-30 2 0,55-29-12 15,53-45-27-15,57-29-65 16,38-28-89-16,14-38-180 16,5-38-203-16</inkml:trace>
  <inkml:trace contextRef="#ctx0" brushRef="#br0" timeOffset="108685.73">1851 11376 1214 0,'0'0'100'0,"0"0"81"15,0 0-72-15,0 0-56 0,0 0 2 16,302-198-13 0,87 111-1-16,94 7-37 0,81 5 6 15,96 18 1-15,109 17-11 16,53 21 0-16,22 19-11 15,-68 0-4-15,-125 25-35 16,-128-2-56-16,-155-6-319 16,-149-6-662-16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27:24.993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7326 6282 1072 0,'0'0'28'0,"0"0"114"0,0 0 14 0,0 0-84 0,0 0-61 16,0 0 3-16,-78 180 42 0,52-85-31 16,12-11 1-16,-12-10-11 15,7-10-6-15,5-17 8 16,-7-14-17-16,9-15 6 15,12-15-6-15,0-3 2 16,0 0 1 0,0 0-3-16,0 0 0 0,0-51 3 15,0-27 1 1,0-22 2-16,0-12-6 0,12 9 1 16,9 19-3-16,0 21 2 0,-9 28 0 15,-7 25 11-15,-5 8-9 16,11 2 18-16,3 21-11 15,19 38-7-15,15 24 48 16,1 6-31 0,5-1-13-16,-9-14 6 0,7-8-10 15,-2-7 1-15,-3-6-3 0,2-1 0 16,-6-7-3 0,-1-7-27-16,-16-2-25 0,-7-10-34 15,-19-5-150 1,0-8-116-16,-7-13-113 15</inkml:trace>
  <inkml:trace contextRef="#ctx0" brushRef="#br0" timeOffset="158.3">6984 6957 856 0,'0'0'72'0,"0"0"122"16,0 0-32-16,0 0-110 0,0 0-36 15,0 0-16-15,332-119-11 16,-164 89-150-16,-13 3-140 16,-11 1-267-16</inkml:trace>
  <inkml:trace contextRef="#ctx0" brushRef="#br0" timeOffset="352.93">8163 6800 905 0,'0'0'14'0,"0"0"149"16,0 0 21-16,0 0-143 15,0 0-14 1,0 0-27-16,198-3-1 16,-102-3-69-16,-4 3-128 15,-21 3-71-15,-24 0-143 16</inkml:trace>
  <inkml:trace contextRef="#ctx0" brushRef="#br0" timeOffset="498.6">8349 6999 499 0,'0'0'135'31,"0"0"10"-31,0 0 13 16,0 0-55-16,0 0-64 15,0 0-27-15,92 0-12 16,54-39-43-16,-2-2-107 15,-31 2-139-15</inkml:trace>
  <inkml:trace contextRef="#ctx0" brushRef="#br0" timeOffset="794.51">9150 6233 637 0,'0'0'81'0,"0"0"120"0,0 0-27 16,-110-165-60-16,98 145-2 15,7 8-31-15,5 9 5 16,0 0-16-16,0 3-38 16,0 0-3-16,0 12-19 15,0 36-10-15,5 9 29 16,21 7-25-16,2 5-2 0,-2-1-2 15,7-2-21 1,-12-3-44-16,-14-12-73 16,-7-3-37-16,0-7-79 0,0-5-83 15,-33-9-115 1</inkml:trace>
  <inkml:trace contextRef="#ctx0" brushRef="#br0" timeOffset="1016.32">8679 6766 579 0,'0'0'96'0,"0"0"101"16,0 0-41-16,0 0-78 0,0 0-29 15,0 0-2-15,186-32 8 16,-70 9-20-16,2-5 12 16,-5-2-2-16,-17 5 0 15,-23 6-36-15,-21 4-8 16,-26 9-1-16,-9 3-47 15,-17 3-52-15,0 0-197 16,0 11-122-16</inkml:trace>
  <inkml:trace contextRef="#ctx0" brushRef="#br0" timeOffset="1540.64">9047 7146 752 0,'0'0'49'0,"0"0"91"0,0 0 13 15,0 0-66-15,0 0-72 32,0 0-2-32,89-96 7 0,-35 72-14 0,-4 10 23 15,-19 7-2-15,-10 7-3 16,-5 0 11-16,-6 3-22 15,-6 33 14-15,-4 8 0 32,0 8-23-32,0-6 7 0,-14 0-11 0,-28-7 3 15,2-10 6 1,4-5-8-16,15-11-1 16,7-5 1-16,9-4 5 0,5-2-8 0,0-2 2 31,0 0-19-31,0 0 9 15,19 0-1-15,24 0 11 16,4-6-1-16,-2 6 3 16,2 0-2-16,-5 0 3 15,-2 21 2-15,-14 9 17 0,-9 0-15 16,-17 2 12-16,0-1 13 16,-22-2-1-16,-32-3 4 15,-12-1-1-15,-9-5-19 16,-15-1-3-16,3-10-12 15,2-7 0-15,19-2-1 16,12 0-20-16,16-15-30 16,33-23-86-16,5-13-188 15,5-6-219-15</inkml:trace>
  <inkml:trace contextRef="#ctx0" brushRef="#br0" timeOffset="1874.53">10148 6468 758 0,'0'0'143'0,"0"0"-61"0,0 0 154 0,0 0-79 0,0 0-80 0,0 0-17 16,-71-89-12-16,71 118-31 16,0 28 18-16,0 15 13 15,0 0-25-15,0-4 2 16,0-8-25-16,0-3 13 16,7-6-13-16,5-13-11 15,2-2-11-15,-9-9-70 16,2-4-101-16,-7-7-94 15,0-8-128-15,0-8-119 16</inkml:trace>
  <inkml:trace contextRef="#ctx0" brushRef="#br0" timeOffset="2399.98">10110 6591 376 0,'0'0'142'0,"0"0"-85"15,108-162 77-15,-37 121-5 16,5 5-62-16,-1 12-2 15,-4 6-5-15,-24 12 5 32,-24 6-6-32,-11 10-50 0,-12 37 3 15,0 9 9-15,0 4-20 16,-26 0 9-16,-19-3-10 16,-11-4 0-16,2-6 5 0,-5-7-1 15,9-11 0-15,12-11-4 16,17-8 6-16,9-4-7 15,12-6 1-15,0 0 0 16,0 0-6-16,0 0 3 16,12 0 3-16,38-12 3 15,18-5 2-15,8 4-4 16,-3-2-1-16,4 6 0 0,-1 6 14 16,-10 3-12-16,-9 0 17 15,-13 15-2-15,-18 21-7 31,-12 8 21-31,-14-2-5 0,0 3 8 16,0-3 9-16,-49-8-13 16,-12 0 0-16,-10-8-7 15,-7-7-12-15,3-7 17 16,-1-9-23-16,10-3 1 16,7 0 13-16,0 0-14 15,26-30 3-15,10-6-8 16,13-6-13-16,10 1-5 0,0 7-45 15,0 11-45-15,7 8-47 16,7 13-177-16,5-2-340 16</inkml:trace>
  <inkml:trace contextRef="#ctx0" brushRef="#br0" timeOffset="3099.15">12071 5650 441 0,'0'0'26'0,"0"0"81"0,0-172 74 0,-2 130-82 0,-10 6-5 16,0 12-4-16,5 9 9 16,7 7-29-16,-7 2-17 15,7 6-2-15,0-3-23 16,0 0 0-16,0 3 6 0,0 0-27 15,0 0 7 1,0 3-13-16,0 42 5 0,-4 16 18 16,4 14-10-1,0 10-1-15,0 6 9 16,0 4-12-16,0 14 12 16,18 1-1-16,8 9-15 15,0 10 24-15,5 5-20 16,2 3 4-16,0 1 9 0,5-2-17 15,-1 2 9-15,3 2-3 16,8 3-11-16,-6 3 12 16,-16-6-13-1,-14-9-2-15,-12-5 2 0,0-14 0 16,0 0 2-16,0-12-2 16,0-7 1-16,-7-12 5 0,2-9-5 15,5-13-1-15,0-21 2 16,0-13 2-1,0-13-2-15,0-6-2 0,0-3 0 0,0 0-2 32,0-3 3-32,0 2-1 0,0 1 0 0,0 0-1 31,0-3 0-31,0 0-21 16,0 0-39-16,0 0-67 0,-14-14-185 0,2-31-278 31</inkml:trace>
  <inkml:trace contextRef="#ctx0" brushRef="#br0" timeOffset="4215.95">13205 6494 609 0,'0'0'263'0,"0"0"-89"0,0 0 62 0,0 0-81 16,0 0-66-16,0 0-43 0,-118-52 8 15,114 66-31-15,-1 43-1 16,3 12 25-16,-3 9-26 0,5-10 10 16,0-8-22-1,0-3-2-15,0-7 12 0,16-5-17 16,1-7-1 0,-8-8-1-16,6-7-5 0,-4-10-5 15,-11-7-25-15,0 0-14 16,0-6 5-16,0 0-6 15,0-25 19-15,-14-21-42 16,-16-14 20-16,-3-3 40 0,14-2-5 31,5-4 18-31,2 9 0 0,12 9 5 0,0 13-5 16,0 10 10-16,0 9-7 31,14-6 11-31,33 6-10 0,3 5 8 16,1 8 12-1,-8 6-17-15,-10 0 5 16,-7 6-3-16,-10 27-8 16,-11 8 13-16,-5-1-10 15,0 0-4-15,-33 0 4 0,-12-10 1 16,0 0-5-16,5-7 0 16,14-8 1-16,-4-2-2 15,23-4 1-15,7-9-2 16,-5 3-1-16,5-3-7 15,0 0 5-15,0 0-6 0,31 0 5 16,25 0 5 0,24 0 1-16,-4 0 0 15,-13 0 2-15,3 17 3 0,-2 9 1 16,-14 17 3-16,-15 1-3 16,-21 7 10-16,-14 0-11 15,0 0 15-15,-40-10 18 16,-31-2-13-16,-14-13 10 15,-11-3-8-15,-8-6-19 16,14-14 15-16,20-3-18 16,6 0-3-16,19-14 0 0,19-23-2 15,19-8-11-15,7-5-26 16,0 2-50-16,50 4-74 16,16 11-146-16,14 0-225 15</inkml:trace>
  <inkml:trace contextRef="#ctx0" brushRef="#br0" timeOffset="4468.97">13964 6877 1070 0,'0'0'9'0,"0"0"88"0,0 0 62 15,0 0-73-15,267-3-49 0,-152-9-34 0,-18 3-6 16,-19 1-60-16,-22 3-103 16,-23 5-109-16,-33 0-75 15</inkml:trace>
  <inkml:trace contextRef="#ctx0" brushRef="#br0" timeOffset="4612.24">14132 7077 37 0,'0'0'485'16,"0"0"-327"-16,0 0 64 0,0 0-34 31,0 0-44-31,0 0-86 16,-172 83-30-16,261-83 4 0,41-14-32 15,16-17-48 1,-9-7-211-16,-26-4-194 0</inkml:trace>
  <inkml:trace contextRef="#ctx0" brushRef="#br0" timeOffset="5151.77">15150 6333 877 0,'0'0'17'16,"0"0"136"-16,0 0-34 15,0 0-100-15,0 0 10 0,290-145 0 32,-202 139-3-17,-18 6 19-15,-27 0-17 0,-22 0-23 16,-21 23 14-16,0 14-9 15,-7 8 10-15,-45-1 6 16,-19 4-6-16,-4-10 14 16,9-7-13-16,9-11 1 15,22-11 10-15,21-4-27 16,14-5 8-16,0 0-13 16,0 0 4-16,0 0-10 15,35 0 9-15,31 0-3 0,5 0 9 16,4 0-5-16,-4 0-1 15,0 10 8-15,-8 11-5 16,-16 3 24-16,-18-1-10 16,-15-1-6-16,-14-8 15 15,0 1-24 1,-5-4 12-16,-47 6-2 0,-18-5-13 16,-6-3 12-16,-11-7-14 15,12 2 0-15,16-4 1 16,14 0-1-16,21 0-13 0,22 0-16 15,2-21-52-15,0-7-117 16,2 13-138-16,22 9-150 16</inkml:trace>
  <inkml:trace contextRef="#ctx0" brushRef="#br0" timeOffset="5406.88">15172 6806 674 0,'0'0'50'0,"0"0"129"0,0 0 20 0,0 0-95 0,0 0 32 0,0 0-32 15,386 17-10 1,-249-17-32-16,4-15 2 0,-9-5-26 16,-9-2-18-16,-17 5-1 15,-12 2-19-15,-23 3-3 16,-24 5-22-16,-26 7-49 0,-21 0-106 15,0 10-163 1,-54 22-85-16</inkml:trace>
  <inkml:trace contextRef="#ctx0" brushRef="#br0" timeOffset="5972.67">15714 7031 818 0,'0'0'94'15,"0"0"124"-15,0 0-58 0,0 0-98 0,0 0 51 16,-45 167-61-16,17-107-17 31,-5 0-15-31,-3-6-15 0,8-11 7 16,-5-14-12-16,21-12 0 16,-4-10-1-16,9-3-7 15,7 1 2-15,0-5-7 16,0 0-9-16,0 0 18 0,0 0-21 15,0 0-1-15,0 0 17 16,44 2 2-16,8 4 7 16,21-2 0-16,3 2 3 0,-5-3-1 15,4-3-2 1,-9 0 0-16,-5 0 1 16,-14-9 4-16,-11-8-5 15,-15-2 0-15,-12-5 2 0,-9 3 6 16,0-6-6-16,0 1-2 31,0-8 2-31,-4 5 4 16,-22 4 3-16,9 7 1 0,6 10-9 15,-1 2 20 1,12 3-16-16,0 3 11 0,0 0 3 16,0 0-9-16,0 9 11 15,0 36-7-15,0 14 30 16,0 13-7-16,0-4-19 15,0 4 13-15,0-6 3 16,19-6-17-16,2-14 11 16,0-6-16-16,0-10-8 15,-2-13 4-15,-5-4-8 0,5-7-4 16,-12-4-21-16,5 2-24 16,-7-4-9-16,-5 0-93 15,0-21-155-15,0-27-329 16</inkml:trace>
  <inkml:trace contextRef="#ctx0" brushRef="#br0" timeOffset="6337.96">17194 6573 844 0,'0'0'7'0,"0"0"88"0,0 0 101 0,0 0-127 0,0 0-22 0,0 0-33 0,-231-68 14 15,156 123 24 1,2 19-5-16,21 11 16 0,26-2-27 16,26-8 3-16,0-9-4 15,35-12-29 1,55-16 2-16,14-14 7 0,23-15-15 15,7-9 13-15,-13 0-13 16,-15-18 0 0,-24-6 2-16,-28 1 1 0,-11 0-6 15,-17 9 3-15,-12 2-45 16,-7 4-42-16,-7 5-85 16,0 0-168-16,-26 3-209 0</inkml:trace>
  <inkml:trace contextRef="#ctx0" brushRef="#br0" timeOffset="7076.9">19278 6600 871 0,'0'0'85'0,"0"0"50"0,0 0 87 0,0 0-82 15,0 0-57-15,-268-101-35 16,220 101-5-16,-6 0-14 0,0 29 5 16,0 9-11-1,18 13-4-15,18 6 13 0,13-3-20 16,5-1-6-16,0-8 10 15,49-3-15-15,22-15 5 16,23-10-6-16,10-8-7 16,19-9 3-1,-8 0-30-15,1 0-15 0,-22-2-26 16,-19-14-117-16,-11-1-71 16,-26-1-203-16</inkml:trace>
  <inkml:trace contextRef="#ctx0" brushRef="#br0" timeOffset="7395.56">19957 6829 717 0,'0'0'230'0,"0"0"-84"0,0 0 61 16,0 0-104-16,0 0-47 0,0 0-23 15,352-101-29 1,-256 86-4-16,-16 2-67 0,-25 11-73 15,-34 2-140-15,-21 0-99 16</inkml:trace>
  <inkml:trace contextRef="#ctx0" brushRef="#br0" timeOffset="7569.24">20007 6985 566 0,'0'0'48'15,"0"0"102"-15,0 0-4 0,0 0-74 16,0 0-3-1,0 0-52-15,328-42-16 16,-244 24-1-16,-32 3-128 0,-21 2-116 16,-31 2-147-16</inkml:trace>
  <inkml:trace contextRef="#ctx0" brushRef="#br0" timeOffset="8111.57">17854 5553 684 0,'0'0'58'0,"0"0"57"0,0 0 109 0,0 0-76 16,0 0-55-16,0 0-33 15,-66-3-27-15,66 128 48 0,26 53 18 16,33 50-39-16,5 24 12 0,14 24-28 15,-3 10 0-15,-11-6 3 32,-3-6-29-32,-16-26 5 0,-22-24-16 15,-13-30-6 1,-5-36 4-16,-5-24-5 0,0-23-4 16,0-35-10-16,0-22-24 15,14-26-22-15,42-28-58 16,32-6-138-16,8-59-146 0,10-41-533 15</inkml:trace>
  <inkml:trace contextRef="#ctx0" brushRef="#br0" timeOffset="8445.37">21240 5919 872 0,'0'0'75'0,"0"0"149"0,0 0 4 15,0 0-89-15,0 0-67 0,0 0-26 31,0-29-6-31,0 80-16 16,0 10-1-16,-5 5-6 16,5-9-16-16,0-2-1 15,0-8 0-15,0-3-29 0,5 5-35 16,4-10-75-16,-2 1-130 16,-7-6-149-16</inkml:trace>
  <inkml:trace contextRef="#ctx0" brushRef="#br0" timeOffset="8650.56">20884 6585 850 0,'0'0'70'0,"0"0"178"0,0 0-55 16,0 0-124-16,0 0-11 15,0 0 23-15,365-78-59 16,-233 57-1-16,-4 3-21 15,-27 6-12-15,-19 10-64 16,-34 2-136-16,-46 0-262 16</inkml:trace>
  <inkml:trace contextRef="#ctx0" brushRef="#br0" timeOffset="8967.61">21136 6969 458 0,'0'0'444'0,"0"0"-365"16,0 0 136-16,0 0-120 16,0 0-40-16,0 0 18 15,297-66-5 1,-254 75-12-16,-29 33-27 0,-14 9-15 16,0 7 1-16,-45-3 0 15,-19-4-14-15,-2-11 30 0,12-12-17 16,12-10 0-16,18-6 16 15,15-6-24-15,4-2 5 16,5-1-11-16,0 0 5 16,0-3-16-16,68 0 4 15,36 0-2-15,14 0-17 16,7-12-54-16,-3-13-49 16,-4-4-70-16,-14-8-118 15,2-10-124-15</inkml:trace>
  <inkml:trace contextRef="#ctx0" brushRef="#br0" timeOffset="9206.02">22407 6320 835 0,'0'0'72'0,"0"0"202"0,0 0-76 31,0 0-72-31,0 0-45 0,0 0-43 15,-97-6 7-15,97 74 14 0,5 6-28 16,14-5 0-16,7-3-23 16,2-16-8-16,-4 1 0 15,-6-9-16-15,-8-4-41 16,-10-2-81-16,0-6-171 16,0-9-176-16</inkml:trace>
  <inkml:trace contextRef="#ctx0" brushRef="#br0" timeOffset="9429.28">22289 6304 628 0,'0'0'51'16,"0"0"96"0,292-39 65-16,-160 42-40 15,-2 49-66-15,-12 16 8 16,-19 4-45-16,-24 0-5 15,-23-8-10-15,-28-4-30 16,-24-3-6-16,-31 2-18 0,-84 1-5 16,-62 5-38-1,-59-2-142-15,-28 0-225 16</inkml:trace>
  <inkml:trace contextRef="#ctx0" brushRef="#br0" timeOffset="10487.04">7634 8452 989 0,'0'0'142'16,"0"0"62"-16,0 0 21 0,0 0-111 0,0 0-49 0,0 0-44 15,-7-25-1-15,7 91-1 0,0 12-17 16,12-4 11-16,-7-8-13 16,4-3-9-16,-9-12 0 15,0-6-27-15,0-15 4 16,0-13-4-16,0-11-14 16,0-6 27-16,0-12 9 15,0-51 14-15,0-17-2 16,0-15 5-16,0 10-3 15,24 21 0-15,2 19 2 16,-10 24 30-16,-4 21 2 0,9 0-2 16,15 44-8-16,9 19-4 15,6 15-3-15,11-1-16 16,-13-3 4-16,3 2-10 16,-14-6-20-16,-31-7-48 15,-7-9-86-15,-5-8-164 16,-56-20-102-16,-15-9-119 15</inkml:trace>
  <inkml:trace contextRef="#ctx0" brushRef="#br0" timeOffset="10641.15">7326 8968 486 0,'0'0'127'0,"0"0"124"16,0 0-37-16,0 0-79 0,0 0-69 15,0 0-40-15,167-132-5 16,0 96-21-16,17 4-43 15,-7 9-50-15,-14 4-180 0,-24 4-153 16</inkml:trace>
  <inkml:trace contextRef="#ctx0" brushRef="#br0" timeOffset="10855.86">8662 8514 651 0,'0'0'137'0,"0"0"47"16,0 0 75-16,0 0-96 15,0 0-55-15,0 0-44 16,-92 48-21-16,59 66 25 16,-26 29-16-16,3 6-24 15,9-8-18 1,-3-7 8-16,10-15-18 0,10-12-1 16,6-12-9-16,-2-8-51 0,9-18-69 15,6-19-179 1,-11-17-243-16</inkml:trace>
  <inkml:trace contextRef="#ctx0" brushRef="#br0" timeOffset="11100.13">8519 9284 964 0,'0'0'156'15,"0"0"70"-15,0 0-28 16,0 0-119-1,0 0-30-15,0 0-1 0,-36 21-36 32,36 42 32-32,7 8-29 0,-2-5-14 0,0-3-1 15,-1-10-2 1,3-5-30-16,1-6-32 0,-8-9-134 0,0-13-159 16,0-8-140-16</inkml:trace>
  <inkml:trace contextRef="#ctx0" brushRef="#br0" timeOffset="11480.08">8504 9368 344 0,'0'0'262'0,"0"0"-147"0,40-159 53 16,29 121-24-16,9 4-54 16,-1 14 6-16,-15 20-16 15,-20 0-40-15,-23 12-10 16,-19 34-17-16,0 10 8 15,-12 3-9-15,-40-1-10 16,-11-12 6-16,4-6-8 16,12-14 1-16,14-11 2 15,21-9-1-15,12-4-4 16,0-2 0-16,0 0-22 16,7 0 15-16,35 0 5 0,13 0 4 15,8 0 1 1,1 0 4-16,2 25-5 0,-7 10 15 15,-21 7 9-15,-22 0 17 16,-16-2-12-16,-5-3 22 16,-63 0 16-16,-10-8-28 15,-11-8-13-15,4-9-22 16,12-8 1-16,23-4-10 16,24-12-17-16,26-37-79 15,0-23-95-15,52-11-225 16</inkml:trace>
  <inkml:trace contextRef="#ctx0" brushRef="#br0" timeOffset="11687.38">9447 9188 1067 0,'0'0'104'0,"0"0"23"0,0 0 34 0,0 0-90 0,0 0-43 0,297-63-28 16,-183 47-35-16,-18 4-68 15,-32 6-212-15,-38 6-232 16</inkml:trace>
  <inkml:trace contextRef="#ctx0" brushRef="#br0" timeOffset="11814.72">9523 9409 362 0,'0'0'515'0,"0"0"-429"0,0 0 127 16,0 0-143-16,0 0-70 15,290-29 0-15,-135-3-186 16,-18-5-171 0</inkml:trace>
  <inkml:trace contextRef="#ctx0" brushRef="#br0" timeOffset="12101.54">10553 8458 758 0,'0'0'167'0,"0"0"8"0,0 0 85 15,0 0-114-15,0 0-72 16,0 0-40-1,-104-16 2-15,104 76 20 16,17 18-18-16,-1 15-18 16,-6-1-5-16,-5-3-12 15,-5-7-4-15,7-8 1 16,-7-18-33-16,4-5-18 16,-1-9-126-16,16-15-187 15,-8-16-291-15</inkml:trace>
  <inkml:trace contextRef="#ctx0" brushRef="#br0" timeOffset="12309.24">10961 8794 918 0,'0'0'129'0,"0"0"92"15,0 0-18-15,0 0-103 0,0 0-67 16,0 0 15-16,-186 174 8 15,120-73-41-15,-10-5 11 16,-4-1-18-16,-2-6-2 16,11-4-12-1,12-5-17-15,7-9-59 0,10-5-190 16,2-22-359-16</inkml:trace>
  <inkml:trace contextRef="#ctx0" brushRef="#br0" timeOffset="12738.76">10954 9505 1032 0,'0'0'40'16,"0"0"93"-16,0 0-43 15,0 0-88-15,0 0-2 16,0 0 1-16,309-134 7 0,-272 134 9 15,-22 3 21 1,-15 35 12-16,0 10 24 0,-26 6-34 16,-19-6 2-16,0-6-15 15,7-6-21 1,5-13 14-16,17-8-20 16,11-6 2-16,5-7-10 15,0 2 8-15,10-2-19 16,34 4 15-16,13 1-10 0,-8 5 13 15,6 6 1-15,-18 11 0 16,-11 5 19-16,-19 0-16 16,-7 0 18-16,0-8 29 15,-63 2-15-15,-8-2 7 16,0-11-31-16,-4-4-9 16,21-6-4-16,9-5-5 0,12 0-30 15,19-31-65-15,14-13-200 16,0-20-338-16</inkml:trace>
  <inkml:trace contextRef="#ctx0" brushRef="#br0" timeOffset="13041.42">12960 8696 1166 0,'0'0'91'0,"0"0"110"0,0 0-28 0,0 0-125 0,0 0-23 0,0 0 13 16,19 102 2-16,7-13-8 15,-14 0-11-15,0-11-20 16,-10-15 7-16,-2-12-8 15,7-13-32-15,5-7-16 0,-5-10-71 16,-7-10-131-16,0-9-125 16,0-2-49-1,-14-2 60-15</inkml:trace>
  <inkml:trace contextRef="#ctx0" brushRef="#br0" timeOffset="13406.54">12946 8974 283 0,'0'0'239'0,"0"0"-123"0,14-176 70 16,33 143-64-16,8 9-29 15,11 3 16-15,2 9-14 0,-4 12-3 16,-8 0-12 0,-20 22-23-16,-15 27-22 0,-21 12-14 15,0 1-13-15,-26-1 3 16,-40-2-8-16,-5-12-2 16,7-7-1-16,5-14-9 15,22-11 9-15,16-6-21 16,16-9-4-16,5 0 13 15,0 0-25-15,7 0 7 16,45-17 12-16,18-8 4 0,8 5 7 16,5 10-2-1,-12 10 9-15,-8 0 11 0,-4 27 26 16,-26 15 25-16,-21 2-7 16,-12-5-7-1,0-7 3-15,-57 0-10 16,-16-7-13-16,-7-5-7 0,-7-6-21 15,16-8-1-15,12-6-32 16,12 0-49-16,21 0-95 16,24-20-212-16,2-13-245 15</inkml:trace>
  <inkml:trace contextRef="#ctx0" brushRef="#br0" timeOffset="13659.88">14042 8605 1061 0,'0'0'67'0,"0"0"126"0,0 0 34 0,0 0-157 0,0 0-38 0,0 0 8 16,-120 178 6-16,78-50 2 16,-3 7-31-16,-16-6 6 15,-1-12-4 1,3-6-14-16,-2-3-7 0,9-10 2 15,14-7-50-15,17-17-6 16,14-13-120 0,2-12-254-16,5-7-353 0</inkml:trace>
  <inkml:trace contextRef="#ctx0" brushRef="#br0" timeOffset="13922.23">14443 9498 1106 0,'0'0'25'16,"0"0"127"-16,0 0-6 15,0 0-92-15,0 0-34 16,0 0 26-16,-134-70-27 31,98 105 5-31,-6 28 10 0,-8 20 1 16,8 1 14-16,18-10-23 15,17-8-18-15,7-15 8 16,0-9-14-16,62-19-4 16,41-11-14-16,29-12-66 15,15-3-138-15,-13-39-307 16</inkml:trace>
  <inkml:trace contextRef="#ctx0" brushRef="#br0" timeOffset="14120.49">15242 9392 1019 0,'0'0'68'0,"0"0"42"0,0 0 66 16,0 0-119-16,0 0-37 15,0 0-13-15,215-12-7 16,-123 0-82-16,-24 6-48 15,-30 6-156-15,-31 0-149 0</inkml:trace>
  <inkml:trace contextRef="#ctx0" brushRef="#br0" timeOffset="14263.81">15280 9604 565 0,'0'0'172'0,"0"0"59"16,0 0 26-16,0 0-122 15,0 0-60-15,0 0-63 16,14 53-12-16,128-87-2 0,18-4-146 15,-19-13-197 1,-30-2-470-16</inkml:trace>
  <inkml:trace contextRef="#ctx0" brushRef="#br0" timeOffset="14662.36">16291 8957 460 0,'0'0'413'0,"0"0"-337"16,0 0 157-16,-56-159-146 16,127 114-43-16,11 12-11 15,-2 13-12-15,-9 8 11 16,-22 12-11-16,-9 0 23 15,-21 6-10-15,-19 34-14 0,0 11 18 32,0 4-24-32,0-2-9 0,0-10 9 0,0-5-5 15,0-2 3 1,48-4 4 0,6-2-8-16,-7-5 25 0,-19-5-14 15,-23-2 5-15,-5 6 19 16,-38 0-31-16,-42-1 4 15,-3-1-16-15,10-13-7 0,26-1-19 16,24-4-54 0,18-4-113-16,5 0-196 0,0 0-410 15</inkml:trace>
  <inkml:trace contextRef="#ctx0" brushRef="#br0" timeOffset="14900.9">17239 8676 1058 0,'0'0'166'0,"0"0"56"15,0 0-14-15,0 0-138 16,0 0-44-16,0 0 8 16,-31 131-3-16,-13-27-7 15,-1-2-1-15,5-10-17 16,2-9-7-16,10 0 1 15,-3-6-39-15,8-7-10 16,1-5-134-16,6-8-274 0,-1-14-662 16</inkml:trace>
  <inkml:trace contextRef="#ctx0" brushRef="#br0" timeOffset="15298.1">17402 9303 1111 0,'0'0'79'0,"0"0"111"0,0 0-31 16,0 0-121-16,0 0-35 15,0 0 4 1,37 74 9-16,-8-17-16 16,-6-3-1-16,3-4-8 0,-19-14-32 15,10-6-13-15,-12-13-7 16,-1-4-1-16,-4-11 44 15,7-2 1-15,0 0 17 0,12-24 1 16,-7-17 4 0,5-1 12-16,-8-4 11 15,3 14 6-15,-7 9 51 0,-1 13-9 16,-4 7 0-16,5 3-18 16,2 0-37-16,12 34 3 15,4 25-7-15,3 13 8 16,3-1 5-16,-10-2-29 15,-5-6 4 1,-10-6-5-16,-4-5-27 0,0-1-3 16,0-6-74-1,-49-9-253-15,-5-13-518 16</inkml:trace>
  <inkml:trace contextRef="#ctx0" brushRef="#br0" timeOffset="15986.88">20318 8471 847 0,'0'0'116'0,"0"0"121"0,0 0-44 0,0 0-48 16,-306-19-70-16,237 72-28 0,-2 22 9 16,22 9-14-16,21-1-6 15,14-2-6-15,14-9-21 16,0-15 11-16,25-17-20 0,41-6-11 16,26-8-21-1,26-11-48-15,21-11-91 0,8-4-205 16,-13-13-249-1</inkml:trace>
  <inkml:trace contextRef="#ctx0" brushRef="#br0" timeOffset="16189.69">20872 8339 915 0,'0'0'119'0,"0"0"87"15,0 0 44-15,0 0-115 16,0 0-73-16,0 0 19 15,-259 228-28-15,214-107-19 0,5 1-8 16,2 4-24-16,-4-5-1 16,-5-1-1-16,2-5-61 15,-2-4-20-15,9-9-186 16,0-22-324-16</inkml:trace>
  <inkml:trace contextRef="#ctx0" brushRef="#br0" timeOffset="16394.25">20896 9186 1181 0,'0'0'114'16,"0"0"133"-16,0 0-124 16,0 0-79-1,0 0-10-15,-121 200-18 16,121-114-4-16,0 0-12 0,7-2-21 0,24-6-31 15,2-7-122 1,-26-16-170-16,-7-15-257 0</inkml:trace>
  <inkml:trace contextRef="#ctx0" brushRef="#br0" timeOffset="16616.48">20910 9311 207 0,'0'0'609'0,"0"0"-524"0,0 0 128 15,0 0-28-15,316-120-83 16,-227 151-6-16,-11 31-4 16,-33 10-31-16,-38 9-33 15,-7 2-21-15,-66-3-3 32,-57-2-8-32,-16-10-28 15,3-11-83-15,18-12-95 16,37-18-245-16</inkml:trace>
  <inkml:trace contextRef="#ctx0" brushRef="#br0" timeOffset="16819.55">21777 9150 1132 0,'0'0'88'0,"0"0"22"16,0 0 34-16,0 0-95 16,286-78-49-1,-143 60-11-15,-22 6-56 16,-29 4-96-16,-45 8-165 0,-47 0-159 16</inkml:trace>
  <inkml:trace contextRef="#ctx0" brushRef="#br0" timeOffset="16950.27">21853 9349 337 0,'0'0'281'16,"0"0"-91"-16,0 0 10 16,0 0-43-16,0 0-116 0,0 0-16 15,174-8-25-15,-16-37-118 16,0-2-181-16,-19-5-515 16</inkml:trace>
  <inkml:trace contextRef="#ctx0" brushRef="#br0" timeOffset="17125.18">22961 8485 891 0,'0'0'114'0,"0"0"126"15,0 0 13-15,0 0-122 16,0 0-74 0,0 0-11-16,-64 35-14 0,64 31-1 15,0 2-29-15,12 4-2 16,7-4-15-16,-7 4-70 15,-12 0-164-15,0-10-228 16</inkml:trace>
  <inkml:trace contextRef="#ctx0" brushRef="#br0" timeOffset="17338.45">22456 9245 925 0,'0'0'147'0,"0"0"71"0,0 0-26 15,0 0-130-15,297-108-34 16,-136 70-13-16,-17 2-15 16,-24 10-4-16,-21 8-75 0,-26 15-134 31,-43 3-142-31,-25 12-90 16</inkml:trace>
  <inkml:trace contextRef="#ctx0" brushRef="#br0" timeOffset="17619.9">22968 9398 600 0,'0'0'183'16,"0"0"12"-16,0 0-17 16,0 0-113-16,0 0-11 0,0 0 1 0,146 5-1 15,-125 35 38 1,-16 15-20-16,-5 18 1 16,-5 4-28-16,-49-5-19 15,-14-9 19-15,2-17-27 16,11-9-2-16,18-19 16 0,20-10-27 15,17-8 14-15,0 0-17 32,54 0 2-32,31-29 2 15,33-13-6-15,19-5-2 16,16-4-2-16,10-5-17 16,0 1-3-16,-13 5-23 0,-20 8-52 15,-40 5-107-15,-46 14-240 16,-34 8-441-16</inkml:trace>
  <inkml:trace contextRef="#ctx0" brushRef="#br0" timeOffset="18666.75">11767 11820 1068 0,'0'0'202'15,"0"0"44"-15,0 0-76 0,0 0-99 0,0 0-29 0,0 0-26 0,-47 20 13 16,16 71 3-16,8 7-16 0,-5-18 10 0,4-12-25 31,3-11 9-31,2-14-10 16,9-14 6-16,-1-9-6 15,11-10 0-15,0-8-21 16,0-2 11-16,0 0-1 16,0-23 9-16,21-40-4 15,19-20 1-15,2-22-3 16,-1 4 1-16,-4 9 6 15,-8 14-8-15,-11 33 12 0,1 18-3 16,-12 18 0-16,-7 9 4 16,0 0 9-16,10 9-6 15,11 63-5-15,12 36 29 16,5 17-19-16,6 3-1 16,1-16-10-16,-5-12 4 15,-7-11-2-15,-11-11-3 16,-8-19-12-16,-7-8 5 15,-7-16-47-15,0-7-14 16,0-13-37-16,0-6-161 0,0-9-115 16,-33 0-63-16</inkml:trace>
  <inkml:trace contextRef="#ctx0" brushRef="#br0" timeOffset="18824.83">11737 12407 723 0,'0'0'188'0,"0"0"39"15,0 0 2-15,0 0-84 16,0 0-59-16,0 0-29 0,-114-38-39 16,218 20-13-1,40-7-5-15,23-1-71 16,-6-2-145-16,-15 5-197 16,-7 6-498-16</inkml:trace>
  <inkml:trace contextRef="#ctx0" brushRef="#br0" timeOffset="19000.38">13104 12071 1047 0,'0'0'165'0,"0"0"20"16,0 0 7-16,0 0-125 16,0 0-67-16,0 0-44 15,-66-36-89-15,104 56-257 16,-36 5-333-16</inkml:trace>
  <inkml:trace contextRef="#ctx0" brushRef="#br0" timeOffset="19111.99">12849 12470 1090 0,'0'0'155'0,"0"0"-5"0,0 0 11 15,0 0-141-15,0 0-20 0,0 0-143 16,300 8-353-16</inkml:trace>
  <inkml:trace contextRef="#ctx0" brushRef="#br0" timeOffset="19716.21">13766 11880 1217 0,'0'0'182'0,"0"0"28"16,0 0-78-16,0 0-60 15,0 0-49-15,-84 169 23 16,76-81-36-16,-3-5-4 0,1-9-12 16,-2 1-19 15,3-15-37-31,2-11 6 0,-7-12-69 16,7-14-79-16,-12-11-17 15,5-12-9-15,0 0 98 16,-3-41 49-16,12-16 83 15,5-14 57-15,0-6 12 16,10-4 9-16,44-1 18 16,-4 8-4-16,13 15-16 15,-1 14-38-15,8 13 9 0,-8 19 26 16,-8 13-21-16,-21 7-3 16,-17 46-28-16,-16 15-14 15,0 10 13-15,-49-4-20 16,-22-2 1-16,-9-12 7 15,4-12-3-15,10-13-5 16,29-14 5-16,11-9 0 16,21-6-1-16,5-6-4 15,0 0-20-15,26 0 8 16,31-23-5-16,20 1 16 16,-6 8-4-16,-5 10 5 0,-9 4 1 15,-13 9 20-15,-6 37 15 16,-31 7 19-16,-7 3-21 15,-7 1 4-15,-64-9 0 16,-23-7-19-16,-5-1 9 16,-5-14-28-16,17-5 0 15,16-11 3-15,22-10-3 16,7 0-6-16,34-21-24 0,8-30-55 16,22-12-65-16,60-12-245 15,29-11-348-15</inkml:trace>
  <inkml:trace contextRef="#ctx0" brushRef="#br0" timeOffset="19938.54">14900 12238 1305 0,'0'0'89'0,"0"0"35"0,0 0 8 0,0 0-79 0,260 0-53 0,-157 0-7 16,-8 0-31-16,-24 0-89 15,-24 0-103-15,-36 0-126 16,-11 0-140-16</inkml:trace>
  <inkml:trace contextRef="#ctx0" brushRef="#br0" timeOffset="20097.62">14912 12584 710 0,'0'0'184'16,"0"0"18"-16,0 0 13 16,0 0-116-16,0 0-63 15,0 0-32 1,142-27-4-16,-13-15-41 16,-4-3-79-16,-4-6-187 15,-22-2-440-15</inkml:trace>
  <inkml:trace contextRef="#ctx0" brushRef="#br0" timeOffset="20367.86">16275 11808 968 0,'0'0'193'0,"0"0"7"0,0 0 6 31,0 0-123-31,0 0-49 15,0 0 22-15,-47 66-25 16,47 29 27-16,-7 13-14 16,-24 1-29-16,-2-4 12 15,2-9-24-15,8-13 4 16,6-18-14-16,8-14-6 16,6-13-38-16,3-10-35 15,0-13-133-15,8-13-262 16,29-2-461-16</inkml:trace>
  <inkml:trace contextRef="#ctx0" brushRef="#br0" timeOffset="20528.22">16772 12046 894 0,'0'0'359'0,"0"0"-245"0,0 0 105 16,0 0-111-16,0 0-100 15,0 0-8-15,106-54-18 16,-58 54-84-16,-30 0-146 16,-18 19-463-1</inkml:trace>
  <inkml:trace contextRef="#ctx0" brushRef="#br0" timeOffset="20686.87">16532 12580 1021 0,'0'0'126'0,"0"0"44"0,0 0 39 16,0 0-162-16,0 0-47 15,0 0-48-15,212-8-223 16,-158-16-319-16</inkml:trace>
  <inkml:trace contextRef="#ctx0" brushRef="#br0" timeOffset="21100.11">17854 11984 1136 0,'0'0'63'0,"0"0"97"0,0 0-28 0,0 0-109 15,0 0-17-15,0 0-3 16,236-135 17-16,-189 135-13 16,-30 16 6-16,-1 28 20 15,-16 13-13-15,0 14 8 16,0 1 14-16,5-6-10 15,33-1-2-15,28-11 2 0,19-10-6 16,-3-7 7-16,-28-19-20 31,-18-7-6-31,-36-2-7 0,-26 10-7 16,-90 1-15-16,-44 11-59 16,-40-2-136-16,13 0-142 0,1 2-245 31</inkml:trace>
  <inkml:trace contextRef="#ctx0" brushRef="#br0" timeOffset="22089.44">11489 14220 978 0,'0'0'361'0,"0"0"-171"0,0 0-21 16,0 0-52-16,0 0-61 0,0 0-12 0,-26-9-14 15,57 100-3 1,-3 13-2-16,-7 1-25 0,-4-10-13 15,-13-9-25-15,-4-5-39 16,0-13-5-16,0-11-11 16,-11-14-75-16,-15-20 5 15,-5-17 0-15,5-6 78 16,0-15 79-16,12-37 6 0,14-22 34 16,0-20 15-16,14-20-27 15,45-12 19-15,31 3-24 16,21 17 5-1,-8 26 33-15,-8 29 0 0,-29 21 17 16,-33 21-44-16,-17 9-20 16,-11 15 18-16,-5 45-13 0,0 12 13 31,0 2-18-31,-28-2-3 16,-27-13 1-16,3-12-6 15,15-7 0-15,-1-18 3 16,17-9-3-16,11-7 0 0,10-6-1 15,0 0-6-15,0 0 5 16,0 0 2 0,19 0 0-16,31-13 7 0,13-6-5 15,8 4 4-15,-5 11 22 0,-2 4 5 16,-24 6 4-16,-17 35-12 16,-15 10-7-16,-8 6 7 15,0-2-16-15,-57-9 14 16,-14-3-11-16,-11-13-10 0,9-7 10 31,0-8-12-31,18-9 0 16,15-6-3-16,10 0-28 15,8-2 9-15,22-34-24 16,0-12-61-16,3-15-123 16,49 0-238-16</inkml:trace>
  <inkml:trace contextRef="#ctx0" brushRef="#br0" timeOffset="22269.72">12668 14224 1312 0,'0'0'125'0,"0"0"0"0,0 0 8 0,0 0-76 15,0 0-48-15,0 0-9 16,0 0-40-16,111-64-72 15,-93 71-267-15,-13 26-269 16</inkml:trace>
  <inkml:trace contextRef="#ctx0" brushRef="#br0" timeOffset="22422.36">12677 14678 1048 0,'0'0'204'0,"0"0"-55"0,0 0 20 16,0 0-83-16,0 0-86 15,0 0-6-15,17 26-35 16,32-26-183-16,1-9-156 16,2-20-273-16</inkml:trace>
  <inkml:trace contextRef="#ctx0" brushRef="#br0" timeOffset="22655.8">13863 14156 762 0,'0'0'260'0,"0"0"-127"16,0 0 42-16,0 0-40 16,0 0-102-16,0 0 11 15,-214 11-11 1,110 67 7-16,7 11 5 16,22-2-3-16,16-6 0 15,33-20-13-15,26-9-23 0,0-16 7 0,33-12-13 16,56-13-10-1,20-11-18-15,25 0-67 16,10-17-111-16,-10-17-142 16,-4-6-223-16</inkml:trace>
  <inkml:trace contextRef="#ctx0" brushRef="#br0" timeOffset="22853">14417 14423 1182 0,'0'0'146'0,"0"0"-19"0,0 0-7 16,0 0-103-16,0 0-8 15,373 19-9-15,-225-52-67 16,-32 3-84-16,-43 13-113 16,-36 7-165-16,-37 10-170 15</inkml:trace>
  <inkml:trace contextRef="#ctx0" brushRef="#br0" timeOffset="22969.48">14832 14570 95 0,'0'0'471'0,"0"0"-224"0,0 0-39 16,0 0 0-16,0 0-99 15,0 0-84 1,-113 96-9-16,200-96-16 16,10-31-121-1,-10-3-184-15,-7-10-405 16</inkml:trace>
  <inkml:trace contextRef="#ctx0" brushRef="#br0" timeOffset="23319.66">15881 14152 602 0,'0'0'558'0,"0"0"-465"15,0 0 68-15,0 0-71 16,0 0-86-16,0 0 19 16,149-98-4-16,-142 98 2 15,-7 6 14-15,0 30-12 0,-7 17 39 16,-7 7-44-16,14-3-7 16,0 3 11-16,40-9-17 15,28-5-3-15,-9-9 6 16,-14-8-6-16,-24-1 15 15,-21-5-2-15,0 4-8 0,-66-5 14 16,-10-2-21 0,-1-2-11-16,15-10-28 15,25-5-67-15,15-3-140 16,22 0-266-16</inkml:trace>
  <inkml:trace contextRef="#ctx0" brushRef="#br0" timeOffset="23486.2">16796 13991 1413 0,'0'0'144'0,"0"0"-4"16,0 0-38-16,0 0-102 16,0 0 0-16,0 0-36 15,141-32-120-15,-119 41-366 16,-22 23-527-16</inkml:trace>
  <inkml:trace contextRef="#ctx0" brushRef="#br0" timeOffset="23651.04">16621 14383 1075 0,'0'0'147'16,"0"0"2"-16,0 0 4 15,0 0-153 1,0 0-29-16,0 0-234 15,300-37-408-15</inkml:trace>
  <inkml:trace contextRef="#ctx0" brushRef="#br0" timeOffset="24019.23">17373 13857 775 0,'0'0'433'16,"0"0"-262"-16,0 0 18 15,0 0-77-15,0 0-72 16,0 0-27-16,0 40 16 16,22 16-19-1,-8-3-10-15,0-5 5 16,12-12-5-16,0-6-3 16,5-13-7-16,-8-8-11 15,5-9 15-15,3 0-6 16,-3 0 12-16,3-23-1 15,9-14 5-15,2-1-4 16,-13-4 0-16,-6 7 6 16,-11 7 11-16,-12 10-15 15,0 13 10-15,0 5 18 16,0 0-21-16,0 26 11 16,0 31-1-16,0 17 1 0,-12 7 6 15,1-7-18-15,3 2-6 16,1-12-2-16,-9-4-15 15,-1-5-24-15,-13-7-43 16,-20 0-188-16,-16-4-438 16</inkml:trace>
  <inkml:trace contextRef="#ctx0" brushRef="#br0" timeOffset="24702.77">12387 16099 1199 0,'0'0'97'0,"0"0"10"0,0 0 24 0,0 0-59 16,0 0-20-16,0 0-37 0,-226-89 7 16,141 164 5-16,10 24-3 15,9 11 13 1,9-2-13-16,29-10 0 0,16-18 17 0,12-11-34 15,0-17-2 1,49-14-5-16,39-17-10 0,30-18-20 16,25-3-47-1,8-21-69-15,-5-27-162 16,-23-3-193-16,-15-9-311 16</inkml:trace>
  <inkml:trace contextRef="#ctx0" brushRef="#br0" timeOffset="24848.88">13102 16091 869 0,'0'0'259'0,"0"0"-39"0,0 0-28 16,0 0-90-16,0 0-57 31,0 0-44-31,-97-23-1 16,116 23-45-16,33 12-161 0,11 11-320 15</inkml:trace>
  <inkml:trace contextRef="#ctx0" brushRef="#br0" timeOffset="24975.56">13175 16674 1442 0,'0'0'160'0,"0"0"-62"0,0 0-37 16,0 0-61-16,0 0-39 31,0 0-97-31,113 80-205 16,-33-99-482-16</inkml:trace>
  <inkml:trace contextRef="#ctx0" brushRef="#br0" timeOffset="25200.13">13896 15963 1390 0,'0'0'206'0,"0"0"-75"16,0 0-48-16,0 0-25 15,0 0-36-15,-52 176-22 16,43-101 4-16,4-18-4 16,0 5-40-16,1-5-19 15,-1-15-57-15,-12-6-165 16,-4-15-181-16,2-13-398 0</inkml:trace>
  <inkml:trace contextRef="#ctx0" brushRef="#br0" timeOffset="25422.13">13785 16050 817 0,'0'0'133'16,"0"0"69"-16,0 0 6 15,0 0-64-15,278 0-21 16,-183 56-50-16,-29 15-12 16,-38 2-35-16,-28 1-15 15,-28 7 0-15,-69-3-9 16,-21-10-4-16,-2-5-4 0,5-9-36 15,41-16-9-15,23-9-148 16,27-20-252-16,24-9-454 16</inkml:trace>
  <inkml:trace contextRef="#ctx0" brushRef="#br0" timeOffset="25643.92">14771 16414 1333 0,'0'0'143'0,"0"0"-44"16,0 0 9-16,0 0-82 15,356-27-14-15,-227 6-12 16,-25 4-28-16,-17 4-50 15,-35 13-161-15,-52 0-174 0,0 18-238 16</inkml:trace>
  <inkml:trace contextRef="#ctx0" brushRef="#br0" timeOffset="25786.86">14778 16703 920 0,'0'0'280'0,"0"0"-77"0,0 0-72 15,0 0-103-15,0 0-7 16,297-48-21-1,-142 7-43-15,1 1-67 0,-5 2-194 16,-14 11-223-16</inkml:trace>
  <inkml:trace contextRef="#ctx0" brushRef="#br0" timeOffset="26042.25">16485 15987 715 0,'0'0'510'0,"0"0"-350"16,0 0 30-16,0 0-58 16,0 0-98-16,0 0 12 0,-55 98-1 15,55-14-4-15,0-10 6 16,0-6-47-16,-18-2 6 15,8-9-6-15,-4-6-55 16,2-8-17-16,3-8-58 16,9-9-245-16,0-7-262 15</inkml:trace>
  <inkml:trace contextRef="#ctx0" brushRef="#br0" timeOffset="26217.37">16893 16077 1291 0,'0'0'209'16,"0"0"-80"-16,0 0-17 15,0 0-67-15,0 0-45 16,0 0-18-16,115-72-37 16,-61 72-183-16,-11 11-245 15</inkml:trace>
  <inkml:trace contextRef="#ctx0" brushRef="#br0" timeOffset="26344.4">16628 16530 704 0,'0'0'595'15,"0"0"-401"1,0 0-55-16,0 0-53 0,0 0-86 16,0 0-43-1,71 27-142-15,21-54-408 0</inkml:trace>
  <inkml:trace contextRef="#ctx0" brushRef="#br0" timeOffset="26677.35">17873 15931 1267 0,'0'0'108'0,"0"0"25"0,0 0-7 15,314-61-83-15,-255 61-9 16,-33 40-33-16,-26 13 18 16,0 13-6-16,-71 2-13 31,-12-2 22-31,13-12-9 16,4-6 8-16,28-16 23 15,26-7-35-15,12-11 5 0,40-5-14 16,73-9 3-16,38 0-6 0,36-15-1 0,-4-21-10 31,-6 1 0-31,-28-4-24 0,-22 1-14 16,-18-11-68-16,-20 13-226 15,-28 4-351-15</inkml:trace>
  <inkml:trace contextRef="#ctx0" brushRef="#br0" timeOffset="27265.06">9007 17756 736 0,'0'0'143'0,"-373"45"-116"0,262-31-15 0,45 1 65 0,50-3-33 0,16 4-26 15,59 2 38-15,92-9 30 16,101-9-20-16,104 0-26 15,120-21-31-15,106-24 4 16,121-4-12-16,120-1 0 16,87 9 61-16,111-8 84 0,68 3-90 15,16-5-17-15,15-9-29 16,-64-12 14-16,-89-2-24 16,-142-4-3-16,-198-5-16 15,-205-8-44-15,-200 2-32 16,-180 3 14-1,-103 2-40-15,-158 10-108 0,-92 8-124 16</inkml:trace>
  <inkml:trace contextRef="#ctx0" brushRef="#br0" timeOffset="28347.45">11232 18245 894 0,'0'0'459'0,"0"0"-285"0,0 0-47 0,0 0-57 0,0 0-28 0,0 0-5 0,-104 69-17 16,45 27 11-16,10 16-21 15,-5 0-3-15,11-17 3 16,3-18-5-16,5-18-6 16,18-10 1-16,6-23-17 15,11-20 16-15,0-4-13 16,0-2-6-16,0 0 16 15,0 0-7-15,0-22 11 16,33-24 0-16,16-28 2 0,3-15-2 16,9-7 0-16,3-12 0 15,-1 5 3-15,-1 21 2 16,-8 25-2-16,-12 25 13 16,-20 17-8-1,-18 13 20-15,-4 2-13 0,0 6-2 16,0 56 7-16,3 21-19 0,1 21 5 15,6-11-6-15,-5-9 6 16,-3-4-13-16,3-17-5 16,-1-12-17-1,11-13-4-15,-4-8-31 16,11-6-28-16,1-4-101 16,-6 2-104-16,-17-4-112 15,0-4-57-15</inkml:trace>
  <inkml:trace contextRef="#ctx0" brushRef="#br0" timeOffset="28704.98">12017 18365 1184 0,'0'0'203'0,"0"0"-15"16,0 0-86-16,0 0-64 16,0 0-38-16,0 0-8 15,-16 0-56-15,84 0-110 16,5 0-234-16,-16 0-253 16</inkml:trace>
  <inkml:trace contextRef="#ctx0" brushRef="#br0" timeOffset="28852.52">12189 18693 760 0,'0'0'584'16,"0"0"-427"-16,0 0-17 15,0 0-61-15,0 0-66 16,0 0-13-16,-167 95-17 16,216-89-75-16,8-6-182 15,0 0-259-15</inkml:trace>
  <inkml:trace contextRef="#ctx0" brushRef="#br0" timeOffset="29111.54">12823 18131 1289 0,'0'0'200'0,"0"0"-48"15,0 0-48 1,0 0-55-16,0 0 1 0,0 0-28 15,-101 93 5-15,73-3-6 16,-3-7-18-16,10-12-6 16,4-11-4-1,10-6-50-15,7-13-3 16,0-10-68-16,0-5-121 0,0-4-92 16,7-16-67-1,-2-6-168-15</inkml:trace>
  <inkml:trace contextRef="#ctx0" brushRef="#br0" timeOffset="29493.48">12630 18477 561 0,'0'0'206'0,"0"0"-20"16,40-215-42-16,29 144-28 15,11 11-20-15,9 11-39 16,-11 15-5-16,-14 17 14 16,-36 8-22-16,-19 6 1 0,-9 3-15 15,0 19 0-15,-4 33 2 16,-48 14-31-16,-5 2 6 15,-6-8-7 1,8-9-16-16,1-4 16 0,19-13-21 16,16-14 0-16,2-11 12 0,17-6-20 15,0-3 2-15,0 0-6 32,17 0 14-32,28 0 14 15,11 0 5-15,10-6 0 0,5-8 0 16,-7 14 7-16,-10 0-5 0,-12 2 26 31,-13 42 4-31,-20 1 16 16,-9 6-28-16,0 0-2 0,-49-13 22 15,-24-1-27-15,-10-4 4 16,-7-9-4-16,15-7-9 16,9-5-8-16,28-6-5 15,17-6-29-15,14-6-49 16,7-34-134-16,0-6-186 15,45-14-520-15</inkml:trace>
  <inkml:trace contextRef="#ctx0" brushRef="#br0" timeOffset="29684.09">13604 18099 1473 0,'0'0'176'0,"0"0"-95"0,0 0-9 0,0 0-70 0,0 0-2 0,0 0-22 16,63-9-75-16,8 9-183 15,-24 0-383-15</inkml:trace>
  <inkml:trace contextRef="#ctx0" brushRef="#br0" timeOffset="29835.93">13465 18740 1371 0,'0'0'160'0,"0"0"-78"0,0 0-56 15,0 0-26-15,0 0-115 16,0 0-192-16,212-78-573 16</inkml:trace>
  <inkml:trace contextRef="#ctx0" brushRef="#br0" timeOffset="30135.87">14618 18122 785 0,'0'0'425'16,"0"0"-258"-16,0 0-31 0,0 0-35 15,0 0-56 1,0 0 16-16,-173-23-35 16,107 74-8-16,-4 23 11 0,-3 4-16 0,23-3 28 15,22-4-31-15,16-14-1 16,12-15-3 0,0-13-3-1,52-14-6-15,28-15-14 16,12 0-38-16,5-9 2 0,-5-30-133 15,-12-2-190-15,-12-5-150 16</inkml:trace>
  <inkml:trace contextRef="#ctx0" brushRef="#br0" timeOffset="30302.61">14877 18242 1153 0,'0'0'289'0,"0"0"-97"0,0 0-83 16,0 0-55-16,0 0-29 15,0 0-23-15,-21-45-2 16,72 33-22-16,1 3-72 16,-12 9-122-16,-18 0-370 15</inkml:trace>
  <inkml:trace contextRef="#ctx0" brushRef="#br0" timeOffset="30435.86">14655 18696 1344 0,'0'0'205'0,"0"0"-100"16,0 0-57-16,0 0-48 15,0 0-74-15,0 0-188 16,201-45-349-16</inkml:trace>
  <inkml:trace contextRef="#ctx0" brushRef="#br0" timeOffset="30683.83">15457 17998 1355 0,'0'0'237'16,"0"0"-111"-16,0 0-53 15,0 0-19-15,0 0-25 16,0 0 14-16,-21 214-13 0,-5-142-23 15,-3 0 8-15,8-12-15 16,0-22-42-16,21-2-19 16,0-13-49-16,0-8-118 15,0-6-317-15</inkml:trace>
  <inkml:trace contextRef="#ctx0" brushRef="#br0" timeOffset="30907.49">15563 18099 745 0,'0'0'451'0,"0"0"-308"16,0 0-17-1,0 0-24-15,0 0-64 0,0 0 30 16,196 45-32-16,-178 35-8 16,-18 12 25-1,-11 8-30-15,-62-5 14 16,-36-12-9-16,-9-9-25 0,-4-8 1 15,13-20-4-15,24-12-46 0,36-9-16 16,35-16-134 0,14-9-383-16</inkml:trace>
  <inkml:trace contextRef="#ctx0" brushRef="#br0" timeOffset="31193.72">16388 18410 99 0,'0'0'1547'0,"0"0"-1436"0,0 0-20 15,0 0-46-15,0 0-44 32,0 0-1-32,307 98-37 0,-157-150-7 15,-6-1-28-15,-35 6-101 16,-39 5-124 0,-37 24-183-16</inkml:trace>
  <inkml:trace contextRef="#ctx0" brushRef="#br0" timeOffset="31336.83">16565 18582 853 0,'0'0'293'0,"0"0"-64"0,0 0-52 15,0 0-113-15,0 0-42 16,0 0-22-16,365 12-2 16,-202-84-96-16,-22-8-189 15,-23 3-382-15</inkml:trace>
  <inkml:trace contextRef="#ctx0" brushRef="#br0" timeOffset="37036.68">15763 11768 513 0,'0'0'107'0,"0"0"5"0,0 0 1 0,-47-178 49 0,47 156-65 0,0 8-30 15,0 11 12-15,0 3-27 16,0 0-7-16,0 0 1 15,0 0-22-15,0 0 21 16,-2 0-18-16,2 3-3 0,0 37 12 16,0 15 0-16,-10 15-2 15,10 0 2-15,-4 9-22 16,4 7 4-16,0 9 7 16,0 10-19-16,0 18 20 15,0 7-19-15,0 11 5 16,0 6 10-16,0 4-21 15,0 5 20-15,0 1-8 16,0 11-10-16,0 1 22 0,0 3-23 16,0 0 6-1,0-9 3-15,0-8-7 0,0 7 10 16,0 1-12 0,-7 2-2-16,-17-7 13 15,0-11-13-15,3-13 0 0,-5-9 2 16,12-10 7-16,0-3-5 15,2-9-4-15,7-7 0 16,-4 2 1-16,2-2 3 16,-10 29-4-16,-1 15 0 15,-8 0-2-15,-3-9-26 16,11-35 28-16,-6-26 5 0,17-21 11 16,0-9-13-16,7-14 0 15,0-18-3-15,0-2 3 16,0-6-12-16,0 0 6 0,14 0-3 15,5-6-4-15,-7-20 10 16,-1-10 0-16,-11-5 0 16,0-2-1-16,0-4-7 15,0 6 8-15,0-8 0 16,-7 8-9-16,-9-1 11 31,-10-3-2-31,-2 7 0 0,2 1 0 0,9 11-7 16,-4 8 7-1,-5 7 0-15,14 7-2 16,7 4 10-16,-2 0-8 0,-2 33 0 0,4 18 6 16,5 9-6-1,0-5 0-15,0-4 0 16,38-5 7-16,-5-11-1 16,12-10-6-16,2-14 0 15,10-11 4 1,6 0-15-16,10-36 6 0,3-26-18 0,1-16-5 15,-6-8-47-15,-9-9-45 16,-15-8-118 0,-21 6-194-16</inkml:trace>
  <inkml:trace contextRef="#ctx0" brushRef="#br0" timeOffset="40951.32">17498 18057 953 0,'0'0'240'0,"0"0"-89"0,0 0-26 16,0 0-74-16,0 0-35 0,0 0-5 0,0 0 3 15,144-140 26-15,-94 121-7 16,-3 8 3-16,2 9 15 0,-9 2-41 15,-2 0 13 1,-5 11-4-16,-9 19-16 16,-10 3 10-16,-14 6-13 0,0-12 0 15,0 5 0-15,-35-7 2 16,-15 1-5-16,3-5 3 16,0-6-3-16,18 0-7 15,8-9 8-15,9-4-11 16,12-2 13-16,0 0-25 15,0 4 18-15,26 1 5 16,33-5 2-16,-4 0-6 0,-6 0 6 16,3 6 0-16,-12 9-2 15,-2 6 10 1,-12 6-8-16,-15 3 0 16,-11 0 3-16,0-4 16 0,0-1-17 15,-33-8 9-15,-16 0 19 16,-15-4-29-1,-2 0 4-15,-4-5-5 0,-4-4 4 16,16-2-8-16,-4-2 4 0,22 0 0 16,21 0-2-1,8-14-20-15,11-20-12 16,0 2-75-16,7-11-188 0,26 7-351 16</inkml:trace>
  <inkml:trace contextRef="#ctx0" brushRef="#br0" timeOffset="41383.4">18477 17950 980 0,'0'0'166'0,"0"0"-92"0,0 0-10 0,0 0-48 0,0 0 22 0,0 0-4 15,47-3 6-15,-47 3 27 16,0 0-19-16,0 15-6 16,0 8-7-16,0-4-29 15,-31-4 26-15,3-3-12 16,-3-5-7-16,5-3 22 0,8-4-34 16,-4 0 7-1,13 0-8-15,7-6-3 0,2-20 0 16,0-2-29-16,26 5-77 15,25 8-132-15,-8 15-201 16</inkml:trace>
  <inkml:trace contextRef="#ctx0" brushRef="#br0" timeOffset="41716.62">18460 18350 648 0,'0'0'254'0,"0"0"-144"16,0 0-11-16,0 0-78 16,0 0-11-16,0 0 8 15,-30 15 13-15,46-15 55 16,-6 0-16-16,6 0 8 16,-9 6 5-16,7 11-34 15,-9 11 1-15,-5-8-36 16,0-2-1-16,0-4 21 15,0-1-29-15,-5-4 15 16,-11-9-6-16,4 0-13 0,3 0 12 16,-1 0-13-16,3-13 0 15,2-4-4-15,5-7-22 16,0 4-10-16,0-6-49 16,12 7-126-16,7-2-105 15,-7 2-165-15</inkml:trace>
  <inkml:trace contextRef="#ctx0" brushRef="#br0" timeOffset="42830.9">17668 12695 630 0,'0'0'84'0,"0"0"5"0,0 0-3 15,0 0 16-15,0 0-88 0,0 0-12 0,-7-22 33 0,-12 22-16 16,-11 15 4-16,-10 12-11 16,-26 8 18-16,-1 7 38 15,-15 2-38-15,-15 13 5 16,-4 6 15-16,-3 11-17 16,-7 4 10-16,8 1 3 15,11-11-14-15,5-7 13 16,9-10-8-16,16-8-22 0,20-11 5 15,4-14-15 1,12-3 5 0,12-5-10-16,2-5-4 15,10 1 2-15,2-2-70 0,0-4-76 0,0 0-133 16,0 0-92-16,0-4-266 16</inkml:trace>
  <inkml:trace contextRef="#ctx0" brushRef="#br0" timeOffset="43164.82">16442 13168 520 0,'0'0'188'0,"0"0"-57"0,0 0-17 16,0 0 35-16,0 0-83 16,0 0-42-1,-122-20 20-15,122 20-8 0,-7 0 6 16,-15 0-1-16,-11 28-10 15,3 6 7-15,-1 4-3 16,12 2-17-16,3-1 7 31,6 1-21-31,3 0 5 0,7-5-9 16,0-4 6-16,0-8-4 16,0-5-2-16,0-4 0 15,17-3-6-15,30-9 5 16,14-2-3-16,19 0-16 15,12 0-21-15,10 0 28 16,6-7-34-16,-9 6-25 16,-5 1-67-16,-13 0-109 15,-25 0-73-15</inkml:trace>
  <inkml:trace contextRef="#ctx0" brushRef="#br0" timeOffset="44105.53">16294 15202 580 0,'0'0'105'0,"0"0"50"0,0 0-8 0,30-178 33 0,-20 157-69 0,-5 8-34 16,-3 10 33-16,-2 3-34 15,0 0-12-15,0 0 1 16,0 13-33-16,0 34-6 0,0 19-14 31,0 14-9-31,0 1 17 16,0 0-18-16,0-7-2 15,0-5 1-15,0-13 6 0,-2-5-7 0,-3-11 0 32,-5-15 2-32,3-3-10 15,-9-10-2-15,6-9 1 16,-6-3 5-16,-10 0-16 16,-2 0 15-16,-3-15-9 0,-7-13-4 15,10-4 12-15,2 5 1 16,10 9 5-16,8 10-2 15,-1 8 10-15,9 0-6 16,0 0-2-16,0 17 3 16,0 15 7-16,0 2-10 15,0-8 0-15,26-7-2 16,14-10 8-16,7-9-10 16,10 0 4-16,9-9-25 15,16-28-6-15,3-7-111 0,-9-9-113 16,-6-4-171-1</inkml:trace>
  <inkml:trace contextRef="#ctx0" brushRef="#br0" timeOffset="46775.86">19401 18036 488 0,'0'0'114'0,"0"0"-38"0,0 0-23 0,0 0-37 0,0 0 14 0,0 0 12 16,35-104 19-16,-35 89 26 15,0 8 15-15,0-1-8 16,0 2-10-16,0 3-29 15,0-3-7-15,0 4-13 16,-11-5-26-16,-1 1 14 16,-12 4-19-16,5-2 1 15,-7-2 19-15,0 4-21 0,5 2 17 16,-2-6-4 0,1 6-15-16,-3 0 19 15,6 0-19-15,-12 0 1 16,5 6 4-16,0 2-2 15,0 4-1-15,7 0-3 16,3 0 0-16,6-4 3 0,8-1-3 16,2-1 0-16,0 1-8 15,0-1 8-15,0 2-1 16,-5 1-2-16,5 0 0 0,-7-1-3 16,0 4 6-1,0-5 0-15,2 2-8 0,-2-9 11 16,3 0-6-16,4 6 2 15,0-6-22-15,0 0 5 16,0 0-5-16,0 0 13 16,0 0 4-16,0 0 8 15,0 0-2-15,0 0 0 16,0 0 4 0,0 0-12-16,0 0 4 15,0 0-28-15,0 0 15 0,0 0-15 0,0 0 16 31,0 0 10-31,-5 0-3 0,5 2 4 16,0 5 5-16,-5 2-10 16,-7 5 6-16,3 7 4 15,-8 0 0-15,10 6 0 16,-4-1 6-16,-1 8-4 0,9-4-1 16,3-1 4-16,0-5 21 15,0-3-20-15,0 0 5 16,15-15-11-16,18-6 5 15,0 0-2-15,9 0-3 16,-4-12 0-16,16-18 6 0,-12-2-2 16,3-2-4-16,-12-1 0 31,-7-2 2-31,-12 5 2 16,-2-1-2-16,-10 1 6 15,-2 2 10-15,0 5-11 0,0 5 15 16,0 8-1-16,0 6 8 15,0 3 5-15,0 3-9 16,0 0 10-16,0 0 1 16,0 0-10-16,0 21 11 15,0 33-4-15,0 12-15 16,0 14 21-16,0 13-25 16,0-2-2-16,0-3-5 0,5-8-2 15,0-14-7 1,7-7 2-16,2-23-18 0,-2-10 0 15,4-7-46-15,-11-13-70 16,-5-6-74-16,0 0-148 16,0-19-213-16</inkml:trace>
  <inkml:trace contextRef="#ctx0" brushRef="#br0" timeOffset="47190.71">20137 17810 454 0,'0'0'358'0,"0"0"-291"0,0 0-25 0,0 0-21 16,0 0 6-16,0 0 20 0,-8 14 43 15,8-14 20-15,0 0-23 16,0 0 10-16,0 0-9 16,3 0-34-16,2 6-5 15,-1 3-39-15,1 10 8 16,-5-11 1-16,0 4-15 16,0 0 21-16,-5-4-10 0,-25 4-14 15,-10-5 18-15,2-7-19 16,0 0 4-1,12 0 10-15,14 0-13 16,3 0 4-16,9-15-5 16,0-17-14-16,33-2 9 15,19 8-60-15,2 14-107 0,-12 6-96 16,-13 6-208-16</inkml:trace>
  <inkml:trace contextRef="#ctx0" brushRef="#br0" timeOffset="47572.69">20193 18156 883 0,'0'0'184'16,"0"0"-71"-16,0 0-3 16,0 0-63-16,0 0 3 0,0 0-21 31,59 66 18-31,-59-46-2 15,0 7-17-15,0-6 10 16,0-4-16-16,0-2-7 16,-14-9 26-16,4-6-23 15,10 0 0-15,0 0 2 16,0 0-19-16,0-12 10 16,0-2-11-16,0-4 0 0,17 5 3 15,2 4 5-15,-3 3-7 16,-11 6-1-16,-5 0 5 15,0-2 5-15,0 2-9 16,0-4-1-16,0 4 3 16,0 0-3-16,0 0-7 15,-5 0-33-15,-11-5-65 16,4-3-88-16,-12-7-141 16,3-3-165-16</inkml:trace>
  <inkml:trace contextRef="#ctx0" brushRef="#br0" timeOffset="48814.18">18614 12721 827 0,'0'0'123'0,"0"0"17"0,0 0 51 0,0 0-33 15,-88-152-33-15,88 149-67 0,0 3-4 16,0 0-6-16,0 14-32 15,0 52 6-15,0 23 13 0,10 19-12 16,-3-13 8-16,-7-9-27 16,0-14 0-16,0-9 0 15,0-9 4-15,0-19-10 16,0-7 2 0,0-11-23-16,0-5 13 15,0-3-26-15,0-7 8 16,0-2 17-16,-17 0-15 0,-30 0 15 15,-5-20-13-15,-16-9 16 16,16-5-2-16,7 5 10 16,17 6 0-16,9 7 0 15,17 7 9-15,2 6-7 16,0 3 7-16,0 0-8 0,0 0 14 16,16 28-12-16,27 7-3 15,11-3 0-15,-16-7 7 16,2-10-10-16,-5-7 3 15,-2-5 0-15,-5-3 0 16,15 0 0-16,11-23 0 0,14-17-5 16,3-9-1-1,0-8-3-15,7-3-84 0,-5 6-170 16,-3 8-209-16</inkml:trace>
  <inkml:trace contextRef="#ctx0" brushRef="#br0" timeOffset="49689.77">18250 14920 635 0,'0'0'175'0,"0"0"-69"0,0 0 75 0,0 0-76 0,0 0-27 16,0 0-1-16,-113-33-34 16,-5 55 29-16,-21 24-14 0,-7 8 8 15,0 12 16-15,7 5-36 16,14 1-2-16,9-1-15 16,17-2-18-1,17-9 20-15,18-7-26 16,17-11-4-16,19-3 5 0,2-12-4 15,12-12-4-15,14-10-9 16,0-5-36-16,0 0 4 16,0 0-61-16,0-3-60 15,0-20 3-15,0-5-72 16,0-1 27-16,0 1-12 16,0 5 42-16,0-3 32 0,0-1 119 15,0-3 25-15,0 0 84 16,0-4 45-16,0 2 2 15,-3 1 41-15,-1 5-47 16,4 12 45 0,-7 5-33-16,7 9-35 0,-5 0-4 15,0 0-39-15,-4 0-5 0,-10 23-21 16,-7 24-28-16,0 13 14 16,0 6-10-16,7-9 0 15,0-9 11-15,12-7-19 16,7-14 11-16,0-3-9 15,0-10 0-15,38-8 1 16,28-6-4-16,24 0 0 16,6 0-2-16,13-18-20 15,-1 2-56-15,-2 1-98 0,-9 9-145 16,-15 3-144-16</inkml:trace>
  <inkml:trace contextRef="#ctx0" brushRef="#br0" timeOffset="51250.27">20761 17690 897 0,'0'0'183'0,"0"0"-11"0,0 0-26 0,0 0-52 0,0 0-27 0,0 0 1 0,0 0-16 16,-78-47 9-1,74 47-26-15,4 41 3 0,-7 19 8 16,7 20-21-16,0-6-4 16,0-2-18-16,0-11 1 15,0-10-1-15,0-11-3 16,14-12-15-16,2-13-10 16,3-9-44-16,9-6-12 0,5 0-110 15,3-21-182-15,-3-13-150 16</inkml:trace>
  <inkml:trace contextRef="#ctx0" brushRef="#br0" timeOffset="51665.03">21160 17738 220 0,'0'0'705'0,"0"0"-517"15,0 0-50-15,0 0-72 0,0 0-48 16,0 0-7-16,-7-173-9 16,42 147 12-16,10 11-12 15,-8 3-2-15,1 7 18 16,-5 5-17-16,0 0 19 16,-7 28 11-16,-9 15 11 15,-1 12 12-15,-16 8-26 16,0-1-16-16,0-1 11 0,-26-4-15 15,-2-14 16 1,-14 0 3-16,1-7-5 0,1-9 22 31,10-7-33-31,4-1 9 16,12-11 9-16,14-4-23 16,0-2 8-16,0-2-14 15,0 4 4-15,9-4-3 16,41 0-1-16,13 0-4 15,10-10 4-15,10-24-34 0,-5 0-18 16,-1-17-73-16,-20-4-173 16,-10 2-310-16</inkml:trace>
  <inkml:trace contextRef="#ctx0" brushRef="#br0" timeOffset="52060.96">22084 17437 977 0,'0'0'161'0,"0"0"-94"0,0 0 21 0,0 0-65 0,0 0 3 15,0 0 2-15,0 24 24 16,0-24 17-16,0 0-14 15,0 0 6-15,0 0-18 0,-5 0-17 16,5-15 6-16,0 0-32 16,0 5 3-16,0 1 2 15,17 9 1-15,11 0 5 16,-2 0-11-16,-10 0 1 16,-11 0 6-16,0 0-3 15,-5 0-4-15,0 0 11 16,0 0-7-16,-26 0 4 15,-2 0-8-15,-5 0 3 16,14 0-11-16,2 0 8 16,10-6-26-16,7 1-28 15,0 2-117-15,0 3-101 16,0 0-193-16</inkml:trace>
  <inkml:trace contextRef="#ctx0" brushRef="#br0" timeOffset="52378.05">22074 17792 336 0,'0'0'581'0,"0"0"-426"0,0 0-19 15,0 0-42-15,0 0-53 16,0 0 10-16,-11 21-11 16,11-21 34-16,0 0-7 15,0 0-34-15,0 0 29 16,0 0-30-16,16 0-9 15,-6 0 22-15,-10 26-31 16,0 1 5-16,0 3 2 16,-15-3-18-1,-27-6 36-15,2-6-38 0,5-4-1 16,9-11 1-16,16 0-1 0,1 0-5 31,-1 0-21-31,3-17-23 0,3-17 2 0,4 0-82 16,0-9-135-16,0 5-165 15</inkml:trace>
  <inkml:trace contextRef="#ctx0" brushRef="#br0" timeOffset="53475.86">20132 11757 719 0,'0'0'46'0,"-21"-167"28"0,21 93 64 0,0 11 2 0,7 21-81 0,12 13 7 16,-10 16-10-16,-9 11 1 15,0 2 13-15,0 0-10 0,0 41-5 16,0 54-35-16,0 55 18 15,9 58 12-15,10 49-28 16,12 35-2-16,2 31 19 16,0-5-28-16,-5-4 6 15,-2-22-6-15,-16-26-8 16,6-22 14-16,-16-32-17 16,0-30 0-16,0-29 0 15,0-32 8-15,-16-26-8 16,6-22 0-16,3-23-2 0,-2-20-7 15,-1-15 3 1,8-9-2 0,-10-6 5-16,-9 0-12 0,-15 0 14 0,-4-21-3 31,-7-15 4-31,2 1-8 0,10 7 8 16,7 14 0-16,7 10 1 15,4 4 7-15,-4 9-6 0,11 40-2 16,3 16 4-1,7 7 5-15,0-10-4 16,0-11-4-16,38-15 6 16,21-19-5-16,-5-17 8 0,17 0-10 15,9-34 0-15,10-36-11 0,9-13-5 32,-3-19-29-32,-8-6-44 15,-18-1-113-15,-18-8-111 16,-24 4-342-16</inkml:trace>
  <inkml:trace contextRef="#ctx0" brushRef="#br0" timeOffset="58032.8">22652 17484 1026 0,'0'0'169'0,"0"0"-17"0,0 0-66 0,0 0-40 0,0 0-46 0,0 0 3 0,0 0-2 16,57-143-1-16,2 120 0 15,-8 7 23-15,-6 7-4 16,-7 9 17-16,-5 0-11 15,-21 28-17-15,2 25 30 16,-14 10-20-16,0 6-16 16,-10-4 12-16,-18 1-10 15,-7-4 0-15,11-3-4 16,5-10 6-16,12-14-6 16,7-11 0-16,0-5-10 15,7-17 5-15,45-2-27 0,12 0 9 16,0-15 1-16,13-18-2 15,-13-8 21-15,2-4-6 16,-9-3 5-16,-17-3-5 16,-10-5 12-16,-4-1-3 15,-16-3 0-15,-10 3 1 16,0 13 9-16,0 2 1 0,0 16 9 16,0 5 12-1,0 8-8-15,-3 7 12 0,-4 6-8 16,7 0-16-16,-5 0 16 15,-2 28-18-15,5 22-4 16,2 21-2-16,0 14 1 16,0-13-4-16,28-11-1 15,15-7 1-15,-1-15-7 16,-4-15 1-16,7-10-14 16,0-14 10-16,-8 0-23 0,-1 0 14 15,-6-40-8 1,3-11-3-16,-7-15 26 0,-9-8-12 15,-6-1 9 1,-1 3 4-16,-10 13-7 0,0 10 9 16,0 23 7-16,0 14 8 15,0 9 34-15,0 3-16 16,0 3-5-16,0 38 3 16,0 19-30-16,0 14 13 15,0-2-3-15,14-7 2 0,17 1 4 16,-1-17-17-16,-8-4-2 15,-8-5-5-15,-14 3-50 16,0 1-76-16,-10 4-221 16,-53 3-309-1</inkml:trace>
  <inkml:trace contextRef="#ctx0" brushRef="#br0" timeOffset="58907.83">18401 17747 783 0,'0'0'96'0,"0"0"5"0,0 0 32 0,0 0-64 0,0 0-34 0,0 0-6 15,-85-34 28-15,31 85 10 16,-26 24-51-16,-24 18 54 16,-4 11 5-16,-15 10-21 15,-2-2 9-15,3 14-38 16,16-9-8-16,21-8 11 16,24-21-24-16,18-28 0 15,36-28-4 1,2-20 0-16,5-4-2 15,0-8-39-15,0 0-25 0,0 0-7 16,26-20-57-16,0-19-18 16,-9-8-132-16,-1-19-77 15</inkml:trace>
  <inkml:trace contextRef="#ctx0" brushRef="#br0" timeOffset="59606.2">17416 17094 886 0,'0'0'121'0,"0"0"26"16,0 0-24-16,-59-182-48 15,59 167-9-15,0 9-5 16,0 6-1-16,0 0 19 15,0 38-41-15,0 34 12 16,0 15-16 0,21-3-22-16,3-10 3 0,-3-14-14 15,-5-19 1-15,-1-14 0 0,-11-12-1 16,-4-9-1 0,0-6 0-16,0 0-1 0,0 0-1 31,0 0 2-31,0-28 0 15,0-24 5-15,-9-17-3 16,-17-9-3-16,0 4 1 16,7 8 0-16,3 19 6 15,6 14-5-15,6 17 0 16,4 13 27-16,-3 3-21 0,3 0 12 16,0 10-9-1,0 40-7-15,3 13 15 0,22 11-14 16,-8-11-1-16,-12-12 2 15,-3-19 1-15,-2-4-6 16,0-16 0-16,0-6 0 16,0-6 0-16,0 0 0 15,5 0 0-15,-5 0-5 16,0-40 5-16,0-12-2 16,0-14 2-16,0 0 0 0,-5 12-1 15,-2 21 2-15,0 12-1 16,7 18 0-16,0 3 2 15,0 0-3-15,0 24 1 16,0 29 0-16,14 13 2 16,10 0-2-16,-13-9 0 15,1-15 0-15,-7-6-3 16,0-10 2-16,-5-7-28 16,11-5-30-16,4 1-18 15,18 2-145-15,-5-8-150 16,14 4-174-16</inkml:trace>
  <inkml:trace contextRef="#ctx0" brushRef="#br0" timeOffset="59971.96">19375 17433 258 0,'0'0'684'0,"0"0"-522"0,0 0-10 0,0 0-38 0,0 0-73 16,-35 251 7-1,13-131 24-15,-11 8-16 16,-9 4 13-16,-15-11-16 0,1-7-17 15,6-3 6-15,3-19-28 16,19-12-5 0,11-20-8-16,8-22-1 0,9-16-1 15,0-14-23-15,0-4-22 16,0-4-7-16,0 0-90 16,0-31-64-16,0-29-43 15,0-20-113-15</inkml:trace>
  <inkml:trace contextRef="#ctx0" brushRef="#br0" timeOffset="60399.45">18937 16882 881 0,'0'0'98'32,"0"0"-6"-32,21-213 46 0,54 137-70 0,10 13-46 31,-21 24 23-31,-24 22-33 16,-19 17-2-16,-12 9 3 15,-9 44 5-15,0 19 14 16,0 5-24-16,0-8-7 0,0-13 14 15,0-12-13 1,33-10 5-16,19-7-4 0,12-13 2 16,21-2 7-16,-3-3-6 15,-16 1-6-15,-21-4 25 16,-24 0-10-16,-21 8 27 16,0 7 22-16,-23 15-38 15,-46 9-11-15,-18 2-15 16,7-1-21-16,5-6-34 15,20 0-84-15,22-8-87 16,19-4-246-16</inkml:trace>
  <inkml:trace contextRef="#ctx0" brushRef="#br0" timeOffset="60812.63">21690 17028 995 0,'0'0'176'0,"0"0"-60"0,0 0-5 0,0 0-49 0,0 0-25 0,-59 250 44 16,21-107-15 0,-9 9-8-16,0 13 2 0,-14-10-34 15,2-6 11-15,0-9-7 16,9-20-25-16,6-12 14 16,6-16-19-16,19-26 0 15,10-20-4-15,2-26 2 16,7-12-9-16,0-2-5 15,0-6-23-15,0 0 19 16,0-6-19-16,0-28-43 16,-5 0-46-16,5-12-104 15,0-8-131-15,0-2-209 0</inkml:trace>
  <inkml:trace contextRef="#ctx0" brushRef="#br0" timeOffset="62764.53">21212 15945 606 0,'0'0'75'16,"0"0"49"-16,0 0-14 0,0 0 25 0,0 0-59 0,0 0-11 0,-31-54 18 16,31 54-26-16,-7 0-4 15,2 0-2-15,5 0-20 16,-5 0 5-16,5 0-20 15,0 0-13-15,-4 0 15 16,-8 0-16-16,-14 0 0 16,-5 19 4-16,-4 2-3 15,-3 7 9-15,1 10-5 16,4 0 6-16,2 4 16 0,10 6-20 16,4 9 8-16,15-2-1 15,2 5-14-15,0-6 15 16,19-9-17-16,14-7 1 15,14-14 0-15,2-5 3 16,8-11-4-16,2-8 0 16,-12 0 4-16,5 0-2 15,-7-15-2-15,-1-15 0 16,-15-2 0-16,-6 1 4 16,-4 3-4-16,-16-5 0 0,1 2 2 15,-4 5 0 1,0-2-2-16,0 8 0 15,0 8 0-15,-4-1 1 0,-25 11-1 16,-8 2 0-16,-4 0-3 16,-10 18-3-16,1 17 3 15,-9 5 3-15,5 5-4 16,16-7-1-16,0 1 5 16,17-4-14-16,7-5-31 15,12-3-14-15,2-3-27 0,0-3-28 16,0-6-43-16,0 2-99 15,23-13-48-15</inkml:trace>
  <inkml:trace contextRef="#ctx0" brushRef="#br0" timeOffset="64086.39">21068 15927 638 0,'0'0'163'0,"0"0"-34"0,0 0 36 0,0 0-77 0,0 0-21 0,0 0-1 0,0 0-9 0,4-80 31 16,-20 155-39-16,-34 22-2 16,-6 15 7-16,-10-6-11 15,7-4-5-15,-5-13-7 32,24-20-26-32,21-21 20 15,12-19-20-15,7-14-2 16,43-6-3-16,53-9 4 0,39 0-4 15,6-35 0-15,-2-11-2 16,-7-3-4-16,-23-2 3 16,-20 5 3-16,-16 5-5 15,-23 8 0-15,-17 7-27 16,-26 11-39-16,-7 2-88 16,0 7-76-16,0 6-159 15,-2 0-341-15</inkml:trace>
  <inkml:trace contextRef="#ctx0" brushRef="#br0" timeOffset="64371.46">21235 15951 787 0,'0'0'126'0,"0"0"57"16,0 0-5-16,0 0-74 15,0 0-36-15,0 0-18 16,-92-29 10-16,109 94-12 15,23 36 27-15,5 22-9 0,2 8-40 16,-19-5-5 0,10-5 10-16,-17-4-29 0,-19-13 15 15,10-11-17 1,-12-15 1-16,0-19-5 16,0-14-5-16,0-18-23 15,0-13-6-15,0-10-75 0,0-4-81 16,0 0-67-1,0-33-65-15,0-24-51 0</inkml:trace>
  <inkml:trace contextRef="#ctx0" brushRef="#br0" timeOffset="65115.5">23831 16748 623 0,'0'0'254'0,"0"0"-71"0,0 0 8 0,0 0-47 0,0 0-60 16,0 0-37 0,-78 167-11-16,-19-30 11 0,-16 11 7 15,-12 11 10-15,-9-4-32 16,11-11 10-16,20-13-7 15,18-22-25-15,26-22 9 16,16-27-19-16,27-21-2 16,16-21-1-16,0-12-30 0,0-6-8 15,0 0-18-15,0-32-63 16,9-28-37-16,8-20-119 31,-6-17-180-31</inkml:trace>
  <inkml:trace contextRef="#ctx0" brushRef="#br0" timeOffset="65545.27">23324 15813 567 0,'0'0'210'0,"0"0"-82"16,0 0 47-16,0 0-41 0,-2-157-42 15,-36 157-21-15,-9 0-11 16,-12 6-13-16,-12 39-43 16,0 14 6-1,8 5 18-15,30-3-19 0,28-1-3 16,5-3-6-16,16-6 5 15,50 0-8-15,26-4 4 16,5 1-1-16,0-7 2 16,-5 4 4-16,-31-6-6 0,-21-12 8 15,-31 3-3-15,-9-6 21 16,0-1-2-16,-30 1-18 16,-24-3 2-16,-12-6-6 15,0-9-2-15,9-6 0 16,17 0-7-16,9-23 3 15,10-31-29-15,21-24-1 16,0-21 11-16,47-16-51 16,40-2-20-16,5 13-42 0,5 13-104 15,-22 30-61 1</inkml:trace>
  <inkml:trace contextRef="#ctx0" brushRef="#br0" timeOffset="70885.25">10294 5406 898 0,'0'0'64'0,"0"0"31"16,0 0 75-16,0 0-99 0,0 0-36 0,0 0-16 0,403-59 2 15,-264 41-21-15,-14 2-15 16,-24 4-16-16,-30 7-127 16,-24 5-4-16,-40 0 9 15,-7 0 6-15,-40 0 42 16,-56 11-71-16,-15 11 4 15,-9 4 153-15,-10 2 19 0,12 1 51 16,7-5 65-16,19-3 13 16,21-6-22-16,24-6-38 15,36-3 24-15,11-3-18 16,0-3-75-16,33 0 2 16,56 0 51-16,24-3-21 15,19-21-7-15,17-1-25 16,-15 3 2-16,-11 4-5 15,-24 9-12-15,-19-1-168 16,-33 10-80-16</inkml:trace>
  <inkml:trace contextRef="#ctx0" brushRef="#br0" timeOffset="75242.83">1536 7120 836 0,'0'0'36'15,"0"0"58"-15,0 0 95 0,0 0-106 0,0 0-25 0,0 0-35 0,0 0-13 16,-142 46 8-16,269-88 35 15,53-14-7 1,51-19-4 0,33-8-22-16,26-13 28 0,16 1-25 15,-9 2-13-15,-28 15 5 16,-43 16-15-16,-47 18-13 16,-54 16-29-16,-35 13-28 15,-38 7 5-15,-29 8-55 16,-23 0-62-16,0 12 3 15,-68 30-115-15,-36 7 25 16</inkml:trace>
  <inkml:trace contextRef="#ctx0" brushRef="#br0" timeOffset="75528.42">2401 7046 428 0,'0'0'75'16,"-410"144"5"-16,219-79 66 15,35-8-25-15,24-9-49 16,40-10 0-16,33-10 0 15,21-14 29-15,34-10-31 16,4-4-14-16,0 0-6 16,28 0-44-16,69-12 34 15,63-28 46-15,54-15-63 0,43-20 17 16,33-12 2-16,19-8-22 16,-5 6 19-16,-9 4-32 15,-22 19-3-15,-51 17-4 16,-45 13-7-16,-40 12-45 15,-41 12-67-15,-25 4-99 16,-19-3-159-16,-14-4-378 16</inkml:trace>
  <inkml:trace contextRef="#ctx0" brushRef="#br0" timeOffset="75670.67">5204 6602 925 0,'0'0'0'16,"0"0"-42"-16,0 0 39 16,0 0-55-16,0 0-272 0</inkml:trace>
  <inkml:trace contextRef="#ctx0" brushRef="#br0" timeOffset="76145.96">7274 6557 635 0,'0'0'68'0,"0"0"-37"0,0 0 137 15,0 0-8-15,0 0-46 0,-318-154-28 31,164 118-34-31,-65 0 23 0,-66 6-44 0,-64 5 13 16,-57 14-3 0,-51 11-35-16,-22 0 21 0,-25 51-26 15,-10 27 3-15,7 22 15 16,14 20-15-16,29 9 16 16,54-1 12-16,61-2-31 15,73-5 20-15,94-2-20 16,90 10 7-16,92-3 0 0,99-1-6 15,142-13-2-15,110-19 0 16,85-33-26-16,76-39-9 16,63-21-58-16,43-36-1 15,18-44 23-15,17-31-4 16,-14-16 27 0,-63-18 43-16,-107 3 10 0,-156 13 7 15,-169 22-12 1,-144 21 0-16,-148 14 12 15,-225 16-12-15,-162 29 0 16,-161 27-104-16,-110 0-84 0,-71 49-51 16</inkml:trace>
  <inkml:trace contextRef="#ctx0" brushRef="#br0" timeOffset="91496.38">1302 10522 886 0,'0'0'176'16,"0"0"30"-16,0 0-60 0,0 0-49 0,0 0-36 0,0 0-25 15,-49-17 26 1,27 73-41-16,-11 24-5 0,-4 12 27 15,4-1-38-15,-5-11 6 16,3-5-11-16,6-10 10 16,10-18-8-16,12-13-2 15,7-14 0-15,0-11-9 0,0-6 8 16,0-3-3-16,0 0-2 16,0-6-10-16,17-38 14 15,16-21 2-15,0-20 0 31,-2-4-3-31,2-9 8 16,-8 1-5-16,4 6 0 0,-3 14 5 16,-10 14-9-1,-2 20 4-15,-7 22 0 0,-2 10-2 16,-3 9 5-16,3 2-3 0,0 0 0 16,4 2-21-1,-2 40-12-15,3 12-45 16,-3 16-141-16,-7 15-195 15</inkml:trace>
  <inkml:trace contextRef="#ctx0" brushRef="#br1" timeOffset="94541.65">1210 10770 629 0,'0'0'129'0,"0"0"-17"0,87-186 99 0,-61 157-60 16,-16 12-69-16,-1 10-1 15,-9 7 0-15,0 0-46 0,0 30 18 16,0 42-33-16,-40 25 3 0,-9 20 11 16,-6 0-33-1,-8 1 11-15,9-3-11 16,4-15 11-16,5-21-9 15,22-27-3-15,13-21 0 0,10-16-2 16,0-10 6 0,0-5-4-16,0 0 0 15,0-11 3-15,0-46 2 16,33-23-5-16,19-22 0 16,0-14 6-16,-3 2-2 15,-4 5-4-15,2-2 0 16,-7 18 3-16,3 21-3 15,-15 25 0-15,-4 24 0 16,-17 12 21-16,-2 11-19 16,16 0 13-16,9 37-5 0,11 32-4 15,10 20 35-15,-11 7-33 16,3-1-2-16,4-3 10 16,-14 1-9-16,5 0-7 15,-12-16 0-15,-15-12 5 16,1-14-18-16,-7-19-7 15,-5-11-40-15,0-8-4 0,0-10-108 16,0-3-56-16,-50 0-93 16,-25-33-68-16</inkml:trace>
  <inkml:trace contextRef="#ctx0" brushRef="#br1" timeOffset="94684.75">1055 11319 589 0,'0'0'173'0,"0"0"-7"0,0 0 29 0,0 0-87 16,0 0-64-16,0 0-16 16,169-105-2-16,-6 42-5 0,37 0-21 15,36 13-72 1,-2 8-248-16,-8 25-577 0</inkml:trace>
  <inkml:trace contextRef="#ctx0" brushRef="#br1" timeOffset="95383.61">3589 10796 1174 0,'0'0'89'0,"0"0"58"15,0 0 21-15,0 0-87 16,0 0-52-16,0 0-22 15,-97 49 13 1,97 31 12-16,0 16-26 0,-16-1 23 16,-5-14-28-16,-3-10-1 15,17-17 0-15,-5-22 12 16,12-10-14-16,-5-10 2 16,5-10-6-16,0-2-6 15,0 0-2-15,0-17 7 16,0-43 3-16,0-24-12 0,0-14 9 15,5-3-1 1,38 7 1-16,1 11-8 0,11 11 5 16,13 15 2-1,3 17 5-15,-1 12 1 0,-11 17-4 0,-7 7 6 16,-7 4 0-16,-7 21-14 16,-17 28 18-16,-21 7-4 15,0 7 0-15,-21 3 8 31,-50-1-13-31,-23-5 5 0,9-5 0 16,2-3-5-16,13-10 7 16,25-9-2-16,19-20 0 15,19-6-19-15,7-1 14 16,0-6-35-16,33 0 22 16,38 0 8-16,9 0 10 15,7 0 0-15,2 0 0 0,-1 0 9 0,-1 15-4 31,3 23 4-31,-27 8 3 16,-23-1 34-16,-28-1-40 16,-12-5 24-16,-19 2-11 0,-61-2-16 15,-5-9 22 1,-12 0-25-16,1-12 0 0,13-9 7 16,8-9 1-16,16 0-8 15,9-9 0-15,10-30-8 16,21-17 6-16,15-7-58 15,4-11-75-15,0 8-136 16,16 12-260-16</inkml:trace>
  <inkml:trace contextRef="#ctx0" brushRef="#br1" timeOffset="95829.59">6078 10970 911 0,'0'0'22'0,"0"0"96"0,0 0 20 15,0 0-93-15,0 0 17 0,0 0-8 0,-124-80 0 16,43 103-7-16,-11 28-7 16,22 8 29-16,20 6-38 15,31 4-17-15,19-6 25 16,0-3-36-16,64-12 6 16,21-16-8-16,23-8 10 15,1-18-4-15,-5-6-7 0,-1 0 0 16,-25-2 17-1,-12-19-9-15,-5-7 21 0,-25 8-4 16,-10 2-25-16,-10 3 21 16,-11 9-21-16,-5 6 0 15,0 0-3-15,0 0-32 16,0 0-68-16,0 6-169 0,-21 18-230 16</inkml:trace>
  <inkml:trace contextRef="#ctx0" brushRef="#br1" timeOffset="96195.22">7858 10877 943 0,'0'0'53'16,"0"0"76"-1,0 0 62-15,0 0-102 16,0 0-2-16,8-158-33 16,-1 155 11-16,-7 0 9 0,0 3-47 15,0 0 17-15,0 0-17 16,0 48-25-16,0 21 42 16,0 20-29-1,0 3-6-15,0-8-1 16,0 3 4-16,7-15-7 15,-3-7-5-15,3-17 2 16,-4-15-8-16,2-7 6 16,-5-11-38-16,0-6-16 15,0 0-70-15,0-9-73 16,0 0-87-16,0-18-66 16,0-35-119-16</inkml:trace>
  <inkml:trace contextRef="#ctx0" brushRef="#br1" timeOffset="96401.91">7807 10957 463 0,'0'0'167'16,"0"0"-5"-16,0 0-15 16,0 0-51-16,0 0-49 15,0 0 36-15,209-98-17 16,-121 98-12-16,1 3 44 16,-2 27-47-16,-11 8 15 15,-10 11 5-15,-19-3-40 16,-26 9 7-16,-21-2-36 0,-16 2 8 15,-71 7-20-15,-41 7-17 16,-27 0-128-16,-29-4-138 16,-26-5-258-16</inkml:trace>
  <inkml:trace contextRef="#ctx0" brushRef="#br1" timeOffset="97196.22">1517 12830 765 0,'0'0'133'0,"0"0"3"0,0 0 56 0,-47-172-65 0,47 138-31 16,0 14-22-16,4 8-5 0,-4 6 14 15,0 6-48 1,0 0 12-16,0 4-10 0,0 56-30 16,0 23 34-16,10 19-21 15,-3 5-11-15,2-9 6 16,3-8-7-16,-7-10-8 15,-5-14 0-15,0-13 4 16,0-9-10-16,0-13 6 16,0-13-27-16,0-9-2 15,0-9-55-15,0 0-25 0,11-21-129 16,1-35-222-16,19-25-392 16</inkml:trace>
  <inkml:trace contextRef="#ctx0" brushRef="#br1" timeOffset="97529.36">2521 12818 970 0,'0'0'121'0,"0"0"-23"0,0 0 54 15,0 0-125-15,0 0-27 16,0 0 8-16,0-2-6 15,31-4 17 1,-10 6-9-16,-5 0 31 16,-2 3 20-16,-6 30-20 0,-8 0 0 15,0-1-14-15,-8-7-15 16,-22-11 36-16,-3-2-46 0,7-12 4 16,-2 0 4-16,11 0 0 15,-2-12-10-15,12-23 0 16,7-5-36-16,0-5 8 15,0 11-110-15,43 9-116 16,-1 13-117 0,-4 12-360-16</inkml:trace>
  <inkml:trace contextRef="#ctx0" brushRef="#br1" timeOffset="97863.16">2691 13367 878 0,'0'0'135'0,"0"0"-25"16,0 0-4 0,0 0-48-16,0 0-31 15,0 0-12-15,0 0 37 16,21 21-15-16,-19-21 9 0,-2 4 11 16,0-4-29-16,0 9 13 0,0-3-16 15,-14-3-14 1,0 0 33-16,2-3-38 15,3 0 10-15,-3-6-2 16,7-9-9-16,5-4 16 0,0 5-21 16,0 2 2-16,0 6 8 15,0 4-5-15,0 2-5 16,0 0 0-16,0 0-24 16,5 0-6-16,7 0-110 15,-3 0-112-15,8 5-223 0</inkml:trace>
  <inkml:trace contextRef="#ctx0" brushRef="#br1" timeOffset="98404.04">3332 12896 314 0,'0'0'603'31,"0"0"-533"-31,0 0 29 16,0 0-18-16,38-157-48 15,21 117-28-15,-5 5 16 16,-9 8 31-16,2 8-23 16,0 11 53-16,-2 8-34 15,-5 0-20-15,-7 33 23 16,-17 21-44-16,-9 5 8 0,-7 7-15 15,0-4 11-15,-44-4-6 16,-8-8-5-16,-5-12 0 16,19-4 2-16,-6-11 3 15,20-11-5-15,12-7 0 16,8-5 5-16,4 0-19 16,0 0 12-16,0 0-24 15,25-11 25-15,20-9-5 16,14 2 6-16,0 10 0 15,5 8 4-15,-1 0 13 0,8 8-6 16,-10 24 9 0,-13 2 43-16,-20-2-26 0,-28 2-7 15,0-2 3-15,-26 6-28 16,-40 4 20-16,-17-6-25 16,-11-4 0-16,7-7 3 15,12-16 4-15,8-9-14 16,11 0 6-16,11-9-32 15,12-29 16-15,12-11-77 16,21-4-79-16,0 2-118 16,0 3-226-16</inkml:trace>
  <inkml:trace contextRef="#ctx0" brushRef="#br1" timeOffset="99553.99">3417 14421 184 0,'0'0'653'0,"0"0"-531"0,0 0-14 0,87-189 17 0,5 140-62 0,5 6-38 15,-17 17 51-15,-17 15-29 16,-25 11-10-16,-5 5 27 16,-26 45-43-16,-7 23 5 0,0 7-15 15,-7 4-4-15,-40-10 1 16,-2-12-8-16,-6-4 0 16,13-20-1-16,9-14 6 15,19-9-5 1,7-9 0-16,7-3 9 15,0-3-24-15,0 0 14 16,42 0 1-16,8-6-5 0,13-3 15 16,-4 9-10-16,7 0 10 15,0 18-7-15,-16 18 34 0,-20 5-19 16,-20 4-2 0,-10-4 30-16,-28 8-31 0,-50-5 14 15,-12 1-22-15,-18-9 5 16,4-10-8-1,0-7-4-15,19-17 0 0,10-2-3 16,11-6 0-16,19-38-11 16,20-15-23-16,25-25-78 0,4-10-59 15,81 5-194-15,12 15-255 32</inkml:trace>
  <inkml:trace contextRef="#ctx0" brushRef="#br1" timeOffset="99912.35">4921 14377 1044 0,'0'0'177'0,"0"0"-102"0,0 0 28 0,0 0-28 16,0 0-70-16,0 0 0 0,35-13 24 15,-18 13-12 1,-12 0 28-16,-5 21-6 16,0 9-28-16,0 3 20 15,-36-1-24-15,-11-8-5 0,7-5 23 16,14-11-24-16,0-4 14 16,12-4-2-16,4 0-10 0,6-18 7 31,4-19-10-31,0-5 0 15,0 4-5-15,28 10-28 16,10 14-60-16,-3 14-130 0,-11 0-160 0,-5 25-151 31</inkml:trace>
  <inkml:trace contextRef="#ctx0" brushRef="#br1" timeOffset="100167.56">4914 14915 595 0,'0'0'380'0,"0"0"-261"0,0 0-41 16,0 0 45-16,0 0-60 15,0 0-4-15,160 5 8 16,-153 3-34-16,-7 13 4 16,0 0 4-16,-37 5-20 15,-11-4 24-15,4-10-32 16,11-6 0-16,2-4-3 15,3-2-1-15,16 0-18 16,-2 0 2-16,14-20-59 0,0-2-17 16,7 5-135-16,33 4-180 15,9 8-453-15</inkml:trace>
  <inkml:trace contextRef="#ctx0" brushRef="#br1" timeOffset="100733.37">5925 14266 902 0,'0'0'151'15,"0"0"-32"1,0 0 43-16,0 0-86 0,0 0-56 16,0 0 35-16,-59-101-22 15,59 101 14-15,0 2-2 16,-9 46-28-16,-12 20 24 15,14 15-36 1,7-1 2-16,0-7-2 0,2-9-5 16,40-17 0-1,1-12 0-15,18-14-28 0,-4-14 17 0,-3-9-17 16,-12 0-4-16,-16 0 31 16,7-23-25-16,-21-10 26 15,2-6-2-15,-11-6 11 16,-3 1-12-16,0 4 3 15,0 2 0-15,-10 8 0 16,-13 10 10-16,1 2-5 16,4 7 19-16,15 7-23 0,3 0 38 15,0 4-29 1,0 0-10-16,0 0 32 0,0 21-25 31,-5 26 8-31,5 16 18 0,0 9-28 0,-7-6 33 16,7-1-34-1,0-5-3-15,0-9 6 16,0-10 0-16,0-2-7 0,0-7 0 0,0 2-33 31,-11-8 11-31,-15 5-67 16,4-5-88-16,-4 4-62 0,-7 1-213 16,10 6-232-1</inkml:trace>
  <inkml:trace contextRef="#ctx0" brushRef="#br1" timeOffset="101457.54">5944 15764 816 0,'0'0'262'0,"0"0"-49"0,0 0-22 0,0 0-39 16,0 0-90-16,0 0-6 0,0 0 3 15,10 146-12 1,-10-51 11-16,0-9-52 0,0-6-4 0,0-5-2 16,4-12-9-1,15-15-18 1,12-13-44-16,11-13-53 16,1-22-171-16,-10 0-416 0</inkml:trace>
  <inkml:trace contextRef="#ctx0" brushRef="#br1" timeOffset="101824.35">7253 15764 949 0,'0'0'104'15,"0"0"-26"-15,0 0 52 16,0 0-102-16,0 0-11 16,0 0 18-16,63-10-5 15,-42 10 21-15,-2 0-7 0,-5 0 0 16,-4 0 38-16,2 19-47 16,-8 1-6-16,-4 0 9 15,0-1-30-15,-9-4 30 16,-22-6-17-16,5-6-14 15,7-3 35-15,1 0-40 16,-4 0 6-16,11-29-8 16,11-8 0-16,0-9-5 15,0 6-23-15,40 6-38 0,4 12-87 16,-1 16-234-16,-17 6-327 16</inkml:trace>
  <inkml:trace contextRef="#ctx0" brushRef="#br1" timeOffset="102093.53">7274 16285 900 0,'0'0'141'16,"0"0"-14"-16,0 0 4 15,0 0-32-15,0 0-65 0,0 0 0 16,134 72 30-16,-134-55-29 15,0 1 6-15,-45-2-3 16,-14-1-32-16,15-15 34 16,4 0-37-16,2 0 0 15,19-21-6-15,7-15 0 16,12-13-32-16,0 0-44 0,36 3-140 16,11 14-245-16</inkml:trace>
  <inkml:trace contextRef="#ctx0" brushRef="#br1" timeOffset="102521.43">8297 15862 1127 0,'0'0'187'16,"0"0"-128"-16,0 0 52 0,0 0-67 15,125-158-38-15,-83 124 11 16,-11 5-17-16,-3 7 0 16,3 8 14-16,4 3-7 15,1 7-7-15,-3 4 11 16,0 0-10-16,-3 28 23 16,-8 18-11-16,-18 12 9 15,-4 1 18-15,0 1-32 16,-35-1 17-1,-19-2 2-15,-8 0-26 0,3-9 32 0,0-7-24 16,15-7-3-16,18-17 25 31,21-6-29-31,5 0-2 0,5-11 0 16,70 0 0-16,31-13-1 16,36-34 1-16,6-10-6 15,13-9-2-15,-6 4-9 16,-13-1 6-16,-15 6-9 15,-30 6-48-15,-31 7-58 0,-36 11-200 16,-30 9-363-16</inkml:trace>
  <inkml:trace contextRef="#ctx0" brushRef="#br1" timeOffset="105406.32">5593 12643 945 0,'0'0'95'0,"0"0"78"0,0 0-35 0,0 0-132 0,0 0 32 0,0 0-36 0,0 0 4 0,101-86 31 31,-61 79-7-31,-4 7 29 0,1 0-23 15,3 0-28-15,-7 34 28 16,-2 6-30-16,-17 11 1 16,-14 1 1-16,0-1 1 15,-23-5-4-15,-32-3-5 16,-1-5 5-16,-1-7-2 16,17-11-3-16,10-8 0 15,13-5-2-15,8-7 10 16,9 0-11-16,0 0 3 15,0 0-2-15,0 0-10 16,0 0 2-16,30-5 10 0,15-7-4 16,7 4 11-16,12 2-9 15,-1 6 2-15,8 0 0 16,0 14 9-16,-5 20-5 16,-21 1-3-16,-15-1 7 15,-20-8-4-15,-10 2 11 16,-22 1-4-16,-46 1-3 15,-5 3 20-15,-12-9-24 16,10-7 12-16,16-8 4 16,4-5-19-16,6-4 26 0,14 0-24 15,-8-6 0 1,15-18 8-16,7-6-9 0,4 3-2 16,8 3 0-16,9 7 9 15,-3 7-4-15,3 2-5 16,0 4 3-16,0 1 9 15,0-1-6-15,0 4-3 16,0 0-2-16,0-2 7 16,0 2-5-16,0 0-3 0,0 0 0 15,0 0-6-15,0 0 11 16,0 0-5-16,0 0 0 16,0 0 4-16,0 0-14 15,0 0 10-15,0 0-17 16,0 0 15-16,0 0-34 15,0 0-9 1,0 0-43-16,0 0-147 16,12 0-154-16,42 0-345 15</inkml:trace>
  <inkml:trace contextRef="#ctx0" brushRef="#br1" timeOffset="106775">8052 12548 738 0,'0'0'128'0,"0"0"-4"0,0 0 114 0,0 0-116 0,0 0-80 0,0 0-9 32,-14-76-13-17,47 48-16-15,7 1 10 0,4 3 2 16,1 3-13-16,7 6 17 16,7 2-14-16,0 7 4 15,-9 6 24-15,-1 0-22 16,-7 0 4-16,-11 28 4 15,-12 6-12-15,-14 12 13 16,-5 8-18-16,-5 3 10 16,-52 2 3-16,-20-6-12 15,-1-4 7-15,-7-8-7 16,9-4 0-16,18-15 2 0,15-4-6 16,17-5 0-16,17-10-1 15,9-3 9-15,0 0-9 16,0 0 1-16,0 0-2 15,0 0-8-15,14 0 9 16,33-17 1-16,7-5-2 16,10 1 5-16,-5 13-3 15,2 2 0-15,0 6 3 16,1 0 13-16,-6 6-14 16,-6 20 5-16,-17 10 17 0,-21 5-18 15,-12 4 18-15,0 4-4 16,-10-9-14-16,-44 3 25 15,-12-8-26-15,-17-4 2 16,1-5 3-16,11-8-2 16,5-10-6-1,12-3-2-15,7-5 5 0,16 0-2 16,3 0-3-16,0-19 0 16,13-1-2-16,1-1 5 15,7 5-3-15,5 7 0 16,-3-6 3-16,-2 10-6 0,7-1 3 15,0 3 0-15,0 3 0 16,0 0 6-16,0 0-8 16,0 0 2-16,0 0 0 15,0 0-2-15,0 0 2 16,0 0 0-16,0 0 0 0,0 0 7 16,0 0-9-16,-5 0 2 15,5 0 0-15,0 0-4 16,0 0 4-16,0 0 0 15,0 0 0-15,0 0 9 16,0 0-14 0,0 0 5-16,0 0 0 15,0 0-5-15,0 0 6 16,0 0-1-16,0 0 0 16,0 0 6-16,0 0-12 0,0 0 6 0,0 0 0 15,0 0-10-15,0 0 11 16,0 0-1-1,0 0 0-15,0 0 4 0,0 0-10 16,0 0 6 0,0 0 0-16,0 0-3 0,0 0 6 15,0 0-3-15,0 0 0 16,0 0-1-16,0 0-9 16,0 0 10-16,0 0 0 15,0 0-10-15,0 0 14 0,0 0-4 31,0 0 0-31,0 0 6 16,0 0-8-16,0 0 2 16,0 0 0-16,0 0 8 15,0 0-3-15,0 0-2 16,0 0 2-16,0 0 0 16,0 0 8-16,0 0-13 15,0 0 0-15,0 0 6 0,0 0-6 16,0 0 0-16,0 0-6 15,-4 0-48-15,-13 0-14 16,-18-6-218-16,-15-12-478 16</inkml:trace>
  <inkml:trace contextRef="#ctx0" brushRef="#br1" timeOffset="109048.89">6078 15155 985 0,'0'0'218'0,"0"0"-85"0,0 0 15 0,0 0-53 0,0 0-72 15,0 0 20-15,130 0 9 16,-76 0-46-16,-11 0 13 16,-17-3-19-16,-19 0 6 0,-7 3-7 15,0 0 1-15,0 0 0 16,0 0-2-16,-24 0-9 15,-30 0 5-15,-5 12 6 16,-5-1 0-16,5 1-3 16,15-3 3-16,13-6 0 0,24 1 0 15,7-2 11 1,0-2-9-16,0 0-2 0,0 0 0 16,0 0-3-16,7 0 7 15,31 0-4-15,-5 0 4 16,5 0 4-1,-20 0 0-15,-6 0-8 0,-12 0 0 16,0 0-4 0,0 0 9-16,-23 10-5 0,-46 7 0 15,-4 1 3-15,-2 2-9 16,9-1 6-16,21-4 0 16,10-4 7-16,11-5-4 15,24-6 2-15,0 0-3 0,0 3 8 16,24-3-5-1,49 0-5-15,26 0 0 0,28 0-6 16,3-20-28-16,-17-7-124 16,-26 3-403-16</inkml:trace>
  <inkml:trace contextRef="#ctx0" brushRef="#br1" timeOffset="110067.37">8561 14090 797 0,'0'0'138'0,"0"0"72"0,0 0-20 0,0 0-69 0,0 0-39 16,0 0-9-16,0 0 4 15,0-122-39-15,0 122-14 16,0 0 14-16,-17 41-31 16,-4 19 19-16,-2 14 5 15,-3 3-29-15,5-5 22 16,-10-2-21-16,3-11-2 15,4-14 5-15,-2-9-1 16,7-15-5-16,19-13 0 0,0-1 3 16,0-7-10-16,0 0 7 15,0 2-11-15,0-2 6 16,0 6-7-16,0-6 12 16,19 3-1-16,31-3 5 15,25 0-7-15,0 0 3 16,1 0 0-16,2 0-3 15,-8 0 9-15,-11-9-6 16,-21-8 0-16,-12 5 3 16,-14-4-5-16,-10 1 2 0,-2 1 0 15,0-7-3 1,0 2 7-16,0 2-4 0,-26-1 0 16,7 4 3-16,-2 1-11 15,0 4 8-15,9 3 0 16,0 3-3-16,1 0 11 15,11 3-8-15,0-3 0 16,0 3 5-16,0 0 3 0,0-2-6 16,0 2-2-16,0 0 8 15,0 0 0-15,0 0-4 16,0 0-4-16,0 0 3 16,0 0-3-16,0 0 0 15,0 0 0-15,0 0 0 16,0 0 3-16,0 0-3 0,0 0 0 15,0 0 1 1,0 5-9 0,0 35 9-16,0 6-1 15,0 12 0-15,0 7 7 0,0 4-7 0,0 2 0 16,0-2 1 0,0-6 8-16,0-6-4 15,0-14-5-15,0-3 5 0,0-17 4 16,4-7-6-16,-4-7-3 0,7-3 0 15,-7-6-9-15,0 3 7 16,0-3-17 0,0 0-23-16,0 0-37 15,0 0 9-15,-30-25-144 0,-22 2-148 16,-9 5-93-16</inkml:trace>
  <inkml:trace contextRef="#ctx0" brushRef="#br1" timeOffset="111196.28">3132 15536 957 0,'0'0'218'0,"0"0"-82"0,0 0 45 0,0 0-114 0,0 0-43 0,0 0 35 0,228-23-21 0,-112 2-5 31,-29 2-21-31,-28 11-7 16,-33 2 0-16,-19 6-5 16,-7 0 0-16,0 0 0 15,0 0 6-15,-50 0-7 0,-23 2 1 16,-2 10 0-16,2 3 0 16,4 1 0-16,15-7 0 15,17 0 16-15,15-9-15 16,22 2 16-16,0-2-16 15,0 0 3-15,0 0-8 16,26 0 4-16,14 0-5 16,3-5-13-16,-8-1-69 0,-2 0-100 15,-33-3-224 1,0-1-369-16</inkml:trace>
  <inkml:trace contextRef="#ctx0" brushRef="#br1" timeOffset="111944.35">1361 14841 502 0,'0'0'141'0,"0"0"-44"0,0 0 76 0,0 0-2 15,0 0-44-15,0 0-5 0,-97 0-22 16,86-17 4 0,11-1-38-16,0-13-31 0,16-7 10 0,43-4-32 15,16 1 0 1,6 14 21-16,-29 15-29 15,-5 9 7-15,-24 3-9 0,-4 9 5 16,-12 30 5 0,-7 19-6-16,0 12-7 15,-19-2 13-15,-35 4-8 0,-17-13-5 16,3-8 0-16,14-12 3 16,11-12 1-16,22-16-4 15,14-5 0-15,7-1-1 16,0-4 2-16,0-1-2 15,0 0-1-15,47 0 2 16,22 0 4-16,8 0-4 16,-4 0 0-16,-2 22 14 0,-14 5-8 15,-20-1-1-15,-29 5 14 16,-8-5-11-16,0 4 22 16,-50 2-19-1,-30 2-4-15,-17-2 5 0,1-7-5 0,4-8-5 31,4-11-1-31,13-6 6 16,21 0-5-16,-5-12-2 0,23-24-21 0,13-12-18 16,11-5-58-16,12 0-27 31,7 7-250-31,40 8-318 16</inkml:trace>
  <inkml:trace contextRef="#ctx0" brushRef="#br1" timeOffset="112326.17">2644 14747 577 0,'0'0'588'0,"0"0"-492"0,0 0 48 0,0 0-19 16,0 0-89-16,0 0-19 15,-97-6-9-15,102-4 39 16,9 2-25-16,-7 8 10 0,-7 0 18 16,0 0-32-16,0 0 12 15,0 0-17 1,0 14-12-16,0 10 43 0,0-1-26 16,0-7 4-16,-5-10 9 15,3-3-31-15,-12 0 23 16,9-3-23-16,5 0 7 0,-5 0-4 15,3 0-3-15,-10 0-12 16,5-9-10-16,7 0-36 16,0 9 0-16,0 0-57 15,0 3-163-15,19 38-112 16,2 11-81-16</inkml:trace>
  <inkml:trace contextRef="#ctx0" brushRef="#br1" timeOffset="112628.76">2625 15510 882 0,'0'0'172'0,"0"0"-9"16,0 0-9-1,0 0-86-15,0 0-16 16,0 0-32-16,-10 12 27 0,10-1 0 16,0 8-9-16,10 8 28 15,-6-5-47 1,-4 1-6-16,0-6 20 0,0 1-30 15,0-7 17-15,-26-4 2 16,-9-5-22-16,0-2 33 0,-1 0-30 16,3-26-2-16,12-14 7 15,14 0-2-15,7-3-8 16,0 8 2-16,7 13-33 16,26 16-2-16,12 6-68 15,0 6-187 1,-17 34-252-16</inkml:trace>
  <inkml:trace contextRef="#ctx0" brushRef="#br1" timeOffset="113349.46">5338 16068 839 0,'0'0'174'0,"0"0"15"0,0 0-34 0,0 0-47 16,0 0-54-16,0 0-12 15,-89-18 17-15,89 15-27 0,0-4-17 16,0 7 21 0,0 0-24-16,0 0 14 15,0 0-7-15,0 0-12 16,4 13 31-16,18 14-20 16,-15 5-7-16,-7-1 20 0,0-15-27 15,0-10 24-15,0-6-14 16,0 0-11-16,0 0 20 15,0 0-21-15,0-2-2 16,-26-16 0-16,7-11 1 0,2-5-3 16,17-8-10-16,0 7-26 15,0 6-3-15,48 6-56 16,8 21-104-16,-2 2-171 16,-11 19-281-1</inkml:trace>
  <inkml:trace contextRef="#ctx0" brushRef="#br1" timeOffset="113600.77">5334 16589 294 0,'0'0'740'0,"0"0"-553"16,0 0-53-16,0 0-19 0,0 0-95 15,0 0-4-15,-36 54 50 16,55-36-25-1,-10 1 19-15,-9 7-15 16,0-3-33-16,0 2 28 16,-9-4-32-16,-29-10 2 0,-14-8 20 15,3-3-29-15,2 0 9 0,9 0-10 32,19-6-12-32,5-20 4 15,14-5-46-15,0-1-54 16,0 1-102-16,14 11-266 15</inkml:trace>
  <inkml:trace contextRef="#ctx0" brushRef="#br1" timeOffset="114174.13">3961 16377 642 0,'0'0'227'0,"0"0"-84"0,0 0 53 0,-4-163-69 0,4 133-45 0,0 9 20 16,0 12-8-16,0 9-26 16,0 0 0-16,0 17-37 15,0 64 5-15,0 27 4 0,0 21-2 16,0-4-3 0,21-16-19-16,-2-18-14 0,-5-17 6 15,5-23-3-15,-17-24-5 16,3-12 0-16,-5-15 4 15,0 0-7-15,0-6 3 16,0-45 0-16,0-30-7 16,-26-23 6-16,5-6-2 0,14-8-3 15,-5 21 1-15,2 25 2 16,6 30 3-16,4 21 0 16,0 19 10-1,0 2-5-15,0 0 0 0,0 39-5 16,0 16 8-16,0 14-13 15,0 0 5 1,14-10-19-16,-2-4-11 0,-12-2-64 16,0 4 7-16,-50-7-190 0,-23-7-381 15</inkml:trace>
  <inkml:trace contextRef="#ctx0" brushRef="#br1" timeOffset="114570.01">2745 16502 624 0,'0'0'354'0,"0"0"-216"0,0 0 26 0,0 0-27 0,0 0-63 0,0 0-39 16,7 9 22-16,7-26-23 16,3 0-25-16,-3 4 36 15,0 7-27 1,-9 6 6-16,9 0 3 0,-14 0-25 16,0 16 16-1,0 10-5-15,0-3-7 0,-38-4 31 0,-2-7-32 31,2-3 8-31,10-9 3 16,4 0-12-16,-2 0 1 16,8-9-5-16,11-11-10 15,7-3 7-15,0 1-50 16,0 10-5-16,28 9-107 16,7 3-232-16,-2 11-249 15</inkml:trace>
  <inkml:trace contextRef="#ctx0" brushRef="#br1" timeOffset="114839.3">2736 17121 862 0,'0'0'349'0,"0"0"-231"16,0 0 15-16,0 0-68 15,0 0-46-15,0 0 34 16,61 0-28-16,-54 5 20 0,-7 13 0 15,0 6-16 1,-26-5 13-16,-12-6-30 0,5 0-5 16,0-13 9-16,3 0-10 15,4 0-9-15,11 0 3 16,-10 0-32-16,13-21-1 16,-2 1-74-16,2 2-152 15,-9-4-211-15</inkml:trace>
  <inkml:trace contextRef="#ctx0" brushRef="#br1" timeOffset="115109.24">1644 16437 7 0,'0'0'915'0,"0"0"-715"15,0 0-20-15,0 0-1 16,0 0-75-16,0 0-28 16,-47-50-36-16,80 119 3 0,12 20 1 15,2 12-42-15,-14-3 11 16,4-1-13-16,-6-14-24 16,-10-6-10-16,-14-9-79 15,-7-11-136-15,0-9-177 16,0-9-438-16</inkml:trace>
  <inkml:trace contextRef="#ctx0" brushRef="#br1" timeOffset="115554.98">536 18144 306 0,'0'0'651'0,"0"0"-481"16,0 0-34-16,0 0-10 0,0 0-52 16,0 0-45-16,61 47 25 15,121-53-27-15,65-35 1 16,60-13 31-16,82-20-34 16,56-10 15-16,53-6-9 15,39-11-31-15,8-3 17 16,25 0-17-16,-11-5 0 15,7 6 3-15,-12 1 4 0,-26 4 9 16,-12-1 9-16,-23 1-15 16,-36 0 18-16,-35 1-25 31,-33 11 2-31,-61 11 7 16,-50 9-5-16,-49 15-1 15,-50 11-6-15,-33 3 3 16,-35 14-11-16,-47 8 8 15,-26 9-13-15,-38 4-7 16,0 2-41-16,-78 0-10 16,-31 0-114-16,-20 8-96 15,-34 13-153-15</inkml:trace>
  <inkml:trace contextRef="#ctx0" brushRef="#br1" timeOffset="116527.57">4763 12796 1052 0,'0'0'152'0,"0"0"-66"0,0 0 51 0,0 0-21 0,0 0-93 15,0 0-12-15,12 0 37 16,11-6-16-16,1 2 7 0,-22 4-8 16,-2 0-25-1,0 0 30-15,0 0-27 16,-14 27 8-16,-26-4 9 0,-2-1-21 16,20-13 7-16,15-9-10 15,7 0 8-15,0 0-20 16,0 0 0-16,0 0-44 15,0 0-28-15,33 6-139 16,10 26-151-16,-15 21-193 16</inkml:trace>
  <inkml:trace contextRef="#ctx0" brushRef="#br1" timeOffset="116717.32">4876 13371 1143 0,'0'0'167'0,"0"0"12"15,0 0-54 1,0 0-59-16,0 0-45 16,0 0-9-16,-26 0 28 15,17 0-30-15,-22 0 1 0,-9 0-11 16,2 0-1-16,19 0-1 16,12 0-54-16,7-4-138 15,19-9-249-15,35-8-579 0</inkml:trace>
  <inkml:trace contextRef="#ctx0" brushRef="#br1" timeOffset="117082.98">6717 12709 1224 0,'0'0'123'0,"0"0"-25"16,0 0 53-1,0 0-85-15,0 0-52 16,0 0 26-16,45-63-19 16,-45 63-10-16,0 0 18 0,0 15-25 0,0 2 10 15,-12-5-4 1,8-7-7-16,4-5 12 15,0 0-15-15,0 0 1 16,0 0 9-16,0 0-5 0,0 0-5 16,0 0 0-16,0 0-37 15,0 0-25-15,0 0-213 16,0 11-442-16</inkml:trace>
  <inkml:trace contextRef="#ctx0" brushRef="#br1" timeOffset="117320.6">6699 13198 1059 0,'0'0'230'0,"0"0"-104"16,0 0 21 0,0 0-18-16,0 0-97 15,0 0 25-15,73-16-18 0,-73 16-26 16,0 0 32-1,0 0-32-15,0 0-2 0,-17 0 4 16,12 0-7-16,5 0-8 16,0 0 0-16,0 0-25 15,0 0 5-15,0-8-44 16,0-1-33-16,0 3-134 16,-21 6-494-16</inkml:trace>
  <inkml:trace contextRef="#ctx0" brushRef="#br1" timeOffset="118195.13">2424 14517 592 0,'0'0'197'0,"0"0"-48"0,0 0 7 0,0 0-12 0,0 0-44 0,0 0 3 31,-136 29-76-31,-27 132-10 0,-21 35 38 0,-19 14-21 31,5 2-3-31,5-10 8 16,11-10-22-16,17-32 18 15,31-23-19-15,47-31-10 16,49-42-1-16,38-22-5 16,17-36-33-16,89-6-67 15,23-48-59-15,29-35-57 0,10-33-109 16,8-15-165-16</inkml:trace>
  <inkml:trace contextRef="#ctx0" brushRef="#br1" timeOffset="118465.15">4650 13699 1091 0,'0'0'113'0,"0"0"-44"0,0 0 56 15,0 0-28-15,0 0-53 16,-189 175-34-16,55-24 8 15,-15 16 26-15,-9 18-31 16,-9 14 17-16,-5 3 1 16,4-7-30-16,20-22 15 15,23-30-16-15,33-33 0 16,40-36-3-16,38-28-28 0,14-32-46 16,24-14-124-1,61-26-64-15,14-42-46 16,14-32-221-16</inkml:trace>
  <inkml:trace contextRef="#ctx0" brushRef="#br1" timeOffset="118767.26">6045 12387 1030 0,'0'0'87'16,"0"0"-34"-16,0 0 96 16,0 0-64-1,0 0-50-15,0 0 4 0,-205 217-2 16,59-40 15-16,-5 10-13 0,-14 7-18 16,3-2 30-1,6-13-45-15,17-25 5 16,35-26-6-16,31-29-1 0,31-33-8 15,42-21-36 1,0-22-107-16,35-17-129 0,38-6-215 16</inkml:trace>
  <inkml:trace contextRef="#ctx0" brushRef="#br1" timeOffset="119103.76">8943 12112 966 0,'0'0'20'0,"0"0"44"0,151-177 77 15,-137 156-30-15,-14 19-22 16,0 2-34-16,-90 83 30 16,-75 54-26-16,-49 61-24 15,-43 38 8-15,-12 11-38 0,-11-2-1 32,6 2-8-32,26-18-50 0,27-16-51 15,30-20-126 1,16-28-173-16,3-19-321 15</inkml:trace>
  <inkml:trace contextRef="#ctx0" brushRef="#br1" timeOffset="121897.22">3191 17936 765 0,'0'0'545'15,"0"0"-336"-15,0 0-66 0,0 0-62 0,0 0-7 0,0 0-38 0,0 0-5 16,0 189 32 0,28-96-48-16,-12-6 1 0,-6-4-10 15,-6-20 8-15,-4-6-28 16,8-22 6-16,-8-10-59 31,11-11-10-31,15-14-70 0,0 0-195 16,-5-18-314-1</inkml:trace>
  <inkml:trace contextRef="#ctx0" brushRef="#br1" timeOffset="122248.5">3763 18016 1117 0,'0'0'148'0,"0"0"-99"0,0 0 4 16,0 0-16-16,0 0-32 16,0 0 34-16,26-46 20 15,-26 46 3-15,0 0 24 16,0 0-36-16,0 0-18 15,0 0 14-15,0 9-42 16,-16 10 11-16,-5-11-15 16,9 2 8-16,-2-7-3 15,7-3-5-15,2 0 0 16,-2 0 14-16,2-3-14 16,-4-28-1-16,9-7-16 0,0 1-44 15,9 5-67-15,36 18-205 16,0 14-239-16</inkml:trace>
  <inkml:trace contextRef="#ctx0" brushRef="#br1" timeOffset="122421.44">3952 18284 1145 0,'0'0'231'0,"0"0"-77"0,0 0-5 15,0 0-92-15,0 0-18 16,0 0 7-16,-52 23-32 15,52-23 0-15,0 0-14 16,0 0-36-16,0 0-30 16,0 0-183-16,19 0-409 15</inkml:trace>
  <inkml:trace contextRef="#ctx0" brushRef="#br1" timeOffset="122849.99">4666 17836 624 0,'0'0'612'0,"0"0"-432"15,0 0-40-15,0 0-69 16,0 0-35-16,17-163-18 15,28 123-9-15,-3 14 29 16,-2 11-32 0,-16 7 11-1,-3 8 11-15,0 2-28 0,-4 45 20 16,-10 22-1-16,-3 8-18 0,-4 8 12 16,0-5-7-16,10-14-6 15,6-4 19-15,17-5-11 0,5-10 32 16,5-1 0-1,-20-6-12-15,-23 3 30 16,0-7-42-16,-5-4-16 16,-42-2 0-16,-2-5 0 0,4-11-3 15,5-8-51 1,9-6-25-16,-9 0 15 16,5-18-48-16,-3-24-102 0,7-18-235 15,13 1-522-15</inkml:trace>
  <inkml:trace contextRef="#ctx0" brushRef="#br1" timeOffset="123121.12">5609 17673 1357 0,'0'0'149'0,"0"0"-102"0,0 0 25 15,0 0-45-15,0 0-20 16,0 0-3-16,26 0 10 16,-26 6 3-16,0-6 35 15,0 0-26-15,0 0-4 16,0 0 12-16,0 0-34 16,0 0 1-16,0-15-1 15,-7 3-35-15,7-7-17 0,0 4-117 16,14 15-209-1,12 0-222-15</inkml:trace>
  <inkml:trace contextRef="#ctx0" brushRef="#br1" timeOffset="123279.38">5713 18096 1168 0,'0'0'258'0,"0"0"-99"15,0 0-16-15,0 0-97 16,0 0-33-16,0 0-7 0,47 20-6 15,-23-43-23 1,-1 0-55-16,-16-5-240 16,-7-8-334-16</inkml:trace>
  <inkml:trace contextRef="#ctx0" brushRef="#br1" timeOffset="123676.27">6145 17524 1057 0,'0'0'417'16,"0"0"-229"-16,0 0-67 16,0 0-34-16,0 0-48 0,0 0-12 15,-33-25-21 1,87 78 7-16,-2 13-13 0,-8-5-6 16,-8-8 4-16,11-8-40 15,-7-15-10-15,2-7 17 16,-9-20-28-16,-2-3 6 15,-3 0-11-15,-2-23 20 16,-9-23 46 0,-1-6-5-16,-6-8 7 15,-3 9 18-15,-7 15-8 0,0 6 49 16,0 15 3-16,0 13-13 0,0 2 28 16,0 0-30-16,0 21-4 15,0 41 6-15,0 21-16 16,0 6-6-1,0-13-27-15,0-15 0 16,5-7 0-16,11-20 0 0,1-7 0 16,4-10-90-1,9-14-70-15,3-3-69 0,-4 0-365 16</inkml:trace>
  <inkml:trace contextRef="#ctx0" brushRef="#br1" timeOffset="123961.48">7387 17433 1257 0,'0'0'181'0,"0"0"-122"0,0 0 71 0,0 0-85 16,0 0-22-16,0 0-2 15,177 0-19 1,-177 0 35-16,0 0-16 15,-21 0-10-15,-12 0 18 16,0 0-28-16,7-9 10 16,14 3-9-16,7-6 0 15,5 1-4-15,0-4-32 16,17 7-46-16,25 8-136 0,-11 0-347 16</inkml:trace>
  <inkml:trace contextRef="#ctx0" brushRef="#br1" timeOffset="124152.42">7370 17833 1166 0,'0'0'186'0,"0"0"-80"0,0 0 42 16,0 0-81-16,0 0-19 16,0 0-8-16,135 33-25 15,-135-33 29-15,0 0-34 16,0 0-7-16,-17 0-3 15,-9 0-52-15,10 0-27 16,11-24-134-16,5-11-246 16,0-8-491-1</inkml:trace>
  <inkml:trace contextRef="#ctx0" brushRef="#br1" timeOffset="124535.97">8453 17200 888 0,'0'0'345'0,"0"0"-186"16,96-214-64-16,-65 154 1 16,-15 14-69-16,-16 18-23 0,0 22 23 15,-30 6-20 1,-46 23 2-16,-16 37-4 16,10 18-1-16,30-4 25 0,28 0-20 15,24-10-8-15,7-5 7 16,57-10-7-1,19-10-1-15,1-4 0 0,-13-3 1 16,-19 2-4 0,-28-2 6-16,-24 2 3 15,0 0 38-15,-29 0-32 0,-37-8 2 16,-7-10-11-16,3-7 5 0,6-9-3 31,14 0-5-31,8 0 0 0,25-42-8 16,17-16 4-16,5-21-8 15,82-20-18-15,27-3-61 0,20 4-121 16,3 18-115-16,6 14-133 16</inkml:trace>
  <inkml:trace contextRef="#ctx0" brushRef="#br1" timeOffset="124694.46">9841 16780 679 0,'0'0'415'0,"0"0"-94"0,0 0-81 31,-214 192-131-31,41-32-52 0,-36 35 5 0,-18 11-45 32,-4 11-13-32,10-5-4 15,30-21-11-15,26-16-37 16,35-22-42-16,26-28-123 16,41-35-269-16</inkml:trace>
  <inkml:trace contextRef="#ctx0" brushRef="#br1" timeOffset="124897.79">10433 16841 1065 0,'0'0'412'16,"0"0"-259"-16,-278 191-61 15,28-10-15-15,-61 52-60 16,-38 17 5-16,-12 24-22 0,-4 18-16 15,4-20 15 1,31-9-63-16,35-25-67 0,22-7-356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32:19.4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9775 6972 998 0,'0'0'147'0,"0"0"20"0,-111-170 9 0,95 147-59 0,16 16-51 16,0 7-11-16,0 0-19 16,0 0-11-16,0 7 22 15,0 60-31-15,0 47 20 16,16 18-3-16,-6 2-32 15,-10-3 12-15,0-16-13 16,0-3-10-16,0-12 1 0,0-17-70 16,0-28-23-16,23-15-62 15,15-26-198-15,-3-14-186 16</inkml:trace>
  <inkml:trace contextRef="#ctx0" brushRef="#br0" timeOffset="939.52">10537 6969 449 0,'0'0'512'16,"0"0"-366"-16,0 0 8 15,-305 43-32-15,216 22-78 16,-1 16-18 0,5 4-13-16,12-4-10 15,3-9-3-15,11-10 0 0,16-19 0 0,10-14-8 16,17-16 5-16,16-7 3 15,0-6-2-15,0 0-3 16,0 0 5 0,0 0 0-16,23 0 2 15,34 0 11-15,30 0-12 0,10 0-1 16,16 14 3-16,5 21-1 16,-10 2-4-1,10-2-1-15,-9-4-26 0,-6-14-2 16,-1-8-26-16,-1-9-4 15,-18 0 16-15,-8 0-10 0,-11-20 36 16,-27-9 18-16,1-5 2 16,-17-9 20-16,-16-7 16 15,-5-6 2-15,0-4 14 32,0-3-32-32,-38 9 19 15,12 7-16-15,-7 13-4 16,0 14 20-16,3 17-23 15,-3 3-10-15,-14 32 1 0,7 37-7 16,-8 20 4-16,22 11-5 16,15-11 2-16,11-15-10 15,0-14 1-15,0-18-30 16,37-19-6-16,15-16-30 16,-2-7 40-16,9-15-5 15,-5-31 16-15,-12-9 17 16,-13-9 10-16,-13 2 9 0,-6 3 41 15,-10 10-12-15,0 15 12 16,0 11-2-16,0 12-17 16,0 8 19-16,0 3-35 15,0 8-5-15,0 53-9 16,18 16-4-16,13 13 10 16,-5-9-12-16,0-16 2 15,-5-15-4-15,-9-19 3 16,-10-14-1-16,3-11 0 15,-5-6 3-15,5 0-3 16,9-11 0-16,-12-41 0 0,15-11 6 16,2-14-3-16,9 5-3 15,10 7 0-15,2 9 3 16,12 14-10-16,-3 18 2 16,-2 20-8-16,-4 4 10 15,-10 31-21-15,-7 32 19 16,-8 8 1-16,-3 4 4 15,-11-12-3-15,-4-14 3 0,0-12 0 16,0-23 7 0,0-8-6-16,0-6 18 15,0 0 2-15,0-8-12 16,0-37 20-16,0-14-29 16,12-19-3-16,31-1-10 15,11 9-70-15,16 13-106 0,-4 29-143 16,-9 20-86-16</inkml:trace>
  <inkml:trace contextRef="#ctx0" brushRef="#br0" timeOffset="1687.46">12340 7489 643 0,'0'0'211'0,"0"0"-20"0,0 0-36 0,0 0-41 0,-71-163-27 0,60 137-42 16,-11 9 3-16,6 11-28 0,-10 6 0 15,-2 0 3-15,-10 21-21 16,3 24-2-16,6 14 0 16,15 3 2-16,14 4-9 31,0-7-2-31,0-2-20 16,19-19 7-16,5-10-25 0,-1-13-5 0,3-15 25 15,5 0 11 1,-1-15 16-1,10-27 0-15,-9-9 6 0,-3-2 19 16,-21-3 6 0,1 1 16-16,-8 11-9 0,0 8-3 15,0 16 7-15,0 8-17 16,0 7 10-16,0 5-8 16,0 0-25-16,0 26-2 15,0 21 0-15,0 12-5 16,37 1 1-16,8-12-18 0,-7-12-7 15,9-9 2 1,-9-16-13-16,-10-8 18 0,-4-3 14 16,1 0 8-1,-6-14-1-15,-2-19 4 0,-1-9-3 16,-11-6 17-16,2 2-8 16,-7 9 10-16,0 10 7 15,0 15-5-15,0 5 18 16,0 7-14-16,0 0-12 15,0 15-2-15,0 25-3 16,5 8-3-16,-3-2-5 16,5-3 6-16,-7-14-6 15,0-7 0-15,0-13 0 0,0-6-3 16,0-3 4-16,0 0-2 16,0-6 1-16,0-39-9 15,0-12 9-15,0-18-11 16,0 3 4-16,0 4 1 15,12 5-14-15,30 22 19 16,13 21-2-16,4 15 3 16,7 5-11-16,9 43 17 0,10 22-6 15,-17 7 19 1,-16-4-5-16,-21 4 4 16,-29-6-18-16,-2 6-2 15,-19-1-2-15,-61-2-121 0,-16-6-228 16,-6-13-509-16</inkml:trace>
  <inkml:trace contextRef="#ctx0" brushRef="#br0" timeOffset="2211.52">11142 8807 1030 0,'0'0'243'15,"0"0"-26"-15,0 0-39 0,0 0-93 0,0 0-50 0,0 0 8 0,-106 24-25 16,102 77-18-16,4 21 11 16,0 4-11-16,0-18-16 15,26-7-42-15,0-7-46 16,-3-15-128-16,3-29-201 15,-2-26-189-15</inkml:trace>
  <inkml:trace contextRef="#ctx0" brushRef="#br0" timeOffset="2528.98">11496 9048 910 0,'0'0'179'0,"0"0"23"15,0 0-72-15,0 0-16 16,0 0-92-16,0 0-20 15,-89 21 8-15,89 60-8 16,0 8 1-16,18-11-3 16,13-12-3-16,9-6 1 15,12-15-7-15,12-19 2 16,-1-14 6-16,8-12-7 16,-10 0 8-16,3-28 0 15,-22-19 3-15,-20-6 16 16,-22-17 1-16,0-4 5 15,-33-5 8-15,-45 1-23 0,-12 9 5 16,-6 21-10-16,6 19-2 16,12 18-6-16,7 11-6 15,31 23-75-15,24 36-94 16,16 10-188-16,0 2-198 16</inkml:trace>
  <inkml:trace contextRef="#ctx0" brushRef="#br0" timeOffset="2783.14">12114 8911 987 0,'0'0'156'16,"0"0"14"-16,0 0 31 0,0 0-109 15,0 0-35 1,0 0-4-16,-43-86-26 15,43 152 3-15,19 19 22 16,-7 15-41-16,-7-5 2 0,2-8-13 16,-7-10-6-16,0-14-29 15,2-12-46-15,17-12-42 16,7-19-161-16,2-14-125 16,3-6-69-16</inkml:trace>
  <inkml:trace contextRef="#ctx0" brushRef="#br0" timeOffset="3085.52">12581 8983 658 0,'0'0'194'0,"0"0"-16"15,0 0-24 1,0 0-75-16,0 0-65 0,0 0-6 16,-274 42-6-16,229-4-2 15,-4-4 0 1,13-6 8-16,6-1-9 0,11-4 1 0,7-4 0 15,3 5 21-15,9 7-18 16,0 4 25-16,28 7 9 16,40 0-10-1,20-4 8-15,20-7 4 16,8-11-10-16,-6-11 15 0,-8-3-32 16,-10-3-3-16,-17-3-9 31,-9 0-18-31,-14 0-52 15,-14 0-114-15,-26 0-136 16,-12 0-127-16</inkml:trace>
  <inkml:trace contextRef="#ctx0" brushRef="#br0" timeOffset="6325.57">17305 6755 877 0,'0'0'34'0,"0"0"53"0,0 0 114 0,-264-123-113 0,236 113-45 0,4 10-12 16,-2 0-30-16,3 29 4 15,-1 12-5-15,8 16 0 16,16 0 2-16,0 2-2 16,21 1 0-16,47-7-5 15,5 4 9-15,22-9-4 16,-18 2 0-16,-6-3 5 15,-7-1 3-15,-38-8-6 16,-24-2 16-16,-2-10 17 0,-19-1-3 16,-47-4 10-16,-23-10-21 15,-8-8-16-15,-7-3 16 16,3 0-19-16,21-16-2 16,11-16 0-16,29-6-7 15,19 0-42-15,21 5-47 16,0 9-119-16,33 11-94 15,19 11-205-15</inkml:trace>
  <inkml:trace contextRef="#ctx0" brushRef="#br0" timeOffset="7457.4">17859 7083 624 0,'0'0'332'0,"0"0"-218"0,0 0 90 0,0 0-82 16,-172-155-54 0,153 139-33-16,5 10-15 15,2 6 14-15,-9 0-34 0,-12 0 0 16,-14 31-3-16,0 10-11 16,18 16 9-16,18 0-6 15,11 3-15-15,0-9 10 16,0-11-31-16,37-10-10 0,-4-14 9 15,5-7 11 1,-5-9 25-16,-2 0 3 0,2-25 9 16,-7-13 15-16,2-7-5 15,-7-5 14-15,-4 5 17 16,-6 2-17-16,4 9 29 16,-15 7-29-16,0 8-2 15,0 13 24-15,0 6-22 16,0 0 5-16,0 0-18 15,0 0-7-15,0 8-5 0,0 32 1 16,7 11 0-16,19 2-3 16,11-8-4-16,-4-11-12 15,5-11 8-15,-7-8-37 16,-15-7 46-16,-11-5-6 16,7-3 6-16,-12 0-5 15,4 0 12-15,13-11-5 16,-17-21 7-16,12-5-4 15,-8-2 10-15,-4 13-4 16,0 8 2-16,0 9 20 16,0 6-14-16,0 3 4 0,0 0-1 15,0 0-16-15,0 0 7 32,0 12-11-32,3 20 0 15,9 13 2-15,-1 0 0 16,-4-13-2-16,-2-14 0 15,-5-6 3-15,0-6-9 16,0-6 4-16,0 0-8 16,0 0 7-16,0 0-1 0,0 0 4 15,0-9 0-15,0-29-19 16,0-10 14-16,0-3-5 16,0 7 5-16,0 13 2 15,0 8-6-15,0 8 9 16,17 6 0-16,-1 3 1 15,-11 6-3-15,4 0 2 0,3 0 0 16,16 0 8 0,15 27-6-16,4 6 7 0,2 5-9 15,-16-2 5-15,1-6-4 16,-16-7-1-16,-6-11 0 16,-12 1 1-16,0-10 2 15,0 0-3-15,0 0 0 16,0-3-3-16,0 0-2 0,0 0-2 15,0 0 2-15,0 0 0 16,-16-11-12-16,-6-18 7 16,6-11-2-16,2 1-1 15,14 1 8-15,0 1-2 16,0 10 7-16,38 2-6 16,-8 11 3-16,-2 6 3 15,-6 8 0-15,4 0 1 16,4 0 11-16,15 14-2 15,14 23 15-15,-17 6 8 16,3-1-24-16,-5-3 11 0,-21 3-5 16,-9-2-14-16,-6-3 23 15,-4 0-22-15,0-8 6 16,0-9-2-16,0-7-2 16,0-3-4-16,0-5 0 15,0-5-24-15,0 0-12 16,0 0-84-16,0 0-92 15,0 0-185-15,0 0-383 0</inkml:trace>
  <inkml:trace contextRef="#ctx0" brushRef="#br0" timeOffset="8174.55">19340 7092 771 0,'0'0'128'0,"0"0"-38"0,0 0 89 0,0 0-64 0,-88-152-76 0,79 124-2 16,-7 11-4-16,-8 5-25 16,-7 9 21-16,-4 3-29 15,-12 0 0-15,11 20-7 16,3 20 6-16,17 5 1 15,16 1-1-15,0 0-6 0,0-8 0 16,42-10-26 0,-4-8-9-16,2-11 36 0,-9-9-16 15,-1 0 22-15,-1 0-4 16,-13-9 9-16,10-14 4 16,-9-5-2-16,-6-4 0 15,-3 2 35-15,3 6-32 16,-4 6 14-16,-2 13 13 15,2 1-14-15,-7 4 9 0,5 0-26 16,4 0 1 0,3 27 10-16,9 18-15 0,-2 11 16 15,5-8-18-15,-22-12 5 16,3-10-7-16,0-14 2 16,-5-9 0-16,0-3-4 15,0 0 11-15,9 0-7 16,-7 0 0-16,8-17 3 0,16-21-4 15,0-10 1 1,4 8 0-16,6 11-8 0,4 12 8 16,-5 6-3-16,3 11 2 15,2 0-4-15,-9 19 4 16,-3 19 1-16,2 13 0 16,3 3 6-16,-21-4-1 15,2-10-1-15,-11-14 4 16,-3-11-5-16,0-9 33 15,0-2-17-15,0-4 5 16,0 0 7-16,0 0-22 0,0-12 9 16,0-31-13-16,0-14 3 15,26-6-14-15,16 1 6 16,12 9-27 0,-4 14-27-16,-3 18-61 0,-23 15-129 15,-24 6-312 1</inkml:trace>
  <inkml:trace contextRef="#ctx0" brushRef="#br0" timeOffset="9083.23">17755 8774 817 0,'0'0'195'0,"0"0"52"0,0 0-84 0,144-157-91 0,-141 120-18 0,-3 11-33 16,0 1-13-16,-43 14 11 0,-23 7-19 15,-14 4-5-15,-7 0 1 16,18 25 3-16,6 7-1 16,34 8 2-16,22 7 0 15,7 9-4-15,29 9 4 16,46 7 0-16,1-4 0 15,-6-4 4-15,-8-10 1 16,-27-15-5-16,-19-6 4 16,-16-5 2-16,0-3-6 15,-51-4 0-15,-6-10-7 0,3-11-23 16,7 0 15-16,11-17-12 16,17-35-9-16,19-13 20 15,0-19-35-15,43-5 23 16,42 2 14-16,11 4-5 15,13 11 19-15,-1 7-4 16,-2 12 4 0,-23 5 16-16,-20 2-13 0,-20 12 17 15,-24 9 11-15,-15 10 0 0,-4 12 28 16,0 3-20 0,0 0-2-16,0 0 3 0,0 0-35 15,0 0 7-15,0 45-7 16,0 21 3-1,-9 21 8-15,7 2 1 16,2 2 0-16,0-6 8 16,0 2-24-16,0-10 11 15,0-12-12-15,0-8 8 0,0-16-18 16,0-16 3-16,0-10-30 0,0-13-24 16,7-2-88-16,23 0-43 31,8-20-84-31,5-25-24 0,6-12-65 0</inkml:trace>
  <inkml:trace contextRef="#ctx0" brushRef="#br0" timeOffset="9331.82">18762 8654 365 0,'0'0'170'0,"0"0"21"0,0 0-12 0,0 0-22 0,0 0-41 0,0 0-16 0,-26-113-52 31,-52 143-43-31,-11 24 24 0,6 21-11 15,10 4 18-15,28 2 10 16,34-5-18 0,11-9-6-16,18-7-6 15,72-9-13-15,35-13 20 0,5-13-2 16,9-19-13-16,-19-6 0 16,-14 0-3-16,-9-6-3 15,-22-12-2-15,-21 2-38 16,-28 2-34-16,-26 5-87 15,0 6-161-15,-26 3-255 16</inkml:trace>
  <inkml:trace contextRef="#ctx0" brushRef="#br0" timeOffset="17527.72">13043 9022 856 0,'0'0'249'0,"0"0"-74"0,0 0 42 0,0 0-109 0,0 0-33 16,0 0-37-16,0 0-24 0,-111-90 37 16,111 90-38-16,0 15 0 15,47 29 34-15,12 11-15 16,12-2-4-16,-5-6-9 16,4 4-18-16,1 1 30 15,7-2-31-15,-7-1 1 16,-22-11 0-16,-6-2-1 15,-15-9-15-15,-7-4-8 16,-11-6-45-16,4-4 12 0,-12-7-31 16,3-3-95-16,-1-3-35 15,-4 0-86-15,0-22-11 16,0-12 23-16,0-3-34 16</inkml:trace>
  <inkml:trace contextRef="#ctx0" brushRef="#br0" timeOffset="17735.54">13580 9085 26 0,'0'0'179'0,"0"0"0"0,-35-153-1 16,30 123-38-16,0 13 30 16,5 5-2-16,0 12-25 15,0 0-28-15,-2 0-15 16,-17 12-35-16,0 41 1 16,-16 22-4-16,-12 11-4 15,-7-5-5-15,-8-3-50 16,10-10 11-16,8 0-14 0,1-7-5 15,20-8 4-15,8-12-95 16,8-7-86-16,7-20-166 16,0-14-224-16</inkml:trace>
  <inkml:trace contextRef="#ctx0" brushRef="#br0" timeOffset="17991.28">13988 8840 889 0,'0'0'177'0,"0"0"21"15,0 0-18-15,0 0-46 32,0 0-101-32,0 0-3 0,-21 24 19 0,7 41-24 15,0 9 5-15,-8-8-25 16,11-6 3-16,6-6-7 15,5-12-1-15,0-7-29 0,0-7-58 16,30-11-195-16,15-11-325 31</inkml:trace>
  <inkml:trace contextRef="#ctx0" brushRef="#br0" timeOffset="18486.04">14443 9042 686 0,'0'0'338'0,"0"0"-234"15,0 0 20-15,0-155-3 16,73 110-96-16,21 1-18 16,-2 14 5-16,-16 7-7 15,-27 17 14-15,-20 6-11 16,-29 0-5-16,0 32 10 15,0 20-3-15,-29 16 8 0,-27 0-4 16,-1-5-9 0,-2-7 9-16,7-5-14 0,22-12 0 15,-3-13 3-15,14 2 5 16,12-17-8-16,0-1 0 16,7-8 6-16,0-2-12 15,0 0 6-15,7 0 0 16,31 0 20-16,20 0-19 15,18 0 15-15,4-12-11 16,17-5 4-16,6-2 8 0,-1 2-12 16,-10-1 0-16,-10 2 24 15,3 1-24-15,-21 7 7 16,-15-1-7-16,-16 4 5 16,-23 5-4-16,-10 0-6 15,0 0 0-15,0 0-14 16,0 0-3-16,0 0-24 0,0 0 9 15,-17 14-76 1,-13-2-53-16,-1-4-121 0,-9-1-96 16</inkml:trace>
  <inkml:trace contextRef="#ctx0" brushRef="#br0" timeOffset="19696.97">17814 4977 992 0,'0'0'65'0,"0"0"58"0,0 0 66 0,0 0-137 16,0 0 0-16,323 35 32 15,-47-23-63-15,31-5 12 0,1-1-15 16,-8-6-1-16,-20 0-1 16,-30 0-9-1,-37 0-7-15,-46-4 0 0,-54-2-12 32,-45 6 11-32,-49 0-67 15,-19 0-32-15,-45 0-30 0,-72 0-129 16,-48 0-102-16,-36 10 11 15</inkml:trace>
  <inkml:trace contextRef="#ctx0" brushRef="#br0" timeOffset="19934.65">18090 5092 563 0,'0'0'136'0,"0"0"47"0,-269 4 25 16,269-4-58-16,0 5-53 15,90 5-30-15,40-1 36 16,42 0-35-16,49 0-34 15,22-9 29-15,12 0-35 16,16 0-11-16,-16 0 6 16,-13 0-18-16,-18-12-5 15,-40-3 0-15,-33 0 1 16,-38 3-10-16,-37 3-12 16,-34 7-17-16,-30 2-38 15,-12 0-46-15,0 0-23 16,-54 0-161-16,-38 0-67 0,-19 0-184 15</inkml:trace>
  <inkml:trace contextRef="#ctx0" brushRef="#br0" timeOffset="21639.82">16098 8634 446 0,'0'0'507'16,"0"0"-366"-16,0 0 63 0,0 0-57 0,0 0-111 0,0 0-18 0,-7-126-12 15,64 100 0 1,-8 15 19-16,-4 4-14 0,-12 7 27 16,-7 0 30-16,-10 0-58 15,-16 26 18-15,0 8-3 16,-4-7-20-16,-34-11 40 16,7-6-29-16,10-7 15 0,14-3 9 15,0 0-35-15,7 0 12 16,-5-13-17-16,-2-13 5 15,5-1-22 1,-3 1 4-16,5-4-30 0,0 5 11 16,7 8-69-16,40 12-112 15,3 5-208-15,-5 11-107 16</inkml:trace>
  <inkml:trace contextRef="#ctx0" brushRef="#br0" timeOffset="21941.29">16216 9290 930 0,'0'0'151'0,"0"0"0"0,0 0-6 16,0 0-119-16,0 0 22 16,0 0 4-16,156-15-30 15,-138 15 27-15,-18 0-13 16,0 0-28-16,0 15 40 0,-7 4-21 15,-30-8-7-15,-3-3 16 16,2-8-33-16,-2 0 16 16,16 0-13-16,3-19 0 15,11-8-2-15,10-6-4 32,0 2-6-32,0 7 4 0,31 5-33 15,14 0-11-15,7 13-127 16,-14 2-194-16,-10 4-345 15</inkml:trace>
  <inkml:trace contextRef="#ctx0" brushRef="#br0" timeOffset="24012.13">19450 8648 863 0,'0'0'267'0,"0"0"-38"0,0 0-44 0,0 0-102 0,0 0-13 0,0 0-36 16,-14-5-7 0,64 73 32-16,21 21-26 15,6 8 7-15,6-5-22 0,-3-15-13 16,-5-1 10-16,-4-18-15 15,-2-9 0-15,-10-10-3 16,2-18-26-16,-5-7-19 16,-6-14-34-16,-3 0-80 15,-23-8-107-15,-10-32-166 16,-14-10-254-16</inkml:trace>
  <inkml:trace contextRef="#ctx0" brushRef="#br0" timeOffset="24235">20167 8651 794 0,'0'0'135'0,"0"0"90"16,0 0-60-16,0 0-39 0,0 0-60 15,0 0-31-15,-193 37 7 16,155 46-19-16,-7 16 24 16,-2-6-17-1,-2-5-26-15,-3-2 8 0,-7-1-12 16,5-15-2-16,6-4-13 15,8-12-90-15,10-9-25 16,4-8-111-16,0-17-209 16,0-5-250-16</inkml:trace>
  <inkml:trace contextRef="#ctx0" brushRef="#br0" timeOffset="26310.34">20554 8842 957 0,'0'0'183'0,"0"0"-28"0,0 0-28 0,0 0-73 16,0 0-4-16,351-71 4 0,-209 59-53 0,-15 4 2 15,-19 4-3-15,-32 2-1 16,-34 2-17-16,-35 0-60 16,-7 0-119-16,-26 0-56 15,-47 12-148-15</inkml:trace>
  <inkml:trace contextRef="#ctx0" brushRef="#br0" timeOffset="26747.65">20731 8739 642 0,'0'0'194'0,"0"0"18"0,0 0-34 16,0 0-48-16,0 0-69 15,0 0 1-15,-24 40-9 16,24 29 8-16,0 12-16 15,0-10-44-15,0-5 4 16,0-9-2-16,0-5-1 0,-12-21-2 16,8-6 0-1,-1-11-23-15,5-10 19 16,0-1-8-16,0-3 4 16,0 0-4-16,0 0-2 15,0-9-7-15,21-25 15 16,29-10 12-16,18-4-8 15,7 3 2-15,10 7 0 0,-2 4-11 16,-10 14 15-16,-14 14-4 16,-14 6 8-16,-8 2-7 15,1 44 47-15,-12 4-21 16,-10 15 4-16,-16 1 25 16,0 0-54-1,-30-3 22-15,-36-3-12 0,-19-7-5 16,-14-4 2-1,-12-11-9-15,3-8-12 0,11-12 8 16,22-9-70 0,20-9-66-16,18 0-111 0,25-43-322 0</inkml:trace>
  <inkml:trace contextRef="#ctx0" brushRef="#br0" timeOffset="27456.12">22070 9006 787 0,'0'0'163'0,"0"0"27"0,0 0 6 0,0 0-141 0,0 0-10 0,0 0 49 15,240 0-63-15,-131-9 18 16,-1-5-32 0,-7-4-11-16,-25 6-2 0,-12-3-4 0,-31 9-24 31,-17 6-46-31,-16 0-147 15,0 0-100-15,-33 0-199 16</inkml:trace>
  <inkml:trace contextRef="#ctx0" brushRef="#br0" timeOffset="27630.76">22117 9237 737 0,'0'0'175'15,"0"0"28"-15,0 0-19 0,0 0-71 16,0 0-90-1,0 0 22-15,179 17 4 0,-45-17-46 16,-4-17-6 0,-7-2-38-16,-22 7-155 0,-30 3-144 15,-12 0-502-15</inkml:trace>
  <inkml:trace contextRef="#ctx0" brushRef="#br0" timeOffset="34270.41">12232 8919 378 0,'0'0'70'0,"0"0"10"0,-59-166 16 0,54 107 16 0,-9-1-43 0,0-1-9 15,-3 12 3 1,1 7 47-16,2 12-41 0,-3 3 4 16,-2 7 65-16,5 4-100 15,2 9 12-15,8 6 27 16,4 1-56-16,0 0 6 16,0 38-27-16,49 51 0 15,41 31 64 1,9 17-42-16,2 0 10 0,-4-5-21 15,-10 5-11-15,-7 1 10 0,-9 2-10 16,2-4-3 0,-7-1-1-16,2-7-57 15,3-12-22-15,2-14-89 16,10-19-96-16,4-20-132 0</inkml:trace>
  <inkml:trace contextRef="#ctx0" brushRef="#br0" timeOffset="35065.37">18472 8176 481 0,'0'0'125'0,"0"0"-53"0,0 0 67 16,0 0 25-16,0 0-41 0,0 0-34 15,0 0-19 1,-160-133-35-1,160 151-6-15,47 51-13 0,28 29 40 0,22 27 0 16,11 21-33-16,10 6-7 16,-9-3 10-1,4-5-22-15,-12-16-1 16,-13-9-3-16,-15-1-4 0,-24-12-7 16,-21-10-70-16,-18-12-45 15,-10-16-57-15,0-17-102 16,0-19-158-16</inkml:trace>
  <inkml:trace contextRef="#ctx0" brushRef="#br0" timeOffset="35526.54">18430 8189 570 0,'0'0'44'0,"0"0"128"0,0 0-64 0,0 0-43 0,0 0-33 0,0 0 35 16,-304 170 25-16,181-68-38 16,0 14-5-16,-2-5 9 15,3-1-17-15,6-6 11 16,8-17-27-16,11-7-17 15,15-12 11-15,20-17-17 16,25-11-2-16,11-8 0 16,5-4-19-16,4-1-3 0,5-5-51 15,-7 3-50-15,5-13-88 16,-7-12-137-16</inkml:trace>
  <inkml:trace contextRef="#ctx0" brushRef="#br0" timeOffset="36147.28">17633 7975 701 0,'0'0'7'0,"0"0"26"15,0 0 146-15,0 0-109 16,0 0-14-16,0 0-2 0,-71-54-18 16,71 28-4-16,10-2-32 15,13-2 1-15,15 3 2 16,-3 4 1-16,5 5-4 15,10 6 0-15,-3 3 2 16,0 5 8-16,-14 4-3 16,-7 0 0-16,-12 0 1 0,-7 10-4 15,-7 17-3-15,0 5 5 16,0 2-5 0,-42 3 21-16,-1-3-8 0,-1-2 0 15,-8-1 4 1,14-5-18-16,10-5 1 15,2 0-1-15,14-9 4 0,7-3-9 16,5-3 5-16,0-3-3 16,0-1-6-16,0-2 2 0,0 0 5 15,0 0-3 1,26 0 10-16,24 0 4 16,20 0-8-16,22-20-1 15,5 0 0-15,26-5 6 0,6 5-6 16,-1 2 19-16,-6-4-7 15,-25 10 28 1,-29 1-32-16,-25 5-1 0,-36 3-4 16,-3 3 3-16,-4 0-6 0,0 0 0 15,0 0-32-15,-21 9-53 16,-35 18-182 15,-29 3-22-31</inkml:trace>
  <inkml:trace contextRef="#ctx0" brushRef="#br0" timeOffset="36895.72">15193 8401 678 0,'0'0'30'0,"0"0"63"0,0 0 63 0,0 0-2 0,0 0-117 0,0 0-27 16,-219 191 85-16,77-57-19 16,-16 6-23-16,-16 0 0 15,-1-4 3-15,3-15-11 16,21-7-13-16,29-16-16 16,39-15 19-16,15-18-30 0,28-10-4 15,14-19 1 1,16-12-2-16,10-10-9 0,0-8-16 15,0 0-27-15,0-6 21 16,0 3-28-16,0-3-25 16,0 0-50-16,0-6-74 15,0-26-39 1,0-17-97-16</inkml:trace>
  <inkml:trace contextRef="#ctx0" brushRef="#br0" timeOffset="37585.19">14229 7960 552 0,'0'0'38'0,"0"0"32"0,0 0 67 0,0 0-53 0,0 0-49 16,0 0-1-16,200-150 14 16,-141 141-1-16,-17 7-4 15,1 2-17-15,-6 0-18 16,-11 8 19-16,-14 22-20 16,-5 9 15-16,-7 6 14 15,0 0-23-15,-28-7 38 16,-22-1-47-16,3-8 2 0,10-9 5 15,-1-4-8-15,17-7 0 16,16-5-2-16,5-4 8 16,0 0-12-16,0 0 3 15,0 0 0-15,0 0-3 16,0 0 4-16,26 0-1 16,14 0 1-16,24 0 5 15,-5 0 2-15,-8 2-8 0,-1 10 0 16,-10 2 5-1,-9 5-3-15,-10-2-2 0,-16 2 0 16,-5 0 8 0,0 0 20-16,-50 2-13 0,-9 0-15 15,-21-7 14 1,5-2-10-16,11-5-4 16,5-7 0-16,14 0 8 0,10 0-20 15,11 0 6-15,1-13-54 0,8-7-8 16,1-3-82-1,-2-8-103 1,-10 7-236-16</inkml:trace>
  <inkml:trace contextRef="#ctx0" brushRef="#br0" timeOffset="38264.46">22074 8049 467 0,'0'0'33'0,"0"0"19"0,0 0 65 0,0 0 6 16,0 0-52-16,0 0-5 0,102-142-26 16,-102 142 20-16,0 0 4 15,-21 28-20-15,-60 47-16 16,-32 39 5-16,-33 35-12 15,-26 33 11-15,-26 17-26 0,-21 17 7 16,-1-1-12 0,6-10 0-16,16-7-2 0,9-17-43 15,12-17-56-15,10-17-31 16,0-23-63-16,9-22-87 16</inkml:trace>
  <inkml:trace contextRef="#ctx0" brushRef="#br0" timeOffset="39031.33">12140 8785 818 0,'0'0'11'0,"0"0"-3"0,0 0 55 0,-281 31 19 16,180 34-11-16,-12 19-9 0,-15 8 8 15,-4 13 0-15,-9 4-32 16,-8 3-2-16,3-1-6 15,-2-8-17-15,11-11 34 16,10-11-35-16,28-16-4 16,14-8-8-16,14-8-1 15,21-15-34-15,3-6-53 16,12-10-71-16,11-18-37 0,3 0-92 16,12-40-95-16</inkml:trace>
  <inkml:trace contextRef="#ctx0" brushRef="#br0" timeOffset="39666.68">11381 8318 674 0,'0'0'21'0,"0"0"36"0,0 0 96 15,0 0-84-15,0 0-58 16,0 0 47 0,0 0 17-16,-7-53-72 0,40 28 8 15,11 4-11-15,13 4 0 16,-5 4 25-16,0 13-14 15,-8 0 20-15,-15 0-3 16,-3 21-22-16,-10 16 22 16,-16 3-19-16,0 3 20 15,0-5 18-15,-30 1-34 0,-18-4 1 16,6-6-2-16,-12-7-11 31,16-4 19-31,0-2-19 0,12-8 7 0,15-2 11 16,11 1-15-1,0-7-1 1,0 0-3-16,0 0 8 0,0 0-3 16,0 0-4-1,23 0-1-15,31-3 19 0,29-22-18 16,14-5 8-16,13-5 1 16,8-4-4-16,-5 5 35 15,-16 5-37-15,-29 9-4 16,-20 11 4-16,-30 3 1 15,-6 6-5-15,-12 0 0 16,0 0 0-16,0 0 2 16,0 0-2-16,0 0 0 15,0 0-5-15,0 0-43 0,0 0-23 16,0 3-11-16,-16 24-96 16,-17 6-28-1,-14-3-206-15</inkml:trace>
  <inkml:trace contextRef="#ctx0" brushRef="#br0" timeOffset="40593.54">14702 11428 905 0,'0'0'40'0,"0"0"41"0,0 0 91 0,0 0-70 15,0 0-17-15,0 0-48 0,-92-77-18 16,85 77 61-16,0 0-53 16,3 0-3-16,1 0-21 15,3 0-1-15,0 0 5 16,0 0-3-16,0 0-4 16,0 0 0-16,0 0 6 0,0 0-10 15,0 0 4-15,0 0 0 31,0 0-1-31,0 0 5 0,0 0-4 0,0 0 0 16,0 0-10 0,0 0 5-16,0 0-19 15,0 0 2-15,0 0 18 16,0 0-17-16,0 0 18 0,0 0 0 0,0 0-16 16,0-3 19-16,0 3-34 15,0 0-1 1,0 0 3-1,0 0-49-15,0 0-3 16,0 0 2-16,0 0-4 16,0 0 51-16,0 0-5 15,0 0 26-15,0 0 6 16,0 0 10-16,0 0-2 16,0 0 8-16,0 0-8 0,0 0 24 15,0 0-11 1,0 0 10-16,0 0 31 0,0 0-20 15,0 0 15-15,0 0-5 16,0 0-33-16,0 0 9 16,0 0-20-16,0 0 0 15,0 0 1-15,0 0 0 16,0 0-1-16,0 0 0 0,0 0 4 16,0 0-8-16,0 0 4 15,0 0-22-15,0 0-34 16,0 0-84-16,0 6-175 15,-37 0-334-15</inkml:trace>
  <inkml:trace contextRef="#ctx0" brushRef="#br0" timeOffset="41191.85">12366 8076 618 0,'0'0'26'0,"0"0"71"0,0 0 53 0,0 0-99 16,0 0-34-16,0 0-17 0,-273 75 0 15,100-1 3-15,-32 25-3 16,-28 10-11-16,-5 18-31 16,14-2-46-16,26-6-45 15,35-17-13 1,41-25-157-1</inkml:trace>
  <inkml:trace contextRef="#ctx0" brushRef="#br0" timeOffset="41767.81">18816 7626 468 0,'0'0'44'0,"0"0"59"0,0 0 68 0,0 0-32 0,0 0-25 0,0 0-32 31,-106-83-41-31,-14 163-23 0,-43 41 12 16,-35 31 3-16,-23 22-30 15,-6 11-6-15,-18 15-38 16,-19 5-158-16,-12-8-126 16,5-17-323-16</inkml:trace>
  <inkml:trace contextRef="#ctx0" brushRef="#br0" timeOffset="42421.37">14674 11668 1100 0,'0'0'55'0,"0"0"-14"15,0 0 80-15,0 0-51 0,0 0-49 16,0 0-13 0,238-177-7-16,-151 160 29 0,-23 17-11 15,-26 0-7-15,-22 17 6 16,-16 32-15-16,0 11 5 16,-21 5-6-16,-33-1 6 15,-14 0-5-15,-3-8-3 16,9-13 0-16,20-15 4 15,14-9-3-15,14-6-1 16,14-11 0-16,0-2-19 0,0 0 18 16,23 0-27-16,46 0 28 15,6 0-7-15,5 0 13 16,10 0-6-16,-12 17 3 16,-8 26-1-16,-13 1 38 15,-22-4-4-15,-35-6-6 16,0 3 13-16,-28-2-5 15,-55 1-9-15,-13-6-10 16,-10 0-14-16,-8-12 3 0,13-4-8 16,9-10 0-16,17-4-1 15,13 0 1-15,15-36-13 16,31-15-50-16,16-12-74 16,0-5-107-1,38-1-291-15</inkml:trace>
  <inkml:trace contextRef="#ctx0" brushRef="#br0" timeOffset="42828.21">16006 11752 1018 0,'0'0'47'0,"0"0"6"0,0 0 123 0,0 0-92 0,0 0-62 0,0 0 7 16,-16 0-18-16,32 0 21 15,-11 0 7-15,-5 0-15 16,0 0 25-16,0 8-24 16,0 12 18-16,0 2 11 31,0-10-46-31,0-12 23 0,0 0-13 15,0 0-16-15,0 0 19 16,0 0-16-16,0 0-5 16,0 0 6-16,5-21 3 0,-5-6-9 15,11-3 0 1,11 6 0-16,-6 1-12 0,10 11-4 16,9 6-32-16,-9 6-61 15,12 0-132-15,-12 23-101 0,-19 17-113 16</inkml:trace>
  <inkml:trace contextRef="#ctx0" brushRef="#br0" timeOffset="43120.57">16060 12181 548 0,'0'0'221'0,"0"0"-120"16,0 0 11-16,0 0 26 15,0 0-86-15,0 0 29 16,43 23-29-16,-15-23 2 15,-7 0 22-15,-11 0-41 16,-1 3 9-16,-9 10-11 16,0 5-19-16,-14 2 33 15,-24 5-31-15,-7-10 0 16,8-7 25-16,23-2-33 0,-3-3 10 16,12-3-2-16,5 0-14 15,0 0 15-15,0 0-17 16,0 0 0-16,0-15-3 15,0-6 3-15,36 2-5 16,9 3-34-16,4-2-94 16,3-1-91-16,7-5-178 15,-14-5-415-15</inkml:trace>
  <inkml:trace contextRef="#ctx0" brushRef="#br0" timeOffset="43390.71">17249 11643 956 0,'0'0'127'0,"0"0"40"15,0 0 28-15,0 0-99 16,0 0-48-16,0 0-7 16,-41-35-13-16,56 92 21 0,15 18-6 15,-18 5-22-15,5 1 8 16,-6-4-22-16,-6-9 1 15,-3-5-8-15,-2-9 2 16,0-3-7-16,0-13-30 16,0-5-61-16,0-12-71 15,0-12-152-15,0-9-191 16</inkml:trace>
  <inkml:trace contextRef="#ctx0" brushRef="#br0" timeOffset="43820.15">18241 11328 877 0,'0'0'38'0,"-59"-191"76"0,-7 98 64 16,-42 10-67-16,-41 14-40 16,-56 22-10-1,-80 13-29-15,-67 25 6 0,-81 9-33 0,-74 13 8 16,-64 46 10-1,-65 49 1-15,-31 41 33 0,4 51-11 16,34 37-3 0,89 26 12-16,94 12-38 0,135-3 18 15,148-7-26 1,137-27-3-16,90-23-7 16,181-27 1-16,128-33-19 15,131-32 9-15,116-34-26 0,109-29 7 16,63-43-6-1,47-17-2-15,-9-26 26 0,-21-60-25 16,-41-34 36 0,-68-37-12-16,-70-44 21 0,-81-44-9 15,-108-32 7-15,-106-27 9 16,-135 3 29 0,-148 11-44-16,-123 22 2 15,-245 50-3-15,-188 51-50 0,-213 60-5 16,-167 65-110-1,-139 42-260-15</inkml:trace>
  <inkml:trace contextRef="#ctx0" brushRef="#br0" timeOffset="45014.72">3747 5913 827 0,'0'0'83'0,"0"0"24"0,0 0 56 0,0 0 24 16,0 0-100-16,0 0-10 0,-123-60-35 0,-84 159-41 16,-88 53 37-16,-61 54-38 15,-63 23 2-15,-34 17 8 16,-5 4-9-16,6-8-1 16,44-15 0-1,36-19 2-15,53-25-1 16,74-31-1-16,71-40 0 0,77-35-8 15,59-31-10-15,38-32-46 16,50-14-87-16,77-31-38 0,36-51-29 16,30-33 6-16,22-32-22 15,1-20-83-15</inkml:trace>
  <inkml:trace contextRef="#ctx0" brushRef="#br0" timeOffset="45213.38">2351 6563 459 0,'363'-160'42'0,"-2"16"-5"15,-29 21 11-15,-44 17 59 0,-59 19 59 16,-67 19-69 0,-65 23 22-16,-71 30-2 0,-35 15-36 15,-171 75-27-15,-119 56-43 16,-111 75-8 0,-95 59 0-16,-79 49 5 0,-51 43-8 15,-22 18-27 1,-8 8-6-16,59-17-40 0,68-19-7 15,76-30-119-15,57-37-187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35:37.1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10987 7549 679 0,'0'0'89'0,"0"0"58"0,0 0 78 0,0 0-107 0,0 0-45 16,-14-160-14-1,14 154 34-15,0 6-47 0,0 0-2 16,0 0 9-16,0 0-41 16,-5 25 11-16,5 35-13 31,-2 16 16-31,2 15 19 16,0-5-43-16,0-6 2 15,0-8 1-15,0-6 5 16,0-12-13-16,0-4 3 0,-5-14-25 15,5-9 15-15,0-12-73 16,0-6-61-16,0-3-47 16,0-6-110-16,0 0-25 15,0-21-61-15</inkml:trace>
  <inkml:trace contextRef="#ctx0" brushRef="#br0" timeOffset="381.31">11399 7521 745 0,'0'0'77'0,"0"0"55"0,0 0 47 15,0 0-142-15,0 0-9 16,0 0-21-16,-212 111 10 16,160-59-10-16,1-1 1 15,-13-5 1-15,5-5-9 0,0-5 0 16,14-6 15-16,10-9-7 15,14-6-8-15,7-6 0 16,6-3 4-16,8-4-15 16,0 1 11-16,0 3-10 15,0 0 10-15,22 4 6 16,20-1 22-16,8 6 0 16,11 2-15-1,5 4 23-15,5 10-20 0,-1-3-6 0,8 4 6 16,-2-4-12-1,-10 0-8-15,-7-4 3 16,-17-4-57-16,-7-8-17 16,-9-3-143-16,-5-7-17 15,-16-2-61-15</inkml:trace>
  <inkml:trace contextRef="#ctx0" brushRef="#br0" timeOffset="997.98">13785 7748 449 0,'0'0'396'0,"0"0"-363"0,0 0 131 0,0 0-26 0,0 0-110 0,0 0-22 16,-89-19 30-16,105 8-36 15,5 2 6-15,-4 9 19 16,-8 0-3-16,-2 0 14 0,-2 15 26 16,-5 5-31-16,0 5 15 15,0-7-6-15,-5-6-17 16,-16-7 29-16,5-5-38 16,11 0 17-16,-7 0 1 15,3 0-29-15,2-17-1 16,-7-13-2-16,14 2-14 15,0 2 5-15,0 7-57 16,0 8-30-16,14 11-41 16,12 0-136-16,-10 0-47 15,5 34-77-15</inkml:trace>
  <inkml:trace contextRef="#ctx0" brushRef="#br0" timeOffset="1431.28">13844 8216 742 0,'0'0'96'16,"0"0"-2"-16,0 0 83 15,0 0-77-15,0 0-57 16,0 0-28-16,-19 0 35 0,19 3 7 16,0 3-18-16,0-3 35 15,0-3-37-15,0 3-11 16,0-3 26-16,0 0-47 15,0 0 20-15,0 0-17 16,0 0 0-16,0 0-7 16,10 0-1-16,-1 0 0 15,15 3 14-15,-12-1-11 0,4 9 5 16,-11-3-5-16,0 2 5 16,-5-5 5-1,0 1-12-15,0-3 2 16,0 0 13-16,0 0-9 15,-17-3-6-15,-9 0-1 16,5 0 11-16,0 0-12 16,-1 0 1-16,15-3 0 15,0-3-4-15,7 0 1 0,0 1-9 16,0-5-17 0,0 2-48-16,0 3-30 0,14 5-108 15,3 0-155-15,-3 0-191 16</inkml:trace>
  <inkml:trace contextRef="#ctx0" brushRef="#br0" timeOffset="2295.37">16388 7724 539 0,'0'0'301'0,"0"0"-231"0,0 0 159 0,0 0-123 0,0 0-58 0,0 0 11 16,-144-140-54-16,95 140 14 16,-15 0-6-16,-2 0-7 15,-5 20 16-15,8 17-18 16,13 6-2-16,12 6 13 15,17-1-12-15,21 6-3 16,0-5 0-16,5 0 0 16,49-1-16-16,-2-7 13 15,9-4-4-15,5-11-2 16,0-9 0-16,5 0 9 0,2-6 0 16,-2 3 8-16,-22 4-3 15,-4 3-3-15,-33 6-2 16,-12-1 28-16,0-1-26 15,-9 1 15-15,-53-5-1 16,-13-2-12-16,-5-7 9 0,-3-12-13 16,5 0 0-16,3 0-5 15,-1-21-20-15,1-12-13 16,4-3-28 0,1 0-130-16,-15 6-121 15,2 6-331-15</inkml:trace>
  <inkml:trace contextRef="#ctx0" brushRef="#br0" timeOffset="3693.41">8247 9520 817 0,'0'0'239'0,"0"0"-199"16,0 0 144-16,0 0-105 0,0 0-60 0,0 0-4 0,97-102-15 15,-14 93 33-15,6 9-8 16,-18 0 8-16,-17 25 26 16,-16 22-49-1,-31 15 11-15,-7 4 10 0,0-1-17 16,-47-4 18-16,-26-7-29 0,-3-14 3 16,-2-6 14-1,17-13-14 1,12-7 3-16,11-5-9 15,21-6 10-15,3 1 5 16,12-2-15-16,2-2 0 16,0 0 0-16,0 0 1 15,0 0-3-15,33 0-1 0,40 0 3 16,17 0 11 0,13 0-11-16,6 0-9 0,-1 0 2 15,-4 0-95-15,-7 0-52 16,-22 0-130-16,-21 0-179 15</inkml:trace>
  <inkml:trace contextRef="#ctx0" brushRef="#br0" timeOffset="3998.9">9252 9455 789 0,'0'0'90'0,"0"0"73"15,0 0 53-15,0 0-92 16,0 0-42-16,0 0-32 16,-62-75 18-16,62 75-29 15,0 0-20-15,0 32 27 16,0 25-21-16,5 17 5 16,0 10-15-16,2-10-2 15,-7-5-8-15,0-6-5 16,0-12-17-16,0-9 14 15,0-10-46-15,0-10-44 0,0-14-54 16,0-4-107-16,0-4-57 16,0 0 6-16,0-11-20 15</inkml:trace>
  <inkml:trace contextRef="#ctx0" brushRef="#br0" timeOffset="4392.93">9587 9534 492 0,'0'0'119'0,"0"0"46"16,0 0 1-16,0 0 1 16,0 0-69-16,0 0-16 15,33-68-1-15,-38 68-55 16,-42 17-8-16,-19 23-11 0,-10 5 3 16,5-1-14-16,1-1 4 15,11-11 0-15,12-11 2 16,18-9 1-16,22-6-3 15,7-6 0-15,0 0-18 16,0 0 15-16,0 0-16 0,0 0 19 16,45 0 9-16,0 0 0 15,9 12 17-15,10 5-3 16,-10 11-6-16,5 10 23 16,2 1-20-1,-9 2 14-15,-7-5 4 0,-10-6-33 16,3-3 5-1,-14-8-10-15,1-8 5 16,-3-3-14-16,-1-1-12 16,5-7-43-16,-7 0-17 15,7 0-115-15,-12 0-116 16,0-7-163-16</inkml:trace>
  <inkml:trace contextRef="#ctx0" brushRef="#br0" timeOffset="4899.95">10174 9558 678 0,'0'0'136'0,"0"0"-26"0,0 0 128 0,0 0-127 0,0 0-54 15,0 0 30-15,-43-69-32 16,43 69-12-16,0 0 11 16,0 0-28-16,24 19 8 0,18 25-5 15,12 16-7-15,10 6 6 16,-14 0-21-16,-1-1-7 16,-2-8 0-16,-4-3 15 15,-6-10-17-15,-6-5 2 16,-3-10 0-16,-16-5-12 15,2-5 7-15,-7-4-21 16,-2-7-38-16,-5-2-97 16,0-3-14-16,0-3-112 15,0 0-19-15,0-11-36 16</inkml:trace>
  <inkml:trace contextRef="#ctx0" brushRef="#br0" timeOffset="5252">10619 9564 455 0,'0'0'139'15,"0"0"-82"-15,0 0 81 0,0 0-43 16,0 0-66 0,0 0-4-16,-73-35 44 0,61 35-25 15,-11 0-5-15,-13 0 1 16,1 11-7-16,-5 13 16 15,2 16-9-15,-9 4-10 16,5 3 22 0,-10 13-27-16,7 0-10 15,-5 0 24-15,3 0-37 16,2-7 17-16,12-9-12 0,8-7 1 16,-4-10-2-16,15-13-6 15,9-8 0-15,-2-2 1 16,7-4-1-16,0 0-11 15,0 0-14-15,-4 0-35 16,-1 2 2-16,5-2-37 0,-2 4-44 16,-3-4-10-16,-5 0-70 15,10 0-80-15</inkml:trace>
  <inkml:trace contextRef="#ctx0" brushRef="#br0" timeOffset="6269.92">11020 9704 528 0,'0'0'64'0,"0"0"19"0,0 0 101 0,0 0-76 0,12-155-19 16,-5 138 8-16,0 11 8 15,-7 3-37-15,0 3 5 16,0 0-8-16,0 0-30 16,0 0 22-16,0 0-43 15,0 20-7-15,-26 17 28 0,-5 10-35 16,-4 0 14-16,0-1-1 31,-1-2-8-31,1 1 16 0,7 0-20 16,2-7 0-1,7-7 10-15,16-11-8 0,3-2-3 16,0-4 0-16,0-1 1 16,38-1-6-16,5-3 5 15,6-5 0-15,3 1-2 16,9-5 6-16,15 0-6 0,-1 0 2 15,10 0-2-15,-10 0-6 16,-16 0-12-16,-4 0-37 16,-25-5 14-16,-18 5-44 15,-5 0-42-15,-7 0-31 16,0 0-19-16,0 0-40 0,0-6-80 31</inkml:trace>
  <inkml:trace contextRef="#ctx0" brushRef="#br0" timeOffset="10250.75">20368 4734 761 0,'0'0'144'15,"0"0"-139"-15,0 0 217 0,0 0-120 0,0 0-84 0,0 0 13 16,0 0-22-16,-43 10 16 16,100-5 34-16,18 1-12 0,3 0-1 15,-5-6-21-15,-9 4-10 16,-20-4-9-1,-11 0-3-15,-21 3-6 0,-7-3-29 16,-5 4-54-16,0-2 24 16,0 4-38-1,-50 6-22-15,-13-3 69 0,-8-1 15 16,5-2 38-16,14 0 0 16,14-2 5-16,31-4 13 15,7 0 5-15,0 0 2 16,0 0 7-16,52 0 1 0,31 0 24 15,21 0-36 1,-1 0-21-16,-1-4-33 0,-22-11-209 16,-38-5-507-16</inkml:trace>
  <inkml:trace contextRef="#ctx0" brushRef="#br0" timeOffset="12879.98">20568 4309 439 0,'0'0'282'16,"0"0"-246"-16,0 0 55 0,0 0 14 0,0 0-69 0,0 0-1 0,-7 0 34 16,7 0-9-16,0 0-19 15,0 0 26-15,2 0-21 0,48 0-1 16,9 0 12-1,26 0-30-15,11 0 2 0,6-12-5 16,8-7-13-16,-11 4 24 16,-2-2-10-16,-17 5-1 15,-18 0 21-15,-15 4-28 16,-19 2 9-16,-7 0-3 16,3-1-20-16,-17 1 19 15,5 3-22-15,-8 3 0 16,-4 0-3-16,0 0-1 0,0 0 0 31,0 0-45-31,0 0-72 16,3 0-44-16,-3 0-110 15,7 0-43-15,-7 0-3 16</inkml:trace>
  <inkml:trace contextRef="#ctx0" brushRef="#br0" timeOffset="13454.26">21400 4070 139 0,'0'0'341'0,"0"0"-227"16,0 0 64-16,0 0-42 16,0 0-86-16,0 0-4 15,-47-25 1-15,47 25-42 16,0 10 11-16,28 14 40 16,8 3-8-16,11-4-13 15,-7-4-22-15,2-8-3 16,1 1 9-16,-10-6-19 0,-10-3 18 15,-1 0-16-15,-13 0 2 16,5-3 15-16,-12 0-19 16,-2 0 9-1,5 0 1-15,-5 0-5 0,0 0 4 16,0 0-9-16,0 0 0 16,0 0 20-16,0 0-17 15,0 0 13-15,0 3-13 16,0-3 2-16,0 2-2 0,0 2-3 15,0 3 0-15,0 10-5 16,0 7 16-16,-21 9 1 16,2 0 12-16,-7 0-21 15,5 0 34-15,4 1-20 16,-4-3-16-16,5-5 32 16,6-8-33-16,6-2 11 15,-3-7-3 1,7-3-3-16,0-6 6 0,0 0-9 15,0 0-2-15,0 0 19 0,0 0-17 16,0 0 4-16,0 0 0 31,0 0 1-31,0 0 3 0,0 0-6 16,0 0-4-16,0 0 4 16,0 0 2-16,0 0-12 0,0 0 6 15,0 0-55-15,0 0-53 16,0 0-72-1,0-25-181-15,25-16-494 0</inkml:trace>
  <inkml:trace contextRef="#ctx0" brushRef="#br0" timeOffset="14025.26">22360 4042 656 0,'0'0'74'0,"0"0"26"0,0 0 36 0,0 0-69 0,0 0-16 0,0 0 38 16,-33-100-36-16,33 82-20 15,21-4-19-15,24 2-9 16,21 2-2-16,2 5-3 16,12 7 2-16,0 6-5 0,-14 0 3 15,-14 0 0-15,-14 5 0 16,-14 21 9-16,-15 6-9 16,-9 8 6-16,0 3-5 15,-9 2 15-15,-53 4-15 16,-13-5 3-16,-3-4 23 15,-14-6-15-15,14-3 17 16,-7-2-2-16,22-4-17 16,20-10 25-16,20-4-32 15,18-8-3-15,-2 6 1 0,7-2 9 16,0-3-7-16,0 7-3 16,21-5 1-16,40 0 42 15,20-4-18-15,20-2-1 16,12 0 5-16,3 0-29 15,6-12 16-15,-16-1-16 16,-23 2 6-16,-34 5-8 16,-23 3 2-16,-26 3-17 15,0 0-59-15,0 0-107 16,0-6-58-16,0-8-151 0,0-10-101 16</inkml:trace>
  <inkml:trace contextRef="#ctx0" brushRef="#br0" timeOffset="14661.35">23366 3837 642 0,'0'0'47'0,"0"0"147"0,0 0-40 0,0 0-48 16,0 0-6-16,0 0-44 0,0 0 4 15,0-53-28-15,0 53-25 16,0 0 14-16,0 12-21 15,0 23 0-15,-21 7 37 16,0 6-23-16,14-4 3 16,-3-1-11-16,10-2-5 15,0-5 12-15,0-7-13 16,38-1 0-16,12-7 6 16,11-7-4-16,-2-2-4 0,-7-6-2 15,-5-4-17-15,-24-2 9 16,-1 0-23-16,-18 0 30 15,1 0-2-15,9-2 7 16,-7-16-6 0,12-8-12-16,-16 2 2 0,-3 3 9 15,0 3 7-15,0 0 0 0,0 3 12 16,0 2-8 0,-22 2-3-1,-4-1 13-15,0 3-11 0,12 7 32 16,10-2-5-16,-1 4-5 15,5 0 4-15,0 0-28 0,-2 13 10 16,-6 21 2-16,-3 17 30 16,4 1 1-1,7 2-30-15,0 1 9 0,0 5 20 16,0 0-40-16,0 0 26 16,11-6-12-16,15-8-10 0,-12-9 24 31,5-8-28-31,-16-10 2 15,1-10 1-15,-4-6 1 16,0-3-7-16,0 0 0 16,0 0-6-16,0 0 0 15,0 0-32-15,0 0 1 16,0 0-22-16,0 0-71 16,-28-25-111-16,-26-13-155 0</inkml:trace>
  <inkml:trace contextRef="#ctx0" brushRef="#br0" timeOffset="17239.43">11350 10069 536 0,'0'0'119'0,"0"0"4"0,0 0-20 0,0 0-58 0,0 0-30 16,0 0 50-16,5-3-13 15,-5 3-12-15,-12 0 23 0,-31-3-57 16,-4 3 25-16,-2 0 22 16,-8 0-49-16,5 0 36 15,15 0-18-15,-1 0-2 16,12 0 18-16,5-7-31 15,9-2 21-15,-7-3-18 16,12-2-5-16,-5-4 7 0,5-5-9 16,-2-5-3-16,9 5 0 15,0-1 4-15,0 3-9 16,0 6 5-16,0 0 0 16,33 2-7-16,-7 1 10 15,-3 6-3-15,8 1 0 16,0 2 7-1,4 3-5-15,7 0-2 16,-4 0 0-16,5 0 0 0,-8 0 1 16,-2 6-1-1,-5 23 0-15,-7 13 8 0,1 9 2 16,-11 9-4 0,-4 3 2-16,-7-1 17 0,0-3-24 0,0 1 12 15,-16-6 8-15,-19 0-18 16,-17-5 20-1,-7-6-21-15,-12 3-2 0,-4-8 4 16,4-5 3-16,3-7-7 16,6-7 0-16,10-10-3 15,15-6-3-15,8-3 5 16,3 0-10-16,10-16 8 0,4-10-8 16,3-1 11-16,9-3 0 31,0 3 0-31,0 4 0 15,28 1 0-15,3 2 0 16,6 5 0-16,-8 4 4 0,1 4-4 16,3 7 4-16,-4 0-4 0,1 0 21 0,13 0-18 31,4 18 4-31,-2 9 19 16,4 3-22-16,-2-3 18 15,-2 1-15-15,-5 0-5 0,-2-4 3 0,-10-4-5 31,-4-5-3-31,6-5-6 16,8-4-60-16,-5-6-50 16,10 0-79-16,-8-9-120 15,-7-33-104-15</inkml:trace>
  <inkml:trace contextRef="#ctx0" brushRef="#br0" timeOffset="17955.7">11843 9866 549 0,'0'0'97'0,"0"0"42"0,0 0 13 0,0 0-82 0,0 0 11 16,0 0 26-16,21-92-47 16,-14 92 5-16,-7 0-4 15,0 0-18-15,0 0 11 0,0 6-38 16,-7 29 0-16,-24 13 15 15,5 5-24-15,5 4 18 16,9-4-15-16,-4-1-3 16,16-10 10-16,0-9-12 15,0-5-5-15,0 0 0 16,42-7 8-16,12-4-13 16,5-7 5-16,3-7-3 15,1-3-6-15,-11 0-6 0,-2 0 6 16,-17-3 5-16,4-16-14 15,-11 2 13-15,-4-4 3 16,-15 0 2 0,-3 0-5-16,-4 1 8 15,0 2-3-15,0-4 0 16,0 8 5-16,-7 2-11 0,-16 0 6 16,9 4 0-16,-1 1 0 15,4 1 7-15,6 2-5 16,5 4 8-16,0-3-9 15,0 3 19-15,-5 0-15 16,5 0-4-16,0 0 17 0,0 0-15 16,0 0 0-16,0 15 7 15,0 19-1-15,0 5 20 16,0-4-28-16,0 2 0 16,0 1 20-16,10 7-20 15,1 1 11-15,-8 0 3 0,4 2-15 16,-2 2 14-16,-5-2-13 15,11-3 0-15,-11-7 12 16,3-7-10 0,1-11 0-16,4-8-3 0,-8-6 5 15,7-6-8 1,-7 0 3-16,4 0 0 0,-4 0-2 16,0 0 2-1,0 0-5-15,0 0-14 0,0 0-34 0,0-15-14 31,0-17-115-31,7-13-131 0,10-3-190 0</inkml:trace>
  <inkml:trace contextRef="#ctx0" brushRef="#br0" timeOffset="18417.8">13821 9648 371 0,'0'0'437'0,"0"0"-368"16,0 0 93-16,0 0-20 0,0 0-116 0,0 0 0 0,-147 21 6 16,136 10-8-16,6-2 18 15,5-3-32-15,0-5 1 16,0-2 4-16,5-5-13 16,28-8 7-16,4 0-6 15,1-6 3-15,0 0 16 16,4-3-21-16,-13-20 18 0,-8-5 9 15,-9 2-16 1,-12-1 25-16,0-4 3 16,0 5-39-16,-19 3 24 15,-12 1-22-15,-7 7-2 0,5 9-1 16,-4 4-7-16,-6 2-10 16,13 8-60-16,1 31-77 15,1 8-136-15,2 5-195 16</inkml:trace>
  <inkml:trace contextRef="#ctx0" brushRef="#br0" timeOffset="18861.22">13722 10203 822 0,'0'0'104'0,"0"0"-1"0,0 0 49 0,0 0-124 16,0 0-15-16,0 0-10 0,-26 47 3 16,19-19 24-16,7-8-28 15,0-2 5 1,0-2-7-16,0-8 8 15,0-2-7-15,14-3-1 0,16-3 0 0,3 0 8 16,-7 0-7 0,-2-9 1-16,2-10 9 15,-12 2-6-15,-2 0 23 0,-5 2 2 16,-7 0-2-16,0-1 20 16,0 5-28-16,0-1 8 15,-5 3-9-15,-14 6-17 16,10 3-3-16,-8 0 1 15,8 0-47 1,-8 0-41-16,10 0-100 0,-7 15-129 0,14 0-245 16</inkml:trace>
  <inkml:trace contextRef="#ctx0" brushRef="#br0" timeOffset="21544.84">15622 9555 28 0,'0'0'802'0,"0"0"-606"0,0 0 33 0,0 0-59 0,0 0-57 0,0 0-31 16,0 0-43-16,0-112-16 16,0 126-5-16,0 25-12 15,-5 20 3-15,-14 13-4 16,5-6 6-16,0 2-5 16,2-11-6-16,3-15 0 15,-3-13-2-15,7-11 3 16,5-9-2-16,0-5-2 15,0-4-12-15,0 0 14 0,0 0-8 16,0 0 3 0,40-13-4-16,22-8 10 15,-3 7-5-15,7 2 4 0,-3 6 1 16,-1 6-4-16,-1 0 4 16,-12 0 0-16,6 15 11 15,-18 14-9-15,-11 5 19 16,-14 1-3-16,-12-5-18 15,-5 5 23-15,-61 2-21 0,-23-5-1 16,-8 2-2-16,0-11 0 16,22-8-20-16,14-7-23 15,18-8-54-15,10 0-63 16,12-26-119-16,9-28-60 16,-2-15-120-16</inkml:trace>
  <inkml:trace contextRef="#ctx0" brushRef="#br0" timeOffset="21736.21">15544 9534 428 0,'0'0'295'16,"0"0"-145"-16,0 0 18 0,0 0-18 0,0 0-110 0,0 0 23 0,193-32 5 16,-103 26-35-1,9-1 30-15,-14-1-10 0,-14 2-34 16,-27 6-4-16,-13 0-15 0,-15 0-29 15,-6 6-43 1,-10 24-107-16,0 5-143 16,0-1-161-16</inkml:trace>
  <inkml:trace contextRef="#ctx0" brushRef="#br0" timeOffset="22049.6">16442 9498 363 0,'0'0'412'0,"0"0"-284"0,0 0 76 16,0 0-38-16,0 0-110 16,0 0 15-16,0-83-9 15,0 80 1-15,0 3-8 16,0 0-16-16,0 0 11 31,0 25-31-31,0 32-2 16,12 17 37-16,-3 9-47 15,-4-5 5-15,-5 0 7 16,0-13-17-16,0-2 14 16,0-12-16-16,0-11 0 15,0-6-2-15,0-13 2 0,12-10-5 16,-7-2-20-16,-5-6-42 16,9-3-31-16,3 0-126 15,0 0-74-15,4-29-106 16</inkml:trace>
  <inkml:trace contextRef="#ctx0" brushRef="#br0" timeOffset="22451.38">16893 9589 480 0,'0'0'127'16,"0"0"7"-16,0 0 38 16,0 0-53-16,0 0-44 15,0 0 16-15,2-69-46 16,-49 69-17-16,-10 20-17 15,-16 20-5-15,7 1 29 16,2 5-19-16,10-2 6 16,7-6 10-16,19-11-25 15,4-6 5-15,10-9-7 0,14-3 1 16,0 0 0-16,0-3-6 16,0 1 1-16,14 1 16 15,19-6-17-15,17 5 16 16,13-1 7-16,-4 6-7 15,12 2 16-15,-5 7-11 16,-2 6 10-16,-10 0 19 16,-5 1-34-16,-4-5 21 0,-17-3-13 15,10-1-19-15,-21-4 16 16,4-3-21 0,-5-6 0-16,-6-3-4 15,2-1-8-15,-5-2-22 16,12 0-52-16,-1 0-94 15,1-5-82-15,3-28-264 0</inkml:trace>
  <inkml:trace contextRef="#ctx0" brushRef="#br0" timeOffset="22817.67">17524 9540 596 0,'0'0'161'16,"0"0"-47"-16,0 0 103 0,0 0-89 0,0 0-47 0,0 0 3 0,-30-83-20 16,30 83-2-1,0 0-11 1,0 3-29-16,42 31 38 0,12 15-20 15,15 5-9-15,6 0 1 16,-4 3-24-16,-3-10 13 0,-9-5-21 16,-9 1 8-1,-10-8-6-15,-10-3-2 16,-4-7-1-16,-4-8-4 16,-6-8-37-16,-6-3 8 15,-10-3-65-15,0-3-73 16,0 0-3-16,4-3-100 15,-4-26-81-15</inkml:trace>
  <inkml:trace contextRef="#ctx0" brushRef="#br0" timeOffset="23151.35">18057 9472 559 0,'0'0'103'15,"0"0"44"-15,0 0 11 16,0 0-36-16,0 0-33 15,0 0-11-15,-106-72-23 16,104 72 7-16,-15 0-25 16,-9 15 5-16,-7 27 15 15,-12 12-6-15,1 9 3 16,15-3-12-16,-4 1-27 16,3 5 22-16,-1-6-24 0,8-6-4 15,-6-3 16-15,-4-4-22 16,3-5 5-1,4-10-5-15,4-7 2 0,11-13 0 16,4-4-5-16,2-4-6 16,5-2 5-16,0-2-30 15,0 0-8-15,-7 3-61 16,4-3-99-16,-8 0-54 16,-11 0-166-16</inkml:trace>
  <inkml:trace contextRef="#ctx0" brushRef="#br0" timeOffset="24073.88">19736 2946 899 0,'0'0'207'0,"0"0"-151"0,0 0 129 0,0 0-83 0,0 0-84 0,0 0-16 16,0-7 22-16,0 7-24 15,0 0 0-15,0 0-2 16,0 0 5-16,0 0-3 15,0 0 2-15,0 0 4 0,0 0 10 16,0 0 2-16,0 0 15 16,21-23 16-16,45-26-21 15,21-8-8-15,17-13-20 16,0 0 6-16,-15 15-5 16,-16 6-1-16,-23 17 0 15,-24 16-2-15,-14 11-23 16,-12 5-27-16,0 0-79 15,-12 21-183-15,-64 17-145 16</inkml:trace>
  <inkml:trace contextRef="#ctx0" brushRef="#br0" timeOffset="29153.48">18519 9711 806 0,'0'0'57'0,"0"0"-15"0,0 0 138 0,0 0-121 0,0 0-28 0,0 0-13 15,0 0 0-15,0 0 19 16,-151 6-28-16,151-6-1 16,7-16-2-16,8-5-2 0,-1 2 14 15,16-2-15 1,-4 15-3-16,0 1 19 16,12 5-12-16,-10 0 10 15,10 5 2-15,-5 30 1 16,-2 19 31-16,-13 9-20 0,-13 5-10 15,-5 1 11-15,0-4-29 16,-19-8 15-16,-37-6-16 0,-3-9 4 16,-7-10 6-1,2-8-12-15,10-9 0 0,21-12-1 16,5-3 8-16,2 0-7 16,16-18 0-16,-6-18-16 15,11-9 9-15,5 1 7 16,0 1 0-1,9 5-7-15,20 11 11 0,-1 7-4 16,-4 8 0 0,-5 6 0-16,-1 6-11 15,4 0 7-15,11 0 4 16,4 26-5-16,3 6 14 0,12 5-13 16,-7-3 4-16,2-11 0 0,3-6-5 15,2-8 5 1,-3-6-5-16,3-3 3 15,-12 0-26-15,-5-17 22 0,-2-14 1 16,-9-4 5-16,2-6-5 16,-10-7 6-16,-9-6-1 15,-2 3 0-15,-5-2 6 16,0 8-7-16,0 9 6 0,0 10-5 16,0 14 29-16,0 2-11 15,-5 10 15-15,3 0-8 16,2 0-24-16,-5 0 7 15,-2 18-8-15,-7 23 0 32,7 13 4-32,2 0-1 0,5-3-3 0,0-7 0 15,0 1 7-15,26-9-14 16,7-9 7-16,5-7 0 0,0-8-8 31,-5-7 11-31,7-5-3 16,5 0 0-16,-1-5 3 15,-1-18-8-15,-1-4 5 16,-4-6 0-16,-12 4 4 16,-14-5 0-16,-8-1-4 15,-4-8 0-15,0-4 6 16,0 3-5-16,-25 5-1 0,-13 9 0 16,-9 12 12-16,0 7-11 15,2 6 7 1,0 5-7-16,2 0 8 15,1 0-11-15,0 5 2 0,6 9 0 16,17 5-8-16,3-6-8 16,11 7-22-16,-2 3-19 15,7-2-57-15,0 2-11 16,0 1-94-16,0-6-87 16,0-6-191-16</inkml:trace>
  <inkml:trace contextRef="#ctx0" brushRef="#br0" timeOffset="35534.18">12715 9475 545 0,'0'0'30'0,"0"0"30"0,0 0 74 0,0 0-81 0,0 0-13 16,0 0 1-16,0 0-3 16,-26-41 39-16,-66 76-71 0,-38 22 3 15,-20 26 33-15,-25 25 13 0,-18 16-7 16,-10 16-26-16,-2 1-19 16,-3-6 15-16,17-14-17 15,29-12 13-15,35-17 1 16,20-24-8-1,20-11 6-15,28-22-13 0,12-10 0 16,24-8-4-16,4-8 1 16,12-3-26-16,7-3-18 15,0-3-43-15,0 0-28 16,0 0-6-16,7 0-72 16,45 0 52-16,11-18-181 0</inkml:trace>
  <inkml:trace contextRef="#ctx0" brushRef="#br0" timeOffset="38029.01">11925 8667 562 0,'0'0'113'0,"0"0"25"0,0 0-1 0,0 0-16 0,0 0-54 16,0 0 16-16,0-54-26 0,0 54-9 15,0 12-3-15,-28 33-27 16,-10 18 13-16,-9 11-12 16,14-5-13-16,7-7 17 15,0-9-22-15,14-10 10 16,12-11-11-16,0-7 6 16,0-5-17-16,12-8 11 15,28 0 0-15,22-5-2 16,13-7-1-16,19 0 0 15,-2 0 1-15,-9-11-22 0,-5-3 16 16,-20 0-32-16,-10 2-24 16,-6-1-11-16,-11 7-39 15,-19 0-13-15,4 0-4 16,-16 0-48-16,0 3 57 16,0 0-70-16</inkml:trace>
  <inkml:trace contextRef="#ctx0" brushRef="#br0" timeOffset="38567.61">12185 8908 239 0,'0'0'80'0,"0"0"-3"0,0 0 16 0,0 0-1 15,0 0-38 1,0 0 7-16,-31-48 32 16,24 45-34-16,7 3-7 15,0 0-4-15,0 0-16 0,0 0 12 16,0 0 0-16,0 0-10 16,0 0 11-16,0 0-28 15,0 0 12-15,0 0-1 16,0 0-12-16,0 0 10 15,0 24-5 1,0 18 16-16,0 9-8 16,0 6-12-16,0-1 2 0,14-1-2 0,-9-6-9 31,-5-7 15-31,2-6-22 0,-2-2 6 0,0-11 4 16,0-1-8-16,5-8 2 15,-5-8-5-15,0 0 1 16,0-3 0-1,0-3-1-15,0 0 0 16,0 0-2-16,0 3 7 0,4-3-7 0,-4 0 2 16,0 0 0-16,0 0-8 15,0 3 1 1,0 0-5 0,0-3 7-16,0 0-28 15,0 0-3-15,0 3-32 16,12 2-71-16,2 4-125 15,19-6-145-15</inkml:trace>
  <inkml:trace contextRef="#ctx0" brushRef="#br0" timeOffset="39235.96">19099 9296 117 0,'0'0'12'0,"0"0"29"0,0 0 18 15,0 0-44-15,0 0-5 0,0 0-8 0,52-8-2 16,-52 8-9-1,0 0-18-15,0 0 27 0,0 0 8 16,0 0-8-16,0 0-21 16,0 4-52-16</inkml:trace>
  <inkml:trace contextRef="#ctx0" brushRef="#br0" timeOffset="47877.52">12189 8433 247 0,'0'0'117'0,"0"0"-13"0,0 0 35 0,0 0-4 0,0 0-47 0,0 0-11 15,0 0 22-15,128-59-1 16,-128 59 3-16,0 0-15 15,0 0-22-15,0 0 3 16,0 0-24-16,-10 0-13 0,-35 0 3 16,-18 21-29-16,-1 11 8 15,0 14 12-15,20-5-8 16,-4 16 21-16,18 9-30 16,6-3 5-16,12 8 6 15,12-6-11-15,0-1-7 16,0-1 0-16,26-10 6 15,14-6-8-15,8-7 2 16,-4-12 0-16,1-7-7 16,0-8-4-1,-7-3 9-15,2-8-6 0,2-2-3 16,-6 0 1 0,1 0 4-16,-4-6-4 0,-2-15 10 15,2-4-9-15,-17-1 5 0,1 3 4 16,-5-7 0-1,-12-3-4-15,0 3 4 0,0 4 0 16,0 7-1-16,-21 6 9 16,-17 7-8-16,-12 6 0 15,-4 0 0-15,2 0 0 16,3 0 4-16,2 6-4 16,4 7 1-16,3 0 7 0,9-1-8 15,5-4 0-15,8 4-4 16,1-4-5-16,8 4-37 15,9 4-49-15,-3-4-27 16,3-1-62-16,0-2-15 0,0-6-37 16,0-3-1-16,0 0-156 15</inkml:trace>
  <inkml:trace contextRef="#ctx0" brushRef="#br0" timeOffset="48500.33">12392 8433 609 0,'0'0'123'0,"0"0"33"0,0 0 16 0,0 0-66 15,0 0-32-15,0 0-9 0,0-85-22 16,-9 85-13-16,-34 2-7 15,-11 29 10-15,-19 15-27 16,0 12 3-16,4 5 28 0,15 14-9 16,5 0-8-1,11 4 10-15,17-10-27 0,14-8 5 16,7-9-8-16,0-3 3 16,0-10-1-16,23 1-2 15,13-12 0-15,1-9-1 16,-4-6 1-16,-7-3 0 15,7-4 0-15,-7 1 3 16,12-3-5-16,-3-6 2 16,8 0 0-16,-6 0-3 15,1 0 4-15,-10 0-1 0,-2 0 0 16,-9 0 4-16,4-12-6 16,-14 1 2-16,12-7 0 15,-14-1 3-15,-5 2 1 16,0-1-4-16,0 0 0 15,0 3 4-15,0-3 2 16,-5-2-3-16,-21 2-3 16,-2 2 9-16,-3 7-3 0,0 1-1 15,3 2 0-15,-2 3-2 16,4 3 8-16,-5 0-11 16,3 0 0-16,-3 0 0 15,-2 3 5-15,2 9-5 16,5 9 0-16,8-6-10 15,-4 2 8-15,15-2-50 16,3 0-37-16,4 0-28 16,0 1-55-16,0-8-34 0,0-2-9 15,0-6-12-15,16 0-25 16</inkml:trace>
  <inkml:trace contextRef="#ctx0" brushRef="#br0" timeOffset="49072.8">12430 8535 447 0,'0'0'167'0,"0"0"-48"0,0 0 40 16,0 0-10-16,0 0-85 0,0 0-13 0,0-53 20 15,0 53-32-15,0 0-15 31,0 0 7-31,-19 0-12 16,-21 3 16-16,-14 14-32 16,-5 14 2-16,-5 1 9 15,12 8-3-15,7 3 11 16,12 5 14-16,7 9-26 0,-2 9 6 16,16 2-3-16,-2 2-12 15,9-2 13-15,5-8-14 16,0-8 1-16,0-9 1 15,19-7-1-15,10-9-1 16,13-5 0-16,3-3 10 16,7-7-16-16,-8-3 6 15,4-3 0-15,-11-6-7 0,3 0 11 16,-4 0-4 0,-3 0 0-16,-5-6 9 0,-2-11-12 15,0 0 3-15,-7 0 0 16,0-4-1-16,-19-6 9 15,0-2-8-15,0-5 0 16,0 5 6-16,-33 6-4 16,-5 1-2-16,-2 10 0 15,0 6-4-15,-3 6 6 16,-11 0-2-16,5 0 0 0,9 0 1 16,-3 15-11-16,17 1-2 15,12 7-28-15,5 9-38 16,9 8-90-16,0-1-179 15,0-3-231-15</inkml:trace>
  <inkml:trace contextRef="#ctx0" brushRef="#br0" timeOffset="49822.27">19698 9505 489 0,'0'0'92'0,"0"0"2"0,0 0 57 0,0 0-46 0,0 0-58 16,0 0 45-16,73-102-10 0,-101 102-31 15,-64 28 24-15,-43 35-59 16,-32 28 38-16,-10 24 49 15,-16 3-53-15,-3 7 8 16,8-8 0-16,16-10-34 16,21-14 25-16,28-13-39 15,41-14-9-15,13-19 8 16,27-10-8-16,11-17-1 16,24-8 0-16,0-7-41 15,7-5-3-15,0 0-77 0,0-2-52 16,14-45-42-16,47-27-181 15,22-23-221-15</inkml:trace>
  <inkml:trace contextRef="#ctx0" brushRef="#br0" timeOffset="50124.27">19033 8751 648 0,'0'0'146'15,"0"0"-16"-15,0 0 55 16,0 0-70-16,0 0-56 16,0 0 13-16,-7-18-16 15,7 15-11-15,7 3-2 0,36-4-24 16,11-5 14-16,24 3-12 15,-8 0-16-15,-11 6-10 16,-14 0-20-16,-14 0-97 16,-10 0-32-1,-14 0-186-15,-7 0-116 16</inkml:trace>
  <inkml:trace contextRef="#ctx0" brushRef="#br0" timeOffset="50585.47">18962 8711 407 0,'0'0'242'0,"0"0"-162"0,0 0 77 0,0 0-12 15,0 0-73-15,0 0 7 16,-155 125 12-16,138-80-64 16,10-1-4-16,-7 2 21 0,9-4-42 15,5-13 7-15,0-5-9 16,0-8 3-16,0-5-10 15,0-1 4-15,0-8-16 32,0-2 8-32,0 0-16 0,0 0 16 0,0 0 1 31,0 0-6-31,31-12 9 16,9-15 7-16,5 3 0 0,-7 4-4 15,2-2 6 1,2 7-2-16,-2 4 0 0,5 5 0 15,0 3 7-15,7 3-4 16,7 0 23-16,-10 0 11 16,1 26-6-16,-15 8 18 15,-9-2-9-15,-19 2-12 16,-7-2 24-16,-7 4-43 16,-66-4 11-16,-24 5-12 15,-16-2-4-15,-21 1-8 16,-15 0-60-16,5-3-77 15,-11-1-40-15,2-10-137 0,16-7-161 16</inkml:trace>
  <inkml:trace contextRef="#ctx0" brushRef="#br0" timeOffset="51636.28">16171 8947 671 0,'0'0'96'0,"0"0"28"0,0 0 65 0,0 0-75 0,0 0-52 15,0 0-6-15,-64-45-31 0,64 79-9 16,0 33 11 0,24 29 49-16,42 5-37 0,31 8-19 15,11 6-5-15,3 7 26 16,-3 4-23 0,-4-3 9-16,-14-2 14 0,-10-7-27 15,-12-6 8-15,-9-16-22 16,-9-9 0-16,4-15 3 15,-12-10-3-15,-2-13-3 16,8-10-10-16,-11-10-42 16,-4-11 4-16,-11-2-84 0,-22-6-58 15,0-6-167 1,-24 0-426-16</inkml:trace>
  <inkml:trace contextRef="#ctx0" brushRef="#br0" timeOffset="52637.37">9115 8857 649 0,'0'0'69'0,"0"0"63"0,0 0-14 0,0 0 4 0,0 0-79 16,0 0 7-16,-57-149-4 0,57 149-32 15,0 0 21-15,0 0-29 16,0 37 1-16,0 34 7 16,15 27 36-16,41 16-2 15,10 0-20-15,5 7 1 16,0 5-3-16,-3 2-23 16,-2 10 0-16,-2-7 16 15,-5-3-17-15,-5-7 19 16,-7-3-11-16,-14-9-7 15,9-4 24-15,-13-7-26 0,11-5 12 16,-14-15-8-16,4-16 2 16,-4-17-3-16,-4-18-4 15,-8-9 0-15,-10-10-2 16,-4-2 6-16,0-3-4 16,0-3 0-16,0 0 5 0,0 3-18 15,0-3 13-15,0 0-7 16,0 0-3-16,0 0-5 15,0 0 3-15,0 0-6 16,0 0-37-16,0 0 3 16,0 0-61-1,0 0-117-15,0 0-126 16,-4-3-319-16</inkml:trace>
  <inkml:trace contextRef="#ctx0" brushRef="#br0" timeOffset="53516.42">11758 12160 813 0,'0'0'105'0,"0"0"81"0,0 0-3 0,0 0-118 0,0 0-27 0,0 0 47 16,-24-23-32 0,24 23-1-16,0 0-1 0,-7 55-25 15,0 23 27-15,-2 21-20 16,-5-1-23-16,-1-15 13 15,4-4-20-15,-4-5-3 16,4-12 0-16,4-9 3 0,2-7-8 16,-5-17-28-16,10-1-45 15,0-11-77-15,0-13-222 16,10-4-257-16</inkml:trace>
  <inkml:trace contextRef="#ctx0" brushRef="#br0" timeOffset="53927.31">11946 12575 432 0,'0'0'404'0,"0"0"-349"16,0 0 26-16,0 0-38 15,0 0-41-15,151-177 13 16,-87 154-8-16,-22 5 34 15,-6 8 25-15,-10 10 2 16,-5 0-11-16,-5 22-29 16,-11 26 38-16,-5 11-14 15,0 6-39 1,0 1 17-16,-38-6-1 0,1-6-19 0,-6-10 29 16,-4-2-15-16,2-6-3 15,5-6 3-15,5-7-19 16,14-4 12-16,14-10-1 0,-3-6-13 15,10 0 3-15,0-3-6 32,0 0 0-32,0 0-4 15,14 0 6-15,33 0-2 16,24-6 0-16,12-25-3 16,20-7-17-16,1-7-108 15,5-3-134-15,-13 4-261 16</inkml:trace>
  <inkml:trace contextRef="#ctx0" brushRef="#br0" timeOffset="54277.47">13514 12294 794 0,'0'0'68'0,"0"0"27"16,0 0 30-16,0 0-95 0,0 0-30 0,0 0 4 0,0 0 18 15,-19 87 2 1,33-51-19-16,5-3 30 16,-7-13-25-16,5-1 15 0,-3-15 18 15,7-4-23-15,-2 0 27 16,0 0 15-16,-8-2-13 15,6-19 27-15,-12-5-52 16,-5-5-9-16,0 7-8 0,0-2-7 16,0-1-2-16,-33 9-44 15,2 6-64-15,-7 12-26 16,10 0-211-16,2 6-482 16</inkml:trace>
  <inkml:trace contextRef="#ctx0" brushRef="#br0" timeOffset="54563.59">13448 12992 813 0,'0'0'26'16,"0"0"-14"-16,0 0 50 15,0 0-22-15,0 0-30 16,0 0 17-16,144 104 8 15,-125-104 67-15,-5 0 12 16,-7-9-16-16,-7-8 9 16,0-11-49-16,0 5-22 15,0-1 11-15,0 5-45 16,-2 5 21-16,-22 2-21 0,10 4 8 16,-12 4-20-16,17 2-24 15,-8 2-94-15,12-6-86 16,3-3-354-16</inkml:trace>
  <inkml:trace contextRef="#ctx0" brushRef="#br0" timeOffset="55057.15">14662 12661 816 0,'0'0'43'0,"0"0"39"0,0 0 95 15,0 0-125 1,0 0-29-16,0 0 1 0,-26-37-9 16,29 12-1-16,18-2-8 15,0 8-5-15,5 4 11 16,7 1-12-16,-2 8 7 15,4 3 11-15,-4 3 11 16,-5 0 35-16,-3 0-24 16,-6 14 9-16,-1 16 9 15,-11 12-34-15,-5 9 2 16,0 3-1-16,-38 5-13 16,-21 4 20-16,-9-7-19 0,-5-4 5 15,5-12 18-15,13-3-28 16,13-16 19-16,21-6-19 15,16-13 0-15,5-2-7 16,0 0-1-16,0 0 0 16,12 0-5-16,33 0 7 15,16 0-3-15,12 0 1 16,0-11-7-16,9-13 1 16,15-9-36-16,9-3-49 0,17 0-137 15,4-2-236-15,3 1-363 16</inkml:trace>
  <inkml:trace contextRef="#ctx0" brushRef="#br0" timeOffset="55294.24">15766 12541 775 0,'0'0'253'0,"0"0"-146"0,0 0 5 0,0 0-38 15,0 0-36-15,0 0-3 0,186-29 33 16,-108 17-9-16,11-4-27 16,-13 2 8-16,-13-1-33 15,-20 10-1-15,-20 1-12 16,-13 4-58-16,-10 0-114 16,0 0-167-16,-40 9-233 15</inkml:trace>
  <inkml:trace contextRef="#ctx0" brushRef="#br0" timeOffset="55756.4">15848 12484 575 0,'0'0'335'0,"0"0"-190"16,0 0 25-16,0 0-66 16,0 0-83-1,0 0 22-15,-21 0-1 0,21 5-5 0,0 12 7 16,-5 10-31-1,-4 6 12-15,-8 8-14 16,5-2-2-16,-6 3-7 0,-1-3-2 16,2 3 0-16,3-7 14 15,2-4-9-15,3-5-5 16,2-8 0-16,-7-7 5 16,9-5-6-16,5-6 1 0,0 0 0 15,0 0-6 1,0 0 6-16,0 0-9 0,0 0-7 15,0-15-3-15,24-8 15 32,13 0-7-32,3 1-7 0,12 5 18 0,7 5-12 15,-9 3 12-15,-1 5-1 32,1 4 2-32,2 0 7 15,-3 0 14-15,-7 15 20 16,-18 15 19-16,-12 9-16 0,-12 6-12 15,-26 13-13-15,-75 3-14 16,-48 11-6-16,-25 2-25 16,-27-6-72-16,1-5-111 15,-8-12-210-15,17-19-481 16</inkml:trace>
  <inkml:trace contextRef="#ctx0" brushRef="#br0" timeOffset="58239.42">5555 6454 16 0,'0'0'765'0,"0"0"-675"0,-287 0 42 0,230 0 97 0,31 0-126 32,26 0-55-32,0 0 11 0,35 0-55 0,62 14 53 15,54-5 27-15,28-9-69 16,21 0 32-16,3 0-43 31,-19 0-2-31,-24 0-3 16,-30 0 1-16,-33 0-21 15,-24 0-44-15,-24 0-55 0,-20 5-11 16,-25 7-97-16,-4 1 40 16,-26 5-82-16,-70 0-160 15</inkml:trace>
  <inkml:trace contextRef="#ctx0" brushRef="#br0" timeOffset="58460.82">5520 6711 508 0,'0'0'39'16,"0"0"89"-16,0 0 65 15,0 0-65-15,0 0-20 16,0 0-93-16,-45 32 62 16,205-32 20-16,67-24-51 15,41-12 16-15,18-6-7 16,-18 1-31-16,-41 7 20 0,-58 11-44 16,-53 12 0-16,-41 7-4 15,-42 4-36-15,-26 0-16 16,-7 9-78-16,0 20-43 15,-28 1 0-15,-7-9-177 16</inkml:trace>
  <inkml:trace contextRef="#ctx0" brushRef="#br0" timeOffset="59514.17">15848 15200 1229 0,'0'0'82'0,"0"0"-52"0,0 0 173 16,0 0-166-16,-14-156-22 0,94 93 12 15,7 16-26-15,-11 14 33 16,-8 19-1-16,-23 14-27 15,-12 3 33-15,-12 50-31 16,-11 22-1-16,-10 17 19 16,0 4-17-16,-26-1 10 15,-19-12-13-15,-12-6-2 0,5-8 33 16,1-18-36 0,8-6 12-16,20-12-2 15,6-13 0-15,17-1-6 16,0-4-5-16,0-6 0 0,61-1-22 15,20-8 13-15,20 0-19 16,17-38-7-16,2-9-44 16,3-11-48-16,-20-7-157 15,-18-7-216-15</inkml:trace>
  <inkml:trace contextRef="#ctx0" brushRef="#br0" timeOffset="59721.04">16796 14966 1022 0,'0'0'193'16,"0"0"-62"-16,0 0 8 0,0 0-99 15,0 0-17 1,0 0-13-16,141-76 32 0,-56 50-41 16,-14 9 23-16,-12 2-24 15,-31 9-15-15,-14 4-10 16,-14 2-103-16,0 5-97 15,-30 30-138 1,-36 8-142-16</inkml:trace>
  <inkml:trace contextRef="#ctx0" brushRef="#br0" timeOffset="60118.97">16796 14966 460 0,'-120'49'333'15,"110"-49"-164"-15,10 0 66 0,0 0-61 0,0 3-107 16,0 26-21-16,0 19 17 31,0 15 5-31,7 0-23 16,0 2-39-16,8-12 1 15,-4-8 9-15,1-8-14 16,-2-19-2-16,-1-7 0 0,-9-5-6 16,7-6-1-1,-7 0-13-15,5 0-14 0,16 0 23 16,7-27-5-16,3-7 15 15,9 0 1-15,2 0 0 16,-2 8-9-16,10 1 9 16,4 4 0-16,-4 4 11 15,9 8-4-15,4 9 12 0,-8 0 16 16,-6 4-23-16,-18 24 28 16,-15 12-40-1,-11 1 8-15,-5 10 2 0,-10 3 8 16,-37 0-18-16,-14 3 0 15,0-10-19-15,9-7 18 16,-2-6-97-16,-3-6-28 16,5-10-36-16,-11-1-138 15,4-5-24-15,-5 0-294 16</inkml:trace>
  <inkml:trace contextRef="#ctx0" brushRef="#br0" timeOffset="60581.15">15294 16491 755 0,'0'0'146'0,"0"0"31"0,-295 86 38 0,241-65-47 0,21-8-86 0,21-7-10 16,12 0-16-16,7-6-54 16,90 0 26-16,63 0-8 15,62-37-15-15,54-15 31 16,40-20-33 0,26-13 16-16,14 2-3 0,-5 0-12 15,-26-1 29-15,-23 7-33 16,-31 3 1-16,-9 8 16 15,-22 12-5-15,-28 6-11 16,-25 10-1-16,-55 7 16 16,-36 11-20-16,-39 11 4 15,-38 6 0-15,-19 3-14 0,0 0-9 16,-40 9-13-16,-36 22 3 16,-20 9-42-16,-1 3 17 15,0-3-87-15,1 9-41 0,-8-3-45 16,-7 3-87-1,5-10-134-15</inkml:trace>
  <inkml:trace contextRef="#ctx0" brushRef="#br0" timeOffset="61249.57">16888 16854 928 0,'0'0'194'0,"0"0"-70"16,0 0 24-16,0 0-57 0,0 0-82 0,0 0 16 0,38-97 15 15,32 57-11-15,1 11 45 16,-12 10-50-16,-17 13-12 16,-6 6 2-16,-10 0-6 15,9 34-8-15,-2 11 0 16,-12 2 6-16,-14 1-5 16,-7 3-1-16,0-4 0 15,-26-1-4-15,-2-7 8 0,9-7-4 16,-4-5 0-16,16-3 8 15,0-12-24-15,7-6 16 16,0-1 0-16,0 1-12 16,40 0 18-16,9 0-6 15,8 5 0-15,4 2 1 16,-4 0 26 0,-20 1-21-16,-8-3-3 0,-25 4 15 15,-4 4-10-15,0-1 14 0,-9 2-16 16,-45 2-1-16,-12-7 10 15,-3-3-15 1,3-4 0-16,10-5-4 16,6-3-38-16,3 0 16 15,12-38-93-15,16-13-185 0,12-6-199 16</inkml:trace>
  <inkml:trace contextRef="#ctx0" brushRef="#br0" timeOffset="61679.16">17621 16694 1125 0,'0'0'167'0,"0"0"-133"0,0 0 61 0,0 0-48 0,330-117-40 0,-229 94 21 15,-27 5-11-15,-25 10-7 16,-23-3 24-1,-14 9-27-15,-12 2 12 0,0-4 11 16,0 4-28 0,0 0 42-16,0 0-33 0,0 0-8 0,0 0 24 31,0 0-19-31,0 0 3 16,0 4-9-16,0 26 16 15,2 18 11-15,12 16-3 16,-2 2-17-16,-7-3 51 0,11-3-50 15,1-6 18-15,2-13-9 16,-10 1-14-16,0-10 14 16,6-13-19-16,-15-4 0 15,2-9-13-15,-2-3 11 16,0-1-19-16,0 4-10 16,0-6-36-16,0 0 23 15,0 0-61-15,24-26-156 16,-6-28-197-16</inkml:trace>
  <inkml:trace contextRef="#ctx0" brushRef="#br0" timeOffset="62044.55">20082 15087 749 0,'0'0'241'0,"0"0"-21"0,0 0-54 0,0 0 0 0,0 0-61 0,0 0-69 0,14-55 16 16,-14 112-19-1,-9 24-15-15,-33 21 50 0,-8-7-65 16,3-6-2-16,-7-6-1 16,4-4-1-1,1-12-21-15,-3-1-37 0,9-15-61 16,3-12-80-16,-2-18-200 16,6-21-60-16</inkml:trace>
  <inkml:trace contextRef="#ctx0" brushRef="#br0" timeOffset="62235.43">19521 15209 682 0,'0'0'196'0,"0"0"2"15,0 0 16-15,0 0-33 16,0 0-125-16,0 0-8 16,118 35 78-16,-35 20-105 15,-3-2 20-15,0-6-38 16,0-7 4-1,-9-6-14-15,-12-6 3 16,-5-7-52-16,0-7-107 0,-16-8-216 16,0-6-179-16</inkml:trace>
  <inkml:trace contextRef="#ctx0" brushRef="#br0" timeOffset="62568.74">20431 15006 1050 0,'0'0'143'0,"0"0"-66"16,0 0 54-16,0 0-106 0,0 0-25 0,285-129 26 15,-202 108-20-15,-29 9 3 16,-18 6 23-16,-20 3-24 16,-11 0 45-16,-5 3-27 31,7 0 5-31,0 22 25 15,12 25-19-15,-7 22 2 16,-12 11-4-16,0 6-23 16,0 1 43-16,0-5-35 15,0-11-11-15,0-12 29 16,0-15-33-16,0-10-4 16,0-14-1-16,0-5-17 0,4-5-2 15,8-1-74-15,2-6-51 16,3-3-182-16,2-6-261 15</inkml:trace>
  <inkml:trace contextRef="#ctx0" brushRef="#br0" timeOffset="63047.01">21329 14832 1010 0,'0'0'152'0,"0"0"12"16,0 0-14-16,0 0-63 15,0 0-49-15,0 0-16 16,-33-42 34-16,33 67-41 16,24 23 15-16,9 9-4 15,0-4-13-15,-2-2-13 16,16-9 0-16,-2-10-4 16,2-11-5-16,-7-10-15 15,2-7-16-15,-9-4 32 0,-2 0-43 16,2-24 40-16,0-17 1 15,-7-13-6-15,0-3 1 16,-10-3 7-16,-13 6 8 16,-3 7-5-16,0 13 18 15,0 12 8 1,0 10 19-16,0 6-22 0,0 1 50 16,0 5-57-16,0 0 7 0,0 0 17 15,0 31-33-15,0 29 28 16,-3 14 17-16,-1 7-41 15,4-4 54-15,0-5-59 16,0-4 15-16,0-11-4 16,7-12 9-1,19-10-29-15,-5-7 8 0,5-10-52 16,-7-6 22-16,7-6-86 16,-1-6-35-16,6-3-146 0,2-37-140 15,0-19-339-15</inkml:trace>
  <inkml:trace contextRef="#ctx0" brushRef="#br0" timeOffset="63401.1">22423 14641 576 0,'0'0'333'0,"0"0"-107"0,0 0-70 0,0 0 6 0,0 0-74 0,0 0-67 0,0 0 44 31,-9-58-50-31,9 102-15 0,-2 18 65 0,-13 12-65 15,11-2 18-15,4-4-18 16,0-1 17-16,14-7-16 16,24-13-1-16,6-11 0 31,-1-15-16-31,4-12 23 0,2-9-7 0,1 0 0 16,21-17 10-16,11-28-10 31,1-15 0-31,-13-3 0 0,-15-5 28 15,-18-4-27-15,-22-3 21 16,-15 1-13-16,0 6 4 16,-55 5-7-16,-20 20-6 15,-15 22-11-15,-21 21 10 16,-32 0-68-16,-18 37-62 16,-27 22-157-16,-1 12-297 15</inkml:trace>
  <inkml:trace contextRef="#ctx0" brushRef="#br0" timeOffset="64000.65">19285 16268 753 0,'0'0'102'0,"0"0"30"0,0 0-3 0,0 0-10 0,0 0-58 0,0 0-59 0,-238 100 27 16,78 9 36-16,-33 16-21 15,-36 17 49-15,-21 5-52 16,0 2 8-16,-2 3 21 16,30-9-55-1,13-5 23-15,25-13-19 0,45-18-19 16,25-11 25-16,39-21-25 16,16-21 0-1,28-22-1-15,13-15 6 16,8-7-16-16,10-10 11 0,0 0-34 15,0 0 31 1,50-36-64-16,44-19 19 16,31-19-41-16,33-20-131 0,23-18-57 0,8-16-168 15</inkml:trace>
  <inkml:trace contextRef="#ctx0" brushRef="#br0" timeOffset="64573.79">23538 13598 555 0,'0'0'76'0,"0"0"10"0,0 0 50 0,0 0-27 0,0 0 11 0,-264 167-20 16,125-66-5-16,-33 27 17 16,-38 21-43-16,-28 22 25 15,-14 4-34-15,-5 5-14 16,14-5 17-16,22-7-56 0,20-13 15 15,24-17-4 1,31-20-10-16,17-17 14 0,27-20-22 16,22-22 0-1,19-10 7-15,2-15 0 0,12-6-7 16,4-4 0-16,10-10-21 16,0-8 20-16,3-6-43 15,1 0-20-15,13-17-53 16,11-34-123-16,5-17-117 15,0-16-57-15</inkml:trace>
  <inkml:trace contextRef="#ctx0" brushRef="#br0" timeOffset="65352.54">20728 13925 429 0,'0'0'419'0,"0"0"-320"0,0 0 40 0,-68-187-26 0,80 142-53 16,32 6-26-16,6 16-24 15,-3 8 57-15,-21 6-38 16,-7 9 12-16,-5 0 15 16,-7 9-47-16,-2 41 24 15,-5 18 9-15,0 6-25 16,0 3 30 0,-21-19-46-16,-8-7 17 15,-1-8 16-15,8-15-31 16,6-3 28-16,11-7-31 15,5-3 3-15,0-7-7 0,0-2 9 0,26-6-5 16,40 0 0 0,24-6 8-16,6-26-23 0,8-10-8 15,-14-6-59-15,-15-8 30 16,-16-12-33-16,-19-2 16 16,-14 6 19-16,-9 9 29 15,-13 16 14-15,-4 13 7 16,0 11 0-16,0 6 54 0,0 2-25 15,0 7 29-15,0 0 8 16,0 0-40-16,0 0 28 16,0 0-37-16,0 34-15 0,0 17 37 31,0 15-30-15,0-4 11-16,0-12-20 15,17-2 13-15,11-6-15 0,3-9 2 16,14-10 0-16,2-12-4 15,-2-6 9-15,6-5-5 16,8-6 0-16,10-33 14 16,-3-7 5-16,-12-8-19 15,-14-5 0-15,-14-3 28 16,-26-16-25-16,0 1 14 16,-19 1-10-16,-33 15 8 0,3 16-6 15,-3 18-9-15,7 8 0 16,-9 14-13-16,-15 5-2 15,-4 2-31-15,-23 38-16 16,-10 20-123-16,-3 12-107 16,-4-4-236-16</inkml:trace>
  <inkml:trace contextRef="#ctx0" brushRef="#br0" timeOffset="66021.36">16636 14583 798 0,'0'0'95'0,"0"0"77"0,0 0 4 0,0 0-71 0,0 0-20 0,0 0-37 0,-59-79-7 0,59 4-12 16,0-16-29-16,54-27 34 15,33-19-32 1,19-29-2 0,36-26 0-16,25-11 13 0,26 2-12 0,27 7-1 15,15 25 0-15,25 21 17 16,4 26-7 0,0 24 30-16,-21 26 4 15,-22 32-40-15,-11 38 43 16,-17 4-47-16,-11 61 6 15,-15 20-2-15,-35 11 2 0,-23 1-6 0,-39-6 0 32,-20-2-15-32,-12-3 11 15,-34-9-43-15,-4 2-55 16,0 0-16-16,-42-3-241 16,-8-8-158-16</inkml:trace>
  <inkml:trace contextRef="#ctx0" brushRef="#br0" timeOffset="67918.07">4249 9069 488 0,'0'0'66'0,"0"0"-9"0,0 0 16 0,0 0 67 16,0 0-38-16,0 0-56 0,-57-69 40 15,-67 129-47-15,-44 30 17 16,-39 25 46-16,-36 23-26 16,-21 21 2-16,-19 11-4 15,-5 3-21-15,-2-3 22 0,14-13-16 16,38-19-33-1,40-21 20-15,59-28-41 0,59-32 2 16,33-25-7-16,40-19 11 16,7-13-34-1,0 0 4-15,52-7-59 0,44-40 18 16,41-16-87-16,19-14-71 16,6-1-18-16,3-1-32 15,-9 5-12-15</inkml:trace>
  <inkml:trace contextRef="#ctx0" brushRef="#br0" timeOffset="68252.14">4178 9332 556 0,'0'0'102'0,"0"0"-44"16,264-141 26-16,-238 127-34 16,-21 14-21-16,-5 0 60 15,0 0 10-15,-71 23-14 16,-30 29-47-16,-36 22-16 15,-23 22 43-15,-33 11 12 16,-29 19-38-16,-26 5 14 0,-18 6-33 16,2-4 13-16,5-4 38 15,11-10-27-15,15-11 11 16,30-19-18-16,36-14-34 16,49-18 28-1,52-25-31-15,40-13 0 16,23-13-8-16,3-6 0 0,3 0-31 15,72-17-21 1,43-26 6-16,23-17-14 0,20-9-87 0,-6-2-88 16,-8 2-74-1,1 3-173-15</inkml:trace>
  <inkml:trace contextRef="#ctx0" brushRef="#br0" timeOffset="68775.87">5873 9060 522 0,'0'0'141'0,"0"0"1"15,151-154-2-15,-151 105 28 16,-28 5-93-16,-102 2 18 15,-56 16-1-15,-73 14-55 16,-69 12 50-16,-40 18-43 16,-40 31-2-16,-21 21 55 15,3 13-63-15,6 10 11 0,7 7-2 16,41 8-16-16,56 6 40 16,59 1-55-16,94 2 6 15,86-3-15-15,77-7 13 16,92-5-16-16,124-10 0 15,93-15 2-15,78-16-27 16,73-27 19-16,63-15-20 16,62-19 18-16,35 0-37 15,26-39 43-15,-3-15-16 16,-44-12-5-16,-57-14 11 0,-84-18-5 16,-91-13 17-16,-100-13 0 15,-100-5 13-15,-110-5 5 16,-69-4-2-1,-181-2-14-15,-140 4 11 0,-141 24-13 16,-150 46 0-16,-124 61-1 16,-119 38-27-16,-105 85-14 15,-65 44-217-15,-14 28-246 16,63 5-206-16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43:45.1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11209 8055 861 0,'0'0'129'0,"0"0"71"0,0 0 19 0,0 0-132 0,0 0-26 0,0 0-5 16,0 0-40 0,21-51 13-16,-21 120-26 15,-38 17 20-15,7 14 16 0,3-11-33 16,7-15 0-16,4-8-6 16,6-9 15-16,-4-18-15 15,11-16 0-15,4-11 0 16,0-12-10-16,0 0-4 15,0 0 9-15,0-39 1 16,19-23 8-16,9-19-11 0,2-12 7 16,-6 2 0-16,2 0-12 15,-5 10 15-15,-2 19-3 16,0 24 0-16,-12 13 7 16,-7 16-7-1,5 6 0-15,-1 3 0 16,13 6 10-16,14 46 1 15,9 19 5-15,4 18 5 16,4 4-15-16,-13-4 15 0,0 0-21 0,-4-11 0 16,0-5 3-16,-3-3-1 31,-12-4-4-31,6-9-8 0,-6-6-48 16,-6-22 14-16,-6-10-107 15,-4-10-87-15,0-9-57 16,-14 0-23-16,-33-12-107 15</inkml:trace>
  <inkml:trace contextRef="#ctx0" brushRef="#br0" timeOffset="165.78">11020 8584 611 0,'0'0'118'0,"0"0"14"15,0 0 69-15,0 0-49 0,0 0-128 16,0 0-18-1,66-57 35-15,57 38-37 0,27 1-4 16,13 10-86-16,-10-1-297 16,1-3-328-16</inkml:trace>
  <inkml:trace contextRef="#ctx0" brushRef="#br0" timeOffset="752.62">15358 8261 561 0,'0'0'216'0,"0"0"-74"0,0 0 92 0,0 0-50 0,0 0-53 0,-24-155-50 16,24 151 26-1,-2 4-64-15,2 0-18 16,-12 0 13-16,5 49-37 16,0 19 39-16,-5 15 4 15,7-3-40-15,5-7 27 0,0-1-31 16,0 0 0-16,0-11-2 16,0-1-9-16,17-12-19 0,-3-18-44 15,-2-3-33-15,-12-16-86 16,0-11-94-16,0 0 24 15,-12-46-21-15,-19-14-106 16</inkml:trace>
  <inkml:trace contextRef="#ctx0" brushRef="#br0" timeOffset="1260.98">15235 8439 208 0,'0'0'170'0,"0"0"-32"0,3-197-8 16,44 142 0-16,12 6-43 16,14 7-13-16,-3 14 8 31,-8 7 10-31,-8 15-41 15,-7 6-17-15,-9 0 3 0,-10 38-34 16,-18 10 11-16,-10 8-7 16,0-3-2-16,0 4-9 0,-45-6 20 15,-2-6-16 1,-3-3 4-16,-2-9 3 16,15-1-7-16,-6-10 0 15,15-5 5-15,9-7-8 16,5-4 3-16,14-6 0 15,0 0-6-15,0 0 13 16,0 0-15-16,0 0 7 16,14 0 1-16,33-3 5 15,26-16-1-15,-2-2-4 16,7 6 0-16,-1 7 9 16,-6 8-9-16,-9 0 0 15,-13 3 2-15,-4 29 10 0,-7 4-9 16,-13 2 2-1,-13 11 10-15,-12 2-12 0,0 0 19 16,-16-5-3-16,-41-3-15 16,-4-11 35-16,-10-7-36 15,-7-5 13-15,3-8-7 16,-3-6 0-16,-7-6-2 16,10 0-7-16,9-4 0 0,9-15-3 15,22-6 3-15,9-8-5 16,16 1-6-16,10-7-66 15,0-4-10-15,0 9-95 16,26 4-123-16</inkml:trace>
  <inkml:trace contextRef="#ctx0" brushRef="#br0" timeOffset="1913.75">20787 8068 986 0,'0'0'73'0,"0"0"82"16,0 0 42-16,0 0-108 0,17-155-24 0,-34 138-42 0,-32 11 11 16,-24 6-10-1,-17 0-23-15,-14 23 28 16,15 17-19-16,6 11-2 0,22 13 12 15,30 4-15-15,24 6 1 16,7 1-4-16,14-1 8 16,52-6 3-16,10-10-13 31,6-16 0-31,3-15 15 16,0-16-8-16,9-11-7 15,8 0 0-15,16-14 9 0,-1-23-6 16,-8-1-3-1,-17 1-13-15,-24 11 8 0,-30 6-49 16,-26 8-41-16,-12 5-113 16,-26-2-312-16</inkml:trace>
  <inkml:trace contextRef="#ctx0" brushRef="#br0" timeOffset="3793.4">8969 10155 761 0,'0'0'120'0,"0"0"56"0,0 0 36 15,0 0-149-15,0 0-27 16,0 0 13-16,42-146-11 0,1 118-5 0,-3 14 33 16,-5 8-40-16,-2 6-7 15,-5 8-12-15,8 41 1 32,-17 11 6-32,2 11-14 15,-16-2 0-15,-5-6 5 16,0-10 10-16,-10-3-12 15,-39-7-2-15,-13-7 4 0,-6-6 10 16,9-7-15-16,5-6 0 16,9-4 7-16,12-7 2 15,14-6-8-15,7 0 2 16,5 0 5-16,7 0 6 16,0 0-14-16,0 0 2 15,0 0 13-15,0 0-6 16,0 0-4-16,0 0-4 15,7 0 8-15,36 0 0 16,11 0-9-16,29 0 1 16,6 6 5-16,8 9 0 0,-1-6-6 15,-11-1 0-15,-12-5 4 16,-28 0-1-16,-14 0-3 16,-26 1 0-16,-5-2 7 15,0-2-2-15,0 0-5 16,0 0 0-16,0 0 4 15,0 4-16-15,0-4-2 16,0 0-37-16,0 0-53 16,0 0-231-16,37-13-443 0</inkml:trace>
  <inkml:trace contextRef="#ctx0" brushRef="#br0" timeOffset="4666.43">15332 10269 689 0,'0'0'82'0,"0"0"21"0,0 0 99 0,0 0-65 0,0 0-63 0,0 0 23 0,-52-66-20 16,52 63-18 0,-7 3 30-16,7 0-48 0,0 0-15 31,0 0 11-31,0 0-36 16,0 12 16-16,-5 33-15 15,-2 8 5-15,-7 4 21 16,5-6-26-16,-13-6-2 15,8-13 1-15,-5-5 10 16,8-11-13-16,6-8 2 16,2-4 0-16,3-4-11 15,0 0 11-15,0 0 0 0,0 0-4 16,0 0-3-16,0 0 0 16,0 0 6-16,29-4 1 15,20-11-4-15,17-3 4 16,3 6 0-16,-6 6-3 15,8 6 15-15,-10 0-15 16,-4 0 3-16,-17 4 0 16,-14 13 8-16,-7 6 1 15,-17 2-9-15,-2 4 6 16,0 2 0-16,-23 1 12 16,-29-2-18-16,-17-3 1 0,3-4 1 15,7-1 1 1,3-4-3-16,9-4 0 15,2-2-26-15,14-3 16 0,5-5-44 16,14-4-64-16,12 0-104 16,0-13-238-16</inkml:trace>
  <inkml:trace contextRef="#ctx0" brushRef="#br0" timeOffset="4947.57">15172 10266 930 0,'0'0'85'16,"0"0"115"-16,0 0-57 0,0 0-122 0,0 0 24 0,0 0 5 0,377-93 16 16,-245 78-27-16,-21 0 27 15,-15 4-8-15,-27 5-49 16,-36 2 23-1,-17 2-32-15,-16 2 0 16,0 0-12-16,0 0 0 16,0 0-60-16,-38 15-100 15,3 5-43-15,-14-2-156 16,-1-12-326-16</inkml:trace>
  <inkml:trace contextRef="#ctx0" brushRef="#br0" timeOffset="7029.09">16244 4946 410 0,'0'0'308'0,"0"0"-230"0,0 0 53 16,0 0 4-16,0 0 11 0,0 0-91 0,-221-5-33 16,221 5 18-16,37 0-39 15,55 0 19-15,26 0-2 16,24-3-17-16,1-6 11 16,-18 0-12-16,-7 1 0 15,-38 2-5-15,-21 1-6 0,-45 5-41 16,-14 0-62-16,-21 0-101 15,-54 5-12-15,-29 12-32 16,5 1 14-16</inkml:trace>
  <inkml:trace contextRef="#ctx0" brushRef="#br0" timeOffset="7171.82">16244 4946 88 0,'-54'66'211'0,"-12"-60"-63"0,24-3-16 16,16 0-10-16,23-3 21 0,3 0-56 15,7 0-35 1,64 0 8-16,40 0 1 0,9-3-3 15,5-9-46 1,-2 1-1-16,-5-1-8 16,-12 6-3-16,-24 0-72 15,-23 3-106-15,-21-1-222 0</inkml:trace>
  <inkml:trace contextRef="#ctx0" brushRef="#br0" timeOffset="8947.83">11430 5735 726 0,'0'0'103'0,"0"0"53"0,0 0 58 0,0 0-131 0,0 0-6 0,0 0-23 16,-177 0-26-16,177 0 13 15,0 0-30-15,47 0-1 16,34 6 35-1,20-3-38-15,10-3 4 16,4 0-11-16,-16 0 0 16,-9 0-6-16,-26 0-72 15,-24 0-37-15,-19 0-33 0,-21 0-107 0,0 0-36 16,-50 12 1 0</inkml:trace>
  <inkml:trace contextRef="#ctx0" brushRef="#br0" timeOffset="9097.54">11451 5833 201 0,'0'0'241'15,"0"0"-158"-15,0 0 61 16,0 0 48-16,0 0-108 16,0 0-22-16,-155 17-11 15,251-17-14-15,20 0 3 16,16-3-40-16,-9-3-1 0,-15 4-43 16,-30 2-122-16,-17 0-170 15</inkml:trace>
  <inkml:trace contextRef="#ctx0" brushRef="#br0" timeOffset="10820.07">20493 10355 822 0,'0'0'105'0,"0"0"93"0,0 0 31 0,0 0-106 0,0 0-49 15,0 0-37-15,-36-28 9 16,36 28 0-16,0 0-44 16,0 0 16-16,-19 34-9 15,-14 11-3-15,-4 2 22 16,4-7-28-16,16-11 0 0,-2-12 2 31,17-4 2-31,2-7-7 16,0-3 3-16,0 3-10 15,2-3-1-15,34 0 10 0,18-3 1 0,5 0 2 16,11 0 5-16,11 0-7 16,3 0 0-1,-6 0 6-15,-5 20-3 16,-11 5-3-16,-29 4 0 16,-12 2 22-16,-21-8-21 15,0 6 20-15,-7 2-2 16,-47-2-16-16,-10 5 17 0,0-7-20 15,5-7 0-15,3-1-8 16,9-11-13-16,11-8-3 0,1 0-26 16,0 0-71-1,-1-30-88-15,1-2-178 0,6-8-24 16,4-4-186-16</inkml:trace>
  <inkml:trace contextRef="#ctx0" brushRef="#br0" timeOffset="11072.4">20426 10404 222 0,'0'0'468'0,"0"0"-364"0,0 0 70 16,0 0 24-16,0 0-147 0,0 0-20 0,31-28 26 16,30 22-23-16,29-3 50 15,9-3-36-15,-2 1-22 16,-5-6 41-16,-19 9-50 0,-24 2-9 15,-23 0 2-15,-23 6-2 16,-3 0-5-16,0 0-3 16,0 0-19-16,0 0 14 15,0 0-87-15,0 0-40 16,-8 9-66-16,-10 2-178 16,-1 2-164-16</inkml:trace>
  <inkml:trace contextRef="#ctx0" brushRef="#br0" timeOffset="11770.61">21214 10561 327 0,'0'0'302'0,"0"0"-209"0,0 0 111 15,0 0-30-15,0 0-96 16,0 0 0-16,-66-48-41 16,66 30-20-16,12 3 49 15,28-2-42 1,5 7 14-16,-5 4 0 0,-5 6-19 15,3 0 12 1,-17 21-31-16,-7 21 0 0,-14 15 15 16,0 0-12-16,0-2 5 15,-47-10-8-15,-3-8 9 16,3-10-15-16,17-10 6 0,11-7-8 16,7-7 6-16,12-3-23 15,0 0 20-15,0 0-5 16,24-7-1-16,20-23 6 15,11-8 5-15,1-4 0 16,-11-6 2-16,2-6 6 16,-16-6-8-16,-8 8 0 15,-11 1 7-15,-7 8 4 0,-5 11-9 16,0 11-1 0,0 8 40-16,0 11-36 0,0-2 24 15,0 4 2 1,-21 0-27-16,-10 44 26 15,3 18-23-15,-5 18 7 16,23 3 25-16,10-8-35 16,0-4 11-16,19-17-13 0,19-8 10 15,7-14-13 1,14-17 1-16,4-8 0 0,8-7 9 16,0-5-2-16,2-27-6 15,-7-10-1-15,-17-8-6 16,-11-7 6-16,-12-2-43 15,-24-4-53-15,-2 6-31 0,0 12-73 16,-2 15-90-16,-57 10-51 16</inkml:trace>
  <inkml:trace contextRef="#ctx0" brushRef="#br0" timeOffset="13151.21">16124 10552 675 0,'0'0'111'16,"0"0"49"-16,0 0 64 0,0 0-129 0,0 0-32 0,0 0-25 0,47-168 34 15,3 154-6 1,-3 11-31-16,-21 3-8 0,0 9-24 15,-5 30 0-15,-21 14 14 16,0 10-13-16,0-1-4 16,-24-2 4-16,-23-9 2 15,5-16-3-15,4-10-3 16,19-10 0-16,5-9-7 0,14-6 7 16,0 0-5-1,0 0 1-15,0 0-16 0,26-18 20 16,19-21 0-1,18-5 6-15,-13-10-4 0,-1-3 1 16,-4-3-3-16,-17 0 0 16,-6 4 11-16,-13 11-7 15,-9 6-4-15,0 10 0 16,0 11 14-16,0 2-9 16,-9 10 3-16,-13 6 5 15,1 0-5-15,-5 3 11 0,-7 43-19 16,5 20 0-16,14 11 31 15,14 3-29-15,0-6 11 16,5-11-9-16,37-18 7 16,12-13-12-16,10-13 1 15,-5-12 0-15,7-7 4 16,2 0 6-16,-4-7-10 16,-8-23 0-16,-1-3 7 15,-13-6-25-15,-7-5 7 16,-11 2-41-16,-17 8-3 15,-7 14-64-15,0 14-37 16,0 6-117-16,-31 0-139 16</inkml:trace>
  <inkml:trace contextRef="#ctx0" brushRef="#br0" timeOffset="14397.32">9615 10484 886 0,'0'0'56'0,"0"0"147"0,0 0-80 0,0 0-91 0,0 0 42 0,80-163-36 15,-64 158-2-15,-8 5-22 16,15 30-3-16,-4 33-11 16,7 15 72-16,-14 2-71 15,-12-8 18-15,0-15-18 16,0-14-1-16,0-9 4 16,-5-13 8-16,0-10-12 15,5-1 0 1,0-10 3-16,0 0-16 0,0 0 8 15,5-13 5 1,40-22-7-16,2-13 16 16,-5-12-9-16,-13 0 0 15,-6-1 2-15,-16 1-11 0,-7 12 9 16,0 11 0-16,0 14-1 16,0 8 14-16,0 9-13 15,-4 3 2-15,-3 3-2 16,-1 0 26-16,-6 0-25 0,-7 19-1 15,0 28 5-15,0 13 4 16,16 6 10 0,5-1 5-16,0-6-16 0,0-5 37 15,0-9-44 1,31-12 1-16,-1-9 8 16,6-6 4-16,-6-12-15 0,8-1 1 0,0-5 0 15,4 0-12-15,3 0 12 31,-3 0-32-31,-4 0-35 0,9-21-72 16,-2-6-103 0,-3-2-286-16</inkml:trace>
  <inkml:trace contextRef="#ctx0" brushRef="#br0" timeOffset="19832.22">10504 10510 783 0,'0'0'139'0,"0"0"-2"0,0 0 116 0,0 0-146 0,0 0-28 0,0 0-8 16,0 0-27 0,0 0 9-16,-43-42-35 15,43 42 7-15,0 0-14 16,21 0-5-16,43 22 11 15,19 10-17-15,13 4 3 16,-11-1-7-16,-5 2 3 0,-9-5-20 16,-17-2-24-16,-7-3-74 15,-7-3-30-15,-14 0-139 16,-21-12-97 0,-5-12-160-16</inkml:trace>
  <inkml:trace contextRef="#ctx0" brushRef="#br0" timeOffset="20071.33">11039 10293 587 0,'0'0'214'0,"0"0"-73"16,0 0 84-16,0 0-89 16,0 0-92-16,0 0-1 15,-73-49-8-15,49 83-28 16,5 22 39-16,-14 14 6 15,0-6-32-15,-2 1-1 16,0 1-19-16,-6-6 8 16,-1-6-8-16,14-9-20 15,6-9-25-15,18-4-82 16,4-5-96-16,0-16-80 16,0-7-139-16</inkml:trace>
  <inkml:trace contextRef="#ctx0" brushRef="#br0" timeOffset="20404.03">11343 10278 39 0,'0'0'807'0,"0"0"-680"0,0 0 99 16,0 0-84-1,0 0-64-15,0 0-22 0,-80-66 14 16,80 66-21-16,0 0-13 16,0 26 10-16,0 25-6 15,33 9 2-15,-7 6-8 16,-5-3-31-16,-5-2 5 16,1-1-2-16,-8-9-4 15,3-15 7-15,-2-9-9 16,-6-7-9-16,6-1-8 15,-10-4-53-15,4-6-62 16,-4-6-132-16,0-3-149 16,0-3-75-16</inkml:trace>
  <inkml:trace contextRef="#ctx0" brushRef="#br0" timeOffset="20945.25">11786 10480 669 0,'0'0'139'0,"0"0"-20"16,0 0 74-16,0 0-86 0,0 0-72 16,0 0 2-1,-71-27 15-15,67 4-39 0,1-3 3 16,3-8-15-16,0 2 4 16,0-2-4-16,19 8-1 15,28 1 0-15,3 13-3 16,-3 7 8-16,2 5-5 15,-1 0 0 1,-11 21 2-16,-4 20 1 16,-14 7 0-16,-7 5 2 15,-12 4 17-15,0 6-19 0,-38 0 29 16,-18-4-10-16,-10-4-15 16,11-18 19-16,1-3-25 15,12-7 7-15,18-13 4 16,5-4-8-16,15-4-4 0,4-6 0 15,0 0 3-15,0 0-7 16,0 0 4-16,42-9 0 16,17-12 4-16,12-3 4 0,14 3-8 15,-3 2 19-15,10 2-8 32,2 0 38-32,-13 5-18 0,-20 1-3 0,-28 7 7 31,-14 4-34-31,-17 0 15 0,-2 0-13 0,0 0 1 15,0 0 3-15,0 0-7 16,0 0-7 0,0 0-8-16,0 0-42 15,0 0-37-15,0 0-111 16,-7-7-175-16,0-10-323 16</inkml:trace>
  <inkml:trace contextRef="#ctx0" brushRef="#br0" timeOffset="21381.89">13321 10161 879 0,'0'0'53'0,"0"0"79"0,0 0 49 0,0 0-144 0,0 0-21 0,0 0-15 15,-61-8 3 1,46 40 14-16,13 1-6 0,2-4-3 16,0-7 6-16,0-4-15 15,7-7 18-15,24-2-10 16,4-6-7-16,1-3 32 15,-3 0-11-15,0-3 26 16,-12-20 14-16,5-4-35 0,-17 0 18 16,-2 0-28-1,-7 3-13-15,0 3 15 0,0 4-13 16,-26 2-6-16,-19-1 0 16,-6 10-12-1,6 6 7-15,-9 0-37 0,11 18-55 16,-2 27-41-1,-2 12-177-15,9 0-197 16</inkml:trace>
  <inkml:trace contextRef="#ctx0" brushRef="#br0" timeOffset="22115.22">13250 10842 837 0,'0'0'83'0,"0"0"59"0,0 0 40 15,0 0-107-15,0 0-52 16,0 0-21-16,-40-18 28 16,40 18-30-16,-5 23 0 15,5 7 44-15,0 3-43 31,0-13 9-31,0 5-7 0,26-4 4 16,12-9 4 0,0-4-10-16,2-5-1 0,2-3 21 15,-13 0-16-15,-4-6 17 16,1-14 6-16,-9 2-10 16,-8-1 20-16,-2 8-25 0,-7-7-4 15,0 3 26-15,0-3-31 16,0 3 6-16,-7 7 3 15,-7 2-5 1,-7 3 15-16,-7 3-13 16,-1 0-7-16,-8 0 7 15,-13 0-3-15,5 3 1 16,5 11-4-16,5 1 2 0,14-4 11 16,14-4-17-16,-3-1 2 15,10 0 7-15,0-6-6 16,0 0-3-16,0 0 0 15,0 0 6-15,0 0 3 16,0 0-8-16,0 0-1 16,0 0 12-16,0 0-7 15,0 0-5-15,0 0 0 16,0 0 7-16,0 0-8 16,0 0 1-16,0 0 0 0,0 0-2 15,0 0 6-15,0 0-4 16,0 0 0-16,0 0 2 15,0 0-11-15,0 0 8 16,0 0-7-16,0 0 5 16,0 0-12-16,0 0 9 15,0 0-1-15,0 0-11 16,0 0 16-16,0 0-18 16,0 0-18-16,0 0-15 0,26-19-74 15,21-4-79 1,15-7-183-16,4-3-454 15</inkml:trace>
  <inkml:trace contextRef="#ctx0" brushRef="#br0" timeOffset="23165.2">17041 10281 629 0,'0'0'103'16,"0"0"37"-16,0 0 91 0,0 0-91 0,0 0-44 0,0 0-4 0,-104-51-28 0,104 51 2 15,0 0-30-15,0 2-11 16,26 32 27-16,28 7-6 16,17 7-8-16,0-6-4 15,4-3-27-15,-4-7 20 16,-3-1-27-16,-13-8 0 16,-15-6-5-16,-10 2 4 15,-4-4-28-15,-9 2-19 16,-8 5-72-16,-9-1-104 15,0-7-161-15,0-8-122 0</inkml:trace>
  <inkml:trace contextRef="#ctx0" brushRef="#br0" timeOffset="23414.94">17416 10153 524 0,'0'0'225'16,"0"0"-91"-16,0 0 63 15,0 0-18-15,0 0-75 16,0 0-42-16,-59-61 17 0,50 73-24 16,-3 37-25-16,0 19 63 15,-19 15-63-15,-2 4-17 16,3-4 23-16,4-5-34 16,-3-12 6-16,6-11-8 15,-3-4 8 1,-2-11-19-16,9-8 7 15,2-8-36-15,10-8-26 0,7-7-114 16,0-9-79 0,0 0-144-16,0-30-195 15</inkml:trace>
  <inkml:trace contextRef="#ctx0" brushRef="#br0" timeOffset="23680.5">17590 10266 800 0,'0'0'140'0,"0"0"96"16,0 0-77 0,0 0-56-16,0 0-36 0,0 0-6 15,0-28 1 1,19 65-27 0,5 9 21-16,-10 5-21 15,-2 4-27-15,-10-2 21 16,-2-6-29-16,0-1 0 15,0-5-5-15,0-2-10 16,0-2-39-16,0-8-94 16,0-9-123-16,0-14-145 15,0-6-291-15</inkml:trace>
  <inkml:trace contextRef="#ctx0" brushRef="#br0" timeOffset="24114.28">17810 10436 366 0,'0'0'434'0,"0"0"-323"16,0 0 74-16,16-167-49 16,43 125-64-16,21 9-30 0,-4 9 6 15,-17 12 29-15,-19 7-46 16,-14 5 7-16,-10 5-20 16,-11 37-18-16,-5 20 48 15,0 1-36-15,0 3-7 16,-17-4 10-1,-23-8-8-15,-5-6-6 0,-6-7 1 16,3-7 3 0,13-11 9-16,7-7-9 0,11-12-1 15,13-4 5-15,4 0-2 16,0 0-7-16,0 0 0 16,0 0 1-16,0 0 1 15,0 0-2-15,0 5 0 0,4-5 9 16,55 0-1-16,17 0 11 15,20 0-6-15,8 0-9 16,5-9 14-16,-8-7-17 16,-4 2 3-16,-31 2 10 15,-31 3-8 1,-16 9-6-16,-15 0 0 0,-4 0-15 16,0 0-3-16,0 0-85 0,0 0-156 15,0 9-234 1,0-6-368-16</inkml:trace>
  <inkml:trace contextRef="#ctx0" brushRef="#br0" timeOffset="24460.43">19076 10224 292 0,'0'0'525'0,"0"0"-476"0,0 0 125 0,0 0-53 0,0 0-111 0,0 0 12 16,-36 36 50-16,36-7-34 15,0-8-5-15,14-4-6 16,12-10 17-16,12-7-20 16,4 0 23-16,13 0 22 0,-6-13-35 15,-2-13 27-15,-14 3-19 16,-11-5-26-16,-18 2 26 31,-4 6-38-31,0-5-1 16,0 10 4-16,-42 0 0 15,-8 7-14-15,-6 5-4 16,2 3-45-16,4 9-36 0,-4 25-217 16,18 9-305-1</inkml:trace>
  <inkml:trace contextRef="#ctx0" brushRef="#br0" timeOffset="24778.57">19123 10752 157 0,'0'0'849'0,"0"0"-803"0,0 0 50 15,0 0 45-15,0 0-83 16,0 0-34-16,73 93 45 15,-38-91-20-15,-14 2 7 16,-4-4 13 0,-1 0-9-16,-4 0 0 0,9-25-19 15,1-5-21-15,-13-2 25 16,-9-2-34-16,0 8 8 16,0 1-15-16,-5 8 3 15,-23 2-3-15,-10 4-4 0,3 8-34 16,-12 3 5-16,0 0-50 15,-17 29-42-15,5 10-109 16,-9 3-181-16,14-12-261 16</inkml:trace>
  <inkml:trace contextRef="#ctx0" brushRef="#br0" timeOffset="26849.88">22412 10275 622 0,'0'0'256'0,"0"0"-122"0,0 0 75 0,0 0-59 0,0 0-72 0,0 0-12 16,-59-34 14-16,59 31-43 15,0 3 2-15,0 0-4 16,0 0-25-16,0 0 26 15,0 0-25-15,0 0-10 16,0 0 23-16,0 0-18 0,0 0 0 16,0 0-4-1,0 0 8-15,7 0-1 0,-3 0-9 16,6 0 0-16,-10 0-1 16,0 0 7-16,0 3-6 15,0-3 0-15,0 0 9 16,0 0-10-1,0 0 1-15,0 0 0 0,0 0-8 0,0 0 11 32,0 0-3-32,0 0 0 15,0 0 1-15,0 0-9 0,0 0 8 16,0 0 0-16,0 0-12 0,0 0 11 16,0 0 1-1,0 0 0-15,0 0-3 16,0 0-10-16,0 0 12 0,0 0-1 15,0 0-8-15,0 0 2 16,0 0 3-16,0 0-8 16,0 0-30-1,0 0 23-15,0 0-29 16,0 0-16-16,0 0-15 0,0 3-56 0,0 0 25 16,0 0-35-16,0 0-38 15,0 1-67-15,0-4-213 16</inkml:trace>
  <inkml:trace contextRef="#ctx0" brushRef="#br0" timeOffset="28031.51">22143 10359 812 0,'0'0'96'0,"0"0"12"0,0 0 111 0,0 0-102 0,0 0-40 15,0 0-19-15,0 0 31 16,-26-15-28-16,26 15-21 15,12 17 22-15,25 26-38 16,15 6 17-16,12 5 5 16,2-3-35-16,5-6 11 15,-1-3-11-15,-4-9-6 16,-14-4 5-16,-2-3-10 0,-8-3 0 16,-11-9-2-16,-8 1-18 15,-1-4-12-15,-1 1-20 16,-5 0-24-16,-2-2-11 15,-2-8-133-15,-5-2-58 16,-2 0-89-16,-5-36-213 16</inkml:trace>
  <inkml:trace contextRef="#ctx0" brushRef="#br0" timeOffset="28376.61">22704 10367 738 0,'0'0'137'15,"0"0"-14"-15,0 0 72 0,0 0-74 16,0 0-70 0,0 0 14-16,-47-35-16 15,47 35-16-15,0 0 22 0,0 0-38 16,0 0 11-16,0 0-3 0,-5 8-25 16,-14 43 23-1,-2 11 0-15,-12 16 7 0,-14-6 8 16,4-4-37-16,-1-6 24 15,-4 4-12-15,4-3-9 16,8-9 16-16,8-3-20 16,2-10 1-16,7-11 2 15,5-9 3 1,5-6-6-16,9-13 0 0,0-2 5 16,0 0-18-16,0 0 10 15,0 0-19-15,0 0 11 16,0 0-49-16,0-6-32 15,51-34-134-15,15-23-245 16</inkml:trace>
  <inkml:trace contextRef="#ctx0" brushRef="#br0" timeOffset="28982.06">23732 10459 459 0,'0'0'518'0,"0"0"-417"0,0 0 55 0,47-152-69 0,-40 111-73 16,-2 11-10-16,-5 3 11 31,0 5-10-31,0 5-5 0,-36 5 0 15,-8 3 4-15,-8 9-1 16,-3 0-3-16,-1 0 0 16,4 6 0-16,19 18 4 15,0 3-4-15,21 5 0 16,12 2-1-16,0 1-8 16,0-2 9-16,3 5 0 0,46 5 1 15,19-1 6 1,13 0-3-16,15-8 9 0,-9 3-12 15,-6-4 39-15,-15-3-5 16,-19 4-9-16,-19 0 15 16,-14-2-33-16,-14-1 5 15,0-2 1-15,-33-4-12 16,-30-4 20-16,-10-7-22 16,-10-5 2-16,12-6 2 15,5-3-3-15,14 0-1 16,15-12 0-16,11-21 4 15,14-5-11-15,12-11 2 0,0-4 5 16,5-3 0 0,35-1 7-16,12 0-6 0,-8 4 9 15,1 8-7-15,-5 11 18 16,-23 11-11-16,-1 8-7 16,-11 7-6-16,-5 2-36 15,-5 6-98-15,-61 0-221 0,-19 0-278 16</inkml:trace>
  <inkml:trace contextRef="#ctx0" brushRef="#br0" timeOffset="35025.24">9780 9889 506 0,'0'0'81'0,"0"0"44"0,0 0 5 0,0 0-41 16,0 0-4-16,0 0 12 0,0 0-21 15,0 0-30-15,-144-113-28 0,144 140 25 16,0 68-38-16,28 52 49 16,31 52 50-16,17 16-83 15,11-3 13-15,14-4 8 16,-9-2-35-16,3-20 23 16,-22-20-29-16,-12-24 0 15,-7-32 5-15,-21-14 1 16,5-16-7-16,-5-14 0 15,5-13-42-15,-1-11-24 0,22-16-88 16,12-17-55-16,-3-9-91 16,15-3-200-16</inkml:trace>
  <inkml:trace contextRef="#ctx0" brushRef="#br0" timeOffset="35780.31">16287 9732 548 0,'0'0'35'0,"0"0"31"0,0 0 60 0,0 0-31 0,0 0-22 16,0 0-10-16,-90-117 0 15,90 150-39-15,0 57 5 16,0 41 85 0,26 30-44-16,31 7 13 15,9-5-27-15,4-2-8 16,8-4-3-16,-7 0-32 0,-5-5 11 16,-17-15-19-16,-4-18 1 15,-19-20-4-15,0-22-2 16,0-14 0-16,5-16-3 15,9-15-44-15,7-11-37 0,21-17-76 16,3-4-106 0,7-8-112-1</inkml:trace>
  <inkml:trace contextRef="#ctx0" brushRef="#br0" timeOffset="36487.26">21174 9701 617 0,'0'0'63'0,"0"0"34"0,0 0 29 0,0 0 29 0,0 0-71 0,0 0-34 15,-21-44-30-15,21 116 28 16,7 40 57-16,14 33-40 15,12 18 2-15,14 7-27 16,7-2 6-16,12-8-10 16,12-11-29-16,-2-11 27 15,-1-19-34-15,-9-9 9 16,-2-19-4-16,-15-23-4 16,-13-17-2-16,-8-16 0 15,-28-6-67-15,0-1-32 16,-33-5-138-16,-69-8-276 15</inkml:trace>
  <inkml:trace contextRef="#ctx0" brushRef="#br0" timeOffset="38051.58">12425 9895 622 0,'0'0'64'0,"0"0"85"0,0 0-32 0,0 0-9 0,0 0-74 0,0 0-8 0,-189 146 24 15,46-38 44-15,-25 12-19 16,-16 2 19-16,-14 6-6 16,5-6-10-16,14-7-14 15,40-26-29 1,47-21-12-16,23-5 1 0,34-9-19 16,4-14-3-16,20-9-2 15,4-16 8-15,7-9-16 0,0-6 8 16,0 0-16-16,0 0 12 15,0 0-53 1,0 0-12-16,0-31-31 0,56-22-33 16,17-21-33-16,5-16-93 15,12-8-78-15</inkml:trace>
  <inkml:trace contextRef="#ctx0" brushRef="#br0" timeOffset="38682.6">12185 9377 563 0,'0'0'40'0,"0"0"69"0,0 0 48 0,0 0-76 0,0 0-23 16,0 0-42-16,80-114 16 0,-36 88 46 15,1 11-23 1,-28 9-17-16,-5 2-28 0,-12 4-4 15,0 0-8 1,0 33 8-16,0 21-5 0,0 12 42 16,-5 3-39-16,-38-7 8 15,3-3 1-15,-4-10-5 16,6-13-13-16,10-9 5 16,9-14 0-16,0-4 10 15,14-3-8-15,5-6-2 0,0 0 0 16,0 0-12-16,5 0 12 15,42 0 3-15,2 0-1 16,10 0 6-16,-21 0-2 16,0 19-6-16,-12-1 4 15,-12-1-1-15,-7 1 12 16,-7 1-10-16,0 2 15 16,-14 1 28-16,-26-1-33 15,-10-2 10-15,-9-7-3 0,-4-4-18 16,4-5 13-1,-5-3-17-15,10 0 3 16,7 0-11-16,2 0-1 16,12-17-35-16,12-10-38 15,16-9-70-15,5-2-134 16,0-10-221-16</inkml:trace>
  <inkml:trace contextRef="#ctx0" brushRef="#br0" timeOffset="39437.31">18795 9795 665 0,'0'0'99'16,"0"0"17"-16,0 0 35 0,0 0-48 0,-297 174-15 0,189-62-19 0,-3 19 6 15,-5 16 13-15,1-1-46 16,16-10 20-16,2-10-13 16,7-14-23-16,20-15 15 15,16-20-27-15,4-14-7 16,19-22 7-16,15-16-10 15,-1-13-4-15,13-9 0 0,4-1-21 16,0-2 2 0,-3 0-65-16,3-29-52 15,0-31-111-15,0-27-71 16,0-14-32-16</inkml:trace>
  <inkml:trace contextRef="#ctx0" brushRef="#br0" timeOffset="39913.55">17970 9203 616 0,'0'0'98'0,"0"0"-14"31,0 0 48-31,0 0-33 0,0 0-73 0,0 0 3 16,24-146-27-16,27 129 6 15,-11 5 5 1,-7 12 8-16,-11 0 14 0,-8 6-25 16,-5 32 8-16,-9 10 22 15,0 3-35 1,0-6 11-16,0-7-9 0,0-10-6 15,0-5 12 1,0 0-12-16,7 5-1 0,31 2 19 16,4 2-18-16,6 1 8 15,-13-3 19-15,-11-3-3 16,-24-3 34-16,0-1-14 16,0 5-12-16,-52-5-2 15,-7 0-27 1,9-7 3-16,3-6-7 15,16-4-8-15,8-6 4 16,6 0-46-16,13 0-27 16,-1 0-30-16,5-27-158 15,0-10-146-15</inkml:trace>
  <inkml:trace contextRef="#ctx0" brushRef="#br0" timeOffset="40601.26">24095 9723 744 0,'0'0'142'0,"0"0"-27"0,0 0 62 0,0 0-59 0,0 0-76 0,0 0 14 16,-208 184 44-16,53-25-25 15,-24 13 14-15,-1 5-42 16,6-8 5-16,11-17-6 15,19-17-25-15,24-21 23 16,31-23-31-16,23-16-7 16,23-29 9-16,17-20-11 15,10-18-4-15,4-8 0 0,12 0-27 16,-5 0 0-16,-2 0-41 16,-12-37-17-16,12-35-112 15,7-27-148-15,0-20-117 31</inkml:trace>
  <inkml:trace contextRef="#ctx0" brushRef="#br0" timeOffset="41153.85">23619 9194 696 0,'0'0'124'16,"0"0"-34"-16,0 0 116 15,0 0-81-15,0 0-75 16,0 0-23-16,49-178-20 15,3 153 15-15,-7 14-19 16,-12 5-3-16,-7 6 25 16,-5 0-25-16,-9 23 22 15,-8 28 27-15,-4 12-23 16,0 6 13-16,-16 3-32 0,-38-7-1 16,4-11 24-1,-2-10-24-15,12-14 23 0,10-9-1 16,23-12-20-16,7-3 21 15,0-4-29-15,0 3 4 16,7-5 3-16,59 0-2 16,23 0 13-16,13-13-5 15,6-5-8-15,3-2 13 16,0-2-15-16,-3 1 0 16,-16 1 23-16,-17 2-25 15,-16 3 15-15,-28 9-8 16,-19 3-3-16,-12-1 1 0,0 4-6 15,0 0-13-15,-28 0-15 16,-64 13-92 0,-36 20-179-16,-34 5-289 15</inkml:trace>
  <inkml:trace contextRef="#ctx0" brushRef="#br0" timeOffset="42378.33">12996 13165 403 0,'0'0'105'0,"0"0"26"0,0 0 38 0,0 0-52 0,150-157 59 0,-147 144-46 15,-3 10-14-15,0 3-7 16,0 0-35-16,0 0-7 16,-24 0-44-16,-39 21-14 15,6 36 5-15,-16 15-10 16,16 11 14-1,17-3-6-15,19-3-12 0,21-3 18 16,0-8-18-16,9-3 0 16,36-12-3-16,14-13 10 0,0-4-7 15,-2-14 0-15,4-10 2 16,-7-8-6 0,-7-2 4-16,-9 0 0 0,-12-15-3 15,-14-14 10-15,0-7-7 16,-12-8 0-16,0-4 1 15,0 0-2-15,0 13 1 16,-22 10 0-16,-6 13 0 16,-14 6 10-16,-10 6-10 0,5 0 0 15,-12 12 5-15,2 24 4 16,12 8-9-16,-2 7 0 16,17-5 0-16,11-9-5 15,19 3 1-15,0-10-59 16,0-3-93-16,44-12-72 15,20-15-195 1</inkml:trace>
  <inkml:trace contextRef="#ctx0" brushRef="#br0" timeOffset="42765.7">14191 13121 558 0,'0'0'261'16,"0"0"-135"-16,0 0 50 0,0 0-88 0,0 0-49 0,0 0-21 0,-38 0 17 16,31 32 2-16,0 4-13 15,7-3 6-15,0-9-20 16,0 0-8-16,21-10 14 15,17-5-10-15,-5-3-1 16,2-6 18-16,-2 0-9 16,-4 0 39-16,-8-23-16 15,0-5-9-15,-16-1 12 16,-5-1-36-16,0 0 14 16,0 4-10-16,-22 4 2 0,-6 7-6 15,2 4-4-15,-7 11-13 16,19 0-5-16,-2 0-105 15,11 2-53-15,3 32-293 16</inkml:trace>
  <inkml:trace contextRef="#ctx0" brushRef="#br0" timeOffset="43175.2">14287 13804 741 0,'0'0'75'0,"0"0"40"0,0 0-15 15,0 0-42 1,0 0 17-16,0 0-17 0,168 125 14 16,-142-117-35-1,0-8 3-15,-7 0 21 16,2 0-34-16,-9 0 19 0,-3-17 1 15,-4-6-25-15,-5-6 19 16,0 7-29-16,0 1 7 16,-10 2 11-16,-23 7-27 15,3 3 18-15,6 4-10 16,-7 5-7-16,3 0 15 0,7 0-19 16,0 0 0-16,4 0 7 15,8 0-2 1,6 14-5-16,3 0 0 15,0 5-3-15,0 0-5 0,0-6-12 16,17-4-32 0,25 2-29-16,8-11-106 0,2 0-195 15,4 0-311 1</inkml:trace>
  <inkml:trace contextRef="#ctx0" brushRef="#br0" timeOffset="43713.77">15667 13261 266 0,'0'0'440'0,"0"0"-303"0,0 0 44 0,0 0 1 0,0 0-83 0,0 0 23 16,-33-72-29-16,33 72-1 15,-5 0-14-15,5 0-44 16,0 6 14-16,0 41-34 15,0 16 13-15,0 11 10 16,0-8-33-16,0-6-1 16,0-6-3-16,0-9 7 15,0-7-18-15,0-12 7 16,0-7-33-16,5 0-14 0,11-14-125 16,3-5-127-1,5 0-282-15</inkml:trace>
  <inkml:trace contextRef="#ctx0" brushRef="#br0" timeOffset="43954.52">16053 13282 488 0,'0'0'543'15,"0"0"-419"-15,0 0 14 0,0 0-57 16,0 0-9-16,0 0-18 15,356-69-27-15,-278 63 16 16,-5 3-22-16,-28 0-19 16,-14 3-4-1,-10 0-2-15,-16 0-85 16,-5 0-99-16,0 3-154 16,0 6-87-16</inkml:trace>
  <inkml:trace contextRef="#ctx0" brushRef="#br0" timeOffset="44368.25">16091 13207 809 0,'0'0'189'15,"0"0"-16"-15,0 0-9 16,0 0-81-16,0 0-26 16,0 0-11-16,-61 197 13 15,61-147-40-15,7-4-3 16,-3-7-2-16,4-7-6 0,-4-5-5 15,-4-9-3 1,3-9-19-16,-3-9 16 0,0 0-30 31,0 0 7-31,4 0 14 0,10-27-23 0,-2-6 22 16,21-6 3 0,0 3 5-16,12 6-8 15,16 3 13-15,5 13 0 16,7 8-2-16,-2 6 8 15,5 0 14-15,1 35 23 0,-18 19 15 16,-14 9 18-16,-33 3-48 16,-12-6 0-16,0-4 7 15,-52 1-26 1,-19-10 19-16,-9-5-28 16,5-10 5-16,4-14-14 15,7-8 8-15,15-10-22 16,2 0-14-16,16-13-66 15,24-30-118-15,7-20-265 16</inkml:trace>
  <inkml:trace contextRef="#ctx0" brushRef="#br0" timeOffset="44715.46">17810 13189 114 0,'0'0'872'0,"0"0"-778"0,0 0 56 0,0 0-50 0,0 0-79 0,0 0 2 16,11-47-2-16,4 41 23 15,-11 6 5-15,-4 0-3 16,0 0 23-16,0 0-42 15,0 2-5-15,0 10 30 16,0 0-49-16,-12-9 16 16,-11 0-10-16,2-3-1 15,-5 0-1-15,12 0-7 16,4-12-20-16,10-14 12 16,0-2-76-16,0 5-74 0,43 14-142 15,-6 9-203-15</inkml:trace>
  <inkml:trace contextRef="#ctx0" brushRef="#br0" timeOffset="44969.77">17784 13616 772 0,'0'0'164'0,"0"0"17"0,0 0-12 16,0 0-84-16,0 0-47 15,0 0 20-15,30 38-35 16,-30-24 10-16,0 9 43 15,0-3-25-15,-30 0-8 16,-10-7-9 0,9-4-29-16,10-9 31 15,2 0-36-15,7 0 5 16,10-19-10-16,2-13 4 0,0-2-14 16,0 8-29-16,14 6-95 15,21 5-92-15,8 2-217 16</inkml:trace>
  <inkml:trace contextRef="#ctx0" brushRef="#br0" timeOffset="45239.43">18750 13150 1039 0,'0'0'180'0,"0"0"-13"0,0 0 36 16,0 0-124-16,0 0-41 31,0 0 1-31,-47 51-12 0,47 32 50 16,0 12-44-16,0 1-19 0,0-3 2 15,0-13-13-15,0-14-6 16,0-15-6-16,0-16-54 16,0-14-3-1,0-11-107-15,33-10-189 0,-5-10-190 0</inkml:trace>
  <inkml:trace contextRef="#ctx0" brushRef="#br0" timeOffset="45556.67">19059 13176 787 0,'0'0'179'16,"0"0"22"-16,0 0-39 0,0 0-59 15,0 0-46 1,-75 178-22-16,75-95-4 15,0 2-1-15,4-7-27 0,18-10 18 0,1-14-20 32,8-11 1-32,4-17 8 15,3-11-6-15,2-15 6 16,10 0 12-16,1-26-8 16,-1-23 21-16,-3-8-10 15,-9-4-5-15,-17-5 10 16,-21 1-26-16,0-4 13 15,-9 6-6-15,-41 6-8 16,-9 16 3-16,-5 11-6 16,-6 18-14-16,-1 12-4 0,-7 0-52 15,3 26-57-15,-3 20-151 16,-12 7-329-16</inkml:trace>
  <inkml:trace contextRef="#ctx0" brushRef="#br0" timeOffset="46782.94">3978 10605 454 0,'0'0'133'0,"0"0"-76"0,0 0 74 0,222-172-29 0,-166 136-30 15,-16 11 69-15,-19 18-24 16,-16 1-24-16,-5 6 2 16,-5 13-33-1,-70 59-6-15,-38 42-28 16,-26 35-4-16,-12 34 32 0,-12 12-37 16,-9 11 13-16,2-6-4 15,22-29-28-15,18-25 18 16,33-34-18-16,39-21-14 15,20-25 14-15,24-23-61 0,14-18-40 16,0-25-11-16,26 0-75 16,37-42-61-16,17-29-127 15</inkml:trace>
  <inkml:trace contextRef="#ctx0" brushRef="#br0" timeOffset="47068.85">4332 10478 717 0,'0'0'221'0,"0"0"-70"16,0 0 19-16,0 0-22 15,0 0-49-15,0 0-67 16,-123 143 20-16,-4 12 12 16,-22 33-34-16,-16 5 12 0,-14 1-18 15,7-15-10-15,16-23 19 16,22-25-32-16,30-21 9 15,31-23-10-15,16-19 10 16,32-26-23-16,13-15-13 31,5-15-35-31,7-12-73 0,0 0-117 0,0-26-155 16,35-25-472-16</inkml:trace>
  <inkml:trace contextRef="#ctx0" brushRef="#br0" timeOffset="47339.26">3257 11980 925 0,'0'0'368'16,"-420"43"-311"-16,283-23 105 0,73-5-27 15,64-2-78 1,130-13-24-16,179 0-24 0,141-22 26 15,100-32-8-15,63-8-24 16,11-6 41-16,-25-4-21 16,-83 13-11-16,-117 8-3 15,-140 8-9-15,-124 23-3 16,-110 17-14-16,-41 3-42 16,-133 15 14-16,-58 30-90 15,-43 3-247-15,-9-7-320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55:55.03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11902 2984 539 0,'0'0'97'0,"0"0"77"0,0 0-60 0,0 0-52 0,0 0-2 0,0 0 15 0,0 0-63 15,0 0 26-15,-116 63-1 16,109-15-19-16,-5-16 16 15,12-6-34-15,0-10 0 16,0-13 4-16,0-3 2 16,0 0-6-1,40-10 13-15,17-31-11 16,14-16 18-16,4-11-20 0,8-15 0 0,9-10 1 16,9-12 4-16,12-6-10 15,10 7-7-15,-10 19-62 31,5 16-15-31,-15 24-89 0,-32 25-53 16,-38 20-241-16</inkml:trace>
  <inkml:trace contextRef="#ctx0" brushRef="#br0" timeOffset="8501.07">8995 7035 750 0,'0'0'19'0,"0"0"-11"0,0 0 80 0,0 0 39 0,0 0-62 0,0 0-24 15,313 11 5-15,-27-26-9 0,37-2-19 16,16-6 15-16,-2 1-5 16,-23 5-27-16,-55 2 13 15,-59 9-14-15,-63 6-16 16,-54 0-37-16,-62 0-135 15,-21 0-44-15,-99 26 41 16,-76 8 92-16,-56-2-16 16,-61 4 77-16,-36 0 38 0,-18-7 52 15,-15 5 75-15,24-8-13 16,40 1 22-16,47-3-37 16,80-4-16-16,88-4-25 15,82-4-32-15,52 0-17 16,155-9 23-16,85-3-10 15,74 0-14-15,65-12-5 16,8-16-6-16,-8-1-19 16,-44 5-52-16,-83-1-64 15,-78 3-242-15</inkml:trace>
  <inkml:trace contextRef="#ctx0" brushRef="#br0" timeOffset="13588.51">17249 3281 1 0,'0'0'79'0,"0"0"-37"0,0 0-42 0,0 0-5 0,-90 153-80 0</inkml:trace>
  <inkml:trace contextRef="#ctx0" brushRef="#br0" timeOffset="14146.23">17152 3047 535 0,'-19'-31'71'16,"12"11"-10"0,-5 3 156-16,3 5-80 0,2 8-25 15,7 2-34-15,0 2-4 16,0 0-13-16,0 0-32 16,0 0-7-16,0 0 11 0,0 0-30 15,0 2 15 1,0 34-8-16,0 21 1 15,7 14 55-15,14 12-49 0,-9 0 1 16,2 5 16-16,-7 2-23 16,-2-5 8-16,6 3-2 15,-11-5-16-15,0 3 14 16,0-11-13-16,10-6-2 16,-5-13 2-16,6-8 5 15,4-12-7-15,-8-10 0 16,0-7-4-16,-3-10 1 15,1-3-35-15,5-6-15 0,-10 2-16 16,0-2-50-16,0 0-12 16,0-27-50-16,0-29-119 15,0-29 12-15,0-21-126 16</inkml:trace>
  <inkml:trace contextRef="#ctx0" brushRef="#br0" timeOffset="15559.72">17152 3047 397 0,'0'0'71'16,"0"0"-18"-16,0 0 99 15,0 0 3-15,0 0-111 16,0 0 14-16,-59-57-1 0,59 57-17 16,0 0 1-16,0 0-11 15,0 0-16-15,0 0 8 16,0 0-17-16,0 0 4 15,0 0 1-15,21 0-4 0,29 0-4 16,25 0 1-16,17-3 1 16,5 0 0-16,16-2-4 31,7-5 0-31,12 4 3 0,19-3 1 16,9 1-4-1,19-5 0-15,-2 2 2 0,-5 2 8 16,-4-3-9-1,-10 3 4-15,-10 3 13 0,-13 0-17 16,-15 2 8-16,-9 1-8 16,-1-3 5-16,-3 6 0 0,6-6-5 0,-5 0-1 15,-4 1 12 1,0-1-8-16,-1-3 7 16,-1 7 2-16,1-5-3 15,-1 4 24-15,-5 0-22 16,-10-3 4-1,-12 2 6-15,-4 4-19 16,0 0 7-16,2 0-10 16,-7 0 2-16,7 0-4 0,-7 0 2 15,5 0 0-15,-8 0 1 16,-1 0 4-16,-6 0-5 16,-6 0 0-16,-3 0 2 15,-10 0-3-15,-4 4 1 16,-7-1 0-16,-2 0-2 15,2 0 5-15,-10 0-3 16,6 4 0-16,-1-5 3 16,5 4-11-16,2 3 9 15,10-4-1-15,-5 5 1 0,-3-2 4 16,-6-1-5 0,2 2 0-16,-5 5 1 0,-2 1-1 15,2 6 0-15,3 7 0 16,-12 1 6-16,9 10-2 15,-2 2 2-15,-5 7-4 16,-7 6 3-16,-2 6 15 16,-1 2-19-16,6 6 1 15,-5 4 31-15,-3-2-26 0,3-2 9 16,-1 4 3-16,-4-4-17 16,0 4 19-1,0-4-12-15,0-9-7 16,0-2 8-16,0-8-3 0,0-9-4 15,0-6-1-15,0-11 3 16,0-7-2 0,0-7-3-16,0-6 0 0,0 0-5 15,0-3 10-15,-4 0-5 0,4 0 0 16,0 0 2-16,0 0 2 16,0 0-4-16,-7 0 0 15,-17 6-2-15,-11 0 3 16,-17 2-1-16,-5-2 0 15,-11-3 3-15,-8 3-8 16,-6-3 5-16,-5 3 0 16,-5 2-3-1,-5-1 6-15,-7 5-4 0,-4-3 1 16,-10 0 0-16,-5-1-3 16,-2-2 3-1,0 3 0-15,-18-3-1 0,4-2-4 16,-3-1 4-16,12 3 1 15,1-3 0-15,11 3-3 16,16-6 4-16,11 3-1 16,8-3 0-16,3 0 4 15,4 0-4-15,13 0 0 0,-3 0 0 16,-7 0-4-16,2 0 4 16,5-3 0-16,0-6-4 15,0 3 9-15,0-1-5 0,12 1 0 16,-10 0 1-16,17 6-4 15,2-3 3-15,0 3 0 16,-7-3-3-16,-2 3 6 16,0 0-3-16,-12 0 0 15,2 0 1 1,-2 0-8-16,3 0 7 16,-6 0 0-16,3 0-1 15,-4 0 1-15,1 0 0 16,6 0 0-16,-6 0 2 15,10 0-2-15,-2 0 0 16,0 0 0-16,-3 0 0 0,-4 0 7 16,2 3-7-16,-5 0 0 15,5 0 4 1,2 4-2-16,1-5-2 16,8 5 0-16,-4-1-2 0,5 0-11 15,0 6-71-15,2-3-147 16,19-1-230-16</inkml:trace>
  <inkml:trace contextRef="#ctx0" brushRef="#br0" timeOffset="20713.23">13359 8520 795 0,'0'0'48'16,"0"0"28"-16,0 0 98 0,0 0-23 0,0 0-112 0,0 0 0 0,-281-9 29 0,215 54-26 0,7 12 2 16,0 15-2-1,14 5-15-15,15 3 4 0,23-5-25 16,7-3-1-16,0-10 1 15,44-8-3 1,20-9-3-16,21-15 0 0,-3-10-2 16,3-8-4-1,-14-12-3-15,-12 0 1 0,-2 0-5 16,-17-24 14-16,-7-5-1 16,-10-1 0-16,-13-6 6 0,-10-3-4 15,0 1-2-15,0-2 0 16,-22 8-2-1,-8 7 7-15,-10 14-5 0,7 9 6 16,-14 2 1-16,-1 0 4 16,8 13-11-1,3 12 0-15,4 2 6 16,18-1-3-16,4 2-3 16,11-5 0-16,0 7-14 0,0-3-4 15,4 3-47 1,22 3-73-16,7-7-62 15,-4-4-89-15,8-7-156 0</inkml:trace>
  <inkml:trace contextRef="#ctx0" brushRef="#br0" timeOffset="21157.87">13703 8771 757 0,'0'0'83'0,"0"0"29"0,0 0 84 0,0 0-141 0,0 0-39 15,0 0 22-15,-125 77-12 16,113-19 2-16,3 1-12 16,9-2-11-16,0-3 0 15,0-7-5-15,14-8 0 0,26-7-3 16,12-10-2-1,7-7-3-15,4-15-1 0,3 0-7 16,0 0 16-16,-7-28 0 16,-12-4 0-16,-14-2-2 15,-21-4 12-15,-12-4-9 16,0-9 10-16,0-2 4 16,-33 2 33-16,-16 0-9 15,-10 10 15-15,2 5 4 16,12 7-43-16,5 8 13 15,10 5-19-15,8 10-2 0,1 6-8 16,-2 0 1 0,1 0-17-16,4 31-2 0,-1 15-52 15,0 11-30-15,12 4-17 16,-5-5-92-16,5-3 9 16,7-8-71-16,0-5-301 15</inkml:trace>
  <inkml:trace contextRef="#ctx0" brushRef="#br0" timeOffset="21675.65">14462 8925 75 0,'0'0'84'0,"0"0"-77"0,0 0-6 0,0 0-1 0,0 0-103 0</inkml:trace>
  <inkml:trace contextRef="#ctx0" brushRef="#br0" timeOffset="25847.48">14384 8919 568 0,'0'0'276'15,"0"0"-168"-15,0 0 130 0,0 0-61 0,0 0-79 0,0 0-24 0,0 0 2 0,-52-140-32 16,52 140-3-16,0 19-16 16,0 43-14-16,0 29 32 15,0 18-24-15,17 2-10 16,9 6 15-16,-3-5-22 16,8-1 15-16,2-5-12 15,-14-19-2-15,-5-11 5 16,5-21-8-16,-17-21 0 15,3-17 1-15,0-8 3 0,-5-6-4 16,0 0 0-16,0-3 3 16,0 0-6-16,0-23 3 15,0-43-11-15,-26-26 4 16,-3-22-18-16,1-11 15 16,7 2-8-16,4 2-6 15,17 9 22-15,0 15-16 16,0 13 7-16,29 16 11 15,25 17-26-15,-2 17 17 16,0 17-2-16,4 11-1 0,3 6 4 16,-9 0 5-16,-8 32 3 15,-14 16-9-15,-18 10 11 16,-10 1-2-16,-5 1 0 16,-56 0 1-16,-8-8-6 15,-11-6 5-15,17-11-27 16,11-1-19-16,12-11-88 15,16 1-65-15,5-8-130 0,17-14-206 16</inkml:trace>
  <inkml:trace contextRef="#ctx0" brushRef="#br0" timeOffset="26132.99">15487 9109 1100 0,'0'0'29'0,"0"0"-18"15,0 0 129-15,0 0-52 0,0 0-56 0,0 0 10 0,340-81-29 16,-227 56 1-16,-26 7-14 15,-28 7-3-15,-19 11-33 16,-21 0-69 0,-19 2-89-16,0 32-78 0,-14 4-85 15</inkml:trace>
  <inkml:trace contextRef="#ctx0" brushRef="#br0" timeOffset="26262.19">15726 9282 498 0,'0'0'111'0,"0"0"18"0,0 0 68 15,0 0-4-15,0 0-113 16,0 0-38-16,51-11-1 16,65-15-41-16,18-3-51 15,-4-1-158-15,-7 0-165 16</inkml:trace>
  <inkml:trace contextRef="#ctx0" brushRef="#br0" timeOffset="26578.99">16937 8645 707 0,'0'0'320'0,"0"0"-219"16,0 0 104-16,0 0-31 15,0 0-100-15,0 0-11 16,-68-137-13-16,68 137-26 15,0 0 7-15,0 6-23 16,0 42-4-16,5 24 25 16,16 18-12-16,-12 2-4 15,3-6-2-15,-7-5-10 16,-5-10 14-16,0-8-15 16,0-9-9-16,0-7-8 0,0-13-50 15,16-9-48-15,6-12-169 16,-6-13-192-16,1 0-274 15</inkml:trace>
  <inkml:trace contextRef="#ctx0" brushRef="#br0" timeOffset="26919.17">17272 8696 798 0,'0'0'77'0,"0"0"65"15,0 0 93-15,0 0-110 0,0 0-57 16,0 0-17-16,-64-53-24 15,64 95-24-15,-7 26 25 16,-4 19-8-16,11-8-8 16,0-7-12-16,0-9 5 15,37-8-6-15,8-12 1 16,7-12 0-16,-3-17 0 0,1-11 5 16,2-3-5-16,2-12 3 15,-7-33 13-15,-7-7 31 16,-14-8-10-16,-9 0-16 15,-17-5 4-15,0 4-17 16,0 6 0-16,-43-1-5 16,-1 16 2-16,-4 6-10 15,4 19-6-15,-8 15-61 16,-7 0-138 0,-5 13-370-16</inkml:trace>
  <inkml:trace contextRef="#ctx0" brushRef="#br0" timeOffset="27390.11">18149 8902 1056 0,'0'0'55'0,"0"0"45"0,0 0 140 0,0 0-166 0,0 0-40 0,0 0 0 16,-38-68-34-16,53 38 9 16,8 5-9-16,10 5 0 15,-2 8-1-15,2 6 1 16,4 4 0-16,-4 2 0 16,10 0 0-16,-12 20-5 0,2 19 5 31,-22 8 0-31,-11 5 4 15,0-2-2-15,-11 3-2 16,-53 1 3-16,-7-3 6 16,3-6-7-16,2-9 0 15,12-6 0-15,11-9 20 16,20-13-22-16,11-1 12 16,9-7-3-16,3 0-6 0,0 0 6 15,15 0-7 1,46 0 0-16,19 0 12 0,17 0-13 15,11-19-2-15,10-5-14 16,-19-2-38-16,-2-5-6 16,-22 4-94-16,-18 1-53 15,-17-1-63-15,-14-3-59 16,-10 1-153-16</inkml:trace>
  <inkml:trace contextRef="#ctx0" brushRef="#br0" timeOffset="27740.53">18929 8842 358 0,'0'0'163'0,"0"0"-43"16,0 0 72-16,0 0-41 0,0 0 7 16,0 0-52-16,-58-95-6 15,58 95-43-15,-5 0-13 16,5 0-16-16,0 12-22 16,-5 36 9-16,5 15 3 15,0 5 1-15,0-9-2 16,19-2-14-16,19-8 3 0,2-9-6 15,12-8 4-15,-8-13-6 16,8-10 2-16,-2-9 0 16,2 0 17-16,9 0-13 15,-7-28 19-15,-2-16 7 16,-7-2-10-16,-19-5 22 16,-14-7-28-16,-12-7-6 15,0-4 4 1,-43 4-10-16,-18 8-4 0,-8 22 2 15,-8 23-36-15,-8 12-27 0,-17 12-95 16,-27 37-150 0,-1 8-420-16</inkml:trace>
  <inkml:trace contextRef="#ctx0" brushRef="#br0" timeOffset="28712.36">14170 7083 679 0,'0'0'121'16,"0"0"-15"-16,0 0 118 0,0 0-100 0,0 0-57 0,0 0 9 0,108-3-2 0,12-25 6 16,8 7-54-16,-11 4-21 15,-20 6 6-15,-5 1-6 16,-12 3-7-16,-14 1 2 16,-19 6-75-16,-28 0-44 15,-19 0-103 1,-14 0-31-16,-66 25-52 15,-33 1-266-15</inkml:trace>
  <inkml:trace contextRef="#ctx0" brushRef="#br0" timeOffset="28855.93">14106 7209 415 0,'0'0'96'16,"0"0"41"-16,0 0 49 0,0 0-90 16,0 0-2-16,0 0 59 15,257 20-50-15,-104-26-41 16,-9-14-62-16,-26 3-7 15,-40 9-104-15,-22-4-227 16,-23 0-369-16</inkml:trace>
  <inkml:trace contextRef="#ctx0" brushRef="#br0" timeOffset="33698.04">18929 4935 888 0,'0'0'73'0,"0"0"99"0,0 0 21 0,0 0-132 0,0 0-41 0,0 0 9 0,0 0 12 16,170 26 3-16,-5-26-21 15,-16 0-19 1,-34 0 15-16,-18-6-19 0,-45 3-7 16,-29 3 1-16,-23 0-42 15,0 0-20-15,-23 0-23 16,-50 3 16-16,-19 16 33 0,-5-4 10 15,10-1 28-15,11 1-2 16,10-2 12-16,24-4-3 16,16-3 7-16,19-4 2 15,7 2 16-15,0-4-19 16,66 0-5-16,21 0 20 16,10 0-23-1,9 0-2-15,-5 0-18 16,-18 0-86-16,-12 0-142 15,-31-6-186-15</inkml:trace>
  <inkml:trace contextRef="#ctx0" brushRef="#br0" timeOffset="39800.4">12830 10630 541 0,'0'0'103'0,"0"0"74"0,0 0-29 0,0 0-28 0,-16-177-28 15,14 157-6-15,2 8-4 0,-10 6-14 0,10 3 20 16,0 3-31 0,0 0-17-16,-5 0 8 0,5 0-27 15,0 6 0-15,0 35 1 32,0 22-7-32,0 8 17 0,0-2-14 15,0-9-12-15,0-3 16 16,0-12-22-16,0-7 0 15,15-4 0-15,-8-8 1 16,4-3-2-16,-1-1-13 16,-1-7-21-16,-2-4 0 15,-2-5-72-15,-5 0-52 16,0-6-25-16,0 3-69 16,0-3 26-16,0 0 11 15,3 0-41-15</inkml:trace>
  <inkml:trace contextRef="#ctx0" brushRef="#br0" timeOffset="40318.69">12991 10736 330 0,'0'0'122'15,"0"0"-14"-15,0 0 36 16,0 0-12-16,0 0-47 16,0 0-16-16,5-137 7 15,-5 134 9-15,9 3-39 0,-9 0-1 16,0 0 2-1,0 0-33-15,0 0 4 0,0 0-4 16,0 0-11-16,0 0 13 16,0 0-14-16,0 13 5 15,0 14 13-15,0 6-13 16,0 2 11-16,0 6-1 16,0 2-3-16,0 5 11 0,7-5-20 15,12 3 7 1,12-4-4-16,9-10-3 0,4-6-4 15,1-7-1-15,2-7 2 16,3-9 4-16,-3-3-3 16,-9 0 1-16,2-6 16 15,2-22-11-15,-11-4 10 16,-8 0-2-16,-13-7-14 16,-10-4 21-1,0 0-21-15,0-5 5 16,-17 5 11-16,-37 2-15 0,5 6 22 15,-3 7-8-15,-2 8-16 16,4 11 12-16,3 6-14 16,0 3 0-16,7 0-2 15,7 3-15-15,7 21-19 0,7 9-50 16,19 5-63 0,0-2-84-16,0 0-159 0,0-7-241 15</inkml:trace>
  <inkml:trace contextRef="#ctx0" brushRef="#br0" timeOffset="40702.1">13863 10758 874 0,'0'0'186'0,"0"0"-43"0,0 0 10 0,64-191-43 15,-60 155-70-15,-4 10-18 16,0 8 2-16,0 5-20 15,-25 13-4 1,-25 0-3-16,-9 0 3 16,0 25 2-16,17 14-1 0,13 11-1 0,25 1 0 15,4 6-2 1,26-8-4-16,44 0 6 16,6 2 0-16,2-11-7 15,-19 3 14-15,-12-7-7 16,-28-4 0-16,-15-5 1 0,-4-2-2 15,0-10 2-15,-4-4-1 16,-25-9 18-16,-8-2-13 16,-4 0 11-16,6-17-8 15,2-17-6 1,5-9 15-16,14-3-17 16,14 0 0-16,0 1-3 0,21 5-40 15,38 11-47 1,7 5-72-16,2 11-153 15,-4 10-84-15</inkml:trace>
  <inkml:trace contextRef="#ctx0" brushRef="#br0" timeOffset="41200.69">14398 10686 865 0,'0'0'133'15,"0"0"110"-15,0 0-74 16,0 0-78-16,0 0-16 15,0 0-25-15,-66-53-23 16,66 53-2-16,0 45-18 0,0 22 15 16,17 20 11-16,9 11-19 15,-3 8 6-15,1-9-16 16,-3 7-4-16,-14-16 7 16,-2-13-4-16,2-13-3 15,2-18 0 1,-4-14 4-16,0-9-5 0,2-12 1 15,-7-7 0-15,0-2-4 16,0 0 2-16,0-11 2 16,0-37 0-16,-38-27-12 15,5-20 6-15,-5-15 6 0,17-12-15 16,21 3 8 0,0 14-26-16,17 24 8 0,25 22 20 15,-4 14-5-15,2 12 7 16,5 9 0-16,-12 16 3 15,4 5-3-15,-4 3 11 0,-2 11-8 16,-3 26 10 0,-23 9-8-16,-5 6 6 0,-14 4-8 15,-43-5 0 1,-20 0-3-16,6-6-10 0,5-7-49 16,7-7-63-1,24-9-101-15,9-10-148 16,26-12-514-16</inkml:trace>
  <inkml:trace contextRef="#ctx0" brushRef="#br0" timeOffset="41451.9">15370 10970 1254 0,'0'0'76'0,"0"0"-22"0,0 0 106 0,0 0-122 0,0 0-10 15,344-31 9-15,-269 17-37 0,-21 5-1 16,-23 3-33-16,-21 3-73 16,-10 3-67-16,0 0-156 15,-29 12-63-15</inkml:trace>
  <inkml:trace contextRef="#ctx0" brushRef="#br0" timeOffset="41574.9">15447 11231 353 0,'0'0'319'0,"0"0"-131"15,0 0 53-15,0 0-43 16,0 0-78-16,0 0-27 0,-120 55-40 0,170-73-21 16,30-19-32-1,16-6-14 1,18-6-101-16,-4-8-162 15,-3 6-326-15</inkml:trace>
  <inkml:trace contextRef="#ctx0" brushRef="#br0" timeOffset="41892.92">17180 10636 726 0,'0'0'444'0,"0"0"-384"16,0 0 110-16,0 0-12 15,0 0-150-15,-5-194-4 16,86 156-4-16,-6 12 6 16,-16 18-6-16,-21 8 4 15,-8 0-4-15,-13 27 41 16,-17 26-6-16,0 19 13 0,-21 2-20 15,-38 1-17-15,-5-7 4 16,5-5-15-16,10-3-25 16,6-9-29-16,20-7-161 15,-1-8-198-15,17-6-310 16</inkml:trace>
  <inkml:trace contextRef="#ctx0" brushRef="#br0" timeOffset="42132.55">17133 11422 883 0,'0'0'145'0,"0"0"29"16,0 0 18-16,0 0-59 16,0 0-91-16,0 0 6 15,101 34-5-15,-86-49-28 16,-15 0 23-16,0-3-18 16,0 0-16-16,-45 1-1 15,0 4 1-15,5 4-5 0,9 9 1 16,10 0-24-16,9 0 5 15,-2 0-64-15,0 0-75 16,-12 0-93-16,7 6-288 16</inkml:trace>
  <inkml:trace contextRef="#ctx0" brushRef="#br0" timeOffset="42994.18">17093 13231 1122 0,'0'0'283'0,"0"0"-161"0,0 0 22 0,0 0-17 0,0 0-78 0,0 0-19 0,-31-140 3 16,53 142-26-16,8 58 15 0,8 23-12 15,-10 20-5-15,-7-5 11 31,-18-7-16-31,-3 3-9 0,0 1-23 16,0 1-53-16,0-1-20 0,0-9-162 16,0-20-330-1</inkml:trace>
  <inkml:trace contextRef="#ctx0" brushRef="#br0" timeOffset="43391.01">17265 13431 1181 0,'0'0'47'0,"0"0"53"0,0 0 87 15,0 0-123-15,0 0-53 32,0 0-10-32,-57-24 9 15,57 68-10-15,0 21 2 16,19 13 7-16,-7 2-9 15,14-3 0-15,7-13-1 0,5-11-3 16,9-13 1-16,-2-19-10 16,14-19-7-16,-10-2 17 15,5-14-2-15,-2-35 5 16,-14-15 6-16,-12-9 0 16,-26 2 7-16,0 2 10 15,-14 11-10-15,-52 0 19 16,-3 16-26-16,-8 8 4 0,-1 11 16 15,24 14-18-15,6 7-4 16,13 2-4-16,0 0-33 16,6 27-12-16,3 18-105 15,3 12-162-15,4 8-273 16</inkml:trace>
  <inkml:trace contextRef="#ctx0" brushRef="#br0" timeOffset="43803.59">18479 13556 1241 0,'0'0'47'0,"0"0"-20"0,-28-194 77 0,23 137-32 0,-11 16-52 0,-13 13-19 15,-13 14 2-15,-12 14 3 0,-10 5 1 16,-2 38-6-16,9 14-1 16,29 8 0-16,28-1-4 15,0 8 4-15,54-2-2 16,31-11 2 0,-2-2 0-16,-5-9 0 0,-17-10 0 15,-19 2 0 1,-30-12 5-16,-12 6 1 15,0-5 6-15,-33-1 4 0,-31-10-12 16,-2-7 18-16,12-8-13 0,0-3 5 16,16-9 4-1,8-30-16-15,30-17-4 16,0-12-4-16,35-4-40 16,52-1-38-16,8 12-110 0,1 13-167 15,-4 5-108-15</inkml:trace>
  <inkml:trace contextRef="#ctx0" brushRef="#br0" timeOffset="44026.25">19472 13079 1070 0,'0'0'155'16,"0"0"45"-16,0 0-18 16,0 0-97-1,0 0-33-15,0 0-34 0,33 48 4 16,-92 58 0-16,-5 8-20 15,-14-7 8 1,5 7-10-16,-2-8-24 0,4-6-21 16,12-17-96-16,10-23-113 0,4-24-157 31,9-30-231-31</inkml:trace>
  <inkml:trace contextRef="#ctx0" brushRef="#br0" timeOffset="44199.26">18826 13347 1087 0,'0'0'184'0,"0"0"48"16,0 0-76-16,0 0-99 0,0 0-28 15,0 0 21-15,346 143-21 16,-214-92-29-16,-16-4-8 16,-15 7-29-16,-21 6-82 0,-30-6-187 31,-22-10-310-31</inkml:trace>
  <inkml:trace contextRef="#ctx0" brushRef="#br0" timeOffset="44441.5">19910 13010 1097 0,'0'0'143'0,"0"0"48"16,0 0 9-16,0 0-109 15,0 0-56-15,0 0-5 16,52-40 5-16,12 117 7 16,2 9-10-16,-12 6-22 15,-12-7-4 1,-16 0-12-16,-12-5-13 0,-4-8-49 16,-3-19-7-16,2-17-121 15,-4-21-142-15,-5-15-136 16,0-23-50-16</inkml:trace>
  <inkml:trace contextRef="#ctx0" brushRef="#br0" timeOffset="44723.52">20290 13104 679 0,'0'0'149'15,"0"0"35"-15,0 0 51 16,0 0-122-16,0 0-26 16,0 0-27-16,33-94-26 0,-26 154-17 15,12 18 13 1,0 5 7-16,6-6-36 0,13-14-1 15,2-9 5-15,12-19 2 16,-7-10-6-16,0-20-1 16,-5-5 1-16,-2 0 5 15,-8-30-3-15,-2-17 3 16,-20-4 27-16,-8-9-8 16,0-3 5-16,-19 0-11 15,-36 2-19-15,-3 13 7 16,1 11-7-16,7 17-23 0,3 18-22 15,7 2-130 1,14 0-280-16,17 19-594 16</inkml:trace>
  <inkml:trace contextRef="#ctx0" brushRef="#br0" timeOffset="45300.02">21032 12950 742 0,'0'0'515'0,"0"0"-441"0,-11-152 86 16,100 101-45-16,8 7-76 16,-12 19-28-16,-15 20-2 15,-29 5-1-15,-32 39-4 16,-9 33-2-16,0 17 10 16,-50 2-11-16,-1-6 19 15,10-13-12 1,16-23-6-16,20-12 7 15,5-13-8-15,0-16-1 16,52-8 0-16,23 0-17 0,12-14 14 16,1-29-14-16,-20-12-1 15,-7-5 10-15,-14-3-6 16,-11-3 14-16,-13-2-3 16,-6-1 7-16,-5 3-5 15,-12 13 1-15,0 11 0 0,0 18 14 16,0 15-5-1,0 3 17-15,0 6-9 16,0 0-15-16,0 34 1 16,0 21-3-16,0 17 0 15,0-4 0 1,19-5 4-16,30-9-8 0,12-14 4 16,8-17-16-16,6-12 14 15,1-11-5-15,6 0 7 16,-4-23-5-16,-5-22 14 15,-12-8-9-15,-21-1 14 0,-9-2-7 16,-31-1 22-16,0-1-24 16,-12 7 1-16,-61 2 0 15,-9 9-6-15,-15 17-1 16,-4 17-15-16,4 6-29 16,-7 21-36-16,-4 38-162 15,-10 13-228-15</inkml:trace>
  <inkml:trace contextRef="#ctx0" brushRef="#br0" timeOffset="45663.55">17923 14763 1029 0,'0'0'121'0,"-351"100"-19"0,237-67 112 0,34-16-54 0,38-8-73 16,37-9-59-1,5 0 4-15,108-9-16 16,91-40 3-16,112-25 19 0,99-27-33 16,78-21-3-16,52-22 7 15,14-7-3-15,-5-1-5 16,-33 9 10-16,-44 6-9 15,-34 8 29 1,-65 12-24-16,-81 19-1 16,-72 27-3-16,-98 28-3 0,-77 26-5 0,-45 17-23 15,-123 8-53-15,-98 67-12 16,-81 33-265-16,-54 23-279 16</inkml:trace>
  <inkml:trace contextRef="#ctx0" brushRef="#br0" timeOffset="46043.91">19653 14704 818 0,'0'0'427'15,"0"0"-365"-15,0 0 84 16,0 0-11-16,0 0-74 0,0 0-54 15,-73 65 2-15,61 22 35 16,8 6-34-16,4-1 5 16,0-6-9-16,0-4 0 15,30-17-1-15,10-14-5 0,10-18 0 16,9-12-5-16,-5-16 8 31,7-5-3-31,-4 0 0 0,-15-26 3 0,-9-14 6 31,-23-4-9-31,-10 3 1 0,0 1 8 16,-31 8-4 0,-23 7-1-16,-10 10-4 15,-2 9 4-15,12 6-11 16,2 0 5-16,19 21-39 0,12 15-49 16,21 1-192-16,0-8-280 15</inkml:trace>
  <inkml:trace contextRef="#ctx0" brushRef="#br0" timeOffset="46369.54">20368 14838 1184 0,'0'0'86'0,"0"0"54"0,0 0 16 15,0 0-152-15,0 0 3 16,0 0-7-16,21 180 8 15,38-123-11-15,4-13 4 16,-6-5-1-16,0-16 0 16,1-8 0-16,-13-9 1 15,7-6 0-15,-14 0-1 16,-5-26 34-16,-12-16-1 16,-16-9 19-16,-5-5-9 0,0-1-23 15,-38 2 13 1,-14 11-27-16,-14 8-6 0,3 16 0 15,-8 11 0-15,2 9-24 16,20 0-18-16,-1 38-102 16,13 5-199-16,15-2-340 15</inkml:trace>
  <inkml:trace contextRef="#ctx0" brushRef="#br0" timeOffset="47586.9">20782 14400 873 0,'0'0'180'0,"0"0"39"0,0 0-12 0,0 0-110 0,-44 155-49 0,13 4 19 16,7 23-5-16,6 9-25 16,6 5-14-16,0-14 7 15,3-9-29 1,-3-18-2-16,7-17-11 16,-351-428-1819 77,356 63 1831-93,38-9 0 0,37-5 0 0,17 11 0 16,-2 10 0 0,-19 8 0-16,-50 14 0 0,-2 14 0 15,28 2 0-15,-17 21 0 16,-6 21 0-16,2 29 0 0,0 34 0 15,-5 23 0-15,-2 19 0 32,7 25 0-32,0-2 0 15,0-23 0-15,7 23 0 16,0-10 0-16,30 1 0 16,-46 4 0-16,30 5 0 15,-12 7 0-15,-4-1 0 16,-12 6 0-16,2 0 0 0,-11 0 0 15,1 0 0-15,-6 6 0 16,12 2 0-16,-10-8 0 16,16 0 0-16,-11 0 0 15,21 0 0-15,17-3 0 16,11-25 0-16,-35 17 0 16,52-10 0-16,-53-2 0 15,34 1 0-15,-44 5 0 16,-6 2 0-16,24 1 0 0,-7 3 0 15,-19-1 0-15,14 7 0 16,3-4 0-16,-12 6 0 16,-1 3 0-16,-1 0 0 15,6 0 0-15,1 0 0 16,-12 0 0-16,2 0 0 16,14 0 0-16,-5 0 0 15,-2 0 0-15,1 0 0 16,-6 0 0-16,5 0 0 0,-7 0 0 15,-2 0 0-15,2 3 0 16,-7 0 0 0,0 3 0-16,0-1 0 0,0-1 0 15,0 4 0-15,0-3 0 16,0 1 0-16,0-4 0 16,0-2 0-16,0 0 0 15,0 0 0-15,9 0 0 16,1 0 0-16,2-8 0 15,-3-11 0-15,10 1 0 0,2 4 0 16,-16-29 0-16,7-14 0 16,14-15 0-16,-12 13 0 15,5-3 0-15,0-3 0 16,-8-4 0 0,15 3 0-16,-19 1 0 0,7-4 0 15,1 0 0 1,1-2 0-16,-16-7 0 15,0 4 0-15,0 14 940 0,0 60-920 16,0 0 67-16,0 0 50 16,0 0 34-16,0 0-80 15,0 0-48-15,-16 38-13 0,1 130 27 16,1 47 30-16,-7 11-71 16,0-11-12-16,4-15 3 15,8-16-7-15,2-13 0 16,-10-17-34-16,-13-8-96 15,-13-8-78-15,-4-15-224 16</inkml:trace>
  <inkml:trace contextRef="#ctx0" brushRef="#br0" timeOffset="48256.96">19943 14735 922 0,'0'0'82'0,"0"0"-3"0,0 0 82 0,0 0-70 0,0 0-85 0,-212 172 5 0,99-38 19 15,-19 18-17-15,-5 13 29 16,3-1-7-16,-1-7-22 0,17-2 0 15,15-13-13-15,8-19-5 16,29-14-55-16,26-32-79 16,31-26-111-1,4-27-132-15</inkml:trace>
  <inkml:trace contextRef="#ctx0" brushRef="#br0" timeOffset="49757.54">21476 12372 810 0,'0'0'118'0,"0"0"7"0,0 0 59 0,0 0-81 0,0 0-36 0,-257 212-24 0,85-57 8 16,-24 21 7-16,-14 5-36 16,0-1 2-1,12-11 4-15,26-14-11 0,28-21 9 16,45-26-23-16,38-30-2 15,30-27 1 1,27-22-2-16,4-17-12 16,4-12-38-16,51 0-84 0,15-47-48 15,-4-19-143-15,-21-14-198 16</inkml:trace>
  <inkml:trace contextRef="#ctx0" brushRef="#br0" timeOffset="50899.43">19413 11811 796 0,'0'0'76'0,"0"0"90"0,0 0 56 15,0 0-111-15,0 0-62 16,0 0-1-16,0 15-3 15,54 51 32-15,0 11-47 16,-7-3-12-16,-7-5-18 0,-14-15 14 16,-7-16-14-1,-12-14 0-15,-2-8 2 0,-5-11 0 16,0-2-2-16,0-3 3 16,0 0 3-16,0-14 5 15,0-41-11-15,-19-19 1 16,-19-12 3-16,-2-2-4 15,0 12 0 1,3 19-1-16,6 27 5 0,12 15-1 16,14 12 5-16,5 3-4 15,0 0 8-15,0 35-12 16,0 31 0-16,36 14 18 0,4-1-18 16,2-13 14-16,-14-20-14 15,-2-12 0-15,-4-13 3 16,-18-13-3-16,1-5 0 15,-5-3 1-15,0 0 6 16,0 0-2-16,0-3-2 16,0-29-3-16,0-16 13 15,-31-12-13-15,3 3 0 16,2 13 1-16,0 14 3 0,10 15-2 16,11 13 7-1,3 2-6-15,2 0 4 16,0 34-6-16,0 30-1 15,16 14 15-15,27-1-12 16,-6-17 3-16,-8-14-6 0,-8-12 0 16,-12-16 0-16,-4-12 0 15,-5-6 0-15,0 0 1 16,0 0 7-16,0 0-3 16,0-6-5-16,0-36 2 0,0-21-6 15,-19-7 4 1,-9 0 0-16,11 14-3 0,-2 20 5 15,12 21-2-15,7 13 0 16,-7 2 3-16,7 0-14 16,0 13 11-16,0 33 0 15,7 11-2-15,26 1 11 16,5-7-9-16,-5-11 0 16,-7-11 1-16,-9-15 2 15,-13-3 0-15,1-9-3 16,-5-2 0-16,0 0 4 0,0 0-4 15,0 0 0 1,0 0 2-16,0-27-1 16,-14-21-1-16,-24-5 0 15,-2-4 0-15,2 6-3 16,12 16 1-16,5 11 2 0,16 11 0 16,5 13-6-16,0 0 6 15,0 0 0-15,0 30-3 16,0 33 2-16,26 12 1 15,7 0 0-15,-2-12 3 16,-10-14-4-16,-2-9 1 0,0-11 0 16,0-5-2-16,-5 1-57 31,5-11-48-31,7 0-184 0,0-10-221 16</inkml:trace>
  <inkml:trace contextRef="#ctx0" brushRef="#br0" timeOffset="51551.3">20330 12544 824 0,'0'0'93'0,"0"0"113"0,0 0-20 0,0 0-73 0,0 0-50 0,0 0-18 16,-45-26-3-16,57 61-29 16,26 7 14-16,20-2-16 15,6-8-4-15,2-4-11 16,0-8 4-16,-9-5-29 0,-1-10-4 15,-16-5-33 1,-7 0 0-16,-16 0 26 0,-10 0-8 16,-7-14 31-16,0-19 11 15,0-9 6-15,-24-3-4 16,-9 7 5 0,7 4-1-16,5 14 23 0,9 8 1 15,1 6 29-15,4 6 12 16,7 0-13-16,0 12-8 15,0 35-32-15,0 13 28 16,14 5 4-16,19-1-33 16,9-11 3-16,3-2-11 15,-10-15 4-15,3-10-14 16,-14-4 7-16,-10-7-55 0,-7-7-110 16,-7-5-145-16,0-3-214 15</inkml:trace>
  <inkml:trace contextRef="#ctx0" brushRef="#br0" timeOffset="52060.22">19936 11746 817 0,'0'0'60'0,"0"0"32"0,0 0 75 0,0 0-110 0,0 0-23 0,264-123-5 16,-167 90-4-16,-26 11-5 15,-34 8-17-15,-16 9-3 16,-16 2 1-16,-5 3 0 16,0 0 16-16,0 0-13 0,0 0 2 15,0 0 24-15,0 0-10 16,0 0 6-16,0 0-8 16,0 0-1-16,0 0 6 15,0 16-8-15,0 39-8 31,0 19 35-31,17 15 4 16,13-1-18-16,3-10-1 16,-9-7-9-16,4-14 7 15,-2-13-24-15,-2-14 1 16,-5-9-2-16,-10-9-21 0,3-7-80 16,-12 1-105-1,0-6-124-15,0 0 3 0,-54-11-259 16</inkml:trace>
  <inkml:trace contextRef="#ctx0" brushRef="#br0" timeOffset="52203.74">20078 12094 592 0,'0'0'81'0,"0"0"-9"16,0 0 60 0,0 0-56-16,0 0 9 0,374-102-48 15,-211 28-37-15,9-9-9 16,17-6-97-16,-17 2-175 15,-24 15-279-15</inkml:trace>
  <inkml:trace contextRef="#ctx0" brushRef="#br0" timeOffset="72134.92">12882 17910 1248 0,'0'0'177'0,"0"0"-123"0,0 0-46 0,0 0-8 0,0 0-158 0,0 0-416 31</inkml:trace>
  <inkml:trace contextRef="#ctx0" brushRef="#br1" timeOffset="95454.09">4183 13463 610 0,'0'0'45'0,"0"0"92"0,0-193 43 16,0 169 21-16,0 14-58 15,0 10-52-15,0 3-33 16,0 74-28-16,38 49 23 16,16 36 22-16,10 10-45 15,-10-11-10-15,-5-18-15 16,3-8-4-16,-12-4-1 0,-9-5-6 16,0-13 2-16,-3-9-48 15,-2-15-68-15,-3-13-102 16,3-23-114-16,-4-30-100 15</inkml:trace>
  <inkml:trace contextRef="#ctx0" brushRef="#br1" timeOffset="95836.42">5260 14060 801 0,'0'0'119'0,"0"-212"8"16,-11 102 14-16,-11 6-58 15,-11 15-57-15,-2 23-9 16,-5 24-17-16,-12 30-2 16,-4 12-18-16,-13 35-34 15,8 44 54-15,14 22 1 16,30 10 3-16,17-8-1 16,0-7-3-16,54-15 0 0,31-16-6 15,19-9 7-15,-5-5-1 16,-9-5 1-16,-22-9 4 15,-23-9 3 1,-24-10-7-16,-16-4 2 0,-5 11 17 16,0 1-5-1,-26 0-2-15,-10-7-3 16,-4-13-10-16,7-6 19 0,-14 0-17 16,0-25-1-16,12-32 3 15,18-26-4-15,17-21-6 16,0-15-35-16,33-12-68 15,33-4-101-15,10 14-186 0</inkml:trace>
  <inkml:trace contextRef="#ctx0" brushRef="#br1" timeOffset="96170.19">5958 13545 613 0,'0'0'460'0,"0"0"-410"0,0 0 81 0,0 0-69 0,31-180-61 0,35 137 5 15,-26 26-6 1,-23 17 0-16,-8 16-9 0,-4 55 9 16,11 25 6-1,17 10 18 1,19-7-13-16,19-18-6 0,25-13 19 15,1-17-23-15,-5-15 0 16,-26-9 24-16,-31-15-11 16,-35 0 25-16,0 8 4 15,-42 17-9-15,-43 6-20 16,-12 8-14-16,13-11-52 16,18-13-68-16,16-16-130 0,12-11-174 15</inkml:trace>
  <inkml:trace contextRef="#ctx0" brushRef="#br1" timeOffset="96522.13">6788 12727 1054 0,'0'0'44'15,"0"0"86"-15,0 0-16 16,0 0-47-16,0 0-67 0,0 0-5 15,-75 38 5-15,75 118 5 16,30 25 5-16,10 1-10 16,12-12 7-16,12-24-9 15,18-21 2-15,10-35-17 16,10-33 5-16,-6-27-15 16,-11-21 27-16,-14-9-5 0,-10-24 11 15,-18-29 4-15,-17-7-7 16,-24-3 12-16,-2 6 5 15,-12 10-17 1,-58 11-1-16,-15 15-2 0,-29 21-61 16,-13 35-43-1,2 53-97-15,-16 22-50 0,-5 15-133 16</inkml:trace>
  <inkml:trace contextRef="#ctx0" brushRef="#br1" timeOffset="96759.59">4164 16509 531 0,'-212'152'275'0,"45"-35"-201"15,58-34 16-15,62-44 171 0,47-39-122 16,78-18-94-16,108-81-20 0,113-61 11 16,93-76-3-16,84-54-30 15,92-34 3-15,59-26 20 16,31 4-26-1,9 4 0 1,-33 19-2-16,-47 10-3 0,-80 18-20 16,-96 32-36-16,-124 21-97 0,-143 25-226 15</inkml:trace>
  <inkml:trace contextRef="#ctx0" brushRef="#br1" timeOffset="97363.66">920 11927 953 0,'0'0'15'0,"-427"182"51"0,295-119 117 0,55-31-62 0,63-22-41 0,39-10-43 16,159-28-33-16,132-64 63 15,153-54-54-15,114-56-9 16,98-53 8-16,64-39-12 15,31-24-4-15,9-15-30 16,9-1-90-16,-70-12-102 0,-92-18-394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44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5.5814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9-20T09:47:58.0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2938 13041 0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0T09:48:46.91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1818 12417 928 0,'0'0'104'0,"0"0"64"0,0 0-56 0,0 0-83 16,0 0-22-16,0 0-7 16,0 0 0-16,-193 33 6 15,139 10 2 1,4 5 0-16,-6 6 2 16,11 7 35-16,3 1-35 15,11 6 10-15,12 1-17 16,19-3 6-16,0-11-8 0,0-4-1 15,45-11 0-15,7-11-11 16,7-4 8-16,-7-8-14 0,-1-7 1 16,-6-8-37-1,-9-2 42-15,-1 0-16 0,0-2 27 16,-2-19-11 0,-7-4 7-16,-5-1 0 0,-14-3 3 15,3-2-2 1,-10 4-4-16,0 0 7 0,0 7 0 15,-31 2-6 1,3 5 13-16,-10 7-7 0,10 3 28 16,-7 3-26-16,-3 0 33 15,5 3-28-15,0 19-1 16,-2 1 24-16,16 3-26 16,-3 2 3-16,11 2-7 15,1 0 11-15,6-1-23 16,4-1 12-16,0-1-63 0,0-1-42 15,0-2-157-15,25-9-71 16,8-6-160 0</inkml:trace>
  <inkml:trace contextRef="#ctx0" brushRef="#br0" timeOffset="446.51">2184 12678 529 0,'0'0'78'0,"0"0"-13"0,0 0 87 0,0 0-51 15,0 0-72-15,0 0 50 0,-5-112 36 16,5 109-57-1,0 3 11-15,0 0-16 0,0 0-41 16,0 0 1 0,0 12-5-16,0 17-8 0,0 10 34 31,0 6-33-31,0-3 18 0,0 6 10 16,0-4-28-16,0-2 39 15,0-1-39-15,0-4 6 16,5-4 2-16,-3 0-3 15,3-11-6-15,9-3 0 16,-14-4 4-16,0-3-11 16,2-6 6-16,-2-1-44 15,0 1-10-15,0 3-79 16,0-3-43-16,0 1 10 16,0-1-3-16,0-6 46 15,0 0 8-15,0 0 16 0,0-22-40 16,5-7 44-16,16-1 14 15</inkml:trace>
  <inkml:trace contextRef="#ctx0" brushRef="#br0" timeOffset="923.04">2476 12703 330 0,'0'0'77'15,"0"0"38"-15,0 0 8 0,0 0-37 16,0 0 4-16,0 0-8 15,64-85-34-15,-64 85 28 16,0 0-48 0,0 0-27-16,-26 25 18 15,-12 10-4-15,-7 11-2 0,-6-1-5 16,1 2-7-16,-4 1 21 16,11-10-18-16,15-4 1 15,2-8 0-15,7-12 0 16,17-3-5-16,-3-6 0 0,5-5-2 15,0 0-4 1,0 0 1-16,0 0 5 0,0 0 33 16,0 0-26-16,19 0 19 15,5-3-6-15,-3-3-20 16,5 6 20-16,-5 0-18 16,7 0 2-16,15 0 16 15,-3 25-14-15,9 1 27 16,-4-2-19-16,-17-3-13 15,3-4 10 1,-7-2-11-16,2 1 0 0,-10-7-2 0,1-1 8 16,-10 1-12-1,4-3-20-15,4 0-47 16,6-3-67-16,9-3-102 16,3 0-230-16</inkml:trace>
  <inkml:trace contextRef="#ctx0" brushRef="#br0" timeOffset="1397.42">3075 12706 343 0,'0'0'227'0,"0"0"-153"0,0 0 112 0,0 0-75 15,0 0-36-15,0 0 51 16,-45-50-63-16,45 50-14 15,0 0 7 1,0 0-29-16,0 0 14 16,0 0-21-16,0 11-16 15,26 17 51-15,24 7-39 16,9 4 6-16,-5-4 13 0,9 2-29 0,-11-3 19 16,0-4-9-16,-7-3-14 31,0-3 14-31,-17-5-15 15,-4-7-1-15,-1-1 0 16,-16-5-5-16,7 0-8 16,-6 3-46-16,-4-4-40 15,1 5-35-15,-5-4-117 0,0 1-23 16,0-7-55-16</inkml:trace>
  <inkml:trace contextRef="#ctx0" brushRef="#br0" timeOffset="1672.06">3476 12706 157 0,'0'0'275'15,"0"0"-196"-15,0 0 56 16,0 0 7-16,0 0-79 16,0 0 12-16,-40-75-9 15,35 75-10-15,-2 0-9 0,-10 21-28 16,-4 22 28-16,-7 14 19 15,-5 13-28-15,2-5 11 16,1 4-30-16,6-9-9 16,-2-9 5-16,3-10-10 15,4-7-5-15,0-11 0 16,9 1-5-16,-1-3 3 16,6-6-72-16,-2-4-85 15,2-1-45-15,5-8-127 0</inkml:trace>
  <inkml:trace contextRef="#ctx0" brushRef="#br0" timeOffset="2952.84">4200 12493 768 0,'0'0'133'0,"0"0"55"16,0 0-27-16,0 0-96 15,0 0-16-15,0 0-23 16,-3-10 1-16,-30 51-9 0,-2 13 11 16,7 8 21-16,-10 4-33 15,17-7-6-15,9 0 17 16,-2-4-25-16,14-10 7 15,0-13-10-15,0-1 4 16,21-14-8-16,17-5 4 16,4-7 0-16,19-5 14 15,3 0-9-15,11 0-1 0,1 0-4 16,-5-13 3 0,-3-3-10-16,-14 5-3 15,-11-2-38-15,-15 9-24 0,-12 4-60 16,-16 0-52-16,0 0-52 15,0 0-38-15,0 0-30 16</inkml:trace>
  <inkml:trace contextRef="#ctx0" brushRef="#br0" timeOffset="3317.3">4372 12804 403 0,'0'0'104'0,"0"0"10"15,0 0 71-15,0 0-62 0,0 0 8 0,0 0-55 16,-45-65 9-16,45 65-2 16,0 0-47-16,0 0 15 15,0 0-26-15,0 2-23 16,0 38 30-16,0 14-10 0,5 11 10 16,23-3 16-1,-12 0-42 1,1 1 16-16,-1-8-20 0,-11-2 2 0,0-9 4 15,4 1-6-15,-2-13-2 16,-4-4 0-16,-3-10 9 16,0-9-9-16,0-7 0 15,0-2-15-15,0 3 13 16,0-3-81-16,0 0-54 16,0 0-74-1,0-5-96-15,-10-27-266 16</inkml:trace>
  <inkml:trace contextRef="#ctx0" brushRef="#br0" timeOffset="3666.14">5140 12944 610 0,'0'0'98'0,"0"0"19"0,0 0 49 0,0 0-39 16,0 0-81-16,0 0 5 16,-16-20 3-16,16 20-37 15,7 0 30-15,33 0-17 16,26 0 23-16,21 0 1 0,10-3-27 15,6-7 11 1,11-1-17-16,-13 1-20 0,-11-1 19 16,-27-1-20-1,-6 3 0-15,-17 3-7 0,-7 0-20 16,-10 6-42-16,-18 0-71 16,-5 0-107-16,0 0 21 15,-5 0-31-15,-37 0-254 16</inkml:trace>
  <inkml:trace contextRef="#ctx0" brushRef="#br0" timeOffset="4191.25">5616 12586 559 0,'0'0'87'16,"0"0"35"-16,0 0 42 0,0 0-53 15,0 0-49-15,0 0 26 16,-40-45-46-16,40 45 3 15,0 0-11-15,0 0-20 0,0 31 18 16,17 15 18 0,11 14-7-16,3 6 7 15,-3 0-34-15,-9-3 18 0,-5-6-6 16,-2-6-27 0,-3-8 32-16,1 0-30 15,2-8-2-15,-8-4 6 0,1-5 5 16,-5-4-12-16,0-5 0 15,0-2 3-15,0-3-4 16,0-1 1-16,0 1 0 16,0-3-1-16,0-5 6 0,0-1-5 31,0-3 0-31,0 0 6 0,0 0 9 16,0 0-14-16,0 0 4 0,0 0 20 15,0 0-23-15,0 0 10 16,0 0-11-16,0 0 8 15,0 0-6-15,0 0-3 16,0 0 0-16,0 0-3 0,0 0 8 31,0 0-5-31,0 0 0 16,0 0-20-16,0 0 11 16,0 0-40-16,0 0-37 0,0 0-24 0,0 0-74 15,0-9-115-15,-5-13-220 16</inkml:trace>
  <inkml:trace contextRef="#ctx0" brushRef="#br0" timeOffset="5112.72">6658 12747 703 0,'0'0'134'0,"0"0"9"0,0 0 14 0,0 0-72 15,48-172-41-15,-48 138 17 16,0 2-2-16,0 7-46 16,-31 8 0-16,-21 5-12 15,-2 12 3-15,4 0-4 0,-4 3 4 16,9 23-4-16,10 14 0 15,7 2 6 1,16 2-6-16,12 2 0 0,0 1 4 16,23-3-13-1,51-1 9-15,8-5 0 0,3 1-2 16,-3-6 9 0,-11 3-7-16,-12-4 0 15,-12-5 4-15,-16-1-4 0,-17-5 0 16,-14 1 0-16,0-1-4 0,-21-2 16 15,-29 0-12-15,-4-6 0 16,-14-7 2-16,6-6 9 16,6 0-11-16,11 0 0 15,12-21 5-15,7-7 2 16,14-7-7 0,12-10 1-16,0-6 0 15,0 0 13-15,45-2-11 0,7 2-3 16,12 6 0-16,-5 4-7 0,-3 8 7 15,-2 12-58-15,-2 12-91 16,-14 9-135-16,-14 0-192 31</inkml:trace>
  <inkml:trace contextRef="#ctx0" brushRef="#br0" timeOffset="5430.96">7344 12563 725 0,'0'0'63'0,"0"0"68"0,0 0 101 0,0 0-118 0,0 0-18 0,0 0-23 16,-28-72-27-16,28 72 6 15,0 0-37-15,0 36 8 16,0 17 39-16,14 13-35 0,0 3 10 15,-2-6-36 1,-5 0 2-16,-4-8 3 0,1-4-1 16,-4-11-5-16,0-11 0 15,0-9-43-15,0-1-42 16,5-10-99-16,0-6-174 16,7-3-76-16</inkml:trace>
  <inkml:trace contextRef="#ctx0" brushRef="#br0" timeOffset="5764.2">7762 12563 673 0,'0'0'123'0,"0"0"-1"16,0 0 36-16,0 0-56 16,0 0-59-16,0 0-14 15,-97-36 9-15,38 72-36 16,-9 8 31-16,7 7-27 15,6 0-2-15,8-4 25 0,16-5-25 16,24-10 5-16,0-4-9 16,7-7 9-16,0-4-21 15,33-4 23-15,19-4-11 16,10 0 38-16,-1 0-35 16,2-1 24-16,-4 4-15 15,5 2 4-15,0 5 37 16,2-4-38-1,-7 0 8-15,-10-7 29 0,-16 1-51 16,-12-3 8-16,1 1-9 0,-18-1-13 16,1 0-33-16,-5 3-121 15,0-6-145-15,0-3-182 16</inkml:trace>
  <inkml:trace contextRef="#ctx0" brushRef="#br0" timeOffset="6083.67">8184 12599 732 0,'0'0'78'0,"0"0"9"0,0 0 127 0,0 0-128 0,0 0-49 16,0 0 30-1,49-13-16-15,8 45 47 16,9 14-30-16,5 2-22 0,6 5 3 16,-1-5-18-16,-10-3-18 0,-2-7-1 15,-10-7-4-15,-12-11-8 32,-14 1 0-32,-9-6-41 0,0-3-32 0,-12-3-82 15,-7 0-48-15,0-9-70 16,0 0-107-1</inkml:trace>
  <inkml:trace contextRef="#ctx0" brushRef="#br0" timeOffset="6429.27">8691 12566 573 0,'0'0'96'0,"0"0"57"31,0 0 8-31,0 0-72 15,0 0-1-15,0 0-19 16,-29-54-20-16,29 54 0 0,-16 0-26 0,-5 36-11 16,-15 26 20-16,-4 23 0 15,2 4-2-15,-4-6-10 16,7-6 0-16,-1-8 15 16,-1-12-22-16,1-10-4 0,13-11 12 31,1-8-19-31,6-8 9 15,7-11-9-15,6 0 5 16,-2-3-11-16,5-6 4 16,-7 0-4-16,7 0 0 15,0 0-43-15,0 0 5 16,-7 0-8-16,7 0-12 16,-7 0-18-16,0 0-89 15,7-18-50-15,0 0-78 0,0-3-307 16</inkml:trace>
  <inkml:trace contextRef="#ctx0" brushRef="#br0" timeOffset="7885.66">9648 12775 216 0,'0'0'563'0,"0"0"-469"0,0 0 55 0,0 0-8 15,0 0-89-15,0 0-2 0,35-146 0 16,-35 121 24-16,0 5-53 16,0 2-15-16,-26 0 1 15,-9 5-4-15,-5 5-4 16,-7 8 1-1,9 0 0-15,-5 0 4 16,3 0-4-16,10 17 0 0,1 2-8 16,8 4 14-16,5 1-6 0,16 6 0 15,0-1 6 1,0 1-5-16,12 6-1 0,30 4 0 16,17 1 4-16,7 1 0 15,-2 2-1-15,2-2 5 31,2-5-8-31,-19-8 38 16,-6-5-23-16,-22-7 15 0,-14-1 8 0,-7-1-34 16,0 2 1-1,-26 11-2-15,-35-2 1 16,-19 2 4-16,4-11-8 16,1-5-16-16,9-12 14 15,19 0-16-15,14 0 13 16,12-34-6-16,21-4-27 15,0-7 24-15,7 1 3 16,49-3 11-16,3 1-5 16,0 8 12-16,-2-5-7 0,-5 4 6 15,2 7-5-15,-9-1 36 16,-3 9-12-16,-14 7-3 16,-2 2 25-16,-9 6-30 15,-10 2 12-15,-7 7-17 16,0 0-6-16,0 0-1 15,0 0-5-15,0 0 0 16,0 0-8-16,0 0 7 16,0 0-1-16,0 0 2 15,0 0-10-15,0 0-5 16,-26 0-84-16,-26 10-103 0,-19 8-276 16</inkml:trace>
  <inkml:trace contextRef="#ctx0" brushRef="#br0" timeOffset="10105.02">11277 5675 168 0,'0'0'345'0,"0"0"-262"0,0 0 63 0,-264-3 31 0,174-6-44 15,-2 5 2-15,-4 0-28 16,-6-3-27-16,3 7 8 16,5 0-38-16,16 0-13 15,14 0-4-15,22 17-29 16,18 2 6-16,24 10-10 15,24 10 4-15,127 3 6 16,92-12-10-16,120-13 2 16,94-17 0-16,74 0 7 0,60 0-9 15,13-17 0-15,4-4 8 16,-33-9-5-16,-47-5-3 16,-70-10 0-16,-76-6-9 15,-80 4 15-15,-97 5-13 16,-83 5 1-16,-63 11 6 15,-56 5 0-15,-3 2-16 16,-76 13-65-16,-63 6-91 16,-31 5-111-16,-40 30-147 0</inkml:trace>
  <inkml:trace contextRef="#ctx0" brushRef="#br0" timeOffset="12850.22">10876 12497 779 0,'0'0'137'0,"0"0"-80"0,0 0 123 0,0 0-90 16,0 0-38-16,0 0-3 0,0 0 28 31,-45 0-51-31,45-4-12 0,-4 0 41 16,4-1-45-16,0 5 7 16,0 0-9-16,0 0-2 15,0 0 8-15,0 0-14 0,0 0 0 0,0 0 2 16,0 0 9-1,0 7-6-15,0-5 3 16,0-2-5-16,0 0 26 0,0 0-18 31,-17 0 2-31,1 0 6 16,-3 0-8-16,5 0-9 0,9 0 0 16,5 0 8-16,0-21-11 15,0-1 1-15,0-5-11 16,16-1 2-1,34 8-85-15,-1 11-59 16,3 9-125-16,-14 0-154 0,-19 9-262 16</inkml:trace>
  <inkml:trace contextRef="#ctx0" brushRef="#br0" timeOffset="13342.65">10794 13034 716 0,'0'0'118'16,"0"0"-74"-16,0 0 110 16,0 0-86-16,0 0-51 0,0 0 17 15,42 2 5-15,-14-2 1 16,-21 0 5-16,-7 4-17 16,0 11 9-16,0 3-13 15,0 0-7-15,0-5 15 16,-7 0-25-16,-9-7 12 15,4-6-2-15,3 0-10 16,2 0 13-16,-8-15-20 16,15-8 0-16,0 2 0 0,0 4 2 15,0 6-2 1,0 5 0-16,17 3-1 0,4 3-5 16,5 0 12-16,-2 0-3 15,-10 13 6-15,-2-2-4 16,-12 5 1-1,0-7 11-15,0 6-11 0,0 2 23 16,-43-2-23-16,-6-2-4 16,-3-5 9-16,7-4-3 15,12-4-8-15,12 0 7 0,16 0-6 16,5 0 17-16,0 0-18 16,0-12 0-16,0-13-2 15,33-1-5-15,24 5 1 16,-8 8-52-16,5 4-89 15,-11 3-151 1,-15-3-367-16</inkml:trace>
  <inkml:trace contextRef="#ctx0" brushRef="#br0" timeOffset="13897.25">11925 12353 886 0,'0'0'111'0,"0"0"42"0,0 0 10 0,0 0-108 0,0 0-20 0,0 0-22 0,-285 131 32 16,264-62-18-1,14 7-19-15,7-2 24 0,0 1-32 16,0-4 0-16,21-5 1 16,21-11 9-16,17-12-10 0,-7-14 0 15,12-7 1-15,-5-13-14 31,0-6 0-31,-10-3 3 16,-2 0 6-16,-18-21-9 0,-6-10 12 0,-11-4 1 16,-12-7 0-16,0-3-6 15,0 4 8-15,-14 8-2 16,-24 6 19-16,-11 16-13 16,-3 7 28-16,-14 4-10 0,7 0-20 31,-10 15 31-31,15 12-30 15,12 6 3-15,13 2-7 0,13-1 8 0,16-2-18 32,0-2-2-32,0-1-53 15,26-1-48-15,12-4-146 16,-1-12-95-16,13-6-200 16</inkml:trace>
  <inkml:trace contextRef="#ctx0" brushRef="#br0" timeOffset="14159.39">12404 12569 666 0,'0'0'150'16,"0"0"7"-16,0 0 52 0,0 0-95 0,0 0-6 0,0 0-23 15,0-143-17-15,0 143 3 16,2 0-42-16,3 29-1 0,2 31 13 15,0 15-21-15,-2-1 4 16,-3-3-24-16,-2-2 0 16,0-6-6-1,0-9 6-15,0-11-19 0,0-5-40 16,0-13-72 0,5-5-96-16,16-18-168 0,5-2-151 15</inkml:trace>
  <inkml:trace contextRef="#ctx0" brushRef="#br0" timeOffset="14444.21">12856 12578 541 0,'0'0'147'15,"0"0"3"-15,0 0-20 16,0 0 22-16,0 0-84 16,0 0-49-16,-188-40 31 15,131 71-21-15,1 7 8 0,9 5 5 16,6-3-22-1,16 5 20 1,15-2-31-16,10 1 9 0,0-2 25 0,0-4-38 16,43-2 25-16,4-10-6 15,-3-3-23 1,8-6 23-16,0-2-24 16,5-10 0-16,4-2-4 0,12-3-10 15,-2 0-123 1,-7 0-97-16,-3-6-178 0</inkml:trace>
  <inkml:trace contextRef="#ctx0" brushRef="#br0" timeOffset="14693.2">13201 12518 786 0,'0'0'141'16,"0"0"-14"-16,0 0 81 15,0 0-130-15,0 0-49 0,0 0 52 0,96 81-19 16,-25-40-17-16,-3-3-4 31,-9 2-30-31,3-6 10 16,-13 4-21-16,-2-10-7 16,0 3-3-16,-18-5-102 0,-3-1-87 15,-22-7-113 1,-4-4-101-16</inkml:trace>
  <inkml:trace contextRef="#ctx0" brushRef="#br0" timeOffset="14896.6">13689 12533 657 0,'0'0'165'16,"0"0"7"-16,0 0 34 15,0 0-79-15,0 0-67 16,0 0 5-16,-78-24-30 15,52 72-2-15,-7 18 43 16,-5 1-66-16,-2 2 7 0,2 7-17 16,-9-6 4-16,-2-7-9 15,6-4-59-15,1-10-116 16,18-14-120-16,10-16-167 16</inkml:trace>
  <inkml:trace contextRef="#ctx0" brushRef="#br0" timeOffset="15239.25">14179 12389 843 0,'0'0'115'16,"0"0"60"-16,0 0-22 15,0 0-80-15,0 0-46 16,0 0 21-1,-21-23-6-15,21 41-33 16,-19 27 21-16,7 10 19 0,-16 2-40 0,14 3 9 16,2-3-17-16,12-3-1 15,0-7 4-15,0-8 3 16,12-13-7 0,35-1 0-16,12-13 3 15,16-9-1-15,12-3-2 0,10 0 0 16,-5-9 0-16,2-11-30 15,-16-5-14-15,-12 1-50 16,-14 0-75 0,-28 3-45-16,-10-2 11 0,-14 2-48 15,0 2-60-15</inkml:trace>
  <inkml:trace contextRef="#ctx0" brushRef="#br0" timeOffset="15493.39">14552 12575 283 0,'0'0'180'16,"0"0"-63"-16,0 0 51 15,0 0-14-15,0 0-24 16,0 0 21-16,-81-22-56 16,81 22-23-16,0 4-5 15,0 29-34 1,0 12 66-16,17 4-61 0,9 8-20 16,-10 3 32-16,6 3-39 15,-11-6-3-15,3-8-8 0,-2-3 12 16,-5-7-13-1,0-9 1-15,-7-4-27 0,0-4-8 16,0-2-110-16,0-8-101 16,0-12-170-1,0 0-296-15</inkml:trace>
  <inkml:trace contextRef="#ctx0" brushRef="#br0" timeOffset="15789.1">15268 12744 779 0,'0'0'107'0,"0"0"-31"0,0 0 129 16,0 0-115-16,0 0-66 0,0 0 39 0,179-20-8 31,-82 5 2-31,-7 1 0 0,2-8-23 0,-5 5 23 31,-16 1-39-31,-10 0 4 16,-16 8-14-16,-8 2 3 15,-15 6-22-15,-11 0 9 16,-6 0-75-16,-5 0-82 16,0 0-208-16,0 0-76 15</inkml:trace>
  <inkml:trace contextRef="#ctx0" brushRef="#br0" timeOffset="16090.29">15740 12381 624 0,'0'0'130'0,"0"0"-23"16,0 0 115-16,0 0-98 16,0 0-38-16,0 0-2 15,-59-30-23-15,59 30 3 16,0 0-38-16,0 6-19 15,7 32 30-15,9 19 0 0,6 6-12 16,11 6-5-16,-15 5-15 16,1 3 25-16,-2-2-19 15,-12-6-5 1,-5-10 19-16,0-16-17 0,0-8 3 16,0-9-11-16,0-4 7 15,0-10-6-15,0-3-1 16,0 2-19-16,0-5-2 15,0 3-113-15,0-5-78 0,0-4-155 16,-5-11-192-16</inkml:trace>
  <inkml:trace contextRef="#ctx0" brushRef="#br0" timeOffset="17316.88">16376 12452 560 0,'0'0'43'0,"0"0"42"0,0 0 29 0,0 0-89 15,0 0-4-15,0 0-13 0,-4-74 0 16,4 74 8-16,0 0-8 16,0 0 17-16,0 0 2 15,0 0 11-15,0 0 39 16,0-3-18-16,0 3-3 16,0 0 9-16,0 0-27 0,0 0 20 15,0 0-11-15,0-3-29 16,0 3 28-16,0 0-32 15,0 0 3-15,0 0 12 16,0 0-27-16,0 0 20 16,4 0 15-16,8 6-24 15,-10 0 14-15,5-6-24 16,-7 0 2 0,0 0 5-16,0 0-3 0,0 0 4 15,0 0-11-15,0 0 1 0,0 0 4 16,0 0-5-1,0 0 0-15,0 0-4 0,0 0 10 16,0 0-13-16,0 0 5 16,0 0-21-16,0 0 19 15,0 0-61 1,0 0-13-16,0 0-3 16,0 0-61-16,0 3-10 0,0 5 9 15,-9 1-9-15,-7 4-21 16,-1-4-122-16</inkml:trace>
  <inkml:trace contextRef="#ctx0" brushRef="#br0" timeOffset="18359.63">16376 12438 555 0,'0'0'127'0,"0"0"42"0,0 0 11 15,0 0-81-15,0 0-42 0,0 0-1 16,45-31-41-16,7 13 26 15,7 1-13-15,12 2-1 16,-1 1 13-16,6 1-28 16,-17 1 15-16,-5 4-12 0,-23 2-10 15,-20 2 6-15,-11 4-11 16,0 0 0-16,0 0-4 16,0 0 12-16,0 0-9 15,0 0 1-15,0 0-17 16,0 0 9-1,0 0 0-15,0 0 8 0,0 0 12 16,0 0-3-16,-4 0-9 16,-1 0 0-16,3 0 2 15,-3 0 16-15,5 0-16 16,0 0 2-16,0 0 23 16,-10 0-22-16,6 6 10 0,-1 18-2 15,-2 9 18-15,-7 8 5 16,14 7-23-1,0 6 8-15,0 3 13 16,0-2-23-16,0 2 9 0,0-5-6 16,0-4-13-16,0-13 30 15,0-9-28-15,0-7-2 16,0-7 10-16,0-9-5 0,0 0-6 16,0-1 0-16,0-2 0 15,0 0 0-15,0 0 0 16,0 0-14-16,0 0 9 15,0 0-52 1,0 4-50-16,0-4-97 16,0 0-210-16,0 0-181 0</inkml:trace>
  <inkml:trace contextRef="#ctx0" brushRef="#br0" timeOffset="18772.97">17204 12423 384 0,'0'0'231'0,"0"0"-105"0,0 0 70 0,0 0-58 0,0 0-49 32,0 0 12-32,-14-70-17 15,14 70-9-15,0 0 9 0,0 0-42 0,0 0-1 16,0 0-15-16,0 34-12 0,11 11 51 31,11 12-42-31,-6-2-11 16,-2 0 7-16,-7-8-10 15,-2-5-7-15,2-6-2 16,-7-4 5-16,0-7-17 16,0-2-9-16,0-5-63 15,0-4-80-15,0-7-141 16,0-7-108-16,0-7-218 16</inkml:trace>
  <inkml:trace contextRef="#ctx0" brushRef="#br0" timeOffset="19120.93">17583 12387 314 0,'0'0'410'0,"0"0"-283"15,0 0-10-15,0 0 27 16,0 0-80-16,0 0-21 16,17-55-1-16,-41 70-28 15,-35 25 4-15,-14 11 32 16,-2-5-49-16,11 3 15 15,15-10-3-15,16-7-8 16,11-5 20-16,15-8-23 16,7-2 0-16,0 0 6 0,22 5-3 15,34-1 17-15,17-4-1 16,-2 4-2-16,0 0 31 16,-8 3-36-16,-4 1 7 15,0-2 18-15,-5-8-34 16,1-4 23-16,-6-2-12 15,-9-2-16-15,-7-5 11 16,-14-2-11-16,-12 3-23 16,0-3-44-16,-7 0-132 0,0 0-21 15,0-3-152-15</inkml:trace>
  <inkml:trace contextRef="#ctx0" brushRef="#br0" timeOffset="19496.23">18130 12426 228 0,'0'0'624'0,"0"0"-523"0,0 0 126 0,0 0-65 0,0 0-120 16,0 0 27-16,33-13 13 15,33 44-21-15,-2 1 6 0,11 13-42 16,3 0 7-16,0 1-2 16,0-2-28-16,-8-10 22 15,-13-3-24-15,2-11 0 16,-21-2-4-16,2-8 4 15,-2-1-13-15,-10-6-20 16,-9 0-82-16,-15-3-51 16,-4 0-175-1,0-13-85-15</inkml:trace>
  <inkml:trace contextRef="#ctx0" brushRef="#br0" timeOffset="19756.74">18795 12326 627 0,'0'0'125'16,"0"0"-5"-16,0 0 101 0,0 0-101 0,0 0-61 31,0 0 25-31,-49 4-49 16,20 44 35-16,-11 18 29 16,7 2-73-16,3 4 31 15,11-6-28-15,-5-4-14 0,5-9 8 0,-2-5-14 16,-5-9-6-16,7-10-3 31,-2-5 10-31,12-5-27 16,-1-5 7-16,-6-5-57 15,9 0-13-15,-15-7-148 16,-4-2-86-16,8 0-163 0</inkml:trace>
  <inkml:trace contextRef="#ctx0" brushRef="#br0" timeOffset="23729.56">19538 12472 624 0,'0'0'186'0,"0"0"-60"0,0 0 42 16,0 0-37-16,0 0-78 16,0 0 8-16,0 0-12 15,66-146-24-15,-66 126 24 0,0-1-47 16,-10 2-2-1,-27 2 7-15,1 6 3 16,1 5-8-16,-5 6-2 0,9 0 1 16,-2 0-8-16,0 2 7 15,7 19 0-15,14 9 6 16,-2 6 1-16,14 6 11 16,0 2-16-16,14 4 1 15,29-3 8-15,18-1-9 16,3-2-2-16,-10-5 0 15,0-4 10-15,-2-11-10 16,-7 3 0-16,-12-7 0 16,-7-4 18-16,-21 3-13 15,-5 9-1-15,0-3 2 0,-22 4 1 16,-39 0 3-16,-10-3-10 16,-2-7 0-16,19-8 0 15,12-3 8-15,18-6-8 16,10 0 0-16,2 0 8 15,7-24-4-15,5-14-4 16,0-13 0-16,0-3-2 16,31 0 3-16,9 4-1 15,-2 9 0-15,-1 5 8 16,4 6-6-16,-11 9-2 16,-4 2 0-16,-14 9-2 15,-3-1 6-15,-4 9-4 0,-5 2 0 16,0 0-9-16,0 0-6 15,0 0-76-15,0 0-93 16,0 6-188 0,-21 11-184-16</inkml:trace>
  <inkml:trace contextRef="#ctx0" brushRef="#br0" timeOffset="24378.71">20804 12360 496 0,'0'0'233'0,"0"0"-171"0,0 0 83 0,0 0 40 16,0 0-121-16,0 0 18 0,-118-37-24 15,111 32-20 1,0-1 9-16,7 0-34 0,0 0 23 16,0 0-28-1,0 0 1-15,7 3-5 0,9 1-4 16,5 2 0-16,1 0 12 0,-11 0-7 15,-6 5 17-15,-5 11 5 16,0-5-19 0,0 0 37-1,-5 1-29-15,-28-3 6 16,0-3 12-16,-4-6-29 0,16 0 18 0,9 0-15 16,7 0-5-1,5 0 8-15,0 0-11 16,0 0 0-16,0-6 5 0,5-11-5 0,18-1-1 15,-1 6-3-15,-8 12-35 32,5 0-15-32,2 0-119 15,-5 30-112-15,-13 3-129 0</inkml:trace>
  <inkml:trace contextRef="#ctx0" brushRef="#br0" timeOffset="24877.15">20780 12909 796 0,'0'0'94'0,"0"0"56"0,0 0 19 0,0 0-133 16,0 0-15-16,0 0 57 15,73-25-32-15,-68 25-3 16,9 0 6-16,-14 0-17 15,0 0-4-15,0 12-7 16,0 1-14-16,-14-7 19 0,-10-3-21 16,3-3 3-16,0 0 9 15,4 0-13 1,-1-7 5-16,15-14-9 0,3-2 3 16,0-1 4-16,0 3-7 15,21 3 0-15,8 10-6 16,1 4 5-16,-6 4 1 15,2 0 0-15,-5 0 5 16,-2 9 8-16,0 6-7 16,-12-3 2-16,-7-4 22 0,0-1-28 15,0-1 17 1,-7 3-12-16,-19 0-5 0,-7-3 14 16,21-4-15-16,-2-2-1 15,9 0 5-15,5 0 3 16,0 0-8-16,0 0 0 15,0 0 2-15,0 0-14 16,0 0 4-16,0 0-27 16,0-2-76-16,0-4-112 0,0 6-191 15</inkml:trace>
  <inkml:trace contextRef="#ctx0" brushRef="#br0" timeOffset="26943.03">16320 14126 449 0,'0'0'412'0,"0"0"-288"16,0 0 29-16,0 0 16 15,0 0-83-15,0 0-13 16,-123-135-11-16,45 147-32 16,-18 36 8-16,-1 15 4 15,19 12-12-15,26 2 4 0,40 0-32 16,12 1 0-16,5-10 6 15,54-8-1-15,12-12-7 16,0-10 0-16,-5-13 3 16,2-10-13-16,-14-10 10 15,-4-5-4-15,2 0-1 16,-8 0 0-16,4-11 5 16,-11-17 0-16,-8-1 2 15,-13 0-2-15,-16-5 0 16,0 4 0-16,0 6-1 15,0 3 1-15,-38 7 0 0,-6 9 0 16,-11 1 1-16,-8 4 5 16,6 0-6-1,8 12 0-15,8 12 0 16,11 1 4-16,13 7-9 0,10 0-1 16,7 10-38-16,0 0-44 15,0-4-110-15,0-7-144 16,0-13-131-16</inkml:trace>
  <inkml:trace contextRef="#ctx0" brushRef="#br0" timeOffset="27193.59">16614 14272 794 0,'0'0'114'0,"0"0"87"0,0 0-43 15,0 0-55-15,48-161-28 0,-44 155-1 16,3 4 4-16,-4 2-52 16,-3 20 3-16,9 36 9 15,1 16-7-15,-6 3-18 16,-1-4-13-16,1-8 1 16,1-6-9-16,-5-7-28 15,0-5-53-15,0-9-90 16,0-9-130-16,0-18-90 15,17-9-293-15</inkml:trace>
  <inkml:trace contextRef="#ctx0" brushRef="#br0" timeOffset="27493.71">17062 14220 658 0,'0'0'161'15,"0"0"-6"-15,0 0 29 16,0 0-87-16,0 0-70 15,0 0-14-15,-122-28 15 0,75 60-2 16,2 7-1 0,16 3 17-16,13 2-31 0,11-2 16 15,5 3-13-15,0-7-8 16,0 0 20 0,26-6-23-16,17-4 9 0,-6-3 21 15,3-4-24-15,12-7 11 16,-7-5-11-16,7 1-4 15,12-1-10-15,2-9-1 0,4 0-106 16,-1 0-94 0,-3 0-174-16,-19-6-159 15</inkml:trace>
  <inkml:trace contextRef="#ctx0" brushRef="#br0" timeOffset="27727.86">17564 14245 461 0,'0'0'257'0,"0"0"-100"16,0 0 69-16,0 0-91 16,0 0-73-16,0 0-2 15,-14 12-37 1,54 33 77-16,17 5-72 0,4-2-1 16,8-6 0-16,6-6-24 15,-4-6 4-15,-12-9-7 0,0-4-29 16,-10-6-44-1,-9-1-120-15,-4-10-118 0,-15 0-93 16</inkml:trace>
  <inkml:trace contextRef="#ctx0" brushRef="#br0" timeOffset="27927.31">18104 14203 585 0,'0'0'172'0,"0"0"-8"16,0 0 82-16,0 0-121 0,0 0-62 15,0 0-2 1,-139 74 35-16,99-11-22 16,5 0-27-16,-1-3-41 0,8 2 16 15,-10 2-22-15,8-12-1 0,6 2-30 32,-4-8-112-32,2-9-137 15,7-12-239-15</inkml:trace>
  <inkml:trace contextRef="#ctx0" brushRef="#br0" timeOffset="28434.11">18477 14071 285 0,'0'0'570'16,"0"0"-452"-16,0 0 85 15,0 0-64-15,0 0-104 16,0 0 13-16,0-34-4 16,0 60-27-16,0 22 43 15,0 6-29-15,16 1-19 16,10-3-12-16,3-4 13 16,6-4-12-16,10-11-1 15,-5-9-8-15,2-9 0 0,-6-3-32 16,-8-9 7-1,5-3 8-15,0 0-25 0,-2 0 38 16,2-25-17-16,-8-10 8 16,-17-4 12-16,-1-5 5 15,0 2 4-15,-7 2 0 16,0 12 6-16,0 7 29 16,0 9-1-16,0 3-4 0,0 5 34 15,0 4-40-15,0 0 12 16,0 0-2-16,0 0-18 15,-7 21 20-15,-8 30-32 16,-1 11 40-16,11 7-3 16,5-12-40-16,0-3 18 15,0-8-15-15,5-3 8 16,14-3-12-16,0-6 0 16,-12-3-26-16,-3-5-19 15,-4 6-106-15,0-1-144 0,5-11-288 16</inkml:trace>
  <inkml:trace contextRef="#ctx0" brushRef="#br0" timeOffset="28781.93">19491 14349 791 0,'0'0'149'0,"0"0"-81"0,0 0 130 16,0 0-78-16,0 0-103 16,0 0 50-16,-41-9-7 15,70 9-38-15,8 0 57 16,11 0-45-16,18 0-5 0,14 0 29 16,12 0-49-1,0 0 12-15,4-6-14 16,-4-5 3-16,-7-1-2 0,-19-1-8 15,-19 4 0-15,-18 3-4 16,-15 3-4-16,-14 3-13 16,0 0-62-1,0 0-96-15,0 0-111 0,-38 0-58 16,-2 0-74-16</inkml:trace>
  <inkml:trace contextRef="#ctx0" brushRef="#br0" timeOffset="29351.14">19858 14069 589 0,'0'0'164'0,"0"0"15"15,0 0 54-15,0 0-115 0,0 0-24 16,0 0 13 0,-14-24-60-16,14 24-2 0,0 0-13 15,3 24-17 1,27 21 51-16,3 12-36 0,-7-2-16 15,-5 5 20-15,-9-3-24 16,0-3 4-16,-12-9-3 16,0-4-5-16,0-5 12 15,0-9-18-15,0-3 0 0,0-5 12 16,0-7-7-16,0-7-5 16,0 1 0-1,0-3 6-15,0-3-10 0,0 0 4 16,0 3 0-1,0-3 3-15,7 0-1 16,-7 0-2-16,0 0 0 0,0 0 4 0,0 0-6 31,0 0 2-31,0 0 0 0,0 0 1 16,0 0 0-16,0 0-1 16,0 0 0-16,0 0 3 15,0 0-6-15,0 0 3 16,0 0 0-16,2 0 0 15,-2 0 3-15,0 0-3 16,0 0 0-16,0 0 3 16,0 0-7-16,0 0 4 15,0 0 0-15,0 0-1 16,0 0 5-16,0 0-4 16,0 0 0-16,0 0 2 15,0 0-13-15,0 0 9 0,0 0-12 16,0 0 10-16,0 0-28 15,0 0 7-15,0 0-17 16,0 0-68-16,0-3-135 16,-9-21-265-16</inkml:trace>
  <inkml:trace contextRef="#ctx0" brushRef="#br0" timeOffset="31446.39">21278 14105 667 0,'0'0'202'0,"0"0"-49"15,0 0 20-15,0 0-84 16,0 0-27-16,14-165 18 15,-24 142-35-15,-37 8-26 16,-2 4 5-16,-8 7-18 16,-4 4 0-16,11 0-6 15,1 12 6-15,9 20-9 16,11 14 3-16,8 4 0 16,19 0-1-16,2-1 12 15,0-15-11-15,0 0 0 16,33-10-14-16,7-10 13 0,7-1-20 15,3-13-11-15,-6 0 29 16,1 0-20-16,-12-6 23 16,-2-15 0-16,-5-3 1 0,-7-5-7 15,-3 1 6-15,1-1 0 16,-3 1 6-16,-14 8 2 0,4 11-8 16,-4 3 29-1,0 4-11-15,0 2 23 16,0-4-27-16,0 4 7 15,0 0 13-15,0 41-31 0,0 22 48 16,0 12 3-16,0-1-40 31,0-8 20-31,0-9-25 0,0-9-5 16,0-7 6-16,0-5-6 16,8-9-4-16,-1-5 0 15,2-8-41-15,3 1-18 16,-3-10-95-16,3-5-157 15,-3 0-187-15</inkml:trace>
  <inkml:trace contextRef="#ctx0" brushRef="#br0" timeOffset="31728.73">21601 13962 811 0,'0'0'125'0,"0"0"92"0,0 0-32 0,0 0-81 15,0 0-61-15,0 0 14 16,-12-60-6-16,12 60-18 16,16 23 19-16,17 26-7 15,-4 10-20-15,-6 7 12 16,-4-5-34-16,-10-1 11 16,1-5-14-16,2-13 6 15,-12-7-17-15,0-4 8 16,0-8-43-16,0-8-22 15,0-4-108-15,0-5-84 16,9-6-72-16,3-2-82 0</inkml:trace>
  <inkml:trace contextRef="#ctx0" brushRef="#br0" timeOffset="32495.42">21992 13986 505 0,'0'0'152'0,"0"0"-5"15,0 0 8-15,0 0-14 16,0 0-86-16,0 0 22 16,0-75-27-16,0 75-11 0,0 0 11 15,0 0-37-15,0 0 7 16,0 0-16 0,-12 3 1-16,-19 17 17 15,-2 5-13-15,3-2 9 0,4 1 9 16,5 1-23-16,2-8 9 15,9-2-4-15,6-7-8 16,-3-5 9-16,7 0-10 16,0-3 0-16,0 0 0 15,-5 3 8-15,5-3-8 0,-5 0 0 16,5 3 5 0,-12 4-7-16,3-1 2 0,-10 3 0 15,5 3 1 1,-7-6 6-16,9 2-7 15,0 1 0-15,-7 0 1 16,5 0-2-16,-5 4 1 0,3-5 0 16,-1 5-2-16,8-5 10 15,6-3-8-15,3 1 0 16,0-6 3 0,0 0-2-16,0 0-1 0,0 0 0 15,0 0-1-15,0 0 8 0,-4 0-7 16,4 0 0-1,0 0 2-15,0 0-5 0,0 0 3 16,0 0 0-16,0 0-2 16,0 0 9-16,0 0-7 15,0 0 0-15,0 0 0 16,0 0-1-16,7 0 1 0,23 0 0 31,1 0 3-31,2 4 9 16,0 5-11-16,-2-1 8 0,2 11-7 0,5 5 46 15,6 6-38-15,8 3 1 16,-7 0 19-16,-5-1-24 16,7-6 24-1,-4 2-13-15,-10-7-14 16,-3-4 27-16,-4-8-23 16,-12-1-2-16,8-3-2 15,-18-3 7-15,8 2-5 16,-5-4-5-16,-7 0 0 15,0 0-12-15,0 0-4 16,0 0-31-16,0 0-62 0,0-4-192 16,-19-23-321-16</inkml:trace>
  <inkml:trace contextRef="#ctx0" brushRef="#br0" timeOffset="35194.81">22494 14012 819 0,'0'0'145'0,"0"0"31"0,0 0 16 16,0 0-69-16,0 0-89 0,0 0 32 15,0 0-18 1,-24-44-10-16,48 62 20 0,35 16-23 15,0 0 11-15,7 2-14 16,-2-3-28-16,-5-4 28 0,-5 2-32 31,0-9 1-31,-2 4-1 0,-14-6 0 16,-1 1 0-16,-13-4-14 16,-3-1-45-16,-11-1 10 15,-10-1-86-15,0 1-93 16,0-9-98-16,0-6-77 15</inkml:trace>
  <inkml:trace contextRef="#ctx0" brushRef="#br0" timeOffset="35445.71">23017 13986 616 0,'0'0'209'0,"0"0"-31"16,0 0 52-16,0 0-114 15,0 0-27-15,0 0 10 16,-54-93-65-16,54 93 6 15,-2 12-4-15,-17 39-30 16,-7 20 61-16,-9 7-42 16,-1-6-18-16,3-6 20 0,0-7-21 15,3-9-6-15,1-5 0 16,8-10 2 0,0-7-10-16,14-8-25 15,7-5-43-15,0-2-36 16,0-9-154-16,5-4-74 15,39 0-210-15</inkml:trace>
  <inkml:trace contextRef="#ctx0" brushRef="#br0" timeOffset="35914.08">23623 14096 671 0,'0'0'174'0,"0"0"-63"16,184-197 95-16,-122 135-76 15,-27 5-83-15,-12 11 17 16,-23 18-28-16,0 7-20 16,-23 9 3-16,-43 12-15 15,-17 0 5-15,-9 14-6 16,10 24 5-16,16 5 8 16,21 8-16-16,38 2 0 0,7 0-1 15,0 4 9 1,52-6-8-16,19-4 0 0,2-7 7 15,0-4-3-15,-19-6-4 16,-9-5 0-16,-15 1 13 16,-8-3-13-16,-11 0 26 15,-11 2 9-15,0-1-23 16,-49-1 15-16,-36 1-27 16,-7-6 0-16,-5-6 5 15,15-6 8-15,11-6-13 16,19 0 0-16,15-3 7 15,30-26-2-15,7-14-5 16,0-8 0-16,23-6-3 0,36 2 6 16,12-2-3-16,14 2 0 15,4 10-3-15,-4 7-4 16,5 6-16 0,-27 11-23-16,-23 6-24 0,-18 9-82 15,-22 6-147-15,-3 0-370 16</inkml:trace>
  <inkml:trace contextRef="#ctx0" brushRef="#br0" timeOffset="37765.85">1844 11954 811 0,'0'0'71'0,"0"0"22"0,0 0 86 0,0 0-52 15,0 0-48-15,0 0-47 16,0 0 10 0,-129-51-18-16,190 119-24 0,36 41 63 15,35 34-21-15,21 21-2 16,19 8-14-16,0 8-18 15,-9-1 12-15,-17-1-20 16,-12 2 6-16,-23-11-12 0,-2-1 3 16,-6-16-29-16,8-18-77 15,2-19-4-15,12-18-199 16,-2-25-215-16</inkml:trace>
  <inkml:trace contextRef="#ctx0" brushRef="#br0" timeOffset="38545.62">6821 12217 724 0,'0'0'71'0,"0"0"70"0,0 0 83 0,0 0-93 0,0 0-56 16,0 0-32-16,193 38 49 16,-20 73-1-16,20 32-46 15,17 21-29-15,2 4 10 16,12-5-22-16,2-5-4 0,-9-6 0 16,-2-6-61-1,-8-12-114-15,-16-26-303 0</inkml:trace>
  <inkml:trace contextRef="#ctx0" brushRef="#br0" timeOffset="39228.03">11800 11931 555 0,'0'0'61'0,"0"0"59"0,0 0 37 15,0 0-32 1,0 0-42-16,0 0-30 0,7 64-10 16,88 86 139-16,34 37-77 15,29 22-54-15,31 2-16 0,7-10-19 16,9-12-14-1,-5-21-4-15,-21-18-38 16,-16-25-94-16,-19-36-106 0,-24-38-283 16</inkml:trace>
  <inkml:trace contextRef="#ctx0" brushRef="#br0" timeOffset="39819.19">16829 11703 648 0,'0'0'138'0,"0"0"-53"0,0 0 78 16,0 0 16-16,0 0-79 15,0 0-78-15,19 37 13 16,99 78 124-16,30 41-112 16,10 16-2-16,2 8-30 15,-4-2-13-15,-26-13-4 16,-22-13-11-16,-28-8-85 15,-30-23-92-15,-24-13-301 16</inkml:trace>
  <inkml:trace contextRef="#ctx0" brushRef="#br0" timeOffset="40524.18">15990 13868 869 0,'0'0'70'16,"0"0"60"-16,0 0 40 0,0 0-59 0,0 0-51 0,0 0 49 15,412 197-60 1,-244-64 4-16,-10 15-53 15,-12 1 0-15,-19 0-2 16,-14-3-7-16,-26-8-55 16,-49-6-129-16,0 10-192 15,16-13-58-15,17-25 436 0</inkml:trace>
  <inkml:trace contextRef="#ctx0" brushRef="#br0" timeOffset="41273.78">21549 13373 521 0,'0'0'368'0,"0"0"-314"0,0 0 82 0,-123-166 22 16,109 154-54-16,14 10-25 16,0 2-44-16,0 0 12 15,0 14-18-15,0 58-15 16,38 41 44-16,35 29 2 0,0 5-25 15,21-1-11-15,-11-5-17 16,18-1 13-16,-9-9-20 16,-5-8-6-16,-16-16 3 15,-19-15-40-15,-7-9-22 16,-15-13-78-16,-13-17-159 16,-8-20-265-16</inkml:trace>
  <inkml:trace contextRef="#ctx0" brushRef="#br0" timeOffset="43461.64">4317 12667 320 0,'0'0'377'0,"0"0"-286"16,0 0 28-16,0 0 50 0,0 0-82 15,0 0-12 1,0 0-26-16,10-43 2 0,-10 43-10 15,0 22-13 1,-31 41 13-16,-18 32 14 0,-22 28-2 16,-2 14 15-16,-14 15-25 15,4 3-17-15,-6-19-7 16,8-24-10-16,20-32 17 16,14-28-25-16,21-27-1 15,21-12 0-15,5-8 0 16,0-5-21-16,0 0-43 15,0-11-119-15,12-47-89 16,12-31-272-16</inkml:trace>
  <inkml:trace contextRef="#ctx0" brushRef="#br0" timeOffset="43727.4">4294 11494 933 0,'0'0'0'16,"0"0"47"-16,0 0 162 15,0 0-94-15,0 0-114 16,0 0 12-16,-45 60 22 16,76 12 13-16,-5 2-27 15,-5-11-14-15,-5-6-3 0,-6-12-4 16,-3-7 5-16,0 1-13 15,2-1-32-15,8 2-152 16,4-11-244-16</inkml:trace>
  <inkml:trace contextRef="#ctx0" brushRef="#br0" timeOffset="44393.22">10131 12151 575 0,'0'0'57'0,"0"0"-2"0,0 0 103 0,0 0-18 15,0 0-23-15,0 0-49 0,19-93-9 16,-19 93-24 0,-7 0-16-16,-59 45 29 0,-24 29-21 15,-18 34 29-15,-5 20 10 16,4 18-19-16,1 10 25 16,-10-1-29-16,-2-6-23 15,4-12 18-15,12-11-37 16,20-20 6-16,20-21-1 15,24-25 2-15,2-22-4 16,17-11-4-16,11-12-3 16,3-3-3-16,-2-12-40 15,-3 0-51-15,-7-31-72 16,15-47-170-16,4-31-103 16</inkml:trace>
  <inkml:trace contextRef="#ctx0" brushRef="#br0" timeOffset="45040.31">9627 11376 576 0,'0'0'75'0,"0"0"-11"0,0 0 103 15,0 0-29-15,0 0-68 0,0 0-11 16,-111-102-33 0,111 59-24-16,7 11 10 0,21 3-12 15,8 4-1-15,8 5-1 16,8 5 2-16,7 2 3 15,-7 13-3-15,-5 0 2 16,-4 0 3-16,-15 28-5 16,-19 18 0-16,-9 14 0 15,0 12 6-15,-16 1 1 16,-27-6-3-16,-6-4-3 16,2-7 20-16,4-10-13 0,10-11 5 15,7-10 9 1,15-13-20-16,3-3 18 0,8-7-14 15,-9-2-5-15,9 0 17 16,0 0-17-16,0 0 6 16,0 0 7-16,0 0-12 15,0 0 16-15,42-2-17 16,41-19 5-16,21-7 6 16,32 2-6-16,6-1-6 15,9 0 5-15,-12 3-2 16,-26 7 36-16,-26 1-9 15,-30 7-15-15,-34 6 8 0,-13 0-19 16,-10 3 11-16,0 0-7 16,0 0-2-16,0 0-5 15,0 0-1-15,0 0-7 16,0 0-8-16,0 0-75 16,0 0-72-16,0 15-195 15,0 1-315-15</inkml:trace>
  <inkml:trace contextRef="#ctx0" brushRef="#br0" timeOffset="45859.92">15230 12126 509 0,'0'0'20'0,"0"0"53"0,76-151 52 15,-55 109-66-15,-4 12 18 0,-3 9-15 16,-14 10 4 0,0 8 58-16,0 3-57 15,0 0-18-15,0 0 6 0,-7 12-39 16,-59 50-2-1,-26 37 35-15,-26 32 12 16,-19 20 8-16,-2 10-15 0,-21 11 1 16,2-10-3-16,23-4-35 15,13-11 6-15,25-13-8 16,19-18-11-16,22-26 8 16,23-27-12-16,12-24 0 15,9-25 1-15,12-8 1 0,0-6-4 16,0 0-1-16,0 0-31 15,0 0-18-15,0-3-100 16,4-38-120 0,37-31-388-16</inkml:trace>
  <inkml:trace contextRef="#ctx0" brushRef="#br0" timeOffset="46561.34">20193 11497 378 0,'0'0'142'0,"0"0"-83"0,0 0 79 16,0 0 6-16,0 0-56 16,0 0-5-16,92-65-22 15,-118 107-18-15,-45 38 4 16,-21 34 52-16,-4 17-31 16,-1 5-19-16,8 9 18 15,-15 1-3-15,-2 3-11 16,9 0 12-16,3-12-34 15,9-17-7-15,14-20 7 16,8-19-28-16,18-24 17 0,14-18-20 16,12-21 6-16,17-9-4 15,2-9-2 1,0 0-5-16,0 0 0 0,0-3-56 16,0-43-33-16,0-22-173 15,2-27-147-15,24-19-149 16</inkml:trace>
  <inkml:trace contextRef="#ctx0" brushRef="#br0" timeOffset="47074.09">19814 11128 643 0,'0'0'81'16,"0"0"30"-16,0 0 95 15,0 0-58-15,0 0-83 0,0 0-32 16,-57-155 8-16,57 104-16 16,38 3-22-16,14 6 10 15,16 12-13 1,-2 13 0-16,-2 11-1 0,-5 6 8 15,-22 0-8 1,1 6 1-16,-17 35 0 0,-7 18 19 16,-14 11-19-1,0 5 14-15,0-4 1 16,-47-15-10-16,5-8 13 0,-5-16-2 16,2-10-2-16,12-7 26 15,14-9-34-15,2 0 7 0,15-6-4 16,2 0-5-1,0 0 5-15,0 0-9 16,0 0 3-16,28 0 10 16,43-6-10-16,35-18-3 15,31-5 0-15,16-4 7 16,5 0-7-16,-12 5 0 16,-7 8 0-16,-25 4-3 15,-25 4 3-15,-28 12-4 0,-30 0-27 0,-26 0-84 16,-5 0-187-1,-36 25-243-15</inkml:trace>
  <inkml:trace contextRef="#ctx0" brushRef="#br0" timeOffset="47794.8">19203 13800 454 0,'0'0'402'0,"0"0"-308"16,0 0 105-16,0 0-18 0,0 0-79 16,0 0-24-1,12-107-34-15,-12 152 0 0,-38 30 35 16,-21 26-28 0,-19 10-8-16,-18 10-8 0,-1-1-11 15,-4-7 29-15,-6-5-45 16,20-12-7-16,7-16 15 15,16-12-9-15,31-18-7 16,15-10 0-16,3-14-12 16,11-9 10-16,-3-4-37 15,7-3-19-15,0-10 7 0,0 0-122 16,44-18-277 0</inkml:trace>
  <inkml:trace contextRef="#ctx0" brushRef="#br0" timeOffset="48593.33">24448 13213 29 0,'0'0'696'0,"0"0"-583"0,0 0 47 16,0 0 5-16,0 0-114 15,0 0 5-15,-139 175 57 16,40-52-10 0,-16 2-27-16,-5 4-10 0,-3-1 9 15,3 4-46-15,7-11 5 16,16-7-7-16,17-10-15 15,11-13 22-15,20-17-23 16,9-14-6-16,14-17 7 16,9-15-7-16,8-13-5 15,9-10 0-15,-5-1-3 16,5-2-3-16,0-2-10 16,0 3-7-16,0-3 15 15,0 0-26-15,0 0 14 16,0 0-12-16,0 0-29 0,0-35-31 15,0-22-143-15,5-21-121 16,21-15-288-16</inkml:trace>
  <inkml:trace contextRef="#ctx0" brushRef="#br0" timeOffset="49175.04">23571 12846 642 0,'0'0'111'0,"0"0"-25"15,0 0 132-15,0 0-3 0,0 0-147 16,0 0 4-16,-54-36-24 16,52 4-30-16,2 1 24 15,0 2-36 1,0-1-3-16,23 0 8 16,25 7-10-16,3-2-2 0,6 14 1 15,-3 4 0 1,-11 7 9-16,-8 0-9 15,-11 3 0-15,-13 31 17 0,4 12-16 16,-15 12 15-16,0 5 1 16,0-1-9-16,-15-2 20 15,-22-8-14-15,-13-6-5 0,-13-11 19 16,1-1-27 0,1-15 13-16,21-2-7 15,14-5-3-15,19-9 6 16,7-1-10-16,0 2 0 15,0-2 2-15,0-2 5 16,28 0-7-16,43 0 0 16,30-17 4-16,29-8 0 0,0-1-4 15,4-1 0-15,-11 2-5 16,-27 5-3-16,-39 8-2 0,-27 1-36 16,-30 5-83-1,-4-1-121-15,-67 1-420 16</inkml:trace>
  <inkml:trace contextRef="#ctx0" brushRef="#br0" timeOffset="51477.3">5734 15581 897 0,'0'0'72'0,"0"0"9"0,0 0 131 0,0 0-122 16,0 0-43-16,0 0 12 15,0 0-32 1,-191 0 1-16,144 54-6 15,-2 21 0-15,-10 11 19 16,21 6-25-16,14 4 0 16,24-3 11-16,0-13-19 0,26-3-7 15,38-8-1 1,0-15 7-16,2-19-13 0,9-13 6 16,-2-13 0-16,-2-9-9 15,-7 0-3-15,-20-12 8 16,-15-16 4-16,-6-6-1 15,-20-4-8-15,-3 4 9 16,0-2 0-16,0 9-4 16,-26 3 7-16,-14 10-3 15,-12 3 0-15,-10 9 6 0,-1 2-7 16,-13 0 2-16,6 23-1 16,15 2 24-1,13-2-22-15,0 5 7 16,16 4-9-16,4 10 6 15,20 5-18-15,2 2 8 0,7-4-101 16,45-11-209-16,9-15-404 16</inkml:trace>
  <inkml:trace contextRef="#ctx0" brushRef="#br0" timeOffset="51811.84">6442 16405 918 0,'0'0'84'0,"0"0"12"0,0 0 71 0,0 0-111 16,0 0-36-16,0 0 57 0,158-31 1 15,-52 25-35-15,4-5 9 16,8-1-17-16,-21 0 5 16,0 1-10-16,-27 0-18 15,-15 9-2-15,-13-2-10 16,-21 4-3-16,-7 0-5 16,-7 0-100-16,-7 6-98 15,0 11-167-15,-21-9-290 16</inkml:trace>
  <inkml:trace contextRef="#ctx0" brushRef="#br0" timeOffset="52086.65">6873 16127 616 0,'0'0'172'0,"0"0"-69"0,0 0 121 15,0 0-82-15,0 0-82 16,0 0-14-16,-64-24 9 15,64 24 1-15,5 19-20 16,16 24 30-16,5 14-18 16,-2 6-20-16,-3 3 9 15,-9-3-20-15,4 2-10 16,-6-5 7-16,4-6-8 0,-7-10-6 16,5-12 0-16,-5 0 4 15,-2-10-9-15,13 3 5 16,6 2-46-16,7-1-95 15,9-17-283-15,7-9-383 16</inkml:trace>
  <inkml:trace contextRef="#ctx0" brushRef="#br0" timeOffset="52456.45">7917 16014 840 0,'0'0'57'15,"0"0"88"-15,0 0 28 16,0 0-65-16,0 0-15 16,0 0-46-16,-33-83 24 15,33 83-43-15,0 0-11 16,0 0 10-16,0 32-24 15,0 27 18-15,0 16 32 16,29-1-26-16,-6 1 4 0,8-12-24 16,-3-6 7-16,-7-9 0 15,1-13-6-15,-8-5-8 16,-5-7 0-16,10-2-2 16,-12 4-3-16,10-5-50 15,-3 1-86-15,7-12-112 16,3-9-182-16,6 0-427 15</inkml:trace>
  <inkml:trace contextRef="#ctx0" brushRef="#br0" timeOffset="52865.23">8620 16062 509 0,'0'0'247'0,"0"0"-138"15,0 0 74 1,0 0-24-16,0 0-83 0,0 0-17 15,-120-99-29-15,94 99 3 0,-3 2-24 16,-18 36-5-16,5 12 13 31,9 7-16-31,12 10 13 0,16 2-13 0,5 7 2 16,0-6 3-16,19-4-6 16,26-7 0-16,14-13 0 15,4-14 4 1,8-10-11-16,-5-10 7 15,0-12-19-15,-9 0 13 16,-13 0-18-16,-1-15 11 16,-20-13 12-16,1-4-10 0,-22-1 11 15,-2-5 0-15,0 1 2 16,-2 5 4-16,-36 5-3 16,-7 8-3-1,5 5 20-15,-4 9-15 0,-4 5 29 0,1 0-6 16,7 0-12-16,9 0 19 15,3 13-35 1,7 12 0-16,4 11-1 16,3 3-10-16,3 10-25 15,6 0-147-15,5-14-256 16</inkml:trace>
  <inkml:trace contextRef="#ctx0" brushRef="#br0" timeOffset="53325.83">9832 16154 850 0,'0'0'25'0,"0"0"-21"0,0 0 95 15,0 0 3-15,0 0-86 16,0 0 20-16,-78 0 4 16,73-3-2-16,0-9-29 15,5-5-7-15,0-2 23 16,0 4-23-16,0 7 9 16,22-1 5-16,25 6-14 15,-2 3 17-15,-8 0-3 16,-4 6-5-16,-14 14 33 0,-9 2-41 15,-10-7 9-15,0-3 19 16,-10-4 0-16,-32 0 27 16,-12-2-31-16,-3-2-15 15,12-4 21-15,7 0-32 16,1 0 9-16,8 0-3 16,11-15 0-16,13 0-1 15,5-6-6-15,0 0-21 16,23 9-72-16,27 7-113 15,-1 5-111-15,-13 0-159 0</inkml:trace>
  <inkml:trace contextRef="#ctx0" brushRef="#br0" timeOffset="53711.12">9928 16611 822 0,'0'0'59'0,"0"0"42"15,0 0 92-15,0 0-143 16,0 0-6-16,0 0 24 16,64 0-33-16,-55 0 16 15,-9 0-28-15,0 3-7 16,0 6 6-16,0-1-11 0,0-2 23 16,-21-3-25-16,2-3-6 15,5 0 18-15,0 0-18 16,-2-6 2-16,11-14-4 15,5-5 7-15,0 4-8 16,0 7 0-16,0 2 0 0,5 9-8 16,16 3 12-1,-5 0-4-15,10 0 0 16,-14 0 5-16,5 0-5 16,-13 0 0-16,-4 0 0 15,0 0 1-15,0 0 1 16,0 0-2-16,0 0 0 15,0 15-58-15,0 5-113 0,0-1-215 16</inkml:trace>
  <inkml:trace contextRef="#ctx0" brushRef="#br0" timeOffset="54257.83">11645 16071 768 0,'0'0'18'0,"0"0"49"0,0 0 38 0,0 0-50 0,0 0 14 16,0 0-34-16,-81-108 26 31,34 108-4-31,-7 0-42 0,-17 9 31 15,-6 29-2-15,13 17-20 16,0 7 16-16,12 10-32 16,19 6 14-16,17-4-9 15,16 1-6-15,0-7-2 16,0-8-5-16,35-12 0 0,10-13 0 16,19-9 5-1,2-7-5-15,4-13 0 0,-6-6 8 16,2 0-19-1,-2 0 11-15,-12-19-2 16,-8-7-11-16,-15-3 8 16,-6-8 5-16,-20-1 0 0,-3-4 3 0,0 1-12 15,-7 8 9-15,-41 9 0 16,-15 6-1-16,6 14 14 16,-16 4-13-1,9 0 12-15,13 0-2 16,3 22 28-16,15 5-24 15,10-2 5-15,9 7 8 16,14-4-21-16,0 0-3 16,0 1-3-16,2 1-12 15,43 6-1-15,4-7-163 16,6-7-231-16</inkml:trace>
  <inkml:trace contextRef="#ctx0" brushRef="#br0" timeOffset="54626.62">12406 16387 440 0,'0'0'377'0,"0"0"-330"15,0 0 128-15,0 0-11 16,0 0-112-16,0 0-9 16,-19-19 12-16,69 19 42 0,16 0-41 15,16 0-16-15,10 0 19 16,10 0-22-16,4 0 4 16,-10 0-9-16,-1 0-24 15,-25 0 12-15,-15 0-20 0,-18 0 0 16,-15 0-6-16,-11 0-12 15,-11 0-59-15,0 0-104 16,0 9-84 0,0-5-54-16,-2-4-219 0</inkml:trace>
  <inkml:trace contextRef="#ctx0" brushRef="#br0" timeOffset="54877.56">12958 16099 410 0,'0'0'118'0,"0"0"-12"15,0 0 93-15,0 0-58 16,0 0-1-16,0 0-24 0,-76-40-39 16,76 40-21-1,0 23-3-15,0 28-3 16,0 15 48-16,0 0-49 0,0 2-13 16,0 1 13-16,0-7-30 15,17 2-8-15,4-18 13 16,-4-3-23-16,-8-11 6 15,3-12-7 1,-5 2 4-16,2 1-14 0,-2-2 1 0,8 4-87 16,-4-7-161-16,11-16-368 15</inkml:trace>
  <inkml:trace contextRef="#ctx0" brushRef="#br0" timeOffset="55192.74">13778 16059 863 0,'0'0'64'16,"0"0"57"-16,0 0 63 0,0 0-60 15,0 0-81-15,0 0-2 16,-45-49 14-16,45 49-29 15,-9 4 12 1,-3 41-30-16,0 14 36 16,-6 9 18-16,10 2-57 0,1-2 17 15,7-2-21 1,0-5 4-16,0-3-4 0,0-7-1 0,0-6-21 31,0-7-77-31,0-12-171 16,10-15-172-16,21-11-364 15</inkml:trace>
  <inkml:trace contextRef="#ctx0" brushRef="#br0" timeOffset="55510.26">14179 16085 689 0,'0'0'111'0,"0"0"15"0,0 0 67 16,0 0-51-16,0 0-85 15,0 0 3-15,-19-38-18 16,-7 79-17-16,-9 16 42 16,-3 6-33-16,0-3-4 15,8-4-16-15,13-9-14 16,8-4 16-16,9-11-16 16,0-4 0-16,5-8 4 15,46-5 3-15,11-7-7 0,13-8 0 16,22 0 5-16,9 0-3 15,7 0-2-15,0-6 0 16,-14-3 0-16,-21 4-5 16,-28 2-28-16,-25 0-44 15,-13 3-86-15,-12 0-97 16,0-6-114-16</inkml:trace>
  <inkml:trace contextRef="#ctx0" brushRef="#br0" timeOffset="55760.84">14410 16241 283 0,'0'0'409'16,"0"0"-254"-16,0 0 30 15,0 0-3-15,0 0-122 16,0 0-5-16,-26 30 36 16,40 23 12-16,10 4-41 15,-12 2-16-15,9 1-6 16,5-6 4-16,-7-3-40 15,2-1 0-15,0-11 0 0,-11 6 2 16,-3-1-12-16,-7 2-17 16,0-6-150-16,0-6-249 15,14-17-637-15</inkml:trace>
  <inkml:trace contextRef="#ctx0" brushRef="#br0" timeOffset="56109.82">15537 16091 389 0,'0'0'439'0,"0"0"-389"16,0 0 35-16,0 0 43 15,0 0-67-15,0 0-3 16,-26 63-20-16,26-46 7 0,0-6-1 16,0-3-3-16,0-8-18 15,0 0 16-15,26 0 41 16,7 0-38-16,-7-6 1 16,-5-19-19-16,-14 3-13 15,-7-3 10-15,0 1-21 16,0 4 0-16,-26 8 0 15,-19 12-31-15,-9 0-68 16,-9 21-104-16,13 18-272 0</inkml:trace>
  <inkml:trace contextRef="#ctx0" brushRef="#br0" timeOffset="56393.71">15398 16766 843 0,'0'0'43'0,"0"0"25"0,0 0 126 16,0 0-105-1,0 0-26-15,0 0-16 16,210 60 21-16,-189-60 6 16,-5-4-24-16,-11-15 14 0,0-1-43 0,-5 0-8 15,0-4 9-15,-14 5-19 31,-31 5 11-31,2 2-14 16,-8 9 6-16,6 3-9 0,5 0 3 0,0 10-23 16,7 22-56-16,16 4-166 15,17-10-319-15</inkml:trace>
  <inkml:trace contextRef="#ctx0" brushRef="#br0" timeOffset="56947.44">17142 16053 482 0,'0'0'212'15,"0"0"-157"-15,0 0 95 0,0 0-32 0,0 0-14 32,0 0-28-32,-49-96-19 15,18 92-8-15,-9 4-31 16,-16 4-3-16,6 32 27 16,1 11-23-16,-3 16 4 15,14 5 2-15,10 17-6 16,11 1 1-16,17 0-20 15,0-5 2-15,12-7-3 16,26-14 2-16,21-15-1 16,-5-13 0-16,2-13-13 0,6-16-4 15,-3-3 1-15,7 0 16 16,-3-19-7-16,-8-13 7 16,-13-2 0-16,-14-3 2 15,-9-6 8-15,-19 8-10 16,0 2 0-16,0-2 1 15,-47 10 3-15,-2 8 1 16,-15 8 0-16,-2 3 21 16,2 6-15-16,5 0 20 15,14 0 0-15,15 0-25 0,2 11 18 16,4 12-24 0,0 11 0-16,3 4 0 15,21 7-11-15,0 1-82 16,0-5-237-16,38-11-514 0</inkml:trace>
  <inkml:trace contextRef="#ctx0" brushRef="#br0" timeOffset="57311.02">18034 16446 771 0,'0'0'140'0,"0"0"-139"0,0 0 175 0,0 0-33 16,0 0-94-16,0 0-9 0,-97-32 18 16,97 32 4-1,0 0-43-15,0 0 2 16,19 0 27-16,47 0-14 15,30 0 21-15,27 0-15 16,19-9-37-16,6-13 30 0,-11-1-21 16,-10 2-9-16,-26 4 30 15,-20 0-30 1,-30 12 6-16,-25-1-5 0,-16 6 9 16,-10 0-26-16,0 0 11 15,0 6-71-15,-36 24-119 16,-15 0-251-16</inkml:trace>
  <inkml:trace contextRef="#ctx0" brushRef="#br0" timeOffset="57559.66">18519 16151 345 0,'0'0'446'15,"0"0"-327"-15,0 0 69 0,0 0-7 16,0 0-113-1,0 0-18-15,-14 42 70 16,14 17-37 0,0 6-27-16,0 8 3 0,0-5-49 15,0 2 8-15,19-5-18 16,-7-3 9-16,0-3-17 16,-3-7 8-16,5 2-73 15,-2-7-146-15,7-14-472 0</inkml:trace>
  <inkml:trace contextRef="#ctx0" brushRef="#br0" timeOffset="58603.64">19568 16148 796 0,'0'0'69'0,"0"0"104"15,0 0 36-15,0 0-84 0,0 0 35 16,0 0-101-16,-52-132 7 0,52 132-19 16,0 0-42-16,0 0 32 31,0 0-35-31,0 28 3 0,0 19 30 15,0 13-8-15,0 6-3 16,0-4-5-16,0 1-19 16,0 0 27-16,0-6-25 15,0-8 1-15,0-6 11 0,0-17-6 16,0-8-5 0,0-2-3-16,5-10 4 0,7 3-6 15,-7-7 2-15,6 7-3 16,-3-3 0-1,3 3-45-15,1-9-13 16,-10 2-29-16,10 2-135 0,7-4-141 16,2 0-138-16</inkml:trace>
  <inkml:trace contextRef="#ctx0" brushRef="#br0" timeOffset="59598.53">20448 16169 829 0,'0'0'104'0,"0"0"62"0,0 0-17 15,-22-159-80-15,-8 136-21 16,-10 8-23-16,-12 6 1 16,0 9 4-1,-12 0-25-15,8 0 8 0,6 24 1 16,22 5-13-16,7 11 19 15,21 3-20-15,0 6 0 0,2 8 4 16,55-3 3-16,-3-4-7 16,7-5 0-16,-4-7 3 31,-12-2-9-31,-3-8 6 0,-11-1 0 0,-8-1-3 16,-6-1 8-1,-13-8-5-15,-4 0 0 16,0-2 3-16,0 0-6 15,-21 1 4-15,-24-10-1 16,-6-3 0-16,6-3-25 16,9 0 21-16,8 0-9 0,7-9 13 15,16-19-6-15,5-7 6 16,0-7-16-16,19-18 14 16,40-6-7-16,-2-1 9 15,6-3 0-15,-13 10 1 0,-8 11 5 16,-13 9-6-16,-11 17 0 15,-18 8-5-15,0 15 2 16,-18 0-65-16,-49 0-336 16</inkml:trace>
  <inkml:trace contextRef="#ctx0" brushRef="#br0" timeOffset="63385.95">5932 15823 518 0,'0'0'106'0,"0"0"-5"0,0 0 13 16,0 0-53-16,0 0-45 15,0 0 24-15,0 0 10 16,-148 191 31-16,58-78 18 0,-2 1-11 0,3 2 12 16,-15 4-15-1,3-8-31-15,4-4 25 16,10-19-50 0,16-14-2-16,14-27 12 0,24-16-34 15,12-13 12-15,9-16-14 16,12-3 3-16,0 0-5 0,0 0-1 15,0 0-1-15,0 0-2 0,0 0-24 16,0-6-22 0,0-25-50-1,62-20-95-15,13-23-120 16,15-36-150-16</inkml:trace>
  <inkml:trace contextRef="#ctx0" brushRef="#br0" timeOffset="65702.27">5475 14773 777 0,'0'0'51'0,"0"0"41"0,0 0 4 0,0 0-11 15,0 0-28-15,0 0-45 0,0 0-4 0,257-125-8 16,-241 143 0-16,6 20 18 16,-11 13-2-1,-11 3 3-15,0 0 15 16,0-10-20-16,0-8 6 16,0-9 4-16,0-7-14 15,-21-4 19-15,5-7-21 16,6-3-3-16,10-3 4 15,0-3-3-15,0 0-3 0,0 0-3 0,0 0 3 32,0 0 0-32,0 0-3 15,14 0 0-15,48 0 0 0,8 0 3 16,13 0 2 0,-12 8-5-16,-5 22 2 0,-10 6 5 15,-20 6-5-15,-27-4-2 16,-9 2 14-16,-9-3-12 15,-57 3 25-15,-19-4-25 16,-7-9 5-16,5-9-2 16,6-15-5-16,11-3 0 15,-3 0 1-15,23-18 5 16,5-18-3-16,19-6-3 16,10-6 2-16,11 0-9 15,5 7-6-15,0 14-18 16,0 12-29-16,0 15-76 0,28 0-140 15,15 11-105-15</inkml:trace>
  <inkml:trace contextRef="#ctx0" brushRef="#br0" timeOffset="66607.45">9032 15688 274 0,'0'0'130'0,"0"0"1"0,0 0-20 0,0 0 22 0,0 0-38 16,0 0-3-16,34-89-16 31,-93 116-32-31,-17 39 6 15,-21 35 19-15,-4 22 15 0,-19 11-23 16,-10 2-7-16,8-6-3 16,-6-9-16-16,13-7-11 15,13-16 15-15,15-14-34 16,24-16 9-16,18-26-11 16,19-16 3-16,7-13-9 15,17-7 3-15,-3-3-18 16,5-3-8-16,0 3-45 0,0-3-7 15,0 0-28-15,0 0-92 16,0-3-46 0,19-34-82-16</inkml:trace>
  <inkml:trace contextRef="#ctx0" brushRef="#br0" timeOffset="67852">8445 15083 556 0,'0'0'100'0,"0"0"42"0,0 0 51 0,0 0-93 16,0 0-40-1,0 0-6-15,24-108-25 16,-24 97 11-16,0 0-14 15,-16 1-26-15,-17 1 14 16,-12 3-12-16,0 6-2 16,5 0 3-16,9 0-1 15,5 0 8-15,12 13-7 0,5 4-3 16,4 4 12-16,5 12-11 16,0 2-1-16,21 11 5 15,17 1-2 1,14-3 8-16,7 5-11 0,-7-6 2 0,-10-1 7 15,-16-8-9-15,-17-4 0 32,-9-10-1-32,0 1 0 0,0-3-3 0,-26 0-10 15,-7-4-12-15,-4-9 20 16,11-4-9-16,5-1 12 16,9 0 2-16,0-8-10 0,12-22 10 31,0-9-6-31,0-5 5 15,7-9 1-15,26-2-9 16,2 5 10-16,1 2-3 0,-6 11 6 16,-8 9-8-16,-6 7 6 15,-13 8-1-15,-3 4 0 16,0 9 3-16,0 0-3 16,0-3 0-16,0 3-5 15,0-3 3-15,0 3-22 16,0 0-3-16,0 0-18 15,-15 0-45-15,1 6-40 16,-12 19-134-16,15-1-200 16</inkml:trace>
  <inkml:trace contextRef="#ctx0" brushRef="#br0" timeOffset="68498.28">12213 15775 566 0,'0'0'123'0,"0"0"40"0,0 0 16 0,0 0-20 15,0 0-70-15,0 0-18 16,-97 12-24-16,-2 80 14 16,-31 26 25-16,-4 3-46 15,-5-2 9-15,2 1-1 0,10-7-26 16,7-3 11 0,11-10-26-16,20-14 0 15,-1-17-2-15,31-18 1 16,12-17-6-16,16-19 0 15,24-2-28-15,3-11 12 16,4-2-53-16,0 0-41 0,0-2-52 16,26-43-110-16,11-21-107 15,3-20-317-15</inkml:trace>
  <inkml:trace contextRef="#ctx0" brushRef="#br0" timeOffset="69008.45">11084 14981 180 0,'0'0'541'0,"0"0"-424"0,0 0-35 16,0 0 41-16,23-169-43 15,27 145-56-15,11 5 26 16,-2 8-5-16,-10 11 6 16,-1 0 4-16,-15 9-36 0,-15 30 4 15,-13 11-3-15,-5 1-20 16,0-3 12-1,-5-7-9-15,-21-5-3 0,8-6 4 16,18-9 1 0,0 0-7-16,0 1 2 15,37-2 0-15,22 6 1 0,5 2-1 0,-12-5 0 32,-7-2-1-32,-22-10 7 15,-9-1-4-15,-14-8 0 0,0-2 14 16,0 9 33-16,-42 8-39 15,-31 2 8-15,-17 0-16 16,12-8 0-16,8-1-4 16,11-1-25-16,9 3-59 15,17 2-53-15,0-2-168 16,33-3-248-16</inkml:trace>
  <inkml:trace contextRef="#ctx0" brushRef="#br0" timeOffset="69510.6">15042 15384 721 0,'0'0'58'0,"0"0"38"0,0 0 45 15,0 0-27-15,0 0-75 16,0 0-15-16,-172 87 36 15,59 32 35-15,-17 21-11 16,-4 9-30-16,-6-9-16 16,11-8 23-16,4-12-40 0,19-8 9 15,2 2-3-15,0-13-20 16,19-8 19-16,1-15-13 16,25-16-13-1,11-18 24-15,13-10-24 16,21-19 8-16,2-10-8 15,12-5 7-15,0 0-14 0,0 0 7 16,0 0-34-16,0 0 4 16,0 0-68-16,0 0-55 15,0-5-88-15,0-37-264 16</inkml:trace>
  <inkml:trace contextRef="#ctx0" brushRef="#br0" timeOffset="70459.48">13993 15130 586 0,'0'0'71'0,"0"0"21"0,0 0 61 15,0 0-104-15,0 0-22 16,0 0 13-16,26-124-7 16,-26 121 9-16,-5 0 0 15,-12-1-39-15,8 2 30 0,9-2-1 16,0 4-13-16,0 0 16 15,0 0-26 1,0 0 6 0,0 0-8-16,0 0-2 15,0 0-2-15,0 0-3 0,0 0 0 0,0 0-2 32,0 0 7-32,0 0-5 0,0 0 0 15,0 0 4 1,0 0 9-16,0 0-2 0,0 0-3 0,0-3 18 0,0 3-22 31,0 0 11-31,0 0 8 16,-21 0-8-16,-5 0 23 15,-2 0-38-15,-15 0 2 16,24 0 19-16,3 0-19 16,11 0 9-16,5 0-1 15,0 0-5-15,0 0 6 16,0 0-11-16,21 0 0 15,41 0 5-15,11-6 1 0,9-5-4 16,-4-1-2 0,5 3 7-16,-10-3 3 15,-12 5-4-15,-7 1 17 0,-37 6 20 16,-6 0-19-16,-11 0 4 16,0 0-14-16,0 49-7 15,0 28 27-15,0 19-4 16,-2 2-24-16,-17-9 16 15,5-4-18-15,0-8 13 16,-3-8-4-16,8-7-7 16,9-15 18-16,0-10-21 0,0-17-2 15,0-5 12-15,0-9-6 16,0-3-7 0,0 3 0-16,14-6 4 15,-2 0-13-15,-10 0 2 0,5 0-38 16,5 0-1-16,14 0-78 15,2 0-212-15,8-30-487 16</inkml:trace>
  <inkml:trace contextRef="#ctx0" brushRef="#br0" timeOffset="71336.25">17588 16074 717 0,'0'0'148'0,"0"0"24"0,0 0 25 0,0 0-55 0,0 0-84 15,0 0 16-15,-335 223 20 16,187-112-42 0,9 2 7-16,7-3-21 0,9-6-18 15,10-8 15 1,14-12-24-16,21-13-8 16,24-14 8-16,7-6-8 15,18-19-6-15,13-14 2 16,9-7-38-16,-3-4 5 15,10-7-61-15,0 0-81 0,22-27-114 16,37-36-183-16</inkml:trace>
  <inkml:trace contextRef="#ctx0" brushRef="#br0" timeOffset="71940.2">17668 15486 513 0,'0'0'100'0,"0"0"59"0,0 0-11 0,0 0-33 0,0 0-13 0,0 0-41 16,-14-128-28-1,14 112 1-15,26 7-16 0,7-3 4 16,16 3-1-16,3 4 0 16,0 3 21-16,-16 2-17 15,-13 0-3-15,-11 2-1 16,-12 37-19-16,0 10 18 16,0 9 8-16,-31-1-22 0,5-6 28 15,5 1-12-15,14-6-5 16,7 2 29-16,0-4-31 15,0-4 17-15,0-12 0 16,0-3-9-16,0-16 18 16,0-6-34-16,0 3 5 15,0 8-3-15,-49 10-1 0,-32 3-16 16,1-1-1-16,0-3-37 31,9-6 0-31,12-2-103 0,17-1-91 0,9-7-151 31</inkml:trace>
  <inkml:trace contextRef="#ctx0" brushRef="#br0" timeOffset="72444.38">20582 15575 503 0,'0'0'301'0,"0"0"-211"16,0 0-4-16,0 0 34 0,0 0-48 0,0 0-31 16,78-74 14-16,-78 92-3 15,-61 53-37-15,-41 37 112 16,-23 19-45-16,-19 13-38 16,-2-6 34-16,0-2-35 0,7-9-10 15,7-13 1 1,24-6-23-16,23-23 19 0,14-10-14 15,24-16-15-15,16-27 25 16,19-5-25-16,5-14-1 16,7-9 0-16,0 0 7 15,0 0-11-15,0 0 4 16,0 0-27-16,0 0 15 0,0 0-49 16,0-32-46-16,14-14-117 15,17-14-172 1,7-6-271-16</inkml:trace>
  <inkml:trace contextRef="#ctx0" brushRef="#br0" timeOffset="73094.8">19646 15402 51 0,'0'0'314'0,"0"0"-210"0,0 0-6 0,0 0 20 15,0 0-27-15,0 0-5 0,85-75-23 31,-80 73-6-31,-5-2 5 0,0 4-27 0,0 0 8 16,0 0-12 0,0 0-12-16,0 0 12 15,0-3-27 1,0 3 2-16,0 0-6 0,0 0-1 0,0 0-14 16,0 0-36-1,0 0-36-15,0 0 11 0,0 0-33 16,7 0-40-16,-2 0 48 15,-3 0 5-15,10 0-69 16</inkml:trace>
  <inkml:trace contextRef="#ctx0" brushRef="#br0" timeOffset="73928.08">19903 15387 433 0,'0'0'149'0,"0"0"-15"0,0 0 34 0,0 0-45 0,0 0-30 16,0 0 7-1,92-128-16-15,-92 107-42 0,0 1 11 16,0 4-27 0,-14 4-19-16,-26 3 13 0,2 4-19 15,-7 5 6-15,-7 0 1 16,8 0-5-16,-8 8 9 15,14 17-12-15,5 4 0 16,19 0 8-16,2 9-4 16,12-7-4-16,0-3 0 15,0-5 6-15,33-5-5 16,5-5-1-16,4-10 0 16,13-1-8-16,8-2 11 0,-9 0-3 15,5 0 0-15,-21-2 1 16,0-14-4-1,-12-2 3-15,-14 4 0 16,4-1-3-16,-11-1 7 16,-5 7-4-16,0-3 0 0,0 3 6 15,0 4 1-15,0 3-4 16,0-2-1-16,0 4 23 16,0-2-18-16,0 2 16 15,0 0 3-15,0 0-10 16,0 6 15-16,0 31-19 0,0 20 33 15,-5 5-2 1,5 1-35-16,0 0 5 0,0-3-13 16,0-6 6-1,0-4-14-15,0-5 8 16,0 0-44-16,0-1-42 0,0 4-125 16,-5-5-168-1,-32-11-290-15</inkml:trace>
  <inkml:trace contextRef="#ctx0" brushRef="#br0" timeOffset="77005.78">10869 18084 318 0,'0'0'321'16,"0"0"-147"-16,0 0 19 0,-75-167 10 0,75 146-101 0,-7 12 9 16,7 7-10-16,0 2-8 15,0 0-42 1,0 0-13-16,0 0-3 16,0 17-24-16,0 43 9 15,0 26 2-15,14 16-3 16,16-7-4-16,3-9-9 15,-7-7-6-15,0-12 0 0,0-10-21 16,0-3-5-16,9-19-48 0,8-4-99 0,-5-23-141 31,-10-8-251-31</inkml:trace>
  <inkml:trace contextRef="#ctx0" brushRef="#br0" timeOffset="77247.07">11284 18004 787 0,'0'0'169'16,"0"0"49"-16,0 0-27 15,0 0-69-15,0 0-42 16,0 0-23-16,-66-66-18 0,66 104 7 16,26 22-2-1,9 14-10-15,-4 7 6 0,-8 6-37 16,-1 0 9-16,-3-7-12 15,-12-6 1-15,-3-5-5 16,8-9-39-16,2-12-30 16,0-10-76-16,17-23-191 15,-5-15-215-15</inkml:trace>
  <inkml:trace contextRef="#ctx0" brushRef="#br0" timeOffset="77642.78">12043 18102 748 0,'0'0'127'16,"0"0"-9"-16,0 0 34 16,0 0-87-1,0 0-60-15,0 0 6 16,-12-24-11-16,12 39 7 15,0 14-2-15,0-7 2 16,0-4 1-16,19-4 7 16,21-8-13-16,-14-3 10 15,12-3 1-15,-3 0-8 16,-4 0 27-16,-8-23-5 0,-1-4 4 16,-13-3 10-16,-2 3-14 15,-7 0 11-15,0 7-3 16,0-5-26-16,-12 8 23 15,-6 4-26-15,-8 7-4 16,-5 6-4-16,-16 0-3 16,-3 19-53-16,-4 34-90 15,5 4-201-15,8 6-325 0</inkml:trace>
  <inkml:trace contextRef="#ctx0" brushRef="#br0" timeOffset="78071.31">12265 18574 662 0,'0'0'102'0,"0"0"-49"31,0 0 45-31,0 0-34 16,0 0-16-16,0 0 9 0,-3 0-11 0,-1 2-13 15,4 16-21-15,-7 2 39 16,7 8-25 0,0-11-22-1,0 4 11-15,0-8-6 16,23 2-5-16,10-13 14 16,-5-2-7-16,3 0 22 15,2 0-3-15,-2-8 5 16,-8-14 7-16,-1-4-27 0,-13 2-1 15,-4-4 10-15,-5 8-6 16,0 0-2-16,0-5 3 16,0 10-11-16,-22 4 14 15,-3 2-20-15,8 9 8 16,-2-6 11-16,5 6-20 16,0 0 3-16,-7 0-4 15,-1 6 1-15,4 26-9 16,10 16-40-16,8 12-131 0,0-9-220 15,0-4-401-15</inkml:trace>
  <inkml:trace contextRef="#ctx0" brushRef="#br0" timeOffset="78390.78">13113 18004 821 0,'0'0'70'0,"0"0"103"0,0 0 29 0,0 0-56 0,0 0-48 0,0 0-33 15,-30-94-23-15,30 110-5 0,0 34 2 16,0 19 9-1,0 8-15-15,0-2-25 0,0 3-8 16,4-3 5-16,22-3-5 16,-4-10-34-16,1-9-35 15,3-2-133-15,-5-25-154 16,-2-13-164-16</inkml:trace>
  <inkml:trace contextRef="#ctx0" brushRef="#br0" timeOffset="78757.33">13535 18076 803 0,'0'0'156'15,"0"0"49"-15,0 0-43 16,0 0-89-16,0 0-48 0,0 0-4 16,-49-40-21-16,44 97 0 15,5 21 1-15,0 1 1 16,0-7-2-16,0-6 0 15,28-12 4 1,20-12-6-16,-6-13 2 0,8-8 0 16,-3-12 0-16,-5-9 5 0,17 0-2 15,-5-15 5-15,1-29-4 16,-1-4 27 0,-17-6 8-16,-11-6-4 0,-14 0-10 15,-12-5 3-15,0 6-12 16,-26 5-8-1,-30 18-8-15,-1 13 10 16,-9 20-10-16,2 3-2 16,-6 14 1-16,4 34-77 15,7 18-56-15,2-6-175 16,17-8-347-16</inkml:trace>
  <inkml:trace contextRef="#ctx0" brushRef="#br0" timeOffset="79141.75">14384 17885 861 0,'0'0'45'0,"0"0"59"0,0 0 38 0,0 0-87 0,0 0-55 0,0 0 3 16,-45 25-3-16,45 15 7 15,0-1-3-15,0-9 8 16,14-11-6-16,24 0 9 16,-5-19 19-16,5 0 0 15,-5 0 23-15,2-12 2 16,-6-8-14-16,-11-7 8 15,-3-1-7-15,-15-6-16 0,0 0-20 16,0 10-4-16,0 10-12 16,-19 14 5-1,-24 0-92-15,-6 40-88 0,-8 18-181 16,17 2-418 0</inkml:trace>
  <inkml:trace contextRef="#ctx0" brushRef="#br0" timeOffset="79392.03">14332 18556 907 0,'0'0'63'0,"0"0"-26"16,0 0 99-16,0 0-82 0,0 0-43 16,0 0 13-1,241 86 37-15,-222-86 27 16,-15 0 39-16,-4-12-37 0,0-4-40 15,0-7-11-15,-11 8-36 16,-27 7 5-16,7 4-8 16,-4 4-29-16,-3 4-121 0,-7 22-195 15,26 3-497-15</inkml:trace>
  <inkml:trace contextRef="#ctx0" brushRef="#br0" timeOffset="84809.1">15537 17936 648 0,'0'0'141'16,"0"0"-13"-16,0 0-5 0,0 0-29 0,0 0-11 15,0 0-9 1,0 0 0-16,-61-64 20 0,61 64-24 16,-3 0 8-1,3 6-19-15,0 39-29 0,10 21 20 16,32 17-3-1,3-5-20-15,-7-6 11 16,-1-12-31-16,-8-11 1 16,-3-7-7-16,-5-5 6 15,-5-11-13-15,6-11 6 0,-15 2-29 16,11-4-9-16,-1 2-40 16,0-9-43-16,-1-3-115 15,-7-3-124-15,3 0-100 16</inkml:trace>
  <inkml:trace contextRef="#ctx0" brushRef="#br0" timeOffset="85078.4">16077 17950 724 0,'0'0'133'15,"0"0"84"-15,0 0-30 16,0 0-67-16,0-164-37 15,5 157-1-15,-5 7-32 16,0 0-4-16,9 22-2 0,7 41-19 16,3 20 29-16,3 18-36 15,-8-5-16-15,7-16 2 16,0-2-3-16,-4-18-2 16,-3-12-15-16,5-16-26 15,-5-6-10-15,-12-17-82 16,3 1-64-16,-5-1-95 15,0-9-91-15</inkml:trace>
  <inkml:trace contextRef="#ctx0" brushRef="#br0" timeOffset="87399.49">16041 18122 397 0,'0'0'266'0,"0"0"-133"0,0 0-58 0,0 0-31 16,0 0-40-16,0 0 15 15,-4-17 9-15,-3 17-8 16,0 0 25 0,-15 0-31-16,-1 0-2 15,-3 0 15-15,0 0-22 16,5 0 24-16,-3 0-3 16,3 0-7-16,-3 0 6 0,10 0-15 15,10 0 5 1,4 0 1-16,-5 0-9 0,5 0 4 15,0-6 3-15,0-9-13 16,0 1 11-16,0 1-2 0,0-2-10 16,0 4 13-16,0-1-10 15,0-3 9 1,0 9-12 0,0-3 3-16,0 2 2 0,0 1 2 15,0 0-7-15,14-2 17 16,14-1-11-16,-2 3 5 15,-9 6-9-15,16 0 3 16,-5 0 16-16,7 17-21 16,1 8 16-16,-6 2-1 15,1-5-14-15,-10 4 17 16,-2 0-1-16,-5-8-6 16,-7 3 20-16,-2 9-24 0,-5 6 8 15,0-3 1-15,0 8-14 16,-5-8 8-16,-23 0-10 0,2 3 4 15,-7-7-4-15,9-1 0 16,-1-11 0-16,3 0-1 16,8-2 6-1,-2-2-7-15,4-1 2 16,-7-9 0-16,12 0-3 16,0-3 5-16,7 0-2 0,0 0 0 0,0 0 5 15,0 0 0-15,0-6-5 31,0-12 0-31,0 2 4 16,0 8 2-16,0 2-6 0,12 3 12 16,16 3-9-16,7 0 17 15,20 5-6-15,-6 23-2 16,1-1 12-16,-1-1-22 16,-2-1 12-16,-4-17-11 15,-13-2 4-15,-1 0 2 16,-3-6-9-16,4 0 0 15,6-6 10-15,-1-21-6 16,0-11-4-16,-4-11 0 16,0-3-30-16,-13-14-3 0,-1 0-60 15,-8 10-64-15,-9 10-25 16,0 20-62-16,0 20-2 16,-33 6-15-16</inkml:trace>
  <inkml:trace contextRef="#ctx0" brushRef="#br0" timeOffset="90808.08">11767 7447 1037 0,'0'0'97'0,"0"0"-18"16,0 0 48-16,0 0-63 16,0 0-33-16,264-161-17 0,-160 139-11 0,-36 13 29 15,-13 9-26 1,-27 0 0-16,-12 16 10 0,-16 28-15 16,0 13 24-1,0 9 2-15,-21 0-27 16,-28-4 16-16,-10-9-15 0,2-5-1 15,5-12 4 1,10-6 1-16,14-13-5 16,9-7 0-16,16-7 5 15,3-3-10-15,0 0 5 16,0 0-1-16,38 0-4 16,28 0 10-16,5-3-4 15,7 3-1-15,-8 0 1 16,1 0 19-16,-12 21-9 15,-26 5 10-15,-16 2 20 16,-17 1-31-16,0 3 16 16,-57 7-2-16,-26-3-15 0,-9-3 5 15,-4-7-14-15,13-7 0 16,13-9-3-16,6-10-4 16,17 0-27-16,23-29-65 15,15-26-194-15,9-13-312 16</inkml:trace>
  <inkml:trace contextRef="#ctx0" brushRef="#br0" timeOffset="91294.37">12764 7447 162 0,'0'0'845'0,"0"0"-755"0,0 0 12 0,0 0 13 16,0 0-68-16,0 0-40 15,201-161 12-15,-135 148 33 16,-14 13-14-16,-15 0 5 0,-18 7-4 16,-12 37-29-16,-7 7 16 15,0 9-25 1,0-3-1-16,-37-11 4 15,-1-6 3-15,-2-10-7 0,21-12 0 16,12-9 3-16,7-6-4 16,0-3 1-16,0 0-1 0,0 0-3 15,0 0-2 1,12 0 6-16,33 8 0 16,2 4 5-16,2 13 6 0,-2 4-8 15,-7 3 12-15,-14-1 21 16,-21-5-19-1,-5 2 17-15,0-4-8 16,-38-1-18-16,-28 2 12 0,-4-8-20 16,-3-5 0-1,9-7-1-15,10-5-24 0,7 0-20 16,6-5-58-16,6-24-121 16,11-10-127-16,8-1-311 0</inkml:trace>
  <inkml:trace contextRef="#ctx0" brushRef="#br0" timeOffset="91835.1">13561 7417 810 0,'0'0'97'0,"0"0"-9"0,0 0 120 16,0 0-79-16,0 0-82 0,0 0 1 0,-28-57 22 16,28 57-28-16,0 36 5 15,2 38 5 1,20 25-12-16,-13 16 16 16,10 8-35-16,7-3 4 15,-7-4 2-15,-8-8-26 0,-11-12 15 16,0-13-16-1,0-18 3-15,0-21 0 16,0-16-3-16,0-16 0 16,0-6-2-16,0-6-6 0,0 0 5 0,-9-12-12 15,-24-45-16-15,-5-29 30 16,-4-19-19-16,9-14 2 16,2-16 9-16,12 5-31 15,5 7 19 1,14 19-9-16,0 26 17 15,43 21 4-15,25 16 9 16,-2 14 0-16,2 12-5 16,-2 11 10-16,-7 4-5 15,-9 4 2-15,2 23-1 16,-19 8 40-16,-19 5-30 16,-14-2-4-16,0 1 3 15,-52 3 0-15,-33 2-15 16,5-4 5-16,5-6-55 15,6 0-53-15,3-8-154 16,12-8-197-16</inkml:trace>
  <inkml:trace contextRef="#ctx0" brushRef="#br0" timeOffset="92127.5">14686 7655 1093 0,'0'0'117'0,"0"0"-32"0,0 0 60 15,0 0-106-15,0 0-29 16,0 0 22-16,264-5-32 15,-193-7-8-15,-12-3-49 0,-19 6-80 16,-14 9-94 0,-26 0-148-16,0 9-193 0</inkml:trace>
  <inkml:trace contextRef="#ctx0" brushRef="#br0" timeOffset="92257.11">14735 7895 364 0,'0'0'455'0,"0"0"-302"15,0 0 60-15,0 0-82 0,0 0-109 0,0 0-3 16,139-37-19-16,29-17-38 16,2-2-152-1,-5 3-264-15</inkml:trace>
  <inkml:trace contextRef="#ctx0" brushRef="#br0" timeOffset="92758">16346 7120 662 0,'0'0'77'16,"0"0"11"-1,0 0 59-15,0 0-86 0,0 0-7 16,-55-154 21-1,32 140-24-15,-24 10-1 16,-12 4-24-16,-5 0-15 16,-4 30 17-16,6 21-12 15,20 6-3-15,9 9-12 16,24-4 8-16,9-5-13 16,0-7 4-16,25-11-16 15,18-13 14-15,-5-8-28 0,2-11 6 16,-5-7 16-1,-2 0-13-15,7 0 21 0,-5-15 0 16,-4-9 0 0,0-5 3-16,-8 1-2 0,-1 2 11 15,-8 8 24-15,-2 9-5 0,-5 5 35 16,-7 4 1 0,0 0 1-16,0 0-6 0,4 22-36 0,-1 30 8 31,16 20 22-31,-3 9-43 15,1-9 11-15,8-6-24 16,-1-11-4-16,2-9-2 16,0-13-53-16,0-9-85 15,-7-13-126-15,2-11-231 0</inkml:trace>
  <inkml:trace contextRef="#ctx0" brushRef="#br0" timeOffset="93141.02">16815 7267 590 0,'0'0'243'0,"0"0"-118"0,0 0 89 0,0 0-51 15,0 0-94-15,0 0 2 0,-83-77-32 16,69 79-25 0,-5 41 8-16,-4 17-22 0,9 9 7 15,9-1-7-15,5-5 3 16,0-7-12-16,0-12 5 15,28-13-22 1,12-13 13-16,-2-10-24 0,7-8 15 16,2 0 7-16,-2-26 15 15,-5-13 1-15,-5-10-1 16,-9 0 0-16,-10-8 12 16,-16 0-10-16,0-3 18 15,0 7 12-15,-35 5-24 0,-17 18 40 16,-9 9-26-1,0 12-12-15,4 9 5 0,12 0-10 16,5 0-10 0,5 24 5-16,7 15-83 0,9 6-47 15,16-1-163-15,3-5-145 16</inkml:trace>
  <inkml:trace contextRef="#ctx0" brushRef="#br0" timeOffset="93532.63">17286 7103 737 0,'0'0'128'16,"0"0"8"-16,0 0 53 0,0 0-81 16,0 0-48-16,0 0-18 15,-52-38 14-15,41 44-40 16,-11 38-11-16,-4 16 23 0,10 14-28 15,16 1 7 1,0-3-7-16,9-7 1 0,46-14-6 16,4-14-28-1,7-17-27-15,2-11 25 16,-16-9-16-16,0 0 33 16,-8-27 17-16,4-12 1 15,-6-5 7-15,-11-4 4 0,-8 0 11 16,-18-9 23-1,-5 0-30-15,0 4 17 16,-17 2-4-16,-20 15-12 16,-13 6 35-16,3 13-40 15,-2 5-8-15,1 9-3 0,4 3-15 16,1 0-64 0,10 18-75-16,0 14-196 0,14 8-280 15</inkml:trace>
  <inkml:trace contextRef="#ctx0" brushRef="#br0" timeOffset="93939.84">17918 6986 733 0,'0'0'156'0,"0"0"-60"0,0 0 102 0,0 0-84 16,0 0-76-16,0 0-37 16,-28 54 18-16,28 3 32 15,0 15-43-15,33 0 2 16,9-4-10-16,12-5 8 16,5-15-6-16,7-15-2 15,3-9 0-15,-10-12-1 16,2-12 2-16,-4 0-1 15,-8-4 4-15,-9-28 3 16,-9-6 13-16,-5-11 25 16,-10-8 2-16,-11-6 4 0,-5 7-25 15,0-1 11 1,-47 10 2-16,-12 11-26 0,-9 12 19 16,-8 10-32-16,-16 10 7 15,7 4-14-15,-11 0-41 16,-1 36-119-16,0 0-282 15</inkml:trace>
  <inkml:trace contextRef="#ctx0" brushRef="#br0" timeOffset="95896.02">12694 8819 874 0,'0'0'158'0,"0"0"46"0,0 0 7 0,0 0-101 16,0 0-13-16,0 0-63 15,0 0-5-15,-69-85 1 0,95 151-20 16,-7 21 14-16,0 6-24 15,-12-7 7 1,12-6-18-16,-7-4-21 16,4-16-45-16,1-10-70 0,9-14-155 15,-10-21-203-15</inkml:trace>
  <inkml:trace contextRef="#ctx0" brushRef="#br0" timeOffset="96091.67">13038 8794 952 0,'0'0'223'16,"0"0"10"-16,0 0-78 15,0 0-86-15,0 0-34 16,0 0-20-16,-9 85 53 16,51-13-68-16,-9-4 1 15,2 0-2-15,-2-9-9 0,-4-2-32 16,8 0-115-1,-15-8-158-15,-6-10-258 0</inkml:trace>
  <inkml:trace contextRef="#ctx0" brushRef="#br0" timeOffset="96558.19">13545 8902 1031 0,'0'0'173'16,"0"0"15"-16,0 0 1 16,0 0-131-16,0 0-14 15,0 0-7-15,-36 4-28 0,72 66 54 16,4 23-40-16,-9 9-10 16,2-4 5-16,-15 1-7 15,-8-1-10-15,-5-9-1 16,-5-10 5-16,0-18-18 15,0-18 13-15,0-17-11 16,0-14 7-16,0-8-29 16,-8-4 27-16,-13-10-3 15,-2-40-20-15,-8-22 20 0,3-18-4 16,14-13 2-16,2-9 6 16,12-6-17-1,0 2 16-15,0 10-18 16,35 22 8-16,10 29-2 15,-3 27 16-15,13 23 2 16,-3 5 1-16,-1 26 4 0,-8 31 12 16,-17 9-15-16,-24 2 9 15,-2-2-11-15,-16-5 0 16,-65-5-13-16,-15-5-1 16,-3-10-99-16,2-12-55 0,12-4-138 15,29-16-161-15</inkml:trace>
  <inkml:trace contextRef="#ctx0" brushRef="#br0" timeOffset="96838.82">14882 9186 1034 0,'0'0'138'0,"0"0"-11"15,0 0-2 1,0 0-100-16,0 0-17 0,0 0 12 0,264 8-20 16,-163-25-45-1,-14-4-69-15,-23 8-119 16,-33 13-72-16,-31 0-86 15</inkml:trace>
  <inkml:trace contextRef="#ctx0" brushRef="#br0" timeOffset="96958.95">15044 9403 538 0,'0'0'200'0,"0"0"-20"0,0 0 47 0,0 0-95 16,0 0-91-1,0 0 1-15,90 19-35 0,65-64-7 16,13-6-70-1,-3-6-236-15,-24-6-294 16</inkml:trace>
  <inkml:trace contextRef="#ctx0" brushRef="#br0" timeOffset="97272.97">16874 8834 1067 0,'0'0'82'0,"0"0"11"15,0 0 82-15,0 0-120 16,-19-183-38-16,101 139-17 16,-2 14 3-16,-9 20 10 0,-17 10-13 15,-2 0 39 1,-16 10 30-16,-13 35-32 15,-20 18 3-15,-3 5-36 0,0 7 5 16,-26-3-18 0,-19-7-29-16,-7 1-101 15,-9-12-75-15,2-10-220 0,-10-11-288 16</inkml:trace>
  <inkml:trace contextRef="#ctx0" brushRef="#br0" timeOffset="97675.83">16728 9555 792 0,'0'0'85'16,"0"0"1"-16,0 0 66 15,0 0-68-15,0 0-49 16,0 0-8-16,70 42 49 16,-53-50-40-16,-3-17 8 15,-14 4 6-15,0 1-31 0,0 2 18 16,0 7-8-1,0 0-19-15,-26 5 21 16,14 6-29-16,-9 0 10 16,0 4-4-16,4 13 4 15,10 5-7-15,7-4-5 16,0-4 1-16,26-4 17 0,26-8-17 16,7-2 17-16,0 0 18 15,-5-12-27-15,5-14 30 16,-21 2-13-16,-17 3-22 15,-21 3 30-15,0 6-34 16,0 4 0-16,-5-1 0 0,-35 6-13 16,-7 3 6-16,-3 0-25 15,-1 0-38-15,-1 18-30 16,0 8-118-16,0 7-35 16,-12-1-100-1,5-4-260-15</inkml:trace>
  <inkml:trace contextRef="#ctx0" brushRef="#br0" timeOffset="98606.83">11994 9726 783 0,'0'0'136'0,"0"0"44"0,0 0-25 16,0 0-107-16,0 0-11 16,0 0 21-16,-189-22-19 15,121 5 22-15,-8-9-5 16,-11-8-25-16,7-13 27 16,-7-7-38-16,6-6-11 15,13 0 20-15,9-5-24 16,17-11-1-16,20-12-4 15,22-13 13-15,0-10-15 16,0 6 2-16,31 10 0 16,12 21 12-16,-8 22-10 15,-12 18 17-15,-1 15-7 0,-11 6-3 16,-6 13 0 0,-5 0-9-16,0 0 0 0,0 0-11 15,0 0-2-15,0 0-16 16,0 0-39-16,0 0-96 0,-21 7-55 15,-31 7-108 1,-14-3-85-16,2-5-65 0</inkml:trace>
  <inkml:trace contextRef="#ctx0" brushRef="#br0" timeOffset="98873.4">10890 8592 452 0,'0'0'185'16,"0"0"35"-16,0 0 10 0,0 0-91 15,0 0-62-15,0 0-12 16,-19-30-39-16,19 22 12 15,45-5-36 1,5-4 13-16,9 1-6 0,-5-4-2 16,-5-1-7-16,3-4 0 15,-7 2 9-15,-17 5-3 0,-4 10-5 16,-22 2 7-16,-2 6 41 16,0 0-32-1,0 0 13-15,0 0-30 16,0 8 5-16,0 30-5 15,0 11 0-15,0 10-7 0,0 5-23 16,0 1-103-16,-21 6-77 16,-7 4-129-16,-22-6-174 15</inkml:trace>
  <inkml:trace contextRef="#ctx0" brushRef="#br0" timeOffset="99118.8">10567 9394 697 0,'0'0'151'15,"0"0"43"-15,0 0 37 16,0 0-117-16,0 0 3 0,0 0-42 16,-14-57-17-16,7 72-26 15,2 25-31-15,-2 13 26 0,-12 0-27 16,1 1-12-1,-8-6 6-15,-5-6-109 16,5-10-39-16,-2-11-91 16,-5-12-95-16,-3-9-64 0</inkml:trace>
  <inkml:trace contextRef="#ctx0" brushRef="#br0" timeOffset="99303.27">10277 9489 599 0,'0'0'240'0,"0"0"7"0,0 0-51 31,0 0-70-31,0 0-73 16,0 0-14-16,64 7 18 16,-10 31-43-16,10-1 7 15,-1-2-21-15,3-5-13 16,5-3 2-16,-17-3-78 16,-11-11-52-16,-20-5-83 0,-15-8-133 15,-8 0-165-15</inkml:trace>
  <inkml:trace contextRef="#ctx0" brushRef="#br0" timeOffset="99718.82">9419 9457 450 0,'0'0'283'0,"0"0"-122"16,0 0 18-16,0 0-79 0,0 0-28 16,61-182-23-16,-30 150 1 15,-7 7 16-15,-8 16-54 16,-11 6 10-16,7 3-17 16,-3 0 6-16,8 37-11 15,-10 12 8-15,7 7-7 16,-14-10 9-16,0-6-4 15,0-11-6-15,0-9 0 16,0-5 9-16,12-2-2 16,35 2-7-16,14 2 14 0,12 8 40 15,-9 4-45-15,-19 3 25 16,-19 2-6-16,-22-4-25 16,-4 0 29-16,-19-1-27 15,-37 2-2-15,-8-5-6 16,-2-2-28-16,7-11-27 15,7-5-40-15,8-5-121 16,6-3-84-16,12 0-198 16</inkml:trace>
  <inkml:trace contextRef="#ctx0" brushRef="#br0" timeOffset="101706.6">16294 8136 625 0,'0'0'89'0,"0"0"5"0,0 0 28 0,0 0-42 16,0 0-62-16,0 0-17 16,-196 17 7-16,222-17-8 15,40 0 24-15,31 0 10 0,18-20-28 16,27-11 14-16,32-7-18 16,19-7 1-16,29-5 22 15,14-6-18-15,4 5 17 16,3-4 20-16,5 8-18 15,2 3 28-15,-5 1-27 16,-40 5-11-16,-38 7-4 16,-44 8-6-16,-53 11-6 15,-34 4 0-15,-17 4 2 16,-19 4-13-16,0 0-8 0,0 0-33 16,-43 0 13-1,-11 0-78-15,-10 6-21 16,10 12-17-16,-9-1-82 15,-3 4-87-15</inkml:trace>
  <inkml:trace contextRef="#ctx0" brushRef="#br0" timeOffset="102340.48">17899 8216 499 0,'0'0'227'0,"0"0"-103"0,0 0 36 0,0 0 8 0,0 0-107 0,0 0-17 0,-73-60-5 16,106 34-38-16,14 2 31 15,-2 5-25 1,12 11 7-16,-8 2 26 16,5 6-35-16,-16 0 23 0,-5 8-19 0,-19 26 1 15,-14 10 0 1,0 10-10-16,-9 0 0 0,-41-6 1 15,-18-10 6-15,7-9-7 16,9-6 0-16,19-12 5 16,16-5-14-16,17-3 9 15,0-3-1-15,0 0-5 16,0 0-15-16,26 0 21 16,28 0-9-16,17 0 20 15,12-3-9 1,-8 3-2-16,3 0 0 15,-3 11 27-15,-13 23-27 16,-20 4 29-16,-35 5-8 16,-7-11-19-16,-19 1 43 15,-58-9-28-15,-13-7-3 16,-16-1 15-16,9-10-23 16,10-6 2-16,16 0-8 0,19 0 5 15,12-6-18-15,14-21-23 16,15-3-40-16,1-6-50 15,10 0-167-15,0-3-186 16</inkml:trace>
  <inkml:trace contextRef="#ctx0" brushRef="#br0" timeOffset="102969.19">19582 8923 891 0,'0'0'142'0,"0"0"-37"0,0 0 59 0,0 0-75 0,31-170-88 0,40 131 26 16,2 4-5-16,-7 14-13 16,-7 6 33-16,0 6-34 15,-19 9 12 1,-7 0 20-16,-12 11-35 0,-16 38 6 15,-5 16-8-15,0 7 2 16,-33-3 8-16,-26-12-13 16,9-17 0-16,3-12-4 15,19-13 7-15,11-7-3 16,13-5 0-16,4-3 1 16,0 0-14-16,0 0 2 0,12 0-11 15,39 0 16-15,25-3 12 16,-5 1-5-16,-1 2-1 15,-6 0 2-15,-5 20 0 16,-12 23 3-16,-19 4 9 16,-23-9 21-16,-5-4-19 15,0-8 36-15,-57-3-16 0,-16 3-25 32,-11-9 20-32,1-5-31 0,5-3-2 0,12-9 1 15,17 0-50 1,2 0-15-16,21-21-70 15,21-17-129-15,5-11-161 16,0-7-319-16</inkml:trace>
  <inkml:trace contextRef="#ctx0" brushRef="#br0" timeOffset="103335.02">20589 8654 839 0,'0'0'135'0,"0"0"36"0,0 0 21 16,0 0-136-16,0 0-23 0,0 0 17 0,0 19-44 16,0 41 22-16,0 14 4 15,-7 0-27-15,7-11 3 0,0-10-7 16,0-2-1-16,12-8 0 16,40-14-18-16,9-6 8 15,7-14-18-15,3-9-3 31,-7 0 27-31,2-10-8 16,-10-23 12-16,-6-7 16 0,-17 2-15 0,-19-8 36 31,-14-1-15-31,0-10-13 0,0 1 29 0,-19 8-30 16,-26 10 4 0,-6 13-8-16,-13 11-4 15,-2 8 0-15,7 6-37 16,0 0-49-16,14 20-37 15,10 13-181-15,9 5-109 16</inkml:trace>
  <inkml:trace contextRef="#ctx0" brushRef="#br0" timeOffset="103732.36">21386 8658 796 0,'0'0'126'0,"0"0"4"16,0 0 68-16,0 0-41 16,0 0-103-16,0 0-29 15,-5-45 18-15,5 57-37 16,0 36 1-16,0 18 26 16,0-1-28-16,26-9 4 0,12-5-9 15,0-11 0-15,9-6-10 16,-2-13 1-16,-1-8-3 15,-6-10 8-15,-3-3 0 16,8 0-2-16,-10-22 6 16,5-13 0-16,-12-11 17 15,-5-3-11-15,-14-5 6 16,-7-5 10-16,0 2-19 16,-14 2 26-16,-33 15-12 0,-3 8-11 15,3 15 15-15,9 9-21 16,5 5 0-16,7 3-8 15,0 0-72 1,7 20 0-16,5 9-111 0,10 5-188 16,4-4-315-16</inkml:trace>
  <inkml:trace contextRef="#ctx0" brushRef="#br0" timeOffset="104083.29">22218 8502 723 0,'0'0'160'0,"0"0"-80"0,0 0 112 16,0 0-101-16,0 0-68 15,0 0-20-15,-42 18 10 16,42 33 14-16,0 6-27 16,0 0 3-16,0-8-1 15,9-6-2 1,27-7 0-16,-6-13-1 0,10-11 6 15,-9-9-5 1,0-3 2-16,4 0 13 16,-4-11 50-16,-1-22-18 0,-1-9 23 0,-18-3 0 15,-11-5-34 1,0 8 19-16,-19-2-53 16,-39 5 2-16,-16 5 3 15,8 13-7-15,8 10-5 0,3 8-38 0,18 3-77 16,-1 0-63-16,24 0-248 15</inkml:trace>
  <inkml:trace contextRef="#ctx0" brushRef="#br0" timeOffset="104558.67">22801 8172 835 0,'0'0'64'0,"0"0"66"0,42-188 48 16,-59 131-81-16,-100 9-45 15,-60 13-51-15,-64 13 12 16,-32 22-13-16,-36 0 0 16,-19 25 8-16,-21 29-5 15,-25 26 54-15,-20 26 23 16,-2 35-52-16,33 30 32 15,52 24-12-15,75 15-19 0,85-4 19 16,85-10-44-16,66-13 1 16,16-17-5-16,88-10 12 15,28-26-25-15,31-22 13 16,25-27-15-16,36-27 8 16,52-25-21-16,54-26 22 15,50-3 4-15,51-20-4 16,34-37-3-16,25-26 9 15,5-33 0-15,-38-37-8 16,-49-29 12-16,-89-35-4 16,-88-29 0-16,-80-11 10 0,-90 5-24 15,-61 27 14-15,-153 50-2 16,-121 52-9-16,-124 52-2 16,-97 47-28-16,-81 24-101 15,-55 20-330-15</inkml:trace>
  <inkml:trace contextRef="#ctx0" brushRef="#br0" timeOffset="105719.9">2255 9218 603 0,'0'0'93'0,"0"0"54"0,0 0-47 0,0 0 16 0,0 0-42 0,0 0-43 15,-227 93 7-15,293-105-13 16,73-50 48-1,64-50 59-15,68-48-57 0,40-37-23 16,12-6 23-16,-14 16-36 16,-52 40-4-1,-68 43-7-15,-85 38-20 0,-48 33 0 16,-42 18-8-16,-14 12 0 16,0 3-4-16,0 0-13 15,-45 25-28-15,-42 27-30 0,-14 23-80 31,-17 16-5-31,-2 4-41 0,-19 5-50 0,-12 8 13 16,-24 9-23-16</inkml:trace>
  <inkml:trace contextRef="#ctx0" brushRef="#br0" timeOffset="106005.9">2302 9328 292 0,'0'0'175'16,"0"0"-24"-16,-278 117 52 0,245-107-52 15,9-8-1-15,22-2 14 16,2 0-80-1,0 0-47-15,59-29 20 16,54-34-13-16,64-33 32 0,49-31-18 16,59-32-31-16,43-20 22 15,32-8-32-15,-4 3 1 16,-42 27 19-16,-69 23-32 16,-77 39 9-16,-65 26-13 15,-51 24 9-15,-33 21-1 16,-10 11-9-16,-9 12 2 0,0 1-7 31,0 0-3-31,-4 0-30 16,-46 35-23-16,-9 25-80 15,-11 23-29-15,-6 6-185 16,-9 4-321-16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5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2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25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72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01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22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28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35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66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63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54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510ED-DF84-4EC0-90B3-E2D341FDCB8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F4EDA-1939-4F58-8C1B-BEEB888C8E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29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customXml" Target="../ink/ink15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340560" y="6172200"/>
            <a:ext cx="5641641" cy="39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7"/>
              </a:lnSpc>
            </a:pPr>
            <a:endParaRPr lang="en-US" sz="2647" spc="222" dirty="0">
              <a:solidFill>
                <a:srgbClr val="F2EAE7"/>
              </a:solidFill>
              <a:latin typeface="Alice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F388DD7-92A9-D501-67FD-7918981A4E8F}"/>
              </a:ext>
            </a:extLst>
          </p:cNvPr>
          <p:cNvSpPr txBox="1">
            <a:spLocks/>
          </p:cNvSpPr>
          <p:nvPr/>
        </p:nvSpPr>
        <p:spPr>
          <a:xfrm>
            <a:off x="588899" y="1818126"/>
            <a:ext cx="5535118" cy="13707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800" b="1" dirty="0">
                <a:solidFill>
                  <a:srgbClr val="002060"/>
                </a:solidFill>
                <a:latin typeface="Footlight MT Light" panose="0204060206030A020304" pitchFamily="18" charset="0"/>
              </a:rPr>
              <a:t>Partnership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49FA72-5800-39AD-04B8-FB607BCF017E}"/>
              </a:ext>
            </a:extLst>
          </p:cNvPr>
          <p:cNvCxnSpPr>
            <a:cxnSpLocks/>
          </p:cNvCxnSpPr>
          <p:nvPr/>
        </p:nvCxnSpPr>
        <p:spPr>
          <a:xfrm>
            <a:off x="724563" y="2870200"/>
            <a:ext cx="52044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D9144C-90FC-29B5-40AF-96C5AA8825E3}"/>
              </a:ext>
            </a:extLst>
          </p:cNvPr>
          <p:cNvSpPr/>
          <p:nvPr/>
        </p:nvSpPr>
        <p:spPr>
          <a:xfrm>
            <a:off x="5915530" y="2787848"/>
            <a:ext cx="176634" cy="16470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27C65F-4FE9-3400-E635-3CB4069F6547}"/>
                  </a:ext>
                </a:extLst>
              </p14:cNvPr>
              <p14:cNvContentPartPr/>
              <p14:nvPr/>
            </p14:nvContentPartPr>
            <p14:xfrm>
              <a:off x="815040" y="95760"/>
              <a:ext cx="8163360" cy="663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27C65F-4FE9-3400-E635-3CB4069F65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5680" y="86400"/>
                <a:ext cx="8182080" cy="665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36B423-8CC9-CF8E-09F3-9904C760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18" y="485631"/>
            <a:ext cx="8388811" cy="27376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271908-D423-E77A-AF17-0C9826B71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23" y="3476914"/>
            <a:ext cx="5371025" cy="173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7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ACC255-9E3C-0887-0079-ECB1F6F3E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04" y="834743"/>
            <a:ext cx="7645400" cy="32385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44D0C1-8ED0-0111-A15D-AB3F80CB1B98}"/>
                  </a:ext>
                </a:extLst>
              </p14:cNvPr>
              <p14:cNvContentPartPr/>
              <p14:nvPr/>
            </p14:nvContentPartPr>
            <p14:xfrm>
              <a:off x="378000" y="1622160"/>
              <a:ext cx="8294760" cy="427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44D0C1-8ED0-0111-A15D-AB3F80CB1B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640" y="1612800"/>
                <a:ext cx="8313480" cy="428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14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5D910-E548-9DB4-90B0-D3872FFBE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95" y="997422"/>
            <a:ext cx="7440063" cy="31627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CCE37F-D51B-389F-B591-E36ECF8083E5}"/>
                  </a:ext>
                </a:extLst>
              </p14:cNvPr>
              <p14:cNvContentPartPr/>
              <p14:nvPr/>
            </p14:nvContentPartPr>
            <p14:xfrm>
              <a:off x="155520" y="1737720"/>
              <a:ext cx="9044280" cy="505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CCE37F-D51B-389F-B591-E36ECF8083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6160" y="1728360"/>
                <a:ext cx="9063000" cy="50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659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056F78-9DEE-29D1-9B57-358C4907E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90" y="961580"/>
            <a:ext cx="7875797" cy="31345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4F50FC-7E1B-CA2D-5D77-D0BDD447AFCC}"/>
                  </a:ext>
                </a:extLst>
              </p14:cNvPr>
              <p14:cNvContentPartPr/>
              <p14:nvPr/>
            </p14:nvContentPartPr>
            <p14:xfrm>
              <a:off x="384840" y="1652040"/>
              <a:ext cx="8352360" cy="438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4F50FC-7E1B-CA2D-5D77-D0BDD447AF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480" y="1642680"/>
                <a:ext cx="8371080" cy="440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654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006119-A3AA-3430-46C7-B6E9174AB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38" y="961580"/>
            <a:ext cx="7588250" cy="32892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E6C4FAF-5C8C-6E5B-7142-C44F195D655E}"/>
                  </a:ext>
                </a:extLst>
              </p14:cNvPr>
              <p14:cNvContentPartPr/>
              <p14:nvPr/>
            </p14:nvContentPartPr>
            <p14:xfrm>
              <a:off x="354240" y="376200"/>
              <a:ext cx="8864280" cy="641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E6C4FAF-5C8C-6E5B-7142-C44F195D65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880" y="366840"/>
                <a:ext cx="8883000" cy="643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046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D30C10-AA3E-2855-2C4B-A1B1A65F5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13" y="1029073"/>
            <a:ext cx="7753170" cy="3189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D837DF-92EA-0E6A-A2A6-85C6FFBDB29E}"/>
                  </a:ext>
                </a:extLst>
              </p14:cNvPr>
              <p14:cNvContentPartPr/>
              <p14:nvPr/>
            </p14:nvContentPartPr>
            <p14:xfrm>
              <a:off x="-86400" y="1690560"/>
              <a:ext cx="9140400" cy="4960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D837DF-92EA-0E6A-A2A6-85C6FFBDB2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5760" y="1681200"/>
                <a:ext cx="9159120" cy="497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931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BE0F0E-C789-1CB3-7794-A9C22A225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84" y="1029073"/>
            <a:ext cx="7516274" cy="26768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787EC1-AA1C-359B-6272-AE831A5881E2}"/>
                  </a:ext>
                </a:extLst>
              </p14:cNvPr>
              <p14:cNvContentPartPr/>
              <p14:nvPr/>
            </p14:nvContentPartPr>
            <p14:xfrm>
              <a:off x="-407160" y="1694160"/>
              <a:ext cx="8829720" cy="4818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787EC1-AA1C-359B-6272-AE831A5881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16520" y="1684800"/>
                <a:ext cx="8848440" cy="483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06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0334CB-DCFF-72FF-89BE-0FB6911A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3" y="1029073"/>
            <a:ext cx="7582958" cy="2867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C5DD3B-5898-0E23-E5A5-61AACC2F88A6}"/>
                  </a:ext>
                </a:extLst>
              </p14:cNvPr>
              <p14:cNvContentPartPr/>
              <p14:nvPr/>
            </p14:nvContentPartPr>
            <p14:xfrm>
              <a:off x="459360" y="1771200"/>
              <a:ext cx="8637840" cy="459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C5DD3B-5898-0E23-E5A5-61AACC2F88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000" y="1761840"/>
                <a:ext cx="8656560" cy="461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435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C13ACB-3EBF-9529-D26B-CC337F822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35" y="812349"/>
            <a:ext cx="7230484" cy="29150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F116B4-A7E1-1E79-90FF-E45A1837E220}"/>
                  </a:ext>
                </a:extLst>
              </p14:cNvPr>
              <p14:cNvContentPartPr/>
              <p14:nvPr/>
            </p14:nvContentPartPr>
            <p14:xfrm>
              <a:off x="192960" y="1906560"/>
              <a:ext cx="8496000" cy="502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F116B4-A7E1-1E79-90FF-E45A1837E2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600" y="1897200"/>
                <a:ext cx="8514720" cy="50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23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71F09F-68A9-962D-8C78-8DDD73EC5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85" y="961580"/>
            <a:ext cx="7049484" cy="29722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14C253-69A4-6E2F-0E19-664086AE49CE}"/>
                  </a:ext>
                </a:extLst>
              </p14:cNvPr>
              <p14:cNvContentPartPr/>
              <p14:nvPr/>
            </p14:nvContentPartPr>
            <p14:xfrm>
              <a:off x="-628560" y="1791720"/>
              <a:ext cx="8877960" cy="3150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14C253-69A4-6E2F-0E19-664086AE49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37920" y="1782360"/>
                <a:ext cx="8896680" cy="316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49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24EE00-17AB-4DF6-0A4B-7DE03F8D4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63" y="961580"/>
            <a:ext cx="7278116" cy="32961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E79D74-38BB-1AC5-61C8-206D055923CE}"/>
                  </a:ext>
                </a:extLst>
              </p14:cNvPr>
              <p14:cNvContentPartPr/>
              <p14:nvPr/>
            </p14:nvContentPartPr>
            <p14:xfrm>
              <a:off x="389880" y="904680"/>
              <a:ext cx="8146440" cy="5571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E79D74-38BB-1AC5-61C8-206D055923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520" y="895320"/>
                <a:ext cx="8165160" cy="55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5367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8D74E8-8E3A-3424-3661-255797D2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68" y="1028747"/>
            <a:ext cx="7554379" cy="33532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A33851-0AB3-1608-8AA3-A3787B0862D6}"/>
                  </a:ext>
                </a:extLst>
              </p14:cNvPr>
              <p14:cNvContentPartPr/>
              <p14:nvPr/>
            </p14:nvContentPartPr>
            <p14:xfrm>
              <a:off x="948960" y="1764360"/>
              <a:ext cx="7901280" cy="3259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A33851-0AB3-1608-8AA3-A3787B0862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600" y="1755000"/>
                <a:ext cx="7920000" cy="327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67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282F4-38C5-2645-2498-5A1BEFAD3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7" y="1030112"/>
            <a:ext cx="7516274" cy="34104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ADB221-4FDC-0485-12EA-72042F83AA77}"/>
                  </a:ext>
                </a:extLst>
              </p14:cNvPr>
              <p14:cNvContentPartPr/>
              <p14:nvPr/>
            </p14:nvContentPartPr>
            <p14:xfrm>
              <a:off x="97200" y="821160"/>
              <a:ext cx="8171640" cy="5626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ADB221-4FDC-0485-12EA-72042F83AA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840" y="811800"/>
                <a:ext cx="8190360" cy="564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3052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EC5009-250A-8E5C-AE8A-6DCFBB90D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10" y="961580"/>
            <a:ext cx="7316221" cy="33246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A6FA8A-072D-2B31-5E28-30CEB6DF306D}"/>
                  </a:ext>
                </a:extLst>
              </p14:cNvPr>
              <p14:cNvContentPartPr/>
              <p14:nvPr/>
            </p14:nvContentPartPr>
            <p14:xfrm>
              <a:off x="1057680" y="469476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A6FA8A-072D-2B31-5E28-30CEB6DF30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8320" y="468540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7EE561-0E9E-74BC-12EF-28019C1B5F11}"/>
                  </a:ext>
                </a:extLst>
              </p14:cNvPr>
              <p14:cNvContentPartPr/>
              <p14:nvPr/>
            </p14:nvContentPartPr>
            <p14:xfrm>
              <a:off x="478080" y="1959840"/>
              <a:ext cx="8323560" cy="4790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7EE561-0E9E-74BC-12EF-28019C1B5F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8720" y="1950480"/>
                <a:ext cx="8342280" cy="48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0222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A3652D-2E11-462E-6403-B1E104AEB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63" y="1029073"/>
            <a:ext cx="7459116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81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AF0D7D-51C8-223B-1F4B-41121A39A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76" y="961580"/>
            <a:ext cx="7549082" cy="320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58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2ECAB3-2C62-41DC-CAF0-30799D532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1" y="906883"/>
            <a:ext cx="7297168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96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E6EBA4-7149-682F-E78D-658E04C75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65" y="1202474"/>
            <a:ext cx="7544853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74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F30917-61A4-B0E9-5ABB-DFF17B3B6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05" y="961580"/>
            <a:ext cx="7544853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296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037D09-735F-5BCC-6D1B-1226B408F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28" y="945718"/>
            <a:ext cx="7659169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89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4104" b="1" spc="135" dirty="0">
                <a:solidFill>
                  <a:srgbClr val="190C03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Partnership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7DEB83-15A5-A390-6A89-66EE5AF3C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07" y="884991"/>
            <a:ext cx="8221222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72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9661A-4E38-FD87-2C56-B7550CFDEA2E}"/>
              </a:ext>
            </a:extLst>
          </p:cNvPr>
          <p:cNvSpPr txBox="1"/>
          <p:nvPr/>
        </p:nvSpPr>
        <p:spPr>
          <a:xfrm>
            <a:off x="-885170" y="1129491"/>
            <a:ext cx="7645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20673C2-B451-97E2-AFDD-6EF92F465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59" y="1732220"/>
            <a:ext cx="7207882" cy="315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8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1435</TotalTime>
  <Words>43</Words>
  <Application>Microsoft Office PowerPoint</Application>
  <PresentationFormat>On-screen Show (4:3)</PresentationFormat>
  <Paragraphs>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Aldhabi</vt:lpstr>
      <vt:lpstr>Alice</vt:lpstr>
      <vt:lpstr>Arial</vt:lpstr>
      <vt:lpstr>Calibri</vt:lpstr>
      <vt:lpstr>Calibri Light</vt:lpstr>
      <vt:lpstr>Footlight MT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medari anusha</dc:creator>
  <cp:lastModifiedBy>Pavithra Kura</cp:lastModifiedBy>
  <cp:revision>22</cp:revision>
  <dcterms:created xsi:type="dcterms:W3CDTF">2024-01-08T13:21:49Z</dcterms:created>
  <dcterms:modified xsi:type="dcterms:W3CDTF">2025-09-20T10:20:04Z</dcterms:modified>
</cp:coreProperties>
</file>