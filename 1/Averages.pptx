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308" r:id="rId2"/>
    <p:sldId id="325" r:id="rId3"/>
    <p:sldId id="326" r:id="rId4"/>
    <p:sldId id="324" r:id="rId5"/>
    <p:sldId id="312" r:id="rId6"/>
    <p:sldId id="314" r:id="rId7"/>
    <p:sldId id="315" r:id="rId8"/>
    <p:sldId id="316" r:id="rId9"/>
    <p:sldId id="317" r:id="rId10"/>
    <p:sldId id="318" r:id="rId11"/>
    <p:sldId id="319" r:id="rId12"/>
    <p:sldId id="327" r:id="rId13"/>
    <p:sldId id="320" r:id="rId14"/>
    <p:sldId id="321" r:id="rId15"/>
    <p:sldId id="330" r:id="rId16"/>
    <p:sldId id="328" r:id="rId17"/>
    <p:sldId id="329" r:id="rId18"/>
    <p:sldId id="331" r:id="rId19"/>
    <p:sldId id="332" r:id="rId20"/>
    <p:sldId id="333" r:id="rId21"/>
    <p:sldId id="334" r:id="rId22"/>
    <p:sldId id="335" r:id="rId23"/>
    <p:sldId id="336" r:id="rId24"/>
    <p:sldId id="337" r:id="rId25"/>
    <p:sldId id="30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E91"/>
    <a:srgbClr val="D1DAFF"/>
    <a:srgbClr val="FFFFFF"/>
    <a:srgbClr val="164F8F"/>
    <a:srgbClr val="184F90"/>
    <a:srgbClr val="105498"/>
    <a:srgbClr val="185090"/>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WANADHA S MURTHY" userId="843a5ce65ec7b142" providerId="LiveId" clId="{A6C644F8-E857-4450-BF40-DCDB39DD3274}"/>
    <pc:docChg chg="custSel delSld modSld">
      <pc:chgData name="VISWANADHA S MURTHY" userId="843a5ce65ec7b142" providerId="LiveId" clId="{A6C644F8-E857-4450-BF40-DCDB39DD3274}" dt="2025-07-28T09:57:51.547" v="146" actId="1076"/>
      <pc:docMkLst>
        <pc:docMk/>
      </pc:docMkLst>
      <pc:sldChg chg="del">
        <pc:chgData name="VISWANADHA S MURTHY" userId="843a5ce65ec7b142" providerId="LiveId" clId="{A6C644F8-E857-4450-BF40-DCDB39DD3274}" dt="2025-07-28T09:30:36.508" v="0" actId="47"/>
        <pc:sldMkLst>
          <pc:docMk/>
          <pc:sldMk cId="498780911" sldId="293"/>
        </pc:sldMkLst>
      </pc:sldChg>
      <pc:sldChg chg="del">
        <pc:chgData name="VISWANADHA S MURTHY" userId="843a5ce65ec7b142" providerId="LiveId" clId="{A6C644F8-E857-4450-BF40-DCDB39DD3274}" dt="2025-07-28T09:30:37.019" v="1" actId="47"/>
        <pc:sldMkLst>
          <pc:docMk/>
          <pc:sldMk cId="3471260216" sldId="294"/>
        </pc:sldMkLst>
      </pc:sldChg>
      <pc:sldChg chg="del">
        <pc:chgData name="VISWANADHA S MURTHY" userId="843a5ce65ec7b142" providerId="LiveId" clId="{A6C644F8-E857-4450-BF40-DCDB39DD3274}" dt="2025-07-28T09:30:37.401" v="2" actId="47"/>
        <pc:sldMkLst>
          <pc:docMk/>
          <pc:sldMk cId="2404224951" sldId="295"/>
        </pc:sldMkLst>
      </pc:sldChg>
      <pc:sldChg chg="addSp modSp mod">
        <pc:chgData name="VISWANADHA S MURTHY" userId="843a5ce65ec7b142" providerId="LiveId" clId="{A6C644F8-E857-4450-BF40-DCDB39DD3274}" dt="2025-07-28T09:31:17.963" v="40" actId="20577"/>
        <pc:sldMkLst>
          <pc:docMk/>
          <pc:sldMk cId="3699073688" sldId="296"/>
        </pc:sldMkLst>
        <pc:spChg chg="mod">
          <ac:chgData name="VISWANADHA S MURTHY" userId="843a5ce65ec7b142" providerId="LiveId" clId="{A6C644F8-E857-4450-BF40-DCDB39DD3274}" dt="2025-07-28T09:31:17.963" v="40" actId="20577"/>
          <ac:spMkLst>
            <pc:docMk/>
            <pc:sldMk cId="3699073688" sldId="296"/>
            <ac:spMk id="5" creationId="{C2CA1D33-72A7-B514-0D5A-86573B92D585}"/>
          </ac:spMkLst>
        </pc:spChg>
        <pc:picChg chg="add mod">
          <ac:chgData name="VISWANADHA S MURTHY" userId="843a5ce65ec7b142" providerId="LiveId" clId="{A6C644F8-E857-4450-BF40-DCDB39DD3274}" dt="2025-07-28T09:31:01.684" v="9" actId="1076"/>
          <ac:picMkLst>
            <pc:docMk/>
            <pc:sldMk cId="3699073688" sldId="296"/>
            <ac:picMk id="4" creationId="{F319A27F-815C-2A5B-D738-87AE28D93C68}"/>
          </ac:picMkLst>
        </pc:picChg>
      </pc:sldChg>
      <pc:sldChg chg="addSp modSp mod">
        <pc:chgData name="VISWANADHA S MURTHY" userId="843a5ce65ec7b142" providerId="LiveId" clId="{A6C644F8-E857-4450-BF40-DCDB39DD3274}" dt="2025-07-28T09:51:33.892" v="110" actId="1036"/>
        <pc:sldMkLst>
          <pc:docMk/>
          <pc:sldMk cId="2927722200" sldId="297"/>
        </pc:sldMkLst>
        <pc:spChg chg="mod">
          <ac:chgData name="VISWANADHA S MURTHY" userId="843a5ce65ec7b142" providerId="LiveId" clId="{A6C644F8-E857-4450-BF40-DCDB39DD3274}" dt="2025-07-28T09:48:44.501" v="109" actId="313"/>
          <ac:spMkLst>
            <pc:docMk/>
            <pc:sldMk cId="2927722200" sldId="297"/>
            <ac:spMk id="5" creationId="{D3A9C57D-84E0-B9E7-FBCD-8A07CEFE77E4}"/>
          </ac:spMkLst>
        </pc:spChg>
        <pc:picChg chg="add mod">
          <ac:chgData name="VISWANADHA S MURTHY" userId="843a5ce65ec7b142" providerId="LiveId" clId="{A6C644F8-E857-4450-BF40-DCDB39DD3274}" dt="2025-07-28T09:51:33.892" v="110" actId="1036"/>
          <ac:picMkLst>
            <pc:docMk/>
            <pc:sldMk cId="2927722200" sldId="297"/>
            <ac:picMk id="4" creationId="{9E9F9AA3-BD57-5F84-EAF7-7C3A7D1FFA30}"/>
          </ac:picMkLst>
        </pc:picChg>
      </pc:sldChg>
      <pc:sldChg chg="addSp modSp mod">
        <pc:chgData name="VISWANADHA S MURTHY" userId="843a5ce65ec7b142" providerId="LiveId" clId="{A6C644F8-E857-4450-BF40-DCDB39DD3274}" dt="2025-07-28T09:48:36.986" v="108" actId="20577"/>
        <pc:sldMkLst>
          <pc:docMk/>
          <pc:sldMk cId="350895271" sldId="298"/>
        </pc:sldMkLst>
        <pc:spChg chg="mod">
          <ac:chgData name="VISWANADHA S MURTHY" userId="843a5ce65ec7b142" providerId="LiveId" clId="{A6C644F8-E857-4450-BF40-DCDB39DD3274}" dt="2025-07-28T09:48:36.986" v="108" actId="20577"/>
          <ac:spMkLst>
            <pc:docMk/>
            <pc:sldMk cId="350895271" sldId="298"/>
            <ac:spMk id="5" creationId="{396DADF3-A714-D33F-573C-B41D3D1AF4DE}"/>
          </ac:spMkLst>
        </pc:spChg>
        <pc:picChg chg="add mod">
          <ac:chgData name="VISWANADHA S MURTHY" userId="843a5ce65ec7b142" providerId="LiveId" clId="{A6C644F8-E857-4450-BF40-DCDB39DD3274}" dt="2025-07-28T09:48:15.619" v="70" actId="1076"/>
          <ac:picMkLst>
            <pc:docMk/>
            <pc:sldMk cId="350895271" sldId="298"/>
            <ac:picMk id="4" creationId="{2EF75955-0A79-2E95-A0BF-34A54E3BABF7}"/>
          </ac:picMkLst>
        </pc:picChg>
        <pc:picChg chg="add mod">
          <ac:chgData name="VISWANADHA S MURTHY" userId="843a5ce65ec7b142" providerId="LiveId" clId="{A6C644F8-E857-4450-BF40-DCDB39DD3274}" dt="2025-07-28T09:48:19.746" v="71" actId="1076"/>
          <ac:picMkLst>
            <pc:docMk/>
            <pc:sldMk cId="350895271" sldId="298"/>
            <ac:picMk id="7" creationId="{F459E3D2-C112-EAB5-C1EE-EAD66A118DBF}"/>
          </ac:picMkLst>
        </pc:picChg>
      </pc:sldChg>
      <pc:sldChg chg="addSp delSp modSp mod modClrScheme chgLayout">
        <pc:chgData name="VISWANADHA S MURTHY" userId="843a5ce65ec7b142" providerId="LiveId" clId="{A6C644F8-E857-4450-BF40-DCDB39DD3274}" dt="2025-07-28T09:57:51.547" v="146" actId="1076"/>
        <pc:sldMkLst>
          <pc:docMk/>
          <pc:sldMk cId="2559686179" sldId="299"/>
        </pc:sldMkLst>
        <pc:spChg chg="add del mod ord">
          <ac:chgData name="VISWANADHA S MURTHY" userId="843a5ce65ec7b142" providerId="LiveId" clId="{A6C644F8-E857-4450-BF40-DCDB39DD3274}" dt="2025-07-28T09:54:55.843" v="114" actId="478"/>
          <ac:spMkLst>
            <pc:docMk/>
            <pc:sldMk cId="2559686179" sldId="299"/>
            <ac:spMk id="2" creationId="{32E4649C-6EC6-DAAC-A8F4-F5C6B413A7FC}"/>
          </ac:spMkLst>
        </pc:spChg>
        <pc:spChg chg="add del mod ord">
          <ac:chgData name="VISWANADHA S MURTHY" userId="843a5ce65ec7b142" providerId="LiveId" clId="{A6C644F8-E857-4450-BF40-DCDB39DD3274}" dt="2025-07-28T09:54:40.973" v="112"/>
          <ac:spMkLst>
            <pc:docMk/>
            <pc:sldMk cId="2559686179" sldId="299"/>
            <ac:spMk id="4" creationId="{F54B543D-7FF5-799C-8E97-1C076A4D81C8}"/>
          </ac:spMkLst>
        </pc:spChg>
        <pc:spChg chg="add del mod">
          <ac:chgData name="VISWANADHA S MURTHY" userId="843a5ce65ec7b142" providerId="LiveId" clId="{A6C644F8-E857-4450-BF40-DCDB39DD3274}" dt="2025-07-28T09:57:45.257" v="144" actId="478"/>
          <ac:spMkLst>
            <pc:docMk/>
            <pc:sldMk cId="2559686179" sldId="299"/>
            <ac:spMk id="6" creationId="{9966626D-4E69-6EFE-49E5-9C4D4CD8D2DF}"/>
          </ac:spMkLst>
        </pc:spChg>
        <pc:spChg chg="add del mod">
          <ac:chgData name="VISWANADHA S MURTHY" userId="843a5ce65ec7b142" providerId="LiveId" clId="{A6C644F8-E857-4450-BF40-DCDB39DD3274}" dt="2025-07-28T09:57:47.540" v="145" actId="478"/>
          <ac:spMkLst>
            <pc:docMk/>
            <pc:sldMk cId="2559686179" sldId="299"/>
            <ac:spMk id="9" creationId="{F5D122D1-BD73-252E-2EE9-F5C60B6EBAF4}"/>
          </ac:spMkLst>
        </pc:spChg>
        <pc:spChg chg="mod ord">
          <ac:chgData name="VISWANADHA S MURTHY" userId="843a5ce65ec7b142" providerId="LiveId" clId="{A6C644F8-E857-4450-BF40-DCDB39DD3274}" dt="2025-07-28T09:54:39.440" v="111" actId="700"/>
          <ac:spMkLst>
            <pc:docMk/>
            <pc:sldMk cId="2559686179" sldId="299"/>
            <ac:spMk id="13" creationId="{87FFBAE5-73ED-3001-0E0D-A139931707E0}"/>
          </ac:spMkLst>
        </pc:spChg>
        <pc:spChg chg="mod ord">
          <ac:chgData name="VISWANADHA S MURTHY" userId="843a5ce65ec7b142" providerId="LiveId" clId="{A6C644F8-E857-4450-BF40-DCDB39DD3274}" dt="2025-07-28T09:54:39.440" v="111" actId="700"/>
          <ac:spMkLst>
            <pc:docMk/>
            <pc:sldMk cId="2559686179" sldId="299"/>
            <ac:spMk id="15" creationId="{B048525E-3CD5-6E35-9B7D-C62BA5D7BF95}"/>
          </ac:spMkLst>
        </pc:spChg>
        <pc:picChg chg="add mod">
          <ac:chgData name="VISWANADHA S MURTHY" userId="843a5ce65ec7b142" providerId="LiveId" clId="{A6C644F8-E857-4450-BF40-DCDB39DD3274}" dt="2025-07-28T09:57:51.547" v="146" actId="1076"/>
          <ac:picMkLst>
            <pc:docMk/>
            <pc:sldMk cId="2559686179" sldId="299"/>
            <ac:picMk id="8" creationId="{29C26A9D-FC91-8ACE-A78F-72F5879FAF1E}"/>
          </ac:picMkLst>
        </pc:picChg>
      </pc:sldChg>
    </pc:docChg>
  </pc:docChgLst>
  <pc:docChgLst>
    <pc:chgData name="VISWANADHA S MURTHY" userId="843a5ce65ec7b142" providerId="LiveId" clId="{1F4242FC-E932-49D3-A01D-5A3A8E42D1BD}"/>
    <pc:docChg chg="undo custSel addSld modSld">
      <pc:chgData name="VISWANADHA S MURTHY" userId="843a5ce65ec7b142" providerId="LiveId" clId="{1F4242FC-E932-49D3-A01D-5A3A8E42D1BD}" dt="2025-07-28T07:27:21.231" v="264"/>
      <pc:docMkLst>
        <pc:docMk/>
      </pc:docMkLst>
      <pc:sldChg chg="addSp modSp mod">
        <pc:chgData name="VISWANADHA S MURTHY" userId="843a5ce65ec7b142" providerId="LiveId" clId="{1F4242FC-E932-49D3-A01D-5A3A8E42D1BD}" dt="2025-07-28T06:21:08.906" v="55" actId="1076"/>
        <pc:sldMkLst>
          <pc:docMk/>
          <pc:sldMk cId="717232139" sldId="283"/>
        </pc:sldMkLst>
        <pc:spChg chg="mod">
          <ac:chgData name="VISWANADHA S MURTHY" userId="843a5ce65ec7b142" providerId="LiveId" clId="{1F4242FC-E932-49D3-A01D-5A3A8E42D1BD}" dt="2025-07-28T06:21:08.906" v="55" actId="1076"/>
          <ac:spMkLst>
            <pc:docMk/>
            <pc:sldMk cId="717232139" sldId="283"/>
            <ac:spMk id="7" creationId="{A41B9311-EB0F-91C5-AE6F-9C882E10B2F6}"/>
          </ac:spMkLst>
        </pc:spChg>
        <pc:picChg chg="add mod">
          <ac:chgData name="VISWANADHA S MURTHY" userId="843a5ce65ec7b142" providerId="LiveId" clId="{1F4242FC-E932-49D3-A01D-5A3A8E42D1BD}" dt="2025-07-28T06:19:58.364" v="16" actId="14100"/>
          <ac:picMkLst>
            <pc:docMk/>
            <pc:sldMk cId="717232139" sldId="283"/>
            <ac:picMk id="8" creationId="{153FCFA8-5682-2DD4-E3C6-B495AFA8F184}"/>
          </ac:picMkLst>
        </pc:picChg>
        <pc:picChg chg="add mod">
          <ac:chgData name="VISWANADHA S MURTHY" userId="843a5ce65ec7b142" providerId="LiveId" clId="{1F4242FC-E932-49D3-A01D-5A3A8E42D1BD}" dt="2025-07-28T06:20:39.322" v="27" actId="14100"/>
          <ac:picMkLst>
            <pc:docMk/>
            <pc:sldMk cId="717232139" sldId="283"/>
            <ac:picMk id="11" creationId="{BCD4763F-E115-44A5-E9E8-6747F653B38D}"/>
          </ac:picMkLst>
        </pc:picChg>
      </pc:sldChg>
      <pc:sldChg chg="addSp delSp modSp mod">
        <pc:chgData name="VISWANADHA S MURTHY" userId="843a5ce65ec7b142" providerId="LiveId" clId="{1F4242FC-E932-49D3-A01D-5A3A8E42D1BD}" dt="2025-07-28T06:30:48.656" v="119" actId="20577"/>
        <pc:sldMkLst>
          <pc:docMk/>
          <pc:sldMk cId="1062629819" sldId="284"/>
        </pc:sldMkLst>
        <pc:spChg chg="del mod">
          <ac:chgData name="VISWANADHA S MURTHY" userId="843a5ce65ec7b142" providerId="LiveId" clId="{1F4242FC-E932-49D3-A01D-5A3A8E42D1BD}" dt="2025-07-28T06:22:09.358" v="57" actId="478"/>
          <ac:spMkLst>
            <pc:docMk/>
            <pc:sldMk cId="1062629819" sldId="284"/>
            <ac:spMk id="4" creationId="{6FA42200-EA15-A2A5-E77B-F4E4C3A55100}"/>
          </ac:spMkLst>
        </pc:spChg>
        <pc:spChg chg="mod">
          <ac:chgData name="VISWANADHA S MURTHY" userId="843a5ce65ec7b142" providerId="LiveId" clId="{1F4242FC-E932-49D3-A01D-5A3A8E42D1BD}" dt="2025-07-28T06:30:48.656" v="119" actId="20577"/>
          <ac:spMkLst>
            <pc:docMk/>
            <pc:sldMk cId="1062629819" sldId="284"/>
            <ac:spMk id="7" creationId="{61AC8CE0-431A-86E3-F3A3-CE37478C7257}"/>
          </ac:spMkLst>
        </pc:spChg>
        <pc:spChg chg="add del mod">
          <ac:chgData name="VISWANADHA S MURTHY" userId="843a5ce65ec7b142" providerId="LiveId" clId="{1F4242FC-E932-49D3-A01D-5A3A8E42D1BD}" dt="2025-07-28T06:23:44.204" v="67" actId="478"/>
          <ac:spMkLst>
            <pc:docMk/>
            <pc:sldMk cId="1062629819" sldId="284"/>
            <ac:spMk id="8" creationId="{57596669-C66E-7FA0-F89B-44AA427C966D}"/>
          </ac:spMkLst>
        </pc:spChg>
        <pc:picChg chg="add del mod">
          <ac:chgData name="VISWANADHA S MURTHY" userId="843a5ce65ec7b142" providerId="LiveId" clId="{1F4242FC-E932-49D3-A01D-5A3A8E42D1BD}" dt="2025-07-28T06:29:29.991" v="71" actId="22"/>
          <ac:picMkLst>
            <pc:docMk/>
            <pc:sldMk cId="1062629819" sldId="284"/>
            <ac:picMk id="11" creationId="{5DCA1529-E5FD-1A98-DF0E-FC50AD1078AF}"/>
          </ac:picMkLst>
        </pc:picChg>
        <pc:picChg chg="add mod">
          <ac:chgData name="VISWANADHA S MURTHY" userId="843a5ce65ec7b142" providerId="LiveId" clId="{1F4242FC-E932-49D3-A01D-5A3A8E42D1BD}" dt="2025-07-28T06:30:05.707" v="77" actId="1076"/>
          <ac:picMkLst>
            <pc:docMk/>
            <pc:sldMk cId="1062629819" sldId="284"/>
            <ac:picMk id="14" creationId="{2067EDD1-A183-2CA7-79EE-945F1036615A}"/>
          </ac:picMkLst>
        </pc:picChg>
      </pc:sldChg>
      <pc:sldChg chg="addSp modSp mod">
        <pc:chgData name="VISWANADHA S MURTHY" userId="843a5ce65ec7b142" providerId="LiveId" clId="{1F4242FC-E932-49D3-A01D-5A3A8E42D1BD}" dt="2025-07-28T06:56:12.934" v="154" actId="20577"/>
        <pc:sldMkLst>
          <pc:docMk/>
          <pc:sldMk cId="3527449431" sldId="285"/>
        </pc:sldMkLst>
        <pc:spChg chg="mod">
          <ac:chgData name="VISWANADHA S MURTHY" userId="843a5ce65ec7b142" providerId="LiveId" clId="{1F4242FC-E932-49D3-A01D-5A3A8E42D1BD}" dt="2025-07-28T06:53:32.956" v="120"/>
          <ac:spMkLst>
            <pc:docMk/>
            <pc:sldMk cId="3527449431" sldId="285"/>
            <ac:spMk id="4" creationId="{501EC745-C72E-2C3D-F783-EA51D6266E4A}"/>
          </ac:spMkLst>
        </pc:spChg>
        <pc:spChg chg="mod">
          <ac:chgData name="VISWANADHA S MURTHY" userId="843a5ce65ec7b142" providerId="LiveId" clId="{1F4242FC-E932-49D3-A01D-5A3A8E42D1BD}" dt="2025-07-28T06:56:12.934" v="154" actId="20577"/>
          <ac:spMkLst>
            <pc:docMk/>
            <pc:sldMk cId="3527449431" sldId="285"/>
            <ac:spMk id="7" creationId="{472CB62D-D666-3D46-BD85-7914F491B273}"/>
          </ac:spMkLst>
        </pc:spChg>
        <pc:picChg chg="add mod">
          <ac:chgData name="VISWANADHA S MURTHY" userId="843a5ce65ec7b142" providerId="LiveId" clId="{1F4242FC-E932-49D3-A01D-5A3A8E42D1BD}" dt="2025-07-28T06:55:37.285" v="123" actId="1076"/>
          <ac:picMkLst>
            <pc:docMk/>
            <pc:sldMk cId="3527449431" sldId="285"/>
            <ac:picMk id="8" creationId="{8CA55469-AA25-A51B-9EB1-8E567188B107}"/>
          </ac:picMkLst>
        </pc:picChg>
      </pc:sldChg>
      <pc:sldChg chg="addSp modSp mod">
        <pc:chgData name="VISWANADHA S MURTHY" userId="843a5ce65ec7b142" providerId="LiveId" clId="{1F4242FC-E932-49D3-A01D-5A3A8E42D1BD}" dt="2025-07-28T07:09:09.543" v="211" actId="1076"/>
        <pc:sldMkLst>
          <pc:docMk/>
          <pc:sldMk cId="1166232135" sldId="286"/>
        </pc:sldMkLst>
        <pc:spChg chg="mod">
          <ac:chgData name="VISWANADHA S MURTHY" userId="843a5ce65ec7b142" providerId="LiveId" clId="{1F4242FC-E932-49D3-A01D-5A3A8E42D1BD}" dt="2025-07-28T07:09:02.197" v="210" actId="20577"/>
          <ac:spMkLst>
            <pc:docMk/>
            <pc:sldMk cId="1166232135" sldId="286"/>
            <ac:spMk id="7" creationId="{B5E50391-8EF4-DB99-2D5F-611D67F1DD5E}"/>
          </ac:spMkLst>
        </pc:spChg>
        <pc:picChg chg="add mod">
          <ac:chgData name="VISWANADHA S MURTHY" userId="843a5ce65ec7b142" providerId="LiveId" clId="{1F4242FC-E932-49D3-A01D-5A3A8E42D1BD}" dt="2025-07-28T07:08:30.577" v="171" actId="1076"/>
          <ac:picMkLst>
            <pc:docMk/>
            <pc:sldMk cId="1166232135" sldId="286"/>
            <ac:picMk id="8" creationId="{78968188-C9F4-58CF-93D4-D8C2DD69467E}"/>
          </ac:picMkLst>
        </pc:picChg>
        <pc:picChg chg="add mod">
          <ac:chgData name="VISWANADHA S MURTHY" userId="843a5ce65ec7b142" providerId="LiveId" clId="{1F4242FC-E932-49D3-A01D-5A3A8E42D1BD}" dt="2025-07-28T07:09:09.543" v="211" actId="1076"/>
          <ac:picMkLst>
            <pc:docMk/>
            <pc:sldMk cId="1166232135" sldId="286"/>
            <ac:picMk id="11" creationId="{1278C875-42AE-B232-3AD5-31E3D5440324}"/>
          </ac:picMkLst>
        </pc:picChg>
      </pc:sldChg>
      <pc:sldChg chg="addSp delSp modSp mod">
        <pc:chgData name="VISWANADHA S MURTHY" userId="843a5ce65ec7b142" providerId="LiveId" clId="{1F4242FC-E932-49D3-A01D-5A3A8E42D1BD}" dt="2025-07-28T07:18:29.929" v="247" actId="1076"/>
        <pc:sldMkLst>
          <pc:docMk/>
          <pc:sldMk cId="2244136262" sldId="287"/>
        </pc:sldMkLst>
        <pc:spChg chg="mod">
          <ac:chgData name="VISWANADHA S MURTHY" userId="843a5ce65ec7b142" providerId="LiveId" clId="{1F4242FC-E932-49D3-A01D-5A3A8E42D1BD}" dt="2025-07-28T07:16:54.388" v="243" actId="20577"/>
          <ac:spMkLst>
            <pc:docMk/>
            <pc:sldMk cId="2244136262" sldId="287"/>
            <ac:spMk id="7" creationId="{26D6C8CA-C8BF-44C9-BC0E-FAF59B03E0B0}"/>
          </ac:spMkLst>
        </pc:spChg>
        <pc:picChg chg="add del mod">
          <ac:chgData name="VISWANADHA S MURTHY" userId="843a5ce65ec7b142" providerId="LiveId" clId="{1F4242FC-E932-49D3-A01D-5A3A8E42D1BD}" dt="2025-07-28T07:18:24.667" v="245" actId="478"/>
          <ac:picMkLst>
            <pc:docMk/>
            <pc:sldMk cId="2244136262" sldId="287"/>
            <ac:picMk id="8" creationId="{0A061108-8EC1-2643-6B09-885FCCE443A3}"/>
          </ac:picMkLst>
        </pc:picChg>
        <pc:picChg chg="add mod">
          <ac:chgData name="VISWANADHA S MURTHY" userId="843a5ce65ec7b142" providerId="LiveId" clId="{1F4242FC-E932-49D3-A01D-5A3A8E42D1BD}" dt="2025-07-28T07:18:29.929" v="247" actId="1076"/>
          <ac:picMkLst>
            <pc:docMk/>
            <pc:sldMk cId="2244136262" sldId="287"/>
            <ac:picMk id="11" creationId="{D9952601-645E-F12A-9A18-2DD1E37750B7}"/>
          </ac:picMkLst>
        </pc:picChg>
      </pc:sldChg>
      <pc:sldChg chg="addSp modSp mod">
        <pc:chgData name="VISWANADHA S MURTHY" userId="843a5ce65ec7b142" providerId="LiveId" clId="{1F4242FC-E932-49D3-A01D-5A3A8E42D1BD}" dt="2025-07-28T07:26:26.019" v="263" actId="20577"/>
        <pc:sldMkLst>
          <pc:docMk/>
          <pc:sldMk cId="2989603879" sldId="288"/>
        </pc:sldMkLst>
        <pc:spChg chg="mod">
          <ac:chgData name="VISWANADHA S MURTHY" userId="843a5ce65ec7b142" providerId="LiveId" clId="{1F4242FC-E932-49D3-A01D-5A3A8E42D1BD}" dt="2025-07-28T07:26:26.019" v="263" actId="20577"/>
          <ac:spMkLst>
            <pc:docMk/>
            <pc:sldMk cId="2989603879" sldId="288"/>
            <ac:spMk id="7" creationId="{345E6EB6-F140-AAB0-A0A9-405B64FF2239}"/>
          </ac:spMkLst>
        </pc:spChg>
        <pc:picChg chg="add mod">
          <ac:chgData name="VISWANADHA S MURTHY" userId="843a5ce65ec7b142" providerId="LiveId" clId="{1F4242FC-E932-49D3-A01D-5A3A8E42D1BD}" dt="2025-07-28T07:21:11.691" v="249" actId="1076"/>
          <ac:picMkLst>
            <pc:docMk/>
            <pc:sldMk cId="2989603879" sldId="288"/>
            <ac:picMk id="8" creationId="{EA04324F-3A9B-9686-5AB3-3BD98899FB34}"/>
          </ac:picMkLst>
        </pc:picChg>
        <pc:picChg chg="add mod">
          <ac:chgData name="VISWANADHA S MURTHY" userId="843a5ce65ec7b142" providerId="LiveId" clId="{1F4242FC-E932-49D3-A01D-5A3A8E42D1BD}" dt="2025-07-28T07:23:02.121" v="257" actId="1076"/>
          <ac:picMkLst>
            <pc:docMk/>
            <pc:sldMk cId="2989603879" sldId="288"/>
            <ac:picMk id="11" creationId="{88E9419B-F335-2824-DBE3-1893F8B8A630}"/>
          </ac:picMkLst>
        </pc:picChg>
      </pc:sldChg>
      <pc:sldChg chg="add">
        <pc:chgData name="VISWANADHA S MURTHY" userId="843a5ce65ec7b142" providerId="LiveId" clId="{1F4242FC-E932-49D3-A01D-5A3A8E42D1BD}" dt="2025-07-28T07:27:21.231" v="264"/>
        <pc:sldMkLst>
          <pc:docMk/>
          <pc:sldMk cId="4042154040" sldId="289"/>
        </pc:sldMkLst>
      </pc:sldChg>
      <pc:sldChg chg="add">
        <pc:chgData name="VISWANADHA S MURTHY" userId="843a5ce65ec7b142" providerId="LiveId" clId="{1F4242FC-E932-49D3-A01D-5A3A8E42D1BD}" dt="2025-07-28T07:27:21.231" v="264"/>
        <pc:sldMkLst>
          <pc:docMk/>
          <pc:sldMk cId="3625453241" sldId="290"/>
        </pc:sldMkLst>
      </pc:sldChg>
      <pc:sldChg chg="add">
        <pc:chgData name="VISWANADHA S MURTHY" userId="843a5ce65ec7b142" providerId="LiveId" clId="{1F4242FC-E932-49D3-A01D-5A3A8E42D1BD}" dt="2025-07-28T07:27:21.231" v="264"/>
        <pc:sldMkLst>
          <pc:docMk/>
          <pc:sldMk cId="3632696075" sldId="291"/>
        </pc:sldMkLst>
      </pc:sldChg>
      <pc:sldChg chg="add">
        <pc:chgData name="VISWANADHA S MURTHY" userId="843a5ce65ec7b142" providerId="LiveId" clId="{1F4242FC-E932-49D3-A01D-5A3A8E42D1BD}" dt="2025-07-28T07:27:21.231" v="264"/>
        <pc:sldMkLst>
          <pc:docMk/>
          <pc:sldMk cId="4186563184" sldId="292"/>
        </pc:sldMkLst>
      </pc:sldChg>
      <pc:sldChg chg="add">
        <pc:chgData name="VISWANADHA S MURTHY" userId="843a5ce65ec7b142" providerId="LiveId" clId="{1F4242FC-E932-49D3-A01D-5A3A8E42D1BD}" dt="2025-07-28T07:27:21.231" v="264"/>
        <pc:sldMkLst>
          <pc:docMk/>
          <pc:sldMk cId="498780911" sldId="293"/>
        </pc:sldMkLst>
      </pc:sldChg>
      <pc:sldChg chg="add">
        <pc:chgData name="VISWANADHA S MURTHY" userId="843a5ce65ec7b142" providerId="LiveId" clId="{1F4242FC-E932-49D3-A01D-5A3A8E42D1BD}" dt="2025-07-28T07:27:21.231" v="264"/>
        <pc:sldMkLst>
          <pc:docMk/>
          <pc:sldMk cId="3471260216" sldId="294"/>
        </pc:sldMkLst>
      </pc:sldChg>
      <pc:sldChg chg="add">
        <pc:chgData name="VISWANADHA S MURTHY" userId="843a5ce65ec7b142" providerId="LiveId" clId="{1F4242FC-E932-49D3-A01D-5A3A8E42D1BD}" dt="2025-07-28T07:27:21.231" v="264"/>
        <pc:sldMkLst>
          <pc:docMk/>
          <pc:sldMk cId="2404224951" sldId="295"/>
        </pc:sldMkLst>
      </pc:sldChg>
      <pc:sldChg chg="add">
        <pc:chgData name="VISWANADHA S MURTHY" userId="843a5ce65ec7b142" providerId="LiveId" clId="{1F4242FC-E932-49D3-A01D-5A3A8E42D1BD}" dt="2025-07-28T07:27:21.231" v="264"/>
        <pc:sldMkLst>
          <pc:docMk/>
          <pc:sldMk cId="3699073688" sldId="296"/>
        </pc:sldMkLst>
      </pc:sldChg>
    </pc:docChg>
  </pc:docChgLst>
  <pc:docChgLst>
    <pc:chgData name="VISWANADHA S MURTHY" userId="843a5ce65ec7b142" providerId="LiveId" clId="{3634A542-5E8B-473A-BC06-9A2D1EBCD602}"/>
    <pc:docChg chg="custSel addSld delSld modSld">
      <pc:chgData name="VISWANADHA S MURTHY" userId="843a5ce65ec7b142" providerId="LiveId" clId="{3634A542-5E8B-473A-BC06-9A2D1EBCD602}" dt="2025-07-28T09:19:43.514" v="131" actId="1076"/>
      <pc:docMkLst>
        <pc:docMk/>
      </pc:docMkLst>
      <pc:sldChg chg="del">
        <pc:chgData name="VISWANADHA S MURTHY" userId="843a5ce65ec7b142" providerId="LiveId" clId="{3634A542-5E8B-473A-BC06-9A2D1EBCD602}" dt="2025-07-28T08:46:36.433" v="0" actId="47"/>
        <pc:sldMkLst>
          <pc:docMk/>
          <pc:sldMk cId="4042154040" sldId="289"/>
        </pc:sldMkLst>
      </pc:sldChg>
      <pc:sldChg chg="del">
        <pc:chgData name="VISWANADHA S MURTHY" userId="843a5ce65ec7b142" providerId="LiveId" clId="{3634A542-5E8B-473A-BC06-9A2D1EBCD602}" dt="2025-07-28T08:46:36.433" v="0" actId="47"/>
        <pc:sldMkLst>
          <pc:docMk/>
          <pc:sldMk cId="3625453241" sldId="290"/>
        </pc:sldMkLst>
      </pc:sldChg>
      <pc:sldChg chg="del">
        <pc:chgData name="VISWANADHA S MURTHY" userId="843a5ce65ec7b142" providerId="LiveId" clId="{3634A542-5E8B-473A-BC06-9A2D1EBCD602}" dt="2025-07-28T08:46:36.433" v="0" actId="47"/>
        <pc:sldMkLst>
          <pc:docMk/>
          <pc:sldMk cId="3632696075" sldId="291"/>
        </pc:sldMkLst>
      </pc:sldChg>
      <pc:sldChg chg="del">
        <pc:chgData name="VISWANADHA S MURTHY" userId="843a5ce65ec7b142" providerId="LiveId" clId="{3634A542-5E8B-473A-BC06-9A2D1EBCD602}" dt="2025-07-28T08:46:36.433" v="0" actId="47"/>
        <pc:sldMkLst>
          <pc:docMk/>
          <pc:sldMk cId="4186563184" sldId="292"/>
        </pc:sldMkLst>
      </pc:sldChg>
      <pc:sldChg chg="addSp modSp mod">
        <pc:chgData name="VISWANADHA S MURTHY" userId="843a5ce65ec7b142" providerId="LiveId" clId="{3634A542-5E8B-473A-BC06-9A2D1EBCD602}" dt="2025-07-28T08:48:30.305" v="28" actId="1076"/>
        <pc:sldMkLst>
          <pc:docMk/>
          <pc:sldMk cId="498780911" sldId="293"/>
        </pc:sldMkLst>
        <pc:spChg chg="mod">
          <ac:chgData name="VISWANADHA S MURTHY" userId="843a5ce65ec7b142" providerId="LiveId" clId="{3634A542-5E8B-473A-BC06-9A2D1EBCD602}" dt="2025-07-28T08:47:40.573" v="27" actId="20577"/>
          <ac:spMkLst>
            <pc:docMk/>
            <pc:sldMk cId="498780911" sldId="293"/>
            <ac:spMk id="5" creationId="{FE527A27-6B87-1E23-0751-0AAB7952B972}"/>
          </ac:spMkLst>
        </pc:spChg>
        <pc:graphicFrameChg chg="add mod">
          <ac:chgData name="VISWANADHA S MURTHY" userId="843a5ce65ec7b142" providerId="LiveId" clId="{3634A542-5E8B-473A-BC06-9A2D1EBCD602}" dt="2025-07-28T08:46:41.098" v="2"/>
          <ac:graphicFrameMkLst>
            <pc:docMk/>
            <pc:sldMk cId="498780911" sldId="293"/>
            <ac:graphicFrameMk id="2" creationId="{680256B2-B17D-CC0D-A073-03904E40FAE2}"/>
          </ac:graphicFrameMkLst>
        </pc:graphicFrameChg>
        <pc:picChg chg="add mod">
          <ac:chgData name="VISWANADHA S MURTHY" userId="843a5ce65ec7b142" providerId="LiveId" clId="{3634A542-5E8B-473A-BC06-9A2D1EBCD602}" dt="2025-07-28T08:48:30.305" v="28" actId="1076"/>
          <ac:picMkLst>
            <pc:docMk/>
            <pc:sldMk cId="498780911" sldId="293"/>
            <ac:picMk id="6" creationId="{8948FBB4-910A-2BF6-E41B-20E3F95E99AD}"/>
          </ac:picMkLst>
        </pc:picChg>
      </pc:sldChg>
      <pc:sldChg chg="addSp modSp mod">
        <pc:chgData name="VISWANADHA S MURTHY" userId="843a5ce65ec7b142" providerId="LiveId" clId="{3634A542-5E8B-473A-BC06-9A2D1EBCD602}" dt="2025-07-28T09:11:49.853" v="50" actId="1076"/>
        <pc:sldMkLst>
          <pc:docMk/>
          <pc:sldMk cId="3471260216" sldId="294"/>
        </pc:sldMkLst>
        <pc:spChg chg="mod">
          <ac:chgData name="VISWANADHA S MURTHY" userId="843a5ce65ec7b142" providerId="LiveId" clId="{3634A542-5E8B-473A-BC06-9A2D1EBCD602}" dt="2025-07-28T09:09:05.187" v="46" actId="20577"/>
          <ac:spMkLst>
            <pc:docMk/>
            <pc:sldMk cId="3471260216" sldId="294"/>
            <ac:spMk id="5" creationId="{732AF49E-E632-5DE7-4CA6-C9F02E094A7D}"/>
          </ac:spMkLst>
        </pc:spChg>
        <pc:picChg chg="add mod">
          <ac:chgData name="VISWANADHA S MURTHY" userId="843a5ce65ec7b142" providerId="LiveId" clId="{3634A542-5E8B-473A-BC06-9A2D1EBCD602}" dt="2025-07-28T09:11:49.853" v="50" actId="1076"/>
          <ac:picMkLst>
            <pc:docMk/>
            <pc:sldMk cId="3471260216" sldId="294"/>
            <ac:picMk id="4" creationId="{C0149364-3C16-99C0-700D-3CA78B691BDF}"/>
          </ac:picMkLst>
        </pc:picChg>
      </pc:sldChg>
      <pc:sldChg chg="addSp delSp modSp mod">
        <pc:chgData name="VISWANADHA S MURTHY" userId="843a5ce65ec7b142" providerId="LiveId" clId="{3634A542-5E8B-473A-BC06-9A2D1EBCD602}" dt="2025-07-28T09:19:43.514" v="131" actId="1076"/>
        <pc:sldMkLst>
          <pc:docMk/>
          <pc:sldMk cId="2404224951" sldId="295"/>
        </pc:sldMkLst>
        <pc:spChg chg="mod">
          <ac:chgData name="VISWANADHA S MURTHY" userId="843a5ce65ec7b142" providerId="LiveId" clId="{3634A542-5E8B-473A-BC06-9A2D1EBCD602}" dt="2025-07-28T09:19:34.032" v="130" actId="20577"/>
          <ac:spMkLst>
            <pc:docMk/>
            <pc:sldMk cId="2404224951" sldId="295"/>
            <ac:spMk id="5" creationId="{D15D9681-046A-43D1-1EFC-A872DD08EACA}"/>
          </ac:spMkLst>
        </pc:spChg>
        <pc:picChg chg="add del mod">
          <ac:chgData name="VISWANADHA S MURTHY" userId="843a5ce65ec7b142" providerId="LiveId" clId="{3634A542-5E8B-473A-BC06-9A2D1EBCD602}" dt="2025-07-28T09:19:16.847" v="113" actId="478"/>
          <ac:picMkLst>
            <pc:docMk/>
            <pc:sldMk cId="2404224951" sldId="295"/>
            <ac:picMk id="4" creationId="{D80E3EC1-14FE-5FDD-EA86-664C25D929B9}"/>
          </ac:picMkLst>
        </pc:picChg>
        <pc:picChg chg="add mod">
          <ac:chgData name="VISWANADHA S MURTHY" userId="843a5ce65ec7b142" providerId="LiveId" clId="{3634A542-5E8B-473A-BC06-9A2D1EBCD602}" dt="2025-07-28T09:19:43.514" v="131" actId="1076"/>
          <ac:picMkLst>
            <pc:docMk/>
            <pc:sldMk cId="2404224951" sldId="295"/>
            <ac:picMk id="7" creationId="{1B84E303-35A9-2ADD-FBF3-67259642049F}"/>
          </ac:picMkLst>
        </pc:picChg>
      </pc:sldChg>
      <pc:sldChg chg="add">
        <pc:chgData name="VISWANADHA S MURTHY" userId="843a5ce65ec7b142" providerId="LiveId" clId="{3634A542-5E8B-473A-BC06-9A2D1EBCD602}" dt="2025-07-28T09:11:56.878" v="51"/>
        <pc:sldMkLst>
          <pc:docMk/>
          <pc:sldMk cId="2927722200" sldId="297"/>
        </pc:sldMkLst>
      </pc:sldChg>
      <pc:sldChg chg="add">
        <pc:chgData name="VISWANADHA S MURTHY" userId="843a5ce65ec7b142" providerId="LiveId" clId="{3634A542-5E8B-473A-BC06-9A2D1EBCD602}" dt="2025-07-28T09:11:57.196" v="52"/>
        <pc:sldMkLst>
          <pc:docMk/>
          <pc:sldMk cId="350895271" sldId="298"/>
        </pc:sldMkLst>
      </pc:sldChg>
      <pc:sldChg chg="add">
        <pc:chgData name="VISWANADHA S MURTHY" userId="843a5ce65ec7b142" providerId="LiveId" clId="{3634A542-5E8B-473A-BC06-9A2D1EBCD602}" dt="2025-07-28T09:11:57.427" v="53"/>
        <pc:sldMkLst>
          <pc:docMk/>
          <pc:sldMk cId="2559686179" sldId="299"/>
        </pc:sldMkLst>
      </pc:sldChg>
      <pc:sldChg chg="add">
        <pc:chgData name="VISWANADHA S MURTHY" userId="843a5ce65ec7b142" providerId="LiveId" clId="{3634A542-5E8B-473A-BC06-9A2D1EBCD602}" dt="2025-07-28T09:11:57.634" v="54"/>
        <pc:sldMkLst>
          <pc:docMk/>
          <pc:sldMk cId="573982922" sldId="300"/>
        </pc:sldMkLst>
      </pc:sldChg>
      <pc:sldChg chg="add">
        <pc:chgData name="VISWANADHA S MURTHY" userId="843a5ce65ec7b142" providerId="LiveId" clId="{3634A542-5E8B-473A-BC06-9A2D1EBCD602}" dt="2025-07-28T09:11:57.842" v="55"/>
        <pc:sldMkLst>
          <pc:docMk/>
          <pc:sldMk cId="2687756992" sldId="301"/>
        </pc:sldMkLst>
      </pc:sldChg>
      <pc:sldChg chg="add">
        <pc:chgData name="VISWANADHA S MURTHY" userId="843a5ce65ec7b142" providerId="LiveId" clId="{3634A542-5E8B-473A-BC06-9A2D1EBCD602}" dt="2025-07-28T09:11:58.035" v="56"/>
        <pc:sldMkLst>
          <pc:docMk/>
          <pc:sldMk cId="3146884705" sldId="302"/>
        </pc:sldMkLst>
      </pc:sldChg>
      <pc:sldChg chg="add">
        <pc:chgData name="VISWANADHA S MURTHY" userId="843a5ce65ec7b142" providerId="LiveId" clId="{3634A542-5E8B-473A-BC06-9A2D1EBCD602}" dt="2025-07-28T09:11:58.250" v="57"/>
        <pc:sldMkLst>
          <pc:docMk/>
          <pc:sldMk cId="1212064148" sldId="303"/>
        </pc:sldMkLst>
      </pc:sldChg>
      <pc:sldChg chg="add">
        <pc:chgData name="VISWANADHA S MURTHY" userId="843a5ce65ec7b142" providerId="LiveId" clId="{3634A542-5E8B-473A-BC06-9A2D1EBCD602}" dt="2025-07-28T09:11:59.947" v="58"/>
        <pc:sldMkLst>
          <pc:docMk/>
          <pc:sldMk cId="802818094" sldId="304"/>
        </pc:sldMkLst>
      </pc:sldChg>
      <pc:sldChg chg="add">
        <pc:chgData name="VISWANADHA S MURTHY" userId="843a5ce65ec7b142" providerId="LiveId" clId="{3634A542-5E8B-473A-BC06-9A2D1EBCD602}" dt="2025-07-28T09:12:00.153" v="59"/>
        <pc:sldMkLst>
          <pc:docMk/>
          <pc:sldMk cId="619405345" sldId="305"/>
        </pc:sldMkLst>
      </pc:sldChg>
    </pc:docChg>
  </pc:docChgLst>
  <pc:docChgLst>
    <pc:chgData name="VISWANADHA S MURTHY" userId="843a5ce65ec7b142" providerId="LiveId" clId="{2D993C6B-40AF-46CB-AC62-A7756752D492}"/>
    <pc:docChg chg="undo custSel delSld modSld sldOrd">
      <pc:chgData name="VISWANADHA S MURTHY" userId="843a5ce65ec7b142" providerId="LiveId" clId="{2D993C6B-40AF-46CB-AC62-A7756752D492}" dt="2025-07-28T08:28:03.294" v="131" actId="207"/>
      <pc:docMkLst>
        <pc:docMk/>
      </pc:docMkLst>
      <pc:sldChg chg="del">
        <pc:chgData name="VISWANADHA S MURTHY" userId="843a5ce65ec7b142" providerId="LiveId" clId="{2D993C6B-40AF-46CB-AC62-A7756752D492}" dt="2025-07-28T07:28:44.243" v="0" actId="47"/>
        <pc:sldMkLst>
          <pc:docMk/>
          <pc:sldMk cId="717232139" sldId="283"/>
        </pc:sldMkLst>
      </pc:sldChg>
      <pc:sldChg chg="del">
        <pc:chgData name="VISWANADHA S MURTHY" userId="843a5ce65ec7b142" providerId="LiveId" clId="{2D993C6B-40AF-46CB-AC62-A7756752D492}" dt="2025-07-28T07:28:44.903" v="1" actId="47"/>
        <pc:sldMkLst>
          <pc:docMk/>
          <pc:sldMk cId="1062629819" sldId="284"/>
        </pc:sldMkLst>
      </pc:sldChg>
      <pc:sldChg chg="del">
        <pc:chgData name="VISWANADHA S MURTHY" userId="843a5ce65ec7b142" providerId="LiveId" clId="{2D993C6B-40AF-46CB-AC62-A7756752D492}" dt="2025-07-28T07:28:45.457" v="2" actId="47"/>
        <pc:sldMkLst>
          <pc:docMk/>
          <pc:sldMk cId="3527449431" sldId="285"/>
        </pc:sldMkLst>
      </pc:sldChg>
      <pc:sldChg chg="del">
        <pc:chgData name="VISWANADHA S MURTHY" userId="843a5ce65ec7b142" providerId="LiveId" clId="{2D993C6B-40AF-46CB-AC62-A7756752D492}" dt="2025-07-28T07:28:46.156" v="3" actId="47"/>
        <pc:sldMkLst>
          <pc:docMk/>
          <pc:sldMk cId="1166232135" sldId="286"/>
        </pc:sldMkLst>
      </pc:sldChg>
      <pc:sldChg chg="del">
        <pc:chgData name="VISWANADHA S MURTHY" userId="843a5ce65ec7b142" providerId="LiveId" clId="{2D993C6B-40AF-46CB-AC62-A7756752D492}" dt="2025-07-28T07:28:47.483" v="4" actId="47"/>
        <pc:sldMkLst>
          <pc:docMk/>
          <pc:sldMk cId="2244136262" sldId="287"/>
        </pc:sldMkLst>
      </pc:sldChg>
      <pc:sldChg chg="del">
        <pc:chgData name="VISWANADHA S MURTHY" userId="843a5ce65ec7b142" providerId="LiveId" clId="{2D993C6B-40AF-46CB-AC62-A7756752D492}" dt="2025-07-28T07:28:48.053" v="5" actId="47"/>
        <pc:sldMkLst>
          <pc:docMk/>
          <pc:sldMk cId="2989603879" sldId="288"/>
        </pc:sldMkLst>
      </pc:sldChg>
      <pc:sldChg chg="addSp modSp mod">
        <pc:chgData name="VISWANADHA S MURTHY" userId="843a5ce65ec7b142" providerId="LiveId" clId="{2D993C6B-40AF-46CB-AC62-A7756752D492}" dt="2025-07-28T08:02:17.608" v="67" actId="1076"/>
        <pc:sldMkLst>
          <pc:docMk/>
          <pc:sldMk cId="4042154040" sldId="289"/>
        </pc:sldMkLst>
        <pc:spChg chg="mod">
          <ac:chgData name="VISWANADHA S MURTHY" userId="843a5ce65ec7b142" providerId="LiveId" clId="{2D993C6B-40AF-46CB-AC62-A7756752D492}" dt="2025-07-28T08:01:58.182" v="64" actId="20577"/>
          <ac:spMkLst>
            <pc:docMk/>
            <pc:sldMk cId="4042154040" sldId="289"/>
            <ac:spMk id="5" creationId="{21AEE9F0-74D6-80F5-478D-8799B4DB200A}"/>
          </ac:spMkLst>
        </pc:spChg>
        <pc:picChg chg="add mod">
          <ac:chgData name="VISWANADHA S MURTHY" userId="843a5ce65ec7b142" providerId="LiveId" clId="{2D993C6B-40AF-46CB-AC62-A7756752D492}" dt="2025-07-28T08:02:07.006" v="66" actId="1076"/>
          <ac:picMkLst>
            <pc:docMk/>
            <pc:sldMk cId="4042154040" sldId="289"/>
            <ac:picMk id="4" creationId="{73F640E1-C551-3171-2050-9717C201E575}"/>
          </ac:picMkLst>
        </pc:picChg>
        <pc:picChg chg="add mod">
          <ac:chgData name="VISWANADHA S MURTHY" userId="843a5ce65ec7b142" providerId="LiveId" clId="{2D993C6B-40AF-46CB-AC62-A7756752D492}" dt="2025-07-28T08:02:17.608" v="67" actId="1076"/>
          <ac:picMkLst>
            <pc:docMk/>
            <pc:sldMk cId="4042154040" sldId="289"/>
            <ac:picMk id="7" creationId="{9099EC30-F7D3-CB11-C332-1D9F7446126E}"/>
          </ac:picMkLst>
        </pc:picChg>
      </pc:sldChg>
      <pc:sldChg chg="addSp delSp modSp mod">
        <pc:chgData name="VISWANADHA S MURTHY" userId="843a5ce65ec7b142" providerId="LiveId" clId="{2D993C6B-40AF-46CB-AC62-A7756752D492}" dt="2025-07-28T08:22:41.819" v="124" actId="1076"/>
        <pc:sldMkLst>
          <pc:docMk/>
          <pc:sldMk cId="3625453241" sldId="290"/>
        </pc:sldMkLst>
        <pc:spChg chg="mod">
          <ac:chgData name="VISWANADHA S MURTHY" userId="843a5ce65ec7b142" providerId="LiveId" clId="{2D993C6B-40AF-46CB-AC62-A7756752D492}" dt="2025-07-28T08:15:31.582" v="118" actId="20577"/>
          <ac:spMkLst>
            <pc:docMk/>
            <pc:sldMk cId="3625453241" sldId="290"/>
            <ac:spMk id="5" creationId="{00FB3423-F9FF-E302-D550-8BD1631B1A16}"/>
          </ac:spMkLst>
        </pc:spChg>
        <pc:picChg chg="add del mod">
          <ac:chgData name="VISWANADHA S MURTHY" userId="843a5ce65ec7b142" providerId="LiveId" clId="{2D993C6B-40AF-46CB-AC62-A7756752D492}" dt="2025-07-28T08:12:44.009" v="71" actId="22"/>
          <ac:picMkLst>
            <pc:docMk/>
            <pc:sldMk cId="3625453241" sldId="290"/>
            <ac:picMk id="4" creationId="{13A0E24B-859D-6620-39BF-C493271DC53D}"/>
          </ac:picMkLst>
        </pc:picChg>
        <pc:picChg chg="add mod">
          <ac:chgData name="VISWANADHA S MURTHY" userId="843a5ce65ec7b142" providerId="LiveId" clId="{2D993C6B-40AF-46CB-AC62-A7756752D492}" dt="2025-07-28T08:22:41.819" v="124" actId="1076"/>
          <ac:picMkLst>
            <pc:docMk/>
            <pc:sldMk cId="3625453241" sldId="290"/>
            <ac:picMk id="7" creationId="{51EFC1B3-F099-15F7-DF89-3F44DB019749}"/>
          </ac:picMkLst>
        </pc:picChg>
      </pc:sldChg>
      <pc:sldChg chg="addSp modSp mod">
        <pc:chgData name="VISWANADHA S MURTHY" userId="843a5ce65ec7b142" providerId="LiveId" clId="{2D993C6B-40AF-46CB-AC62-A7756752D492}" dt="2025-07-28T08:18:38.575" v="123" actId="1076"/>
        <pc:sldMkLst>
          <pc:docMk/>
          <pc:sldMk cId="3632696075" sldId="291"/>
        </pc:sldMkLst>
        <pc:spChg chg="mod">
          <ac:chgData name="VISWANADHA S MURTHY" userId="843a5ce65ec7b142" providerId="LiveId" clId="{2D993C6B-40AF-46CB-AC62-A7756752D492}" dt="2025-07-28T08:18:35.783" v="122"/>
          <ac:spMkLst>
            <pc:docMk/>
            <pc:sldMk cId="3632696075" sldId="291"/>
            <ac:spMk id="5" creationId="{9E38B31F-72AA-2220-2236-AF8454C1E6E7}"/>
          </ac:spMkLst>
        </pc:spChg>
        <pc:picChg chg="add mod">
          <ac:chgData name="VISWANADHA S MURTHY" userId="843a5ce65ec7b142" providerId="LiveId" clId="{2D993C6B-40AF-46CB-AC62-A7756752D492}" dt="2025-07-28T08:18:38.575" v="123" actId="1076"/>
          <ac:picMkLst>
            <pc:docMk/>
            <pc:sldMk cId="3632696075" sldId="291"/>
            <ac:picMk id="4" creationId="{CB6D5141-D645-43BD-BFF8-6B57266FCB43}"/>
          </ac:picMkLst>
        </pc:picChg>
      </pc:sldChg>
      <pc:sldChg chg="addSp modSp mod ord">
        <pc:chgData name="VISWANADHA S MURTHY" userId="843a5ce65ec7b142" providerId="LiveId" clId="{2D993C6B-40AF-46CB-AC62-A7756752D492}" dt="2025-07-28T08:28:03.294" v="131" actId="207"/>
        <pc:sldMkLst>
          <pc:docMk/>
          <pc:sldMk cId="4186563184" sldId="292"/>
        </pc:sldMkLst>
        <pc:spChg chg="mod">
          <ac:chgData name="VISWANADHA S MURTHY" userId="843a5ce65ec7b142" providerId="LiveId" clId="{2D993C6B-40AF-46CB-AC62-A7756752D492}" dt="2025-07-28T08:28:03.294" v="131" actId="207"/>
          <ac:spMkLst>
            <pc:docMk/>
            <pc:sldMk cId="4186563184" sldId="292"/>
            <ac:spMk id="5" creationId="{37CF3150-761B-C84C-45ED-7C0BBF419025}"/>
          </ac:spMkLst>
        </pc:spChg>
        <pc:picChg chg="add mod">
          <ac:chgData name="VISWANADHA S MURTHY" userId="843a5ce65ec7b142" providerId="LiveId" clId="{2D993C6B-40AF-46CB-AC62-A7756752D492}" dt="2025-07-28T08:27:39.418" v="129" actId="1076"/>
          <ac:picMkLst>
            <pc:docMk/>
            <pc:sldMk cId="4186563184" sldId="292"/>
            <ac:picMk id="4" creationId="{CF0938DC-A942-C0D8-0D21-CF27B5F2524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8BA0C7-BE67-48D5-BD35-DA5DB3D3A476}" type="datetimeFigureOut">
              <a:rPr lang="en-US" smtClean="0"/>
              <a:t>5/15/2026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467D57-D457-4EAE-BF4F-2FDE0C552E3A}" type="slidenum">
              <a:rPr lang="en-US" smtClean="0"/>
              <a:t>‹#›</a:t>
            </a:fld>
            <a:endParaRPr lang="en-US"/>
          </a:p>
        </p:txBody>
      </p:sp>
    </p:spTree>
    <p:extLst>
      <p:ext uri="{BB962C8B-B14F-4D97-AF65-F5344CB8AC3E}">
        <p14:creationId xmlns:p14="http://schemas.microsoft.com/office/powerpoint/2010/main" val="1529617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FEDEED-7842-4258-8A82-6812FA1E8BFB}" type="datetime1">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307428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90CC30-37F6-49DC-8F97-9FC4C90ABBE4}" type="datetime1">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458840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446254-DF34-4B25-8594-5D60DA2E06AD}" type="datetime1">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7742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23910C-AAA9-4EBC-B496-A3B1AB664E29}" type="datetime1">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3902181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00867D-E0D5-49E8-B491-4AFA3BE2396B}" type="datetime1">
              <a:rPr lang="en-US" smtClean="0"/>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807731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2E511D-A56B-4FB4-867E-80BB956F2BC0}" type="datetime1">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500325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3F6D47-A815-4926-A44E-2D6ED0185A8A}" type="datetime1">
              <a:rPr lang="en-US" smtClean="0"/>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098896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159D76-0D3E-4EA7-B250-0F2D356A6FC0}" type="datetime1">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753399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B2B5876-36BD-4EF0-A012-C15007E79556}" type="datetime1">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3535008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7A8920-E8A9-414C-8407-630EE2D7E960}" type="datetime1">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554331275"/>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7A8920-E8A9-414C-8407-630EE2D7E960}" type="datetime1">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208145175"/>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7A8920-E8A9-414C-8407-630EE2D7E960}" type="datetime1">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17392251"/>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7A8920-E8A9-414C-8407-630EE2D7E960}" type="datetime1">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3648170972"/>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E7A8920-E8A9-414C-8407-630EE2D7E960}" type="datetime1">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423679517"/>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E7A8920-E8A9-414C-8407-630EE2D7E960}" type="datetime1">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3317403033"/>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DAB554-37BB-4542-BE7B-4A6B4EE64334}" type="datetime1">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23471013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5A672A-4548-49D3-BFAB-EEFB9AC642E7}" type="datetime1">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378112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CE7A8920-E8A9-414C-8407-630EE2D7E960}" type="datetime1">
              <a:rPr lang="en-US" smtClean="0"/>
              <a:t>5/15/2026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EFE7C99-B088-4EBB-BFF6-BECCC96D5DD8}" type="slidenum">
              <a:rPr lang="en-US" smtClean="0"/>
              <a:t>‹#›</a:t>
            </a:fld>
            <a:endParaRPr lang="en-US"/>
          </a:p>
        </p:txBody>
      </p:sp>
    </p:spTree>
    <p:extLst>
      <p:ext uri="{BB962C8B-B14F-4D97-AF65-F5344CB8AC3E}">
        <p14:creationId xmlns:p14="http://schemas.microsoft.com/office/powerpoint/2010/main" val="20570259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C1802-DE5B-B0F8-AFAC-CF0D6B6A3375}"/>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E0CF21E6-7CD3-3C5A-BF25-37F57027D20A}"/>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65259E53-7BF7-8088-0FCC-3E543B58D422}"/>
              </a:ext>
            </a:extLst>
          </p:cNvPr>
          <p:cNvSpPr>
            <a:spLocks noGrp="1"/>
          </p:cNvSpPr>
          <p:nvPr>
            <p:ph type="sldNum" sz="quarter" idx="12"/>
          </p:nvPr>
        </p:nvSpPr>
        <p:spPr/>
        <p:txBody>
          <a:bodyPr/>
          <a:lstStyle/>
          <a:p>
            <a:fld id="{6EFE7C99-B088-4EBB-BFF6-BECCC96D5DD8}" type="slidenum">
              <a:rPr lang="en-US" smtClean="0"/>
              <a:t>1</a:t>
            </a:fld>
            <a:endParaRPr lang="en-US" dirty="0"/>
          </a:p>
        </p:txBody>
      </p:sp>
      <p:sp>
        <p:nvSpPr>
          <p:cNvPr id="2" name="TextBox 1">
            <a:extLst>
              <a:ext uri="{FF2B5EF4-FFF2-40B4-BE49-F238E27FC236}">
                <a16:creationId xmlns:a16="http://schemas.microsoft.com/office/drawing/2014/main" id="{74FF3751-9E52-D044-2613-6FC70FC9F9D1}"/>
              </a:ext>
            </a:extLst>
          </p:cNvPr>
          <p:cNvSpPr txBox="1"/>
          <p:nvPr/>
        </p:nvSpPr>
        <p:spPr>
          <a:xfrm>
            <a:off x="2862943" y="502455"/>
            <a:ext cx="4659086" cy="615553"/>
          </a:xfrm>
          <a:prstGeom prst="rect">
            <a:avLst/>
          </a:prstGeom>
          <a:noFill/>
        </p:spPr>
        <p:txBody>
          <a:bodyPr wrap="square" rtlCol="0">
            <a:spAutoFit/>
          </a:bodyPr>
          <a:lstStyle/>
          <a:p>
            <a:pPr algn="ctr"/>
            <a:r>
              <a:rPr lang="en-US" sz="3400" b="1" dirty="0">
                <a:latin typeface="Bookman Old Style" panose="02050604050505020204" pitchFamily="18" charset="0"/>
              </a:rPr>
              <a:t>Averages</a:t>
            </a:r>
            <a:endParaRPr lang="en-IN" sz="3400" b="1" dirty="0">
              <a:latin typeface="Bookman Old Style" panose="02050604050505020204" pitchFamily="18" charset="0"/>
            </a:endParaRPr>
          </a:p>
        </p:txBody>
      </p:sp>
      <p:pic>
        <p:nvPicPr>
          <p:cNvPr id="3" name="Picture 2" descr="A yellow and blue sign with words">
            <a:extLst>
              <a:ext uri="{FF2B5EF4-FFF2-40B4-BE49-F238E27FC236}">
                <a16:creationId xmlns:a16="http://schemas.microsoft.com/office/drawing/2014/main" id="{7140A1B4-BBFD-53AC-829F-30648BF64E8C}"/>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3048023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6603FBC-39B0-1726-70C3-C50C62355A0C}"/>
              </a:ext>
            </a:extLst>
          </p:cNvPr>
          <p:cNvSpPr>
            <a:spLocks noGrp="1"/>
          </p:cNvSpPr>
          <p:nvPr>
            <p:ph type="dt" sz="half" idx="10"/>
          </p:nvPr>
        </p:nvSpPr>
        <p:spPr/>
        <p:txBody>
          <a:bodyPr/>
          <a:lstStyle/>
          <a:p>
            <a:fld id="{BF90CC30-37F6-49DC-8F97-9FC4C90ABBE4}" type="datetime1">
              <a:rPr lang="en-US" smtClean="0"/>
              <a:t>5/15/2026</a:t>
            </a:fld>
            <a:endParaRPr lang="en-US"/>
          </a:p>
        </p:txBody>
      </p:sp>
      <p:sp>
        <p:nvSpPr>
          <p:cNvPr id="5" name="Slide Number Placeholder 4">
            <a:extLst>
              <a:ext uri="{FF2B5EF4-FFF2-40B4-BE49-F238E27FC236}">
                <a16:creationId xmlns:a16="http://schemas.microsoft.com/office/drawing/2014/main" id="{5798951E-B542-07B5-984B-6553A16591DE}"/>
              </a:ext>
            </a:extLst>
          </p:cNvPr>
          <p:cNvSpPr>
            <a:spLocks noGrp="1"/>
          </p:cNvSpPr>
          <p:nvPr>
            <p:ph type="sldNum" sz="quarter" idx="12"/>
          </p:nvPr>
        </p:nvSpPr>
        <p:spPr/>
        <p:txBody>
          <a:bodyPr/>
          <a:lstStyle/>
          <a:p>
            <a:fld id="{6EFE7C99-B088-4EBB-BFF6-BECCC96D5DD8}" type="slidenum">
              <a:rPr lang="en-US" smtClean="0"/>
              <a:t>2</a:t>
            </a:fld>
            <a:endParaRPr lang="en-US"/>
          </a:p>
        </p:txBody>
      </p:sp>
      <p:sp>
        <p:nvSpPr>
          <p:cNvPr id="7" name="TextBox 6">
            <a:extLst>
              <a:ext uri="{FF2B5EF4-FFF2-40B4-BE49-F238E27FC236}">
                <a16:creationId xmlns:a16="http://schemas.microsoft.com/office/drawing/2014/main" id="{BB2D83BB-A062-3A76-9FE4-226291477D03}"/>
              </a:ext>
            </a:extLst>
          </p:cNvPr>
          <p:cNvSpPr txBox="1"/>
          <p:nvPr/>
        </p:nvSpPr>
        <p:spPr>
          <a:xfrm>
            <a:off x="489857" y="411155"/>
            <a:ext cx="7532914" cy="1688667"/>
          </a:xfrm>
          <a:prstGeom prst="rect">
            <a:avLst/>
          </a:prstGeom>
          <a:noFill/>
        </p:spPr>
        <p:txBody>
          <a:bodyPr wrap="square">
            <a:spAutoFit/>
          </a:bodyPr>
          <a:lstStyle/>
          <a:p>
            <a:pPr marL="342900" indent="-342900" algn="just">
              <a:lnSpc>
                <a:spcPct val="150000"/>
              </a:lnSpc>
              <a:buAutoNum type="arabicPeriod"/>
            </a:pPr>
            <a:r>
              <a:rPr lang="en-US" sz="2400" b="1" dirty="0">
                <a:latin typeface="Bookman Old Style" panose="02050604050505020204" pitchFamily="18" charset="0"/>
              </a:rPr>
              <a:t>Find the average of the following set of numbers. 65, 85, 70, 90, and 105</a:t>
            </a:r>
          </a:p>
          <a:p>
            <a:pPr algn="just">
              <a:lnSpc>
                <a:spcPct val="150000"/>
              </a:lnSpc>
            </a:pPr>
            <a:r>
              <a:rPr lang="en-US" sz="2400" b="1" dirty="0">
                <a:latin typeface="Bookman Old Style" panose="02050604050505020204" pitchFamily="18" charset="0"/>
              </a:rPr>
              <a:t>    a. 84         b. 87         c. 81          d. 83</a:t>
            </a:r>
          </a:p>
        </p:txBody>
      </p:sp>
      <p:pic>
        <p:nvPicPr>
          <p:cNvPr id="8" name="Picture 7" descr="A yellow and blue sign with words">
            <a:extLst>
              <a:ext uri="{FF2B5EF4-FFF2-40B4-BE49-F238E27FC236}">
                <a16:creationId xmlns:a16="http://schemas.microsoft.com/office/drawing/2014/main" id="{4E578AE3-82B7-62F0-94CF-C2F0DDB2FAEA}"/>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339495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5D77B-293A-978B-011A-05C05E5A976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2E2AA19-1224-4ECC-F37A-29CDE9E0F38B}"/>
              </a:ext>
            </a:extLst>
          </p:cNvPr>
          <p:cNvSpPr>
            <a:spLocks noGrp="1"/>
          </p:cNvSpPr>
          <p:nvPr>
            <p:ph type="dt" sz="half" idx="10"/>
          </p:nvPr>
        </p:nvSpPr>
        <p:spPr/>
        <p:txBody>
          <a:bodyPr/>
          <a:lstStyle/>
          <a:p>
            <a:fld id="{BF90CC30-37F6-49DC-8F97-9FC4C90ABBE4}" type="datetime1">
              <a:rPr lang="en-US" smtClean="0"/>
              <a:t>5/15/2026</a:t>
            </a:fld>
            <a:endParaRPr lang="en-US"/>
          </a:p>
        </p:txBody>
      </p:sp>
      <p:sp>
        <p:nvSpPr>
          <p:cNvPr id="5" name="Slide Number Placeholder 4">
            <a:extLst>
              <a:ext uri="{FF2B5EF4-FFF2-40B4-BE49-F238E27FC236}">
                <a16:creationId xmlns:a16="http://schemas.microsoft.com/office/drawing/2014/main" id="{F930FB42-D509-A606-02CB-AD8663FE3AA4}"/>
              </a:ext>
            </a:extLst>
          </p:cNvPr>
          <p:cNvSpPr>
            <a:spLocks noGrp="1"/>
          </p:cNvSpPr>
          <p:nvPr>
            <p:ph type="sldNum" sz="quarter" idx="12"/>
          </p:nvPr>
        </p:nvSpPr>
        <p:spPr/>
        <p:txBody>
          <a:bodyPr/>
          <a:lstStyle/>
          <a:p>
            <a:fld id="{6EFE7C99-B088-4EBB-BFF6-BECCC96D5DD8}" type="slidenum">
              <a:rPr lang="en-US" smtClean="0"/>
              <a:t>3</a:t>
            </a:fld>
            <a:endParaRPr lang="en-US"/>
          </a:p>
        </p:txBody>
      </p:sp>
      <p:sp>
        <p:nvSpPr>
          <p:cNvPr id="7" name="TextBox 6">
            <a:extLst>
              <a:ext uri="{FF2B5EF4-FFF2-40B4-BE49-F238E27FC236}">
                <a16:creationId xmlns:a16="http://schemas.microsoft.com/office/drawing/2014/main" id="{D040E9F2-0646-1514-B2D1-274935779698}"/>
              </a:ext>
            </a:extLst>
          </p:cNvPr>
          <p:cNvSpPr txBox="1"/>
          <p:nvPr/>
        </p:nvSpPr>
        <p:spPr>
          <a:xfrm>
            <a:off x="729343" y="705069"/>
            <a:ext cx="8011886" cy="1134670"/>
          </a:xfrm>
          <a:prstGeom prst="rect">
            <a:avLst/>
          </a:prstGeom>
          <a:noFill/>
        </p:spPr>
        <p:txBody>
          <a:bodyPr wrap="square">
            <a:spAutoFit/>
          </a:bodyPr>
          <a:lstStyle/>
          <a:p>
            <a:pPr algn="just">
              <a:lnSpc>
                <a:spcPct val="150000"/>
              </a:lnSpc>
            </a:pPr>
            <a:r>
              <a:rPr lang="en-US" sz="2400" b="1" dirty="0">
                <a:latin typeface="Bookman Old Style" panose="02050604050505020204" pitchFamily="18" charset="0"/>
              </a:rPr>
              <a:t>2. </a:t>
            </a:r>
            <a:r>
              <a:rPr lang="en-IN" sz="2400" b="1" dirty="0">
                <a:latin typeface="Bookman Old Style" pitchFamily="18" charset="0"/>
                <a:cs typeface="Times New Roman" panose="02020603050405020304" pitchFamily="18" charset="0"/>
              </a:rPr>
              <a:t>Find the average of  82 , 74 , 79 , 86 , 78</a:t>
            </a:r>
          </a:p>
          <a:p>
            <a:pPr algn="just">
              <a:lnSpc>
                <a:spcPct val="150000"/>
              </a:lnSpc>
            </a:pPr>
            <a:r>
              <a:rPr lang="en-IN" sz="2400" b="1" dirty="0">
                <a:latin typeface="Bookman Old Style" pitchFamily="18" charset="0"/>
                <a:cs typeface="Times New Roman" panose="02020603050405020304" pitchFamily="18" charset="0"/>
              </a:rPr>
              <a:t>  a. 78.8         b. 79.8          c. 80.2            d. 81.2</a:t>
            </a:r>
          </a:p>
        </p:txBody>
      </p:sp>
      <p:pic>
        <p:nvPicPr>
          <p:cNvPr id="2" name="Picture 1" descr="A yellow and blue sign with words">
            <a:extLst>
              <a:ext uri="{FF2B5EF4-FFF2-40B4-BE49-F238E27FC236}">
                <a16:creationId xmlns:a16="http://schemas.microsoft.com/office/drawing/2014/main" id="{D8196159-672E-0436-AA4F-A61386ED5230}"/>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3232586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88065-E70B-4F81-7C2B-4791327BBBA0}"/>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EFD73B6D-3BE9-638F-BBE5-FD68F6B5CD5E}"/>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B10DE3BC-47DE-7F8C-8F2B-8B36D5A587F0}"/>
              </a:ext>
            </a:extLst>
          </p:cNvPr>
          <p:cNvSpPr>
            <a:spLocks noGrp="1"/>
          </p:cNvSpPr>
          <p:nvPr>
            <p:ph type="sldNum" sz="quarter" idx="12"/>
          </p:nvPr>
        </p:nvSpPr>
        <p:spPr/>
        <p:txBody>
          <a:bodyPr/>
          <a:lstStyle/>
          <a:p>
            <a:fld id="{6EFE7C99-B088-4EBB-BFF6-BECCC96D5DD8}" type="slidenum">
              <a:rPr lang="en-US" smtClean="0"/>
              <a:t>4</a:t>
            </a:fld>
            <a:endParaRPr lang="en-US" dirty="0"/>
          </a:p>
        </p:txBody>
      </p:sp>
      <p:sp>
        <p:nvSpPr>
          <p:cNvPr id="4" name="TextBox 3">
            <a:extLst>
              <a:ext uri="{FF2B5EF4-FFF2-40B4-BE49-F238E27FC236}">
                <a16:creationId xmlns:a16="http://schemas.microsoft.com/office/drawing/2014/main" id="{3709BB78-8673-1A88-EBB6-91E016966DE3}"/>
              </a:ext>
            </a:extLst>
          </p:cNvPr>
          <p:cNvSpPr txBox="1"/>
          <p:nvPr/>
        </p:nvSpPr>
        <p:spPr>
          <a:xfrm>
            <a:off x="587829" y="430554"/>
            <a:ext cx="10406743" cy="5012654"/>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3. The average of 13 numbers is 24 . If each number is </a:t>
            </a:r>
          </a:p>
          <a:p>
            <a:pPr marL="514350" indent="-514350" algn="just">
              <a:lnSpc>
                <a:spcPct val="150000"/>
              </a:lnSpc>
              <a:buAutoNum type="romanLcPeriod"/>
            </a:pPr>
            <a:r>
              <a:rPr lang="en-IN" sz="2400" b="1" dirty="0">
                <a:latin typeface="Bookman Old Style" pitchFamily="18" charset="0"/>
                <a:cs typeface="Times New Roman" panose="02020603050405020304" pitchFamily="18" charset="0"/>
              </a:rPr>
              <a:t>Increased by 3. What is the new Average?</a:t>
            </a:r>
          </a:p>
          <a:p>
            <a:pPr algn="just">
              <a:lnSpc>
                <a:spcPct val="150000"/>
              </a:lnSpc>
            </a:pPr>
            <a:endParaRPr lang="en-IN" sz="2400" b="1" dirty="0">
              <a:latin typeface="Bookman Old Style" pitchFamily="18" charset="0"/>
              <a:cs typeface="Times New Roman" panose="02020603050405020304" pitchFamily="18" charset="0"/>
            </a:endParaRPr>
          </a:p>
          <a:p>
            <a:pPr algn="just">
              <a:lnSpc>
                <a:spcPct val="150000"/>
              </a:lnSpc>
            </a:pPr>
            <a:r>
              <a:rPr lang="en-IN" sz="2400" b="1" dirty="0">
                <a:latin typeface="Bookman Old Style" pitchFamily="18" charset="0"/>
                <a:cs typeface="Times New Roman" panose="02020603050405020304" pitchFamily="18" charset="0"/>
              </a:rPr>
              <a:t>ii. Decreased by 3. What is the new Average?</a:t>
            </a:r>
          </a:p>
          <a:p>
            <a:pPr algn="just">
              <a:lnSpc>
                <a:spcPct val="150000"/>
              </a:lnSpc>
            </a:pPr>
            <a:endParaRPr lang="en-IN" sz="2400" b="1" dirty="0">
              <a:latin typeface="Bookman Old Style" pitchFamily="18" charset="0"/>
              <a:cs typeface="Times New Roman" panose="02020603050405020304" pitchFamily="18" charset="0"/>
            </a:endParaRPr>
          </a:p>
          <a:p>
            <a:pPr algn="just">
              <a:lnSpc>
                <a:spcPct val="150000"/>
              </a:lnSpc>
            </a:pPr>
            <a:r>
              <a:rPr lang="en-IN" sz="2400" b="1" dirty="0">
                <a:latin typeface="Bookman Old Style" pitchFamily="18" charset="0"/>
                <a:cs typeface="Times New Roman" panose="02020603050405020304" pitchFamily="18" charset="0"/>
              </a:rPr>
              <a:t>iii. Multiplied by 3. What is the new Average?</a:t>
            </a:r>
          </a:p>
          <a:p>
            <a:pPr algn="just">
              <a:lnSpc>
                <a:spcPct val="150000"/>
              </a:lnSpc>
            </a:pPr>
            <a:endParaRPr lang="en-IN" sz="2400" b="1" dirty="0">
              <a:latin typeface="Bookman Old Style" pitchFamily="18" charset="0"/>
              <a:cs typeface="Times New Roman" panose="02020603050405020304" pitchFamily="18" charset="0"/>
            </a:endParaRPr>
          </a:p>
          <a:p>
            <a:pPr algn="just">
              <a:lnSpc>
                <a:spcPct val="150000"/>
              </a:lnSpc>
            </a:pPr>
            <a:r>
              <a:rPr lang="en-IN" sz="2400" b="1" dirty="0">
                <a:latin typeface="Bookman Old Style" pitchFamily="18" charset="0"/>
                <a:cs typeface="Times New Roman" panose="02020603050405020304" pitchFamily="18" charset="0"/>
              </a:rPr>
              <a:t>iv. Divided by 3. What is the new Average?</a:t>
            </a:r>
          </a:p>
          <a:p>
            <a:pPr algn="just">
              <a:lnSpc>
                <a:spcPct val="150000"/>
              </a:lnSpc>
            </a:pP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4BA9024D-5BED-9F22-C778-315B4199E871}"/>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2202451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2C267-8596-1DCD-0CC3-5258A5FE0421}"/>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F9B643BE-1AC7-FB85-2C5E-34B34DC3FA03}"/>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F56883C5-DCE9-64DC-97D5-951B86F46B97}"/>
              </a:ext>
            </a:extLst>
          </p:cNvPr>
          <p:cNvSpPr>
            <a:spLocks noGrp="1"/>
          </p:cNvSpPr>
          <p:nvPr>
            <p:ph type="sldNum" sz="quarter" idx="12"/>
          </p:nvPr>
        </p:nvSpPr>
        <p:spPr/>
        <p:txBody>
          <a:bodyPr/>
          <a:lstStyle/>
          <a:p>
            <a:fld id="{6EFE7C99-B088-4EBB-BFF6-BECCC96D5DD8}" type="slidenum">
              <a:rPr lang="en-US" smtClean="0"/>
              <a:t>5</a:t>
            </a:fld>
            <a:endParaRPr lang="en-US"/>
          </a:p>
        </p:txBody>
      </p:sp>
      <p:sp>
        <p:nvSpPr>
          <p:cNvPr id="4" name="TextBox 3">
            <a:extLst>
              <a:ext uri="{FF2B5EF4-FFF2-40B4-BE49-F238E27FC236}">
                <a16:creationId xmlns:a16="http://schemas.microsoft.com/office/drawing/2014/main" id="{7E77ED94-4F47-CDDA-5892-144940CC69C6}"/>
              </a:ext>
            </a:extLst>
          </p:cNvPr>
          <p:cNvSpPr txBox="1"/>
          <p:nvPr/>
        </p:nvSpPr>
        <p:spPr>
          <a:xfrm>
            <a:off x="457199" y="430554"/>
            <a:ext cx="9525001" cy="2796663"/>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4. The average age of 30 members in section A is 40 years and 20 members in section B is 30 years . Find the average of all.</a:t>
            </a:r>
          </a:p>
          <a:p>
            <a:pPr algn="just">
              <a:lnSpc>
                <a:spcPct val="150000"/>
              </a:lnSpc>
            </a:pPr>
            <a:r>
              <a:rPr lang="en-IN" sz="2400" b="1" dirty="0">
                <a:latin typeface="Bookman Old Style" pitchFamily="18" charset="0"/>
                <a:cs typeface="Times New Roman" panose="02020603050405020304" pitchFamily="18" charset="0"/>
              </a:rPr>
              <a:t>   a. 36        b. 30           c. 20            d. 18</a:t>
            </a:r>
          </a:p>
          <a:p>
            <a:pPr algn="just">
              <a:lnSpc>
                <a:spcPct val="150000"/>
              </a:lnSpc>
            </a:pP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01C1C899-FE38-D8E8-7E41-D78400167367}"/>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3128557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4E874-C323-671A-8518-BBBCEA9E927E}"/>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D8146308-BC18-BCC0-5643-37B54ED1A368}"/>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57F42F11-C132-F096-95FA-70208394A3A6}"/>
              </a:ext>
            </a:extLst>
          </p:cNvPr>
          <p:cNvSpPr>
            <a:spLocks noGrp="1"/>
          </p:cNvSpPr>
          <p:nvPr>
            <p:ph type="sldNum" sz="quarter" idx="12"/>
          </p:nvPr>
        </p:nvSpPr>
        <p:spPr/>
        <p:txBody>
          <a:bodyPr/>
          <a:lstStyle/>
          <a:p>
            <a:fld id="{6EFE7C99-B088-4EBB-BFF6-BECCC96D5DD8}" type="slidenum">
              <a:rPr lang="en-US" smtClean="0"/>
              <a:t>6</a:t>
            </a:fld>
            <a:endParaRPr lang="en-US"/>
          </a:p>
        </p:txBody>
      </p:sp>
      <p:sp>
        <p:nvSpPr>
          <p:cNvPr id="4" name="TextBox 3">
            <a:extLst>
              <a:ext uri="{FF2B5EF4-FFF2-40B4-BE49-F238E27FC236}">
                <a16:creationId xmlns:a16="http://schemas.microsoft.com/office/drawing/2014/main" id="{A6A5660F-EE5D-286B-63B5-1899297777BC}"/>
              </a:ext>
            </a:extLst>
          </p:cNvPr>
          <p:cNvSpPr txBox="1"/>
          <p:nvPr/>
        </p:nvSpPr>
        <p:spPr>
          <a:xfrm>
            <a:off x="492610" y="430554"/>
            <a:ext cx="9687561" cy="3165995"/>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5. The average of 11 observations is 50. If the average of first 6 observations is 49 and that of last 6 observations is 52, then 6</a:t>
            </a:r>
            <a:r>
              <a:rPr lang="en-IN" sz="2400" b="1" baseline="30000" dirty="0">
                <a:latin typeface="Bookman Old Style" pitchFamily="18" charset="0"/>
                <a:cs typeface="Times New Roman" panose="02020603050405020304" pitchFamily="18" charset="0"/>
              </a:rPr>
              <a:t>th</a:t>
            </a:r>
            <a:r>
              <a:rPr lang="en-IN" sz="2400" b="1" dirty="0">
                <a:latin typeface="Bookman Old Style" pitchFamily="18" charset="0"/>
                <a:cs typeface="Times New Roman" panose="02020603050405020304" pitchFamily="18" charset="0"/>
              </a:rPr>
              <a:t> observation is:</a:t>
            </a:r>
          </a:p>
          <a:p>
            <a:pPr algn="just"/>
            <a:r>
              <a:rPr lang="en-IN" sz="2400" b="1" dirty="0">
                <a:latin typeface="Bookman Old Style" pitchFamily="18" charset="0"/>
                <a:cs typeface="Times New Roman" panose="02020603050405020304" pitchFamily="18" charset="0"/>
              </a:rPr>
              <a:t>    a. 36            b. 48            c. 56             d. 64</a:t>
            </a:r>
          </a:p>
          <a:p>
            <a:pPr algn="just">
              <a:lnSpc>
                <a:spcPct val="150000"/>
              </a:lnSpc>
            </a:pPr>
            <a:endParaRPr lang="en-IN" sz="2400" b="1" dirty="0">
              <a:latin typeface="Bookman Old Style" pitchFamily="18" charset="0"/>
              <a:cs typeface="Times New Roman" panose="02020603050405020304" pitchFamily="18" charset="0"/>
            </a:endParaRPr>
          </a:p>
          <a:p>
            <a:pPr algn="just">
              <a:lnSpc>
                <a:spcPct val="150000"/>
              </a:lnSpc>
            </a:pP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213C2A72-59A8-FCD7-D977-B4C67D53D2C1}"/>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2301957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0F2C3-617B-A5B2-4713-18BB827821B6}"/>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BE25717E-F151-8939-C912-940E3BAA86DB}"/>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FBDB58D5-9E0F-2A10-3005-0AEF0C50A968}"/>
              </a:ext>
            </a:extLst>
          </p:cNvPr>
          <p:cNvSpPr>
            <a:spLocks noGrp="1"/>
          </p:cNvSpPr>
          <p:nvPr>
            <p:ph type="sldNum" sz="quarter" idx="12"/>
          </p:nvPr>
        </p:nvSpPr>
        <p:spPr/>
        <p:txBody>
          <a:bodyPr/>
          <a:lstStyle/>
          <a:p>
            <a:fld id="{6EFE7C99-B088-4EBB-BFF6-BECCC96D5DD8}" type="slidenum">
              <a:rPr lang="en-US" smtClean="0"/>
              <a:t>7</a:t>
            </a:fld>
            <a:endParaRPr lang="en-US"/>
          </a:p>
        </p:txBody>
      </p:sp>
      <p:sp>
        <p:nvSpPr>
          <p:cNvPr id="4" name="TextBox 3">
            <a:extLst>
              <a:ext uri="{FF2B5EF4-FFF2-40B4-BE49-F238E27FC236}">
                <a16:creationId xmlns:a16="http://schemas.microsoft.com/office/drawing/2014/main" id="{8397C981-A931-3313-3B5F-EB014A7BF755}"/>
              </a:ext>
            </a:extLst>
          </p:cNvPr>
          <p:cNvSpPr txBox="1"/>
          <p:nvPr/>
        </p:nvSpPr>
        <p:spPr>
          <a:xfrm>
            <a:off x="167157" y="430554"/>
            <a:ext cx="9825929" cy="2796663"/>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6. The average of 9 numbers is 30. the average of first 5 numbers is 25 and that of last three numbers is 35. what is the 6</a:t>
            </a:r>
            <a:r>
              <a:rPr lang="en-IN" sz="2400" b="1" baseline="30000" dirty="0">
                <a:latin typeface="Bookman Old Style" pitchFamily="18" charset="0"/>
                <a:cs typeface="Times New Roman" panose="02020603050405020304" pitchFamily="18" charset="0"/>
              </a:rPr>
              <a:t>th</a:t>
            </a:r>
            <a:r>
              <a:rPr lang="en-IN" sz="2400" b="1" dirty="0">
                <a:latin typeface="Bookman Old Style" pitchFamily="18" charset="0"/>
                <a:cs typeface="Times New Roman" panose="02020603050405020304" pitchFamily="18" charset="0"/>
              </a:rPr>
              <a:t> number:</a:t>
            </a:r>
          </a:p>
          <a:p>
            <a:pPr algn="just">
              <a:lnSpc>
                <a:spcPct val="150000"/>
              </a:lnSpc>
            </a:pPr>
            <a:r>
              <a:rPr lang="en-IN" sz="2400" b="1" dirty="0">
                <a:latin typeface="Bookman Old Style" pitchFamily="18" charset="0"/>
                <a:cs typeface="Times New Roman" panose="02020603050405020304" pitchFamily="18" charset="0"/>
              </a:rPr>
              <a:t>  a.30            b. 20              c. 50          d. 40</a:t>
            </a:r>
          </a:p>
          <a:p>
            <a:pPr algn="just">
              <a:lnSpc>
                <a:spcPct val="150000"/>
              </a:lnSpc>
            </a:pP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E6A34F26-7A5C-C843-D98C-DF653853C573}"/>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26255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4B570-511E-435D-01FA-94028E94FC81}"/>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12D6555D-1E6C-BDD3-3F0B-F7235BC6D3A7}"/>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0CA7EEE2-3F07-C0F5-3A56-CB660F02A06B}"/>
              </a:ext>
            </a:extLst>
          </p:cNvPr>
          <p:cNvSpPr>
            <a:spLocks noGrp="1"/>
          </p:cNvSpPr>
          <p:nvPr>
            <p:ph type="sldNum" sz="quarter" idx="12"/>
          </p:nvPr>
        </p:nvSpPr>
        <p:spPr/>
        <p:txBody>
          <a:bodyPr/>
          <a:lstStyle/>
          <a:p>
            <a:fld id="{6EFE7C99-B088-4EBB-BFF6-BECCC96D5DD8}" type="slidenum">
              <a:rPr lang="en-US" smtClean="0"/>
              <a:t>8</a:t>
            </a:fld>
            <a:endParaRPr lang="en-US"/>
          </a:p>
        </p:txBody>
      </p:sp>
      <p:sp>
        <p:nvSpPr>
          <p:cNvPr id="4" name="TextBox 3">
            <a:extLst>
              <a:ext uri="{FF2B5EF4-FFF2-40B4-BE49-F238E27FC236}">
                <a16:creationId xmlns:a16="http://schemas.microsoft.com/office/drawing/2014/main" id="{ACCB9049-4FAC-B57F-F441-245BB18A1498}"/>
              </a:ext>
            </a:extLst>
          </p:cNvPr>
          <p:cNvSpPr txBox="1"/>
          <p:nvPr/>
        </p:nvSpPr>
        <p:spPr>
          <a:xfrm>
            <a:off x="293915" y="430554"/>
            <a:ext cx="9916886" cy="4458656"/>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7. The average weight of a group of 3 people A, B and C is 70 kg . When D joins this group , the average becomes 60 kg , a man E, whose weight is 5 kg more than of D, replaces A and the average weight of B , C,D and E now becomes 59 kg. What is the average weight (in kg) of A,D and E ? (correct to the nearest integer)</a:t>
            </a:r>
          </a:p>
          <a:p>
            <a:pPr algn="just">
              <a:lnSpc>
                <a:spcPct val="150000"/>
              </a:lnSpc>
            </a:pPr>
            <a:r>
              <a:rPr lang="en-IN" sz="2400" b="1" dirty="0">
                <a:latin typeface="Bookman Old Style" pitchFamily="18" charset="0"/>
                <a:cs typeface="Times New Roman" panose="02020603050405020304" pitchFamily="18" charset="0"/>
              </a:rPr>
              <a:t>a. 39         b. 35        c. 30     d. 40 </a:t>
            </a:r>
          </a:p>
          <a:p>
            <a:pPr algn="just">
              <a:lnSpc>
                <a:spcPct val="150000"/>
              </a:lnSpc>
            </a:pP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7D7548A5-B9D2-4C09-3288-4949E58268D9}"/>
              </a:ext>
            </a:extLst>
          </p:cNvPr>
          <p:cNvPicPr>
            <a:picLocks noChangeAspect="1"/>
          </p:cNvPicPr>
          <p:nvPr/>
        </p:nvPicPr>
        <p:blipFill>
          <a:blip r:embed="rId2"/>
          <a:stretch>
            <a:fillRect/>
          </a:stretch>
        </p:blipFill>
        <p:spPr>
          <a:xfrm>
            <a:off x="10343363" y="199722"/>
            <a:ext cx="1681480" cy="1452880"/>
          </a:xfrm>
          <a:prstGeom prst="rect">
            <a:avLst/>
          </a:prstGeom>
        </p:spPr>
      </p:pic>
    </p:spTree>
    <p:extLst>
      <p:ext uri="{BB962C8B-B14F-4D97-AF65-F5344CB8AC3E}">
        <p14:creationId xmlns:p14="http://schemas.microsoft.com/office/powerpoint/2010/main" val="331130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16941-1C34-85B3-7344-27260DE6A8D8}"/>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02BC3165-5E6D-2DBB-6E46-14332E7C6882}"/>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FFCCBE6F-066F-E9A3-1915-08F724E4E9C8}"/>
              </a:ext>
            </a:extLst>
          </p:cNvPr>
          <p:cNvSpPr>
            <a:spLocks noGrp="1"/>
          </p:cNvSpPr>
          <p:nvPr>
            <p:ph type="sldNum" sz="quarter" idx="12"/>
          </p:nvPr>
        </p:nvSpPr>
        <p:spPr/>
        <p:txBody>
          <a:bodyPr/>
          <a:lstStyle/>
          <a:p>
            <a:fld id="{6EFE7C99-B088-4EBB-BFF6-BECCC96D5DD8}" type="slidenum">
              <a:rPr lang="en-US" smtClean="0"/>
              <a:t>9</a:t>
            </a:fld>
            <a:endParaRPr lang="en-US"/>
          </a:p>
        </p:txBody>
      </p:sp>
      <p:sp>
        <p:nvSpPr>
          <p:cNvPr id="4" name="TextBox 3">
            <a:extLst>
              <a:ext uri="{FF2B5EF4-FFF2-40B4-BE49-F238E27FC236}">
                <a16:creationId xmlns:a16="http://schemas.microsoft.com/office/drawing/2014/main" id="{F4FD2B43-38C1-4916-871C-9259303C2BA1}"/>
              </a:ext>
            </a:extLst>
          </p:cNvPr>
          <p:cNvSpPr txBox="1"/>
          <p:nvPr/>
        </p:nvSpPr>
        <p:spPr>
          <a:xfrm>
            <a:off x="167158" y="430554"/>
            <a:ext cx="9687560" cy="3350661"/>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8. The average age of 35 students in a class is 14 years. If teacher’s age is included , the average age is increased by one . Find the age of the teacher</a:t>
            </a:r>
          </a:p>
          <a:p>
            <a:pPr algn="just">
              <a:lnSpc>
                <a:spcPct val="150000"/>
              </a:lnSpc>
            </a:pPr>
            <a:r>
              <a:rPr lang="en-IN" sz="2400" b="1" dirty="0">
                <a:latin typeface="Bookman Old Style" pitchFamily="18" charset="0"/>
                <a:cs typeface="Times New Roman" panose="02020603050405020304" pitchFamily="18" charset="0"/>
              </a:rPr>
              <a:t>       a. 42         b. 50         c. 48        d. 46</a:t>
            </a:r>
          </a:p>
          <a:p>
            <a:pPr algn="just">
              <a:lnSpc>
                <a:spcPct val="150000"/>
              </a:lnSpc>
            </a:pPr>
            <a:endParaRPr lang="en-IN" sz="2400" b="1" dirty="0">
              <a:latin typeface="Bookman Old Style" pitchFamily="18" charset="0"/>
              <a:cs typeface="Times New Roman" panose="02020603050405020304" pitchFamily="18" charset="0"/>
            </a:endParaRPr>
          </a:p>
          <a:p>
            <a:pPr algn="just">
              <a:lnSpc>
                <a:spcPct val="150000"/>
              </a:lnSpc>
            </a:pP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AB54C81A-79C8-0B70-A8C3-2423076C4F10}"/>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463522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BA002-75B2-79E0-37A1-F12B85BE3C1A}"/>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611BDE3F-11AA-8CD8-30A2-80165242F369}"/>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1B916624-B50A-D465-327C-57CF9202030E}"/>
              </a:ext>
            </a:extLst>
          </p:cNvPr>
          <p:cNvSpPr>
            <a:spLocks noGrp="1"/>
          </p:cNvSpPr>
          <p:nvPr>
            <p:ph type="sldNum" sz="quarter" idx="12"/>
          </p:nvPr>
        </p:nvSpPr>
        <p:spPr/>
        <p:txBody>
          <a:bodyPr/>
          <a:lstStyle/>
          <a:p>
            <a:fld id="{6EFE7C99-B088-4EBB-BFF6-BECCC96D5DD8}" type="slidenum">
              <a:rPr lang="en-US" smtClean="0"/>
              <a:t>10</a:t>
            </a:fld>
            <a:endParaRPr lang="en-US"/>
          </a:p>
        </p:txBody>
      </p:sp>
      <p:sp>
        <p:nvSpPr>
          <p:cNvPr id="4" name="TextBox 3">
            <a:extLst>
              <a:ext uri="{FF2B5EF4-FFF2-40B4-BE49-F238E27FC236}">
                <a16:creationId xmlns:a16="http://schemas.microsoft.com/office/drawing/2014/main" id="{19890CE2-99E7-4CE7-FD26-102A60679513}"/>
              </a:ext>
            </a:extLst>
          </p:cNvPr>
          <p:cNvSpPr txBox="1"/>
          <p:nvPr/>
        </p:nvSpPr>
        <p:spPr>
          <a:xfrm>
            <a:off x="348343" y="319802"/>
            <a:ext cx="10014857" cy="3350661"/>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9. A batsman makes a score of 58 runs in the 15</a:t>
            </a:r>
            <a:r>
              <a:rPr lang="en-IN" sz="2400" b="1" baseline="30000" dirty="0">
                <a:latin typeface="Bookman Old Style" pitchFamily="18" charset="0"/>
                <a:cs typeface="Times New Roman" panose="02020603050405020304" pitchFamily="18" charset="0"/>
              </a:rPr>
              <a:t>th</a:t>
            </a:r>
            <a:r>
              <a:rPr lang="en-IN" sz="2400" b="1" dirty="0">
                <a:latin typeface="Bookman Old Style" pitchFamily="18" charset="0"/>
                <a:cs typeface="Times New Roman" panose="02020603050405020304" pitchFamily="18" charset="0"/>
              </a:rPr>
              <a:t> innings and thus increases his average by 3 runs. What is the average after 15</a:t>
            </a:r>
            <a:r>
              <a:rPr lang="en-IN" sz="2400" b="1" baseline="30000" dirty="0">
                <a:latin typeface="Bookman Old Style" pitchFamily="18" charset="0"/>
                <a:cs typeface="Times New Roman" panose="02020603050405020304" pitchFamily="18" charset="0"/>
              </a:rPr>
              <a:t>th</a:t>
            </a:r>
            <a:r>
              <a:rPr lang="en-IN" sz="2400" b="1" dirty="0">
                <a:latin typeface="Bookman Old Style" pitchFamily="18" charset="0"/>
                <a:cs typeface="Times New Roman" panose="02020603050405020304" pitchFamily="18" charset="0"/>
              </a:rPr>
              <a:t> innings</a:t>
            </a:r>
          </a:p>
          <a:p>
            <a:pPr algn="just">
              <a:lnSpc>
                <a:spcPct val="150000"/>
              </a:lnSpc>
            </a:pPr>
            <a:r>
              <a:rPr lang="en-IN" sz="2400" b="1" dirty="0">
                <a:latin typeface="Bookman Old Style" pitchFamily="18" charset="0"/>
                <a:cs typeface="Times New Roman" panose="02020603050405020304" pitchFamily="18" charset="0"/>
              </a:rPr>
              <a:t> a. 12         b. 14          c. 16         d. 13</a:t>
            </a:r>
          </a:p>
          <a:p>
            <a:pPr algn="just">
              <a:lnSpc>
                <a:spcPct val="150000"/>
              </a:lnSpc>
            </a:pPr>
            <a:endParaRPr lang="en-IN" sz="2400" b="1" dirty="0">
              <a:latin typeface="Bookman Old Style" pitchFamily="18" charset="0"/>
              <a:cs typeface="Times New Roman" panose="02020603050405020304" pitchFamily="18" charset="0"/>
            </a:endParaRPr>
          </a:p>
          <a:p>
            <a:pPr algn="just">
              <a:lnSpc>
                <a:spcPct val="150000"/>
              </a:lnSpc>
            </a:pP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981569C4-8761-70EA-646C-8E5C96051B9A}"/>
              </a:ext>
            </a:extLst>
          </p:cNvPr>
          <p:cNvPicPr>
            <a:picLocks noChangeAspect="1"/>
          </p:cNvPicPr>
          <p:nvPr/>
        </p:nvPicPr>
        <p:blipFill>
          <a:blip r:embed="rId2"/>
          <a:stretch>
            <a:fillRect/>
          </a:stretch>
        </p:blipFill>
        <p:spPr>
          <a:xfrm>
            <a:off x="10363200" y="319802"/>
            <a:ext cx="1681480" cy="1452880"/>
          </a:xfrm>
          <a:prstGeom prst="rect">
            <a:avLst/>
          </a:prstGeom>
        </p:spPr>
      </p:pic>
    </p:spTree>
    <p:extLst>
      <p:ext uri="{BB962C8B-B14F-4D97-AF65-F5344CB8AC3E}">
        <p14:creationId xmlns:p14="http://schemas.microsoft.com/office/powerpoint/2010/main" val="402735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90316-81A2-180F-D778-E105449F5826}"/>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4D5C4473-06CF-FF29-9290-52D7C4495AC9}"/>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E916861E-E0F3-EFF1-22CA-0E4FFB001920}"/>
              </a:ext>
            </a:extLst>
          </p:cNvPr>
          <p:cNvSpPr>
            <a:spLocks noGrp="1"/>
          </p:cNvSpPr>
          <p:nvPr>
            <p:ph type="sldNum" sz="quarter" idx="12"/>
          </p:nvPr>
        </p:nvSpPr>
        <p:spPr/>
        <p:txBody>
          <a:bodyPr/>
          <a:lstStyle/>
          <a:p>
            <a:fld id="{6EFE7C99-B088-4EBB-BFF6-BECCC96D5DD8}" type="slidenum">
              <a:rPr lang="en-US" smtClean="0"/>
              <a:t>11</a:t>
            </a:fld>
            <a:endParaRPr lang="en-US"/>
          </a:p>
        </p:txBody>
      </p:sp>
      <p:sp>
        <p:nvSpPr>
          <p:cNvPr id="4" name="TextBox 3">
            <a:extLst>
              <a:ext uri="{FF2B5EF4-FFF2-40B4-BE49-F238E27FC236}">
                <a16:creationId xmlns:a16="http://schemas.microsoft.com/office/drawing/2014/main" id="{A2C7E9FA-6B84-BCC6-264C-A70445C6262B}"/>
              </a:ext>
            </a:extLst>
          </p:cNvPr>
          <p:cNvSpPr txBox="1"/>
          <p:nvPr/>
        </p:nvSpPr>
        <p:spPr>
          <a:xfrm>
            <a:off x="232377" y="330583"/>
            <a:ext cx="9764486" cy="3350661"/>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10. The average age of 8 persons is increased by 2 years when one of them ,whose age is 24 years is replaced by new person. The age of new person is:</a:t>
            </a:r>
          </a:p>
          <a:p>
            <a:pPr algn="just">
              <a:lnSpc>
                <a:spcPct val="150000"/>
              </a:lnSpc>
            </a:pPr>
            <a:r>
              <a:rPr lang="en-IN" sz="2400" b="1" dirty="0">
                <a:latin typeface="Bookman Old Style" pitchFamily="18" charset="0"/>
                <a:cs typeface="Times New Roman" panose="02020603050405020304" pitchFamily="18" charset="0"/>
              </a:rPr>
              <a:t>   a. 30          b. 36            c.32         d. 40</a:t>
            </a:r>
          </a:p>
          <a:p>
            <a:pPr algn="just">
              <a:lnSpc>
                <a:spcPct val="150000"/>
              </a:lnSpc>
            </a:pPr>
            <a:endParaRPr lang="en-IN" sz="2400" b="1" dirty="0">
              <a:latin typeface="Bookman Old Style" pitchFamily="18" charset="0"/>
              <a:cs typeface="Times New Roman" panose="02020603050405020304" pitchFamily="18" charset="0"/>
            </a:endParaRPr>
          </a:p>
          <a:p>
            <a:pPr algn="just">
              <a:lnSpc>
                <a:spcPct val="150000"/>
              </a:lnSpc>
            </a:pP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D7612C1D-89A6-BA0D-5AF9-C7A54431474D}"/>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1426028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D530D-B02E-7430-51D1-EE49252A4DA6}"/>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CB7B9AEA-E052-2C51-8477-F775E01A3DC0}"/>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BC8F14DD-BFEB-5502-E63C-695F35861FC4}"/>
              </a:ext>
            </a:extLst>
          </p:cNvPr>
          <p:cNvSpPr>
            <a:spLocks noGrp="1"/>
          </p:cNvSpPr>
          <p:nvPr>
            <p:ph type="sldNum" sz="quarter" idx="12"/>
          </p:nvPr>
        </p:nvSpPr>
        <p:spPr/>
        <p:txBody>
          <a:bodyPr/>
          <a:lstStyle/>
          <a:p>
            <a:fld id="{6EFE7C99-B088-4EBB-BFF6-BECCC96D5DD8}" type="slidenum">
              <a:rPr lang="en-US" smtClean="0"/>
              <a:t>12</a:t>
            </a:fld>
            <a:endParaRPr lang="en-US"/>
          </a:p>
        </p:txBody>
      </p:sp>
      <p:sp>
        <p:nvSpPr>
          <p:cNvPr id="4" name="TextBox 3">
            <a:extLst>
              <a:ext uri="{FF2B5EF4-FFF2-40B4-BE49-F238E27FC236}">
                <a16:creationId xmlns:a16="http://schemas.microsoft.com/office/drawing/2014/main" id="{3C492A2D-F2D0-8029-617E-D16D6BF616D6}"/>
              </a:ext>
            </a:extLst>
          </p:cNvPr>
          <p:cNvSpPr txBox="1"/>
          <p:nvPr/>
        </p:nvSpPr>
        <p:spPr>
          <a:xfrm>
            <a:off x="232377" y="330583"/>
            <a:ext cx="9764486" cy="4458656"/>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11. </a:t>
            </a:r>
            <a:r>
              <a:rPr lang="en-US" sz="2400" b="1" dirty="0">
                <a:latin typeface="Bookman Old Style" pitchFamily="18" charset="0"/>
                <a:cs typeface="Times New Roman" panose="02020603050405020304" pitchFamily="18" charset="0"/>
              </a:rPr>
              <a:t>The average weight of 16 crewmen in a boat is increased by 1/4 kg when one of the crewmen, whose weight is 50 kg, is replaced by a new man. What is the weight of the new man?</a:t>
            </a:r>
          </a:p>
          <a:p>
            <a:pPr algn="just">
              <a:lnSpc>
                <a:spcPct val="150000"/>
              </a:lnSpc>
            </a:pPr>
            <a:r>
              <a:rPr lang="en-US" sz="2400" b="1" dirty="0">
                <a:latin typeface="Bookman Old Style" pitchFamily="18" charset="0"/>
                <a:cs typeface="Times New Roman" panose="02020603050405020304" pitchFamily="18" charset="0"/>
              </a:rPr>
              <a:t>a) 53 kg</a:t>
            </a:r>
          </a:p>
          <a:p>
            <a:pPr algn="just">
              <a:lnSpc>
                <a:spcPct val="150000"/>
              </a:lnSpc>
            </a:pPr>
            <a:r>
              <a:rPr lang="en-US" sz="2400" b="1" dirty="0">
                <a:latin typeface="Bookman Old Style" pitchFamily="18" charset="0"/>
                <a:cs typeface="Times New Roman" panose="02020603050405020304" pitchFamily="18" charset="0"/>
              </a:rPr>
              <a:t>b) 55 kg</a:t>
            </a:r>
          </a:p>
          <a:p>
            <a:pPr algn="just">
              <a:lnSpc>
                <a:spcPct val="150000"/>
              </a:lnSpc>
            </a:pPr>
            <a:r>
              <a:rPr lang="en-US" sz="2400" b="1" dirty="0">
                <a:latin typeface="Bookman Old Style" pitchFamily="18" charset="0"/>
                <a:cs typeface="Times New Roman" panose="02020603050405020304" pitchFamily="18" charset="0"/>
              </a:rPr>
              <a:t>c) 54 kg</a:t>
            </a:r>
          </a:p>
          <a:p>
            <a:pPr algn="just">
              <a:lnSpc>
                <a:spcPct val="150000"/>
              </a:lnSpc>
            </a:pPr>
            <a:r>
              <a:rPr lang="en-US" sz="2400" b="1" dirty="0">
                <a:latin typeface="Bookman Old Style" pitchFamily="18" charset="0"/>
                <a:cs typeface="Times New Roman" panose="02020603050405020304" pitchFamily="18" charset="0"/>
              </a:rPr>
              <a:t>d) 52 kg</a:t>
            </a: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025B2E6D-706A-96E9-5B98-1F9BB1A88CA4}"/>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1031734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016A5-257E-71D0-23A7-04E336E4F145}"/>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BAB9F31F-5425-87CE-5F9F-D7009D2ADEF3}"/>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8BF233EA-09AD-AEDD-2D2C-4F0369140EBB}"/>
              </a:ext>
            </a:extLst>
          </p:cNvPr>
          <p:cNvSpPr>
            <a:spLocks noGrp="1"/>
          </p:cNvSpPr>
          <p:nvPr>
            <p:ph type="sldNum" sz="quarter" idx="12"/>
          </p:nvPr>
        </p:nvSpPr>
        <p:spPr/>
        <p:txBody>
          <a:bodyPr/>
          <a:lstStyle/>
          <a:p>
            <a:fld id="{6EFE7C99-B088-4EBB-BFF6-BECCC96D5DD8}" type="slidenum">
              <a:rPr lang="en-US" smtClean="0"/>
              <a:t>13</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FB9CCFE-9931-A216-7D87-4DC99900C445}"/>
                  </a:ext>
                </a:extLst>
              </p:cNvPr>
              <p:cNvSpPr txBox="1"/>
              <p:nvPr/>
            </p:nvSpPr>
            <p:spPr>
              <a:xfrm>
                <a:off x="457200" y="430554"/>
                <a:ext cx="9481458" cy="2807563"/>
              </a:xfrm>
              <a:prstGeom prst="rect">
                <a:avLst/>
              </a:prstGeom>
              <a:noFill/>
            </p:spPr>
            <p:txBody>
              <a:bodyPr wrap="square">
                <a:spAutoFit/>
              </a:bodyPr>
              <a:lstStyle/>
              <a:p>
                <a:pPr algn="just">
                  <a:lnSpc>
                    <a:spcPct val="150000"/>
                  </a:lnSpc>
                </a:pPr>
                <a:r>
                  <a:rPr lang="en-IN" sz="2000" b="1" dirty="0">
                    <a:latin typeface="Bookman Old Style" pitchFamily="18" charset="0"/>
                    <a:cs typeface="Times New Roman" panose="02020603050405020304" pitchFamily="18" charset="0"/>
                  </a:rPr>
                  <a:t>12. The average temperature for Monday ,Tuesday ,Wednesday and Thursday was 48</a:t>
                </a:r>
                <a14:m>
                  <m:oMath xmlns:m="http://schemas.openxmlformats.org/officeDocument/2006/math">
                    <m:r>
                      <a:rPr lang="en-IN" sz="2000" b="1" i="1">
                        <a:latin typeface="Cambria Math"/>
                        <a:ea typeface="Cambria Math"/>
                        <a:cs typeface="Times New Roman" panose="02020603050405020304" pitchFamily="18" charset="0"/>
                      </a:rPr>
                      <m:t>°</m:t>
                    </m:r>
                  </m:oMath>
                </a14:m>
                <a:r>
                  <a:rPr lang="en-IN" sz="2000" b="1" dirty="0">
                    <a:latin typeface="Bookman Old Style" pitchFamily="18" charset="0"/>
                    <a:cs typeface="Times New Roman" panose="02020603050405020304" pitchFamily="18" charset="0"/>
                  </a:rPr>
                  <a:t>. The average temperature for Tuesday ,Wednesday, Thursday and Friday was 52</a:t>
                </a:r>
                <a14:m>
                  <m:oMath xmlns:m="http://schemas.openxmlformats.org/officeDocument/2006/math">
                    <m:r>
                      <a:rPr lang="en-IN" sz="2000" b="1" i="1">
                        <a:latin typeface="Cambria Math"/>
                        <a:ea typeface="Cambria Math"/>
                        <a:cs typeface="Times New Roman" panose="02020603050405020304" pitchFamily="18" charset="0"/>
                      </a:rPr>
                      <m:t>°</m:t>
                    </m:r>
                  </m:oMath>
                </a14:m>
                <a:r>
                  <a:rPr lang="en-IN" sz="2000" b="1" dirty="0">
                    <a:latin typeface="Bookman Old Style" pitchFamily="18" charset="0"/>
                    <a:cs typeface="Times New Roman" panose="02020603050405020304" pitchFamily="18" charset="0"/>
                  </a:rPr>
                  <a:t>. If temperature on Monday as 42</a:t>
                </a:r>
                <a14:m>
                  <m:oMath xmlns:m="http://schemas.openxmlformats.org/officeDocument/2006/math">
                    <m:r>
                      <a:rPr lang="en-IN" sz="2000" b="1" i="1">
                        <a:latin typeface="Cambria Math"/>
                        <a:ea typeface="Cambria Math"/>
                        <a:cs typeface="Times New Roman" panose="02020603050405020304" pitchFamily="18" charset="0"/>
                      </a:rPr>
                      <m:t>°</m:t>
                    </m:r>
                  </m:oMath>
                </a14:m>
                <a:r>
                  <a:rPr lang="en-IN" sz="2000" b="1" dirty="0">
                    <a:latin typeface="Bookman Old Style" pitchFamily="18" charset="0"/>
                    <a:cs typeface="Times New Roman" panose="02020603050405020304" pitchFamily="18" charset="0"/>
                  </a:rPr>
                  <a:t>, then the temperature on Friday was(in degrees)</a:t>
                </a:r>
              </a:p>
              <a:p>
                <a:pPr algn="just">
                  <a:lnSpc>
                    <a:spcPct val="150000"/>
                  </a:lnSpc>
                </a:pPr>
                <a:r>
                  <a:rPr lang="en-IN" sz="2000" b="1" dirty="0">
                    <a:latin typeface="Bookman Old Style" pitchFamily="18" charset="0"/>
                    <a:cs typeface="Times New Roman" panose="02020603050405020304" pitchFamily="18" charset="0"/>
                  </a:rPr>
                  <a:t>  a. 58         b. 56          c. 59         d.60</a:t>
                </a:r>
              </a:p>
              <a:p>
                <a:pPr algn="just">
                  <a:lnSpc>
                    <a:spcPct val="150000"/>
                  </a:lnSpc>
                </a:pPr>
                <a:endParaRPr lang="en-IN" sz="2000" b="1" dirty="0">
                  <a:latin typeface="Bookman Old Style"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BFB9CCFE-9931-A216-7D87-4DC99900C445}"/>
                  </a:ext>
                </a:extLst>
              </p:cNvPr>
              <p:cNvSpPr txBox="1">
                <a:spLocks noRot="1" noChangeAspect="1" noMove="1" noResize="1" noEditPoints="1" noAdjustHandles="1" noChangeArrowheads="1" noChangeShapeType="1" noTextEdit="1"/>
              </p:cNvSpPr>
              <p:nvPr/>
            </p:nvSpPr>
            <p:spPr>
              <a:xfrm>
                <a:off x="457200" y="430554"/>
                <a:ext cx="9481458" cy="2807563"/>
              </a:xfrm>
              <a:prstGeom prst="rect">
                <a:avLst/>
              </a:prstGeom>
              <a:blipFill>
                <a:blip r:embed="rId2"/>
                <a:stretch>
                  <a:fillRect l="-643" r="-643"/>
                </a:stretch>
              </a:blipFill>
            </p:spPr>
            <p:txBody>
              <a:bodyPr/>
              <a:lstStyle/>
              <a:p>
                <a:r>
                  <a:rPr lang="en-IN">
                    <a:noFill/>
                  </a:rPr>
                  <a:t> </a:t>
                </a:r>
              </a:p>
            </p:txBody>
          </p:sp>
        </mc:Fallback>
      </mc:AlternateContent>
      <p:pic>
        <p:nvPicPr>
          <p:cNvPr id="2" name="Picture 1" descr="A yellow and blue sign with words">
            <a:extLst>
              <a:ext uri="{FF2B5EF4-FFF2-40B4-BE49-F238E27FC236}">
                <a16:creationId xmlns:a16="http://schemas.microsoft.com/office/drawing/2014/main" id="{DC1A6B04-CB81-FE04-43BA-48AB3640CF2E}"/>
              </a:ext>
            </a:extLst>
          </p:cNvPr>
          <p:cNvPicPr>
            <a:picLocks noChangeAspect="1"/>
          </p:cNvPicPr>
          <p:nvPr/>
        </p:nvPicPr>
        <p:blipFill>
          <a:blip r:embed="rId3"/>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906081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E9759-ACB3-2615-8382-DFC9EC6D877F}"/>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67178B74-6B01-5177-9D4B-FDD257856537}"/>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50C75E4B-39E7-5F83-D590-30449AB39DBB}"/>
              </a:ext>
            </a:extLst>
          </p:cNvPr>
          <p:cNvSpPr>
            <a:spLocks noGrp="1"/>
          </p:cNvSpPr>
          <p:nvPr>
            <p:ph type="sldNum" sz="quarter" idx="12"/>
          </p:nvPr>
        </p:nvSpPr>
        <p:spPr/>
        <p:txBody>
          <a:bodyPr/>
          <a:lstStyle/>
          <a:p>
            <a:fld id="{6EFE7C99-B088-4EBB-BFF6-BECCC96D5DD8}" type="slidenum">
              <a:rPr lang="en-US" smtClean="0"/>
              <a:t>14</a:t>
            </a:fld>
            <a:endParaRPr lang="en-US"/>
          </a:p>
        </p:txBody>
      </p:sp>
      <p:sp>
        <p:nvSpPr>
          <p:cNvPr id="4" name="TextBox 3">
            <a:extLst>
              <a:ext uri="{FF2B5EF4-FFF2-40B4-BE49-F238E27FC236}">
                <a16:creationId xmlns:a16="http://schemas.microsoft.com/office/drawing/2014/main" id="{B1877FF2-9BBA-B480-D2C6-A1128CDE8E1C}"/>
              </a:ext>
            </a:extLst>
          </p:cNvPr>
          <p:cNvSpPr txBox="1"/>
          <p:nvPr/>
        </p:nvSpPr>
        <p:spPr>
          <a:xfrm>
            <a:off x="457199" y="430554"/>
            <a:ext cx="9687561" cy="2345899"/>
          </a:xfrm>
          <a:prstGeom prst="rect">
            <a:avLst/>
          </a:prstGeom>
          <a:noFill/>
        </p:spPr>
        <p:txBody>
          <a:bodyPr wrap="square">
            <a:spAutoFit/>
          </a:bodyPr>
          <a:lstStyle/>
          <a:p>
            <a:pPr algn="just">
              <a:lnSpc>
                <a:spcPct val="150000"/>
              </a:lnSpc>
            </a:pPr>
            <a:r>
              <a:rPr lang="en-IN" sz="2000" b="1" dirty="0">
                <a:latin typeface="Bookman Old Style" pitchFamily="18" charset="0"/>
                <a:cs typeface="Times New Roman" panose="02020603050405020304" pitchFamily="18" charset="0"/>
              </a:rPr>
              <a:t>13. The average of 20 items is 47. Later it is found that the item 62 is wrongly written as 26. find the correct mean.</a:t>
            </a:r>
          </a:p>
          <a:p>
            <a:pPr algn="just">
              <a:lnSpc>
                <a:spcPct val="150000"/>
              </a:lnSpc>
            </a:pPr>
            <a:r>
              <a:rPr lang="en-IN" sz="2000" b="1" dirty="0">
                <a:latin typeface="Bookman Old Style" pitchFamily="18" charset="0"/>
                <a:cs typeface="Times New Roman" panose="02020603050405020304" pitchFamily="18" charset="0"/>
              </a:rPr>
              <a:t>   a. 48.8         b. 47.7             c. 57             d. 49.6</a:t>
            </a:r>
          </a:p>
          <a:p>
            <a:pPr algn="just">
              <a:lnSpc>
                <a:spcPct val="150000"/>
              </a:lnSpc>
            </a:pPr>
            <a:endParaRPr lang="en-IN" sz="2000" b="1" dirty="0">
              <a:latin typeface="Bookman Old Style" pitchFamily="18" charset="0"/>
              <a:cs typeface="Times New Roman" panose="02020603050405020304" pitchFamily="18" charset="0"/>
            </a:endParaRPr>
          </a:p>
          <a:p>
            <a:pPr algn="just">
              <a:lnSpc>
                <a:spcPct val="150000"/>
              </a:lnSpc>
            </a:pPr>
            <a:endParaRPr lang="en-IN" sz="20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187D61CE-DA91-8BD9-5961-E53B11F191B2}"/>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2831719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1FE03-7B8C-780F-52A9-D0AEC4E848CA}"/>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A772B84C-42B9-06C8-64B3-A943C28CF3D9}"/>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958C496D-2B52-8B8A-2B8F-419BC69067A7}"/>
              </a:ext>
            </a:extLst>
          </p:cNvPr>
          <p:cNvSpPr>
            <a:spLocks noGrp="1"/>
          </p:cNvSpPr>
          <p:nvPr>
            <p:ph type="sldNum" sz="quarter" idx="12"/>
          </p:nvPr>
        </p:nvSpPr>
        <p:spPr/>
        <p:txBody>
          <a:bodyPr/>
          <a:lstStyle/>
          <a:p>
            <a:fld id="{6EFE7C99-B088-4EBB-BFF6-BECCC96D5DD8}" type="slidenum">
              <a:rPr lang="en-US" smtClean="0"/>
              <a:t>15</a:t>
            </a:fld>
            <a:endParaRPr lang="en-US"/>
          </a:p>
        </p:txBody>
      </p:sp>
      <p:sp>
        <p:nvSpPr>
          <p:cNvPr id="4" name="TextBox 3">
            <a:extLst>
              <a:ext uri="{FF2B5EF4-FFF2-40B4-BE49-F238E27FC236}">
                <a16:creationId xmlns:a16="http://schemas.microsoft.com/office/drawing/2014/main" id="{88FBF28A-5D59-8F7A-22F7-7D9F717BA542}"/>
              </a:ext>
            </a:extLst>
          </p:cNvPr>
          <p:cNvSpPr txBox="1"/>
          <p:nvPr/>
        </p:nvSpPr>
        <p:spPr>
          <a:xfrm>
            <a:off x="457199" y="430554"/>
            <a:ext cx="9687561" cy="3269228"/>
          </a:xfrm>
          <a:prstGeom prst="rect">
            <a:avLst/>
          </a:prstGeom>
          <a:noFill/>
        </p:spPr>
        <p:txBody>
          <a:bodyPr wrap="square">
            <a:spAutoFit/>
          </a:bodyPr>
          <a:lstStyle/>
          <a:p>
            <a:pPr algn="just">
              <a:lnSpc>
                <a:spcPct val="150000"/>
              </a:lnSpc>
            </a:pPr>
            <a:r>
              <a:rPr lang="en-IN" sz="2000" b="1" dirty="0">
                <a:latin typeface="Bookman Old Style" pitchFamily="18" charset="0"/>
                <a:cs typeface="Times New Roman" panose="02020603050405020304" pitchFamily="18" charset="0"/>
              </a:rPr>
              <a:t>14. The average </a:t>
            </a:r>
            <a:r>
              <a:rPr lang="en-US" sz="2000" b="1" dirty="0">
                <a:latin typeface="Bookman Old Style" pitchFamily="18" charset="0"/>
                <a:cs typeface="Times New Roman" panose="02020603050405020304" pitchFamily="18" charset="0"/>
              </a:rPr>
              <a:t>weight of a team of 20 people was calculated to be 59.8 kg and it was later discovered that one weight was misread as 68 kg instead of 77 kg. The correct average weight is:</a:t>
            </a:r>
          </a:p>
          <a:p>
            <a:pPr algn="just">
              <a:lnSpc>
                <a:spcPct val="150000"/>
              </a:lnSpc>
            </a:pPr>
            <a:r>
              <a:rPr lang="en-US" sz="2000" b="1" dirty="0">
                <a:latin typeface="Bookman Old Style" pitchFamily="18" charset="0"/>
                <a:cs typeface="Times New Roman" panose="02020603050405020304" pitchFamily="18" charset="0"/>
              </a:rPr>
              <a:t>a. 70.25</a:t>
            </a:r>
          </a:p>
          <a:p>
            <a:pPr algn="just">
              <a:lnSpc>
                <a:spcPct val="150000"/>
              </a:lnSpc>
            </a:pPr>
            <a:r>
              <a:rPr lang="en-US" sz="2000" b="1" dirty="0">
                <a:latin typeface="Bookman Old Style" pitchFamily="18" charset="0"/>
                <a:cs typeface="Times New Roman" panose="02020603050405020304" pitchFamily="18" charset="0"/>
              </a:rPr>
              <a:t>b. 61.25</a:t>
            </a:r>
          </a:p>
          <a:p>
            <a:pPr algn="just">
              <a:lnSpc>
                <a:spcPct val="150000"/>
              </a:lnSpc>
            </a:pPr>
            <a:r>
              <a:rPr lang="en-US" sz="2000" b="1" dirty="0">
                <a:latin typeface="Bookman Old Style" pitchFamily="18" charset="0"/>
                <a:cs typeface="Times New Roman" panose="02020603050405020304" pitchFamily="18" charset="0"/>
              </a:rPr>
              <a:t>c. 60.25</a:t>
            </a:r>
          </a:p>
          <a:p>
            <a:pPr algn="just">
              <a:lnSpc>
                <a:spcPct val="150000"/>
              </a:lnSpc>
            </a:pPr>
            <a:r>
              <a:rPr lang="en-US" sz="2000" b="1" dirty="0">
                <a:latin typeface="Bookman Old Style" pitchFamily="18" charset="0"/>
                <a:cs typeface="Times New Roman" panose="02020603050405020304" pitchFamily="18" charset="0"/>
              </a:rPr>
              <a:t>d. 60.50</a:t>
            </a:r>
            <a:endParaRPr lang="en-IN" sz="20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20DB443-309E-F3C6-C093-3EB1B90F6B46}"/>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1809114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EEE8E-1E65-6C31-5C5A-8720D25D0242}"/>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3D36FF18-21C4-F74E-CC04-F58A63C62331}"/>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9711A404-4754-5176-94EA-E829AA85BC00}"/>
              </a:ext>
            </a:extLst>
          </p:cNvPr>
          <p:cNvSpPr>
            <a:spLocks noGrp="1"/>
          </p:cNvSpPr>
          <p:nvPr>
            <p:ph type="sldNum" sz="quarter" idx="12"/>
          </p:nvPr>
        </p:nvSpPr>
        <p:spPr/>
        <p:txBody>
          <a:bodyPr/>
          <a:lstStyle/>
          <a:p>
            <a:fld id="{6EFE7C99-B088-4EBB-BFF6-BECCC96D5DD8}" type="slidenum">
              <a:rPr lang="en-US" smtClean="0"/>
              <a:t>16</a:t>
            </a:fld>
            <a:endParaRPr lang="en-US"/>
          </a:p>
        </p:txBody>
      </p:sp>
      <p:sp>
        <p:nvSpPr>
          <p:cNvPr id="4" name="TextBox 3">
            <a:extLst>
              <a:ext uri="{FF2B5EF4-FFF2-40B4-BE49-F238E27FC236}">
                <a16:creationId xmlns:a16="http://schemas.microsoft.com/office/drawing/2014/main" id="{B46DA9A6-8B13-3EF7-6F26-B68C9A14B8E5}"/>
              </a:ext>
            </a:extLst>
          </p:cNvPr>
          <p:cNvSpPr txBox="1"/>
          <p:nvPr/>
        </p:nvSpPr>
        <p:spPr>
          <a:xfrm>
            <a:off x="330349" y="114868"/>
            <a:ext cx="9687561" cy="5566652"/>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15. </a:t>
            </a:r>
            <a:r>
              <a:rPr lang="en-US" sz="2400" b="1" dirty="0">
                <a:latin typeface="Bookman Old Style" pitchFamily="18" charset="0"/>
                <a:cs typeface="Times New Roman" panose="02020603050405020304" pitchFamily="18" charset="0"/>
              </a:rPr>
              <a:t>The average weight of some students in class is 62 kg. If 8 students of average weight 55 kg leave the class and 13 students of average weight 65 kg joins the class, then the average weight of remaining students in the class is 63.9 kg. The number of students in the class initially was?</a:t>
            </a:r>
          </a:p>
          <a:p>
            <a:pPr algn="just">
              <a:lnSpc>
                <a:spcPct val="150000"/>
              </a:lnSpc>
            </a:pPr>
            <a:r>
              <a:rPr lang="en-US" sz="2400" b="1" dirty="0">
                <a:latin typeface="Bookman Old Style" pitchFamily="18" charset="0"/>
                <a:cs typeface="Times New Roman" panose="02020603050405020304" pitchFamily="18" charset="0"/>
              </a:rPr>
              <a:t>a. 45</a:t>
            </a:r>
          </a:p>
          <a:p>
            <a:pPr algn="just">
              <a:lnSpc>
                <a:spcPct val="150000"/>
              </a:lnSpc>
            </a:pPr>
            <a:r>
              <a:rPr lang="en-US" sz="2400" b="1" dirty="0">
                <a:latin typeface="Bookman Old Style" pitchFamily="18" charset="0"/>
                <a:cs typeface="Times New Roman" panose="02020603050405020304" pitchFamily="18" charset="0"/>
              </a:rPr>
              <a:t>b. 55</a:t>
            </a:r>
          </a:p>
          <a:p>
            <a:pPr algn="just">
              <a:lnSpc>
                <a:spcPct val="150000"/>
              </a:lnSpc>
            </a:pPr>
            <a:r>
              <a:rPr lang="en-US" sz="2400" b="1" dirty="0">
                <a:latin typeface="Bookman Old Style" pitchFamily="18" charset="0"/>
                <a:cs typeface="Times New Roman" panose="02020603050405020304" pitchFamily="18" charset="0"/>
              </a:rPr>
              <a:t>c. 40</a:t>
            </a:r>
          </a:p>
          <a:p>
            <a:pPr algn="just">
              <a:lnSpc>
                <a:spcPct val="150000"/>
              </a:lnSpc>
            </a:pPr>
            <a:r>
              <a:rPr lang="en-US" sz="2400" b="1" dirty="0">
                <a:latin typeface="Bookman Old Style" pitchFamily="18" charset="0"/>
                <a:cs typeface="Times New Roman" panose="02020603050405020304" pitchFamily="18" charset="0"/>
              </a:rPr>
              <a:t>d. 50</a:t>
            </a:r>
            <a:endParaRPr lang="en-IN" sz="2400" b="1" dirty="0">
              <a:latin typeface="Bookman Old Style" pitchFamily="18" charset="0"/>
              <a:cs typeface="Times New Roman" panose="02020603050405020304" pitchFamily="18" charset="0"/>
            </a:endParaRPr>
          </a:p>
          <a:p>
            <a:pPr algn="just">
              <a:lnSpc>
                <a:spcPct val="150000"/>
              </a:lnSpc>
            </a:pP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62FEA929-94D2-1DDB-F2E5-F8E77BB40302}"/>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2249615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E1EAF-895F-2200-9D90-1C7DD0FA4AE3}"/>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2BE6C712-5907-F48E-8FC2-D70618CA663C}"/>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3BF992B3-3345-7A28-6AF5-497751B6DAEA}"/>
              </a:ext>
            </a:extLst>
          </p:cNvPr>
          <p:cNvSpPr>
            <a:spLocks noGrp="1"/>
          </p:cNvSpPr>
          <p:nvPr>
            <p:ph type="sldNum" sz="quarter" idx="12"/>
          </p:nvPr>
        </p:nvSpPr>
        <p:spPr/>
        <p:txBody>
          <a:bodyPr/>
          <a:lstStyle/>
          <a:p>
            <a:fld id="{6EFE7C99-B088-4EBB-BFF6-BECCC96D5DD8}" type="slidenum">
              <a:rPr lang="en-US" smtClean="0"/>
              <a:t>17</a:t>
            </a:fld>
            <a:endParaRPr lang="en-US"/>
          </a:p>
        </p:txBody>
      </p:sp>
      <p:sp>
        <p:nvSpPr>
          <p:cNvPr id="4" name="TextBox 3">
            <a:extLst>
              <a:ext uri="{FF2B5EF4-FFF2-40B4-BE49-F238E27FC236}">
                <a16:creationId xmlns:a16="http://schemas.microsoft.com/office/drawing/2014/main" id="{9422A8DC-0EEE-82AE-86AC-4949AF3FFBAF}"/>
              </a:ext>
            </a:extLst>
          </p:cNvPr>
          <p:cNvSpPr txBox="1"/>
          <p:nvPr/>
        </p:nvSpPr>
        <p:spPr>
          <a:xfrm>
            <a:off x="457199" y="430554"/>
            <a:ext cx="9687561" cy="2796663"/>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16. The average of all prime numbers between 32 and 69 is:</a:t>
            </a:r>
            <a:endParaRPr lang="en-US" sz="2400" b="1" dirty="0">
              <a:latin typeface="Bookman Old Style" pitchFamily="18" charset="0"/>
              <a:cs typeface="Times New Roman" panose="02020603050405020304" pitchFamily="18" charset="0"/>
            </a:endParaRPr>
          </a:p>
          <a:p>
            <a:pPr algn="just">
              <a:lnSpc>
                <a:spcPct val="150000"/>
              </a:lnSpc>
            </a:pPr>
            <a:r>
              <a:rPr lang="en-US" sz="2400" b="1" dirty="0">
                <a:latin typeface="Bookman Old Style" pitchFamily="18" charset="0"/>
                <a:cs typeface="Times New Roman" panose="02020603050405020304" pitchFamily="18" charset="0"/>
              </a:rPr>
              <a:t>a. 52.5</a:t>
            </a:r>
          </a:p>
          <a:p>
            <a:pPr algn="just">
              <a:lnSpc>
                <a:spcPct val="150000"/>
              </a:lnSpc>
            </a:pPr>
            <a:r>
              <a:rPr lang="en-US" sz="2400" b="1" dirty="0">
                <a:latin typeface="Bookman Old Style" pitchFamily="18" charset="0"/>
                <a:cs typeface="Times New Roman" panose="02020603050405020304" pitchFamily="18" charset="0"/>
              </a:rPr>
              <a:t>b. 60</a:t>
            </a:r>
          </a:p>
          <a:p>
            <a:pPr algn="just">
              <a:lnSpc>
                <a:spcPct val="150000"/>
              </a:lnSpc>
            </a:pPr>
            <a:r>
              <a:rPr lang="en-US" sz="2400" b="1" dirty="0">
                <a:latin typeface="Bookman Old Style" pitchFamily="18" charset="0"/>
                <a:cs typeface="Times New Roman" panose="02020603050405020304" pitchFamily="18" charset="0"/>
              </a:rPr>
              <a:t>c. 51</a:t>
            </a:r>
          </a:p>
          <a:p>
            <a:pPr algn="just">
              <a:lnSpc>
                <a:spcPct val="150000"/>
              </a:lnSpc>
            </a:pPr>
            <a:r>
              <a:rPr lang="en-US" sz="2400" b="1" dirty="0">
                <a:latin typeface="Bookman Old Style" pitchFamily="18" charset="0"/>
                <a:cs typeface="Times New Roman" panose="02020603050405020304" pitchFamily="18" charset="0"/>
              </a:rPr>
              <a:t>d. 56.5</a:t>
            </a: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1A90A98D-6F9C-A700-DAD3-C25F1D418903}"/>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1904409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66E40-A8EB-5377-A3E6-914AB1964F84}"/>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D1887532-2EED-1E74-40F7-99AB116CC5D6}"/>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112DA4BB-2DCA-84E9-6ABF-25D0ED337F82}"/>
              </a:ext>
            </a:extLst>
          </p:cNvPr>
          <p:cNvSpPr>
            <a:spLocks noGrp="1"/>
          </p:cNvSpPr>
          <p:nvPr>
            <p:ph type="sldNum" sz="quarter" idx="12"/>
          </p:nvPr>
        </p:nvSpPr>
        <p:spPr/>
        <p:txBody>
          <a:bodyPr/>
          <a:lstStyle/>
          <a:p>
            <a:fld id="{6EFE7C99-B088-4EBB-BFF6-BECCC96D5DD8}" type="slidenum">
              <a:rPr lang="en-US" smtClean="0"/>
              <a:t>18</a:t>
            </a:fld>
            <a:endParaRPr lang="en-US"/>
          </a:p>
        </p:txBody>
      </p:sp>
      <p:sp>
        <p:nvSpPr>
          <p:cNvPr id="4" name="TextBox 3">
            <a:extLst>
              <a:ext uri="{FF2B5EF4-FFF2-40B4-BE49-F238E27FC236}">
                <a16:creationId xmlns:a16="http://schemas.microsoft.com/office/drawing/2014/main" id="{4588C6B7-4610-7847-00FC-98F9B2C6FEAC}"/>
              </a:ext>
            </a:extLst>
          </p:cNvPr>
          <p:cNvSpPr txBox="1"/>
          <p:nvPr/>
        </p:nvSpPr>
        <p:spPr>
          <a:xfrm>
            <a:off x="457199" y="430554"/>
            <a:ext cx="9687561" cy="4458656"/>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17. </a:t>
            </a:r>
            <a:r>
              <a:rPr lang="en-US" sz="2400" b="1" dirty="0">
                <a:latin typeface="Bookman Old Style" pitchFamily="18" charset="0"/>
                <a:cs typeface="Times New Roman" panose="02020603050405020304" pitchFamily="18" charset="0"/>
              </a:rPr>
              <a:t>20 students of college went to hostel. 19 of them spent Rs. 175 each on their meal and the 20</a:t>
            </a:r>
            <a:r>
              <a:rPr lang="en-US" sz="2400" b="1" baseline="30000" dirty="0">
                <a:latin typeface="Bookman Old Style" pitchFamily="18" charset="0"/>
                <a:cs typeface="Times New Roman" panose="02020603050405020304" pitchFamily="18" charset="0"/>
              </a:rPr>
              <a:t>th</a:t>
            </a:r>
            <a:r>
              <a:rPr lang="en-US" sz="2400" b="1" dirty="0">
                <a:latin typeface="Bookman Old Style" pitchFamily="18" charset="0"/>
                <a:cs typeface="Times New Roman" panose="02020603050405020304" pitchFamily="18" charset="0"/>
              </a:rPr>
              <a:t> student spent Rs. 19 more than the average of all the 20. Find the total money spent by them?</a:t>
            </a:r>
          </a:p>
          <a:p>
            <a:pPr algn="just">
              <a:lnSpc>
                <a:spcPct val="150000"/>
              </a:lnSpc>
            </a:pPr>
            <a:r>
              <a:rPr lang="en-US" sz="2400" b="1" dirty="0">
                <a:latin typeface="Bookman Old Style" pitchFamily="18" charset="0"/>
                <a:cs typeface="Times New Roman" panose="02020603050405020304" pitchFamily="18" charset="0"/>
              </a:rPr>
              <a:t>a. 3490</a:t>
            </a:r>
          </a:p>
          <a:p>
            <a:pPr algn="just">
              <a:lnSpc>
                <a:spcPct val="150000"/>
              </a:lnSpc>
            </a:pPr>
            <a:r>
              <a:rPr lang="en-US" sz="2400" b="1" dirty="0">
                <a:latin typeface="Bookman Old Style" pitchFamily="18" charset="0"/>
                <a:cs typeface="Times New Roman" panose="02020603050405020304" pitchFamily="18" charset="0"/>
              </a:rPr>
              <a:t>b. 3540</a:t>
            </a:r>
          </a:p>
          <a:p>
            <a:pPr algn="just">
              <a:lnSpc>
                <a:spcPct val="150000"/>
              </a:lnSpc>
            </a:pPr>
            <a:r>
              <a:rPr lang="en-US" sz="2400" b="1" dirty="0">
                <a:latin typeface="Bookman Old Style" pitchFamily="18" charset="0"/>
                <a:cs typeface="Times New Roman" panose="02020603050405020304" pitchFamily="18" charset="0"/>
              </a:rPr>
              <a:t>c. 3520</a:t>
            </a:r>
          </a:p>
          <a:p>
            <a:pPr algn="just">
              <a:lnSpc>
                <a:spcPct val="150000"/>
              </a:lnSpc>
            </a:pPr>
            <a:r>
              <a:rPr lang="en-US" sz="2400" b="1" dirty="0">
                <a:latin typeface="Bookman Old Style" pitchFamily="18" charset="0"/>
                <a:cs typeface="Times New Roman" panose="02020603050405020304" pitchFamily="18" charset="0"/>
              </a:rPr>
              <a:t>d. 3500</a:t>
            </a: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393C2A1B-E47D-A764-8935-2AA67553EC30}"/>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1610833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52DB2-6EDB-0425-682C-D3064C82CD08}"/>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F2B4F71B-F20F-870E-CEF5-E98D25DE8EE9}"/>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D3DB5AED-34BF-D9EC-6739-19C9BE1BE07A}"/>
              </a:ext>
            </a:extLst>
          </p:cNvPr>
          <p:cNvSpPr>
            <a:spLocks noGrp="1"/>
          </p:cNvSpPr>
          <p:nvPr>
            <p:ph type="sldNum" sz="quarter" idx="12"/>
          </p:nvPr>
        </p:nvSpPr>
        <p:spPr/>
        <p:txBody>
          <a:bodyPr/>
          <a:lstStyle/>
          <a:p>
            <a:fld id="{6EFE7C99-B088-4EBB-BFF6-BECCC96D5DD8}" type="slidenum">
              <a:rPr lang="en-US" smtClean="0"/>
              <a:t>19</a:t>
            </a:fld>
            <a:endParaRPr lang="en-US"/>
          </a:p>
        </p:txBody>
      </p:sp>
      <p:sp>
        <p:nvSpPr>
          <p:cNvPr id="4" name="TextBox 3">
            <a:extLst>
              <a:ext uri="{FF2B5EF4-FFF2-40B4-BE49-F238E27FC236}">
                <a16:creationId xmlns:a16="http://schemas.microsoft.com/office/drawing/2014/main" id="{357C059B-8EB7-1A6D-D1E2-16F5BF48C3BF}"/>
              </a:ext>
            </a:extLst>
          </p:cNvPr>
          <p:cNvSpPr txBox="1"/>
          <p:nvPr/>
        </p:nvSpPr>
        <p:spPr>
          <a:xfrm>
            <a:off x="457199" y="430554"/>
            <a:ext cx="9687561" cy="2796663"/>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18. </a:t>
            </a:r>
            <a:r>
              <a:rPr lang="en-US" sz="2400" b="1" dirty="0">
                <a:latin typeface="Bookman Old Style" pitchFamily="18" charset="0"/>
                <a:cs typeface="Times New Roman" panose="02020603050405020304" pitchFamily="18" charset="0"/>
              </a:rPr>
              <a:t>The average of the first 7 non-zero multiples of 17 is:</a:t>
            </a:r>
          </a:p>
          <a:p>
            <a:pPr algn="just">
              <a:lnSpc>
                <a:spcPct val="150000"/>
              </a:lnSpc>
            </a:pPr>
            <a:r>
              <a:rPr lang="en-US" sz="2400" b="1" dirty="0">
                <a:latin typeface="Bookman Old Style" pitchFamily="18" charset="0"/>
                <a:cs typeface="Times New Roman" panose="02020603050405020304" pitchFamily="18" charset="0"/>
              </a:rPr>
              <a:t>a. 67</a:t>
            </a:r>
          </a:p>
          <a:p>
            <a:pPr algn="just">
              <a:lnSpc>
                <a:spcPct val="150000"/>
              </a:lnSpc>
            </a:pPr>
            <a:r>
              <a:rPr lang="en-US" sz="2400" b="1" dirty="0">
                <a:latin typeface="Bookman Old Style" pitchFamily="18" charset="0"/>
                <a:cs typeface="Times New Roman" panose="02020603050405020304" pitchFamily="18" charset="0"/>
              </a:rPr>
              <a:t>b. 68</a:t>
            </a:r>
          </a:p>
          <a:p>
            <a:pPr algn="just">
              <a:lnSpc>
                <a:spcPct val="150000"/>
              </a:lnSpc>
            </a:pPr>
            <a:r>
              <a:rPr lang="en-US" sz="2400" b="1" dirty="0">
                <a:latin typeface="Bookman Old Style" pitchFamily="18" charset="0"/>
                <a:cs typeface="Times New Roman" panose="02020603050405020304" pitchFamily="18" charset="0"/>
              </a:rPr>
              <a:t>c. 69</a:t>
            </a:r>
          </a:p>
          <a:p>
            <a:pPr algn="just">
              <a:lnSpc>
                <a:spcPct val="150000"/>
              </a:lnSpc>
            </a:pPr>
            <a:r>
              <a:rPr lang="en-US" sz="2400" b="1" dirty="0">
                <a:latin typeface="Bookman Old Style" pitchFamily="18" charset="0"/>
                <a:cs typeface="Times New Roman" panose="02020603050405020304" pitchFamily="18" charset="0"/>
              </a:rPr>
              <a:t>d. 66</a:t>
            </a: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3111581D-68CB-0E09-01F4-8B98171705D4}"/>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290786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9E8DC-DAE2-5A78-5215-9C93E97C6DF2}"/>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82C5BC8F-5F31-0139-3AF6-8B17954B8FF5}"/>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64641846-1BB8-82B9-B9AC-95A78F414DF8}"/>
              </a:ext>
            </a:extLst>
          </p:cNvPr>
          <p:cNvSpPr>
            <a:spLocks noGrp="1"/>
          </p:cNvSpPr>
          <p:nvPr>
            <p:ph type="sldNum" sz="quarter" idx="12"/>
          </p:nvPr>
        </p:nvSpPr>
        <p:spPr/>
        <p:txBody>
          <a:bodyPr/>
          <a:lstStyle/>
          <a:p>
            <a:fld id="{6EFE7C99-B088-4EBB-BFF6-BECCC96D5DD8}" type="slidenum">
              <a:rPr lang="en-US" smtClean="0"/>
              <a:t>20</a:t>
            </a:fld>
            <a:endParaRPr lang="en-US"/>
          </a:p>
        </p:txBody>
      </p:sp>
      <p:sp>
        <p:nvSpPr>
          <p:cNvPr id="4" name="TextBox 3">
            <a:extLst>
              <a:ext uri="{FF2B5EF4-FFF2-40B4-BE49-F238E27FC236}">
                <a16:creationId xmlns:a16="http://schemas.microsoft.com/office/drawing/2014/main" id="{EB0777F4-8C3B-A2DB-C5F2-CA189E430401}"/>
              </a:ext>
            </a:extLst>
          </p:cNvPr>
          <p:cNvSpPr txBox="1"/>
          <p:nvPr/>
        </p:nvSpPr>
        <p:spPr>
          <a:xfrm>
            <a:off x="457199" y="430554"/>
            <a:ext cx="9687561" cy="3350661"/>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19. </a:t>
            </a:r>
            <a:r>
              <a:rPr lang="en-US" sz="2400" b="1" dirty="0">
                <a:latin typeface="Bookman Old Style" pitchFamily="18" charset="0"/>
                <a:cs typeface="Times New Roman" panose="02020603050405020304" pitchFamily="18" charset="0"/>
              </a:rPr>
              <a:t>The average of eight consecutive odd numbers is 48. Find the sum of the fifth and seventh numbers:</a:t>
            </a:r>
          </a:p>
          <a:p>
            <a:pPr algn="just">
              <a:lnSpc>
                <a:spcPct val="150000"/>
              </a:lnSpc>
            </a:pPr>
            <a:r>
              <a:rPr lang="en-US" sz="2400" b="1" dirty="0">
                <a:latin typeface="Bookman Old Style" pitchFamily="18" charset="0"/>
                <a:cs typeface="Times New Roman" panose="02020603050405020304" pitchFamily="18" charset="0"/>
              </a:rPr>
              <a:t>a. 102</a:t>
            </a:r>
          </a:p>
          <a:p>
            <a:pPr algn="just">
              <a:lnSpc>
                <a:spcPct val="150000"/>
              </a:lnSpc>
            </a:pPr>
            <a:r>
              <a:rPr lang="en-US" sz="2400" b="1" dirty="0">
                <a:latin typeface="Bookman Old Style" pitchFamily="18" charset="0"/>
                <a:cs typeface="Times New Roman" panose="02020603050405020304" pitchFamily="18" charset="0"/>
              </a:rPr>
              <a:t>b. 86</a:t>
            </a:r>
          </a:p>
          <a:p>
            <a:pPr algn="just">
              <a:lnSpc>
                <a:spcPct val="150000"/>
              </a:lnSpc>
            </a:pPr>
            <a:r>
              <a:rPr lang="en-US" sz="2400" b="1" dirty="0">
                <a:latin typeface="Bookman Old Style" pitchFamily="18" charset="0"/>
                <a:cs typeface="Times New Roman" panose="02020603050405020304" pitchFamily="18" charset="0"/>
              </a:rPr>
              <a:t>c. 89</a:t>
            </a:r>
          </a:p>
          <a:p>
            <a:pPr algn="just">
              <a:lnSpc>
                <a:spcPct val="150000"/>
              </a:lnSpc>
            </a:pPr>
            <a:r>
              <a:rPr lang="en-US" sz="2400" b="1" dirty="0">
                <a:latin typeface="Bookman Old Style" pitchFamily="18" charset="0"/>
                <a:cs typeface="Times New Roman" panose="02020603050405020304" pitchFamily="18" charset="0"/>
              </a:rPr>
              <a:t>d. 90</a:t>
            </a: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6FA43FB7-6CDA-4390-7D7E-4AA2921F97B8}"/>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2162549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2FA2E-6B80-4D30-3E59-9EC2156A508F}"/>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C9E773BD-1680-0BBB-48A6-A85A02D6334F}"/>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3CA39BD4-0DF7-3305-FFC5-8776B20204FB}"/>
              </a:ext>
            </a:extLst>
          </p:cNvPr>
          <p:cNvSpPr>
            <a:spLocks noGrp="1"/>
          </p:cNvSpPr>
          <p:nvPr>
            <p:ph type="sldNum" sz="quarter" idx="12"/>
          </p:nvPr>
        </p:nvSpPr>
        <p:spPr/>
        <p:txBody>
          <a:bodyPr/>
          <a:lstStyle/>
          <a:p>
            <a:fld id="{6EFE7C99-B088-4EBB-BFF6-BECCC96D5DD8}" type="slidenum">
              <a:rPr lang="en-US" smtClean="0"/>
              <a:t>21</a:t>
            </a:fld>
            <a:endParaRPr lang="en-US"/>
          </a:p>
        </p:txBody>
      </p:sp>
      <p:sp>
        <p:nvSpPr>
          <p:cNvPr id="4" name="TextBox 3">
            <a:extLst>
              <a:ext uri="{FF2B5EF4-FFF2-40B4-BE49-F238E27FC236}">
                <a16:creationId xmlns:a16="http://schemas.microsoft.com/office/drawing/2014/main" id="{CCDC067B-D0B4-BB5F-4B82-98F6AE912C65}"/>
              </a:ext>
            </a:extLst>
          </p:cNvPr>
          <p:cNvSpPr txBox="1"/>
          <p:nvPr/>
        </p:nvSpPr>
        <p:spPr>
          <a:xfrm>
            <a:off x="457199" y="430554"/>
            <a:ext cx="9687561" cy="3904659"/>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20. </a:t>
            </a:r>
            <a:r>
              <a:rPr lang="en-US" sz="2400" b="1" dirty="0">
                <a:latin typeface="Bookman Old Style" pitchFamily="18" charset="0"/>
                <a:cs typeface="Times New Roman" panose="02020603050405020304" pitchFamily="18" charset="0"/>
              </a:rPr>
              <a:t>The average of 52, 71, 43, 22, a, b is 55 and the average of 42, 45, 49, 51, 42, c and d is 53. What is the average of a, b, c and d?</a:t>
            </a:r>
          </a:p>
          <a:p>
            <a:pPr algn="just">
              <a:lnSpc>
                <a:spcPct val="150000"/>
              </a:lnSpc>
            </a:pPr>
            <a:r>
              <a:rPr lang="en-US" sz="2400" b="1" dirty="0">
                <a:latin typeface="Bookman Old Style" pitchFamily="18" charset="0"/>
                <a:cs typeface="Times New Roman" panose="02020603050405020304" pitchFamily="18" charset="0"/>
              </a:rPr>
              <a:t>a. 54.7</a:t>
            </a:r>
          </a:p>
          <a:p>
            <a:pPr algn="just">
              <a:lnSpc>
                <a:spcPct val="150000"/>
              </a:lnSpc>
            </a:pPr>
            <a:r>
              <a:rPr lang="en-US" sz="2400" b="1" dirty="0">
                <a:latin typeface="Bookman Old Style" pitchFamily="18" charset="0"/>
                <a:cs typeface="Times New Roman" panose="02020603050405020304" pitchFamily="18" charset="0"/>
              </a:rPr>
              <a:t>b. 71</a:t>
            </a:r>
          </a:p>
          <a:p>
            <a:pPr algn="just">
              <a:lnSpc>
                <a:spcPct val="150000"/>
              </a:lnSpc>
            </a:pPr>
            <a:r>
              <a:rPr lang="en-US" sz="2400" b="1" dirty="0">
                <a:latin typeface="Bookman Old Style" pitchFamily="18" charset="0"/>
                <a:cs typeface="Times New Roman" panose="02020603050405020304" pitchFamily="18" charset="0"/>
              </a:rPr>
              <a:t>c. 54</a:t>
            </a:r>
          </a:p>
          <a:p>
            <a:pPr algn="just">
              <a:lnSpc>
                <a:spcPct val="150000"/>
              </a:lnSpc>
            </a:pPr>
            <a:r>
              <a:rPr lang="en-US" sz="2400" b="1" dirty="0">
                <a:latin typeface="Bookman Old Style" pitchFamily="18" charset="0"/>
                <a:cs typeface="Times New Roman" panose="02020603050405020304" pitchFamily="18" charset="0"/>
              </a:rPr>
              <a:t>d. 142</a:t>
            </a: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F866AB4-B4D1-72FB-415D-9AC80EAB507A}"/>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2440113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9A432-5B93-92FA-4766-7D5231A57603}"/>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D4CE184B-B64D-8B86-1D73-E9DC4D5247C5}"/>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1174B2D7-8326-0A52-1703-6867FB1E7165}"/>
              </a:ext>
            </a:extLst>
          </p:cNvPr>
          <p:cNvSpPr>
            <a:spLocks noGrp="1"/>
          </p:cNvSpPr>
          <p:nvPr>
            <p:ph type="sldNum" sz="quarter" idx="12"/>
          </p:nvPr>
        </p:nvSpPr>
        <p:spPr/>
        <p:txBody>
          <a:bodyPr/>
          <a:lstStyle/>
          <a:p>
            <a:fld id="{6EFE7C99-B088-4EBB-BFF6-BECCC96D5DD8}" type="slidenum">
              <a:rPr lang="en-US" smtClean="0"/>
              <a:t>22</a:t>
            </a:fld>
            <a:endParaRPr lang="en-US"/>
          </a:p>
        </p:txBody>
      </p:sp>
      <p:sp>
        <p:nvSpPr>
          <p:cNvPr id="4" name="TextBox 3">
            <a:extLst>
              <a:ext uri="{FF2B5EF4-FFF2-40B4-BE49-F238E27FC236}">
                <a16:creationId xmlns:a16="http://schemas.microsoft.com/office/drawing/2014/main" id="{5E932B2F-0B51-1DB9-0CD0-FECF640FE387}"/>
              </a:ext>
            </a:extLst>
          </p:cNvPr>
          <p:cNvSpPr txBox="1"/>
          <p:nvPr/>
        </p:nvSpPr>
        <p:spPr>
          <a:xfrm>
            <a:off x="457199" y="430554"/>
            <a:ext cx="9687561" cy="2796663"/>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21. </a:t>
            </a:r>
            <a:r>
              <a:rPr lang="en-US" sz="2400" b="1" dirty="0">
                <a:latin typeface="Bookman Old Style" pitchFamily="18" charset="0"/>
                <a:cs typeface="Times New Roman" panose="02020603050405020304" pitchFamily="18" charset="0"/>
              </a:rPr>
              <a:t>A person recorded the number of steps he walked over 5 consecutive days. He remembers that the average number of steps per day is 1400. However, he noted only 4 days' steps as: 1320, 1350, 1430, 1490. He forgot to record the steps for one day. Find the missing number of steps</a:t>
            </a: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69B28D3F-F48F-CB85-AD5B-4CDA69C3771C}"/>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3353438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87B06-084B-E465-C44C-5AE26905E8E1}"/>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F669E6EF-0AF1-65FE-4A23-898120993618}"/>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4EEFD88E-11AE-587A-954E-50EC0F9A8F4C}"/>
              </a:ext>
            </a:extLst>
          </p:cNvPr>
          <p:cNvSpPr>
            <a:spLocks noGrp="1"/>
          </p:cNvSpPr>
          <p:nvPr>
            <p:ph type="sldNum" sz="quarter" idx="12"/>
          </p:nvPr>
        </p:nvSpPr>
        <p:spPr/>
        <p:txBody>
          <a:bodyPr/>
          <a:lstStyle/>
          <a:p>
            <a:fld id="{6EFE7C99-B088-4EBB-BFF6-BECCC96D5DD8}" type="slidenum">
              <a:rPr lang="en-US" smtClean="0"/>
              <a:t>23</a:t>
            </a:fld>
            <a:endParaRPr lang="en-US"/>
          </a:p>
        </p:txBody>
      </p:sp>
      <p:sp>
        <p:nvSpPr>
          <p:cNvPr id="4" name="TextBox 3">
            <a:extLst>
              <a:ext uri="{FF2B5EF4-FFF2-40B4-BE49-F238E27FC236}">
                <a16:creationId xmlns:a16="http://schemas.microsoft.com/office/drawing/2014/main" id="{32372BAD-DCF5-AD1A-3C32-2ACFBAA21B7C}"/>
              </a:ext>
            </a:extLst>
          </p:cNvPr>
          <p:cNvSpPr txBox="1"/>
          <p:nvPr/>
        </p:nvSpPr>
        <p:spPr>
          <a:xfrm>
            <a:off x="457199" y="430554"/>
            <a:ext cx="9687561" cy="2242665"/>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22. </a:t>
            </a:r>
            <a:r>
              <a:rPr lang="en-US" sz="2400" b="1" dirty="0">
                <a:latin typeface="Bookman Old Style" pitchFamily="18" charset="0"/>
                <a:cs typeface="Times New Roman" panose="02020603050405020304" pitchFamily="18" charset="0"/>
              </a:rPr>
              <a:t>The average of five numbers is 20. The average of the first three numbers is equal to the average of the last two numbers. If the 4th number is three times the 5th number, find the value of the 4th number.</a:t>
            </a: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79C7CFD6-219A-4279-49C5-8D86E9622C04}"/>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836231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CAD0D-66B1-DDF3-9227-168248C4CB57}"/>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A5780D00-3204-6CC7-1314-A162097B520D}"/>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B3A7492B-233B-27FB-287D-579B2CE608A3}"/>
              </a:ext>
            </a:extLst>
          </p:cNvPr>
          <p:cNvSpPr>
            <a:spLocks noGrp="1"/>
          </p:cNvSpPr>
          <p:nvPr>
            <p:ph type="sldNum" sz="quarter" idx="12"/>
          </p:nvPr>
        </p:nvSpPr>
        <p:spPr/>
        <p:txBody>
          <a:bodyPr/>
          <a:lstStyle/>
          <a:p>
            <a:fld id="{6EFE7C99-B088-4EBB-BFF6-BECCC96D5DD8}" type="slidenum">
              <a:rPr lang="en-US" smtClean="0"/>
              <a:t>24</a:t>
            </a:fld>
            <a:endParaRPr lang="en-US"/>
          </a:p>
        </p:txBody>
      </p:sp>
      <p:sp>
        <p:nvSpPr>
          <p:cNvPr id="4" name="TextBox 3">
            <a:extLst>
              <a:ext uri="{FF2B5EF4-FFF2-40B4-BE49-F238E27FC236}">
                <a16:creationId xmlns:a16="http://schemas.microsoft.com/office/drawing/2014/main" id="{62972F6A-7ED8-2D6B-3BBD-82077B65542D}"/>
              </a:ext>
            </a:extLst>
          </p:cNvPr>
          <p:cNvSpPr txBox="1"/>
          <p:nvPr/>
        </p:nvSpPr>
        <p:spPr>
          <a:xfrm>
            <a:off x="457199" y="430554"/>
            <a:ext cx="9687561" cy="4458656"/>
          </a:xfrm>
          <a:prstGeom prst="rect">
            <a:avLst/>
          </a:prstGeom>
          <a:noFill/>
        </p:spPr>
        <p:txBody>
          <a:bodyPr wrap="square">
            <a:spAutoFit/>
          </a:bodyPr>
          <a:lstStyle/>
          <a:p>
            <a:pPr algn="just">
              <a:lnSpc>
                <a:spcPct val="150000"/>
              </a:lnSpc>
            </a:pPr>
            <a:r>
              <a:rPr lang="en-IN" sz="2400" b="1" dirty="0">
                <a:latin typeface="Bookman Old Style" pitchFamily="18" charset="0"/>
                <a:cs typeface="Times New Roman" panose="02020603050405020304" pitchFamily="18" charset="0"/>
              </a:rPr>
              <a:t>23. </a:t>
            </a:r>
            <a:r>
              <a:rPr lang="en-US" sz="2400" b="1" dirty="0">
                <a:latin typeface="Bookman Old Style" pitchFamily="18" charset="0"/>
                <a:cs typeface="Times New Roman" panose="02020603050405020304" pitchFamily="18" charset="0"/>
              </a:rPr>
              <a:t>The index numbers of five commodities are 121, 123, 125, 126, 128 and the weights assigned to these are respectively 5, 11, 10, 8, 6. Then what is the weighted average index number?</a:t>
            </a:r>
          </a:p>
          <a:p>
            <a:pPr algn="just">
              <a:lnSpc>
                <a:spcPct val="150000"/>
              </a:lnSpc>
            </a:pPr>
            <a:r>
              <a:rPr lang="en-US" sz="2400" b="1" dirty="0">
                <a:latin typeface="Bookman Old Style" pitchFamily="18" charset="0"/>
                <a:cs typeface="Times New Roman" panose="02020603050405020304" pitchFamily="18" charset="0"/>
              </a:rPr>
              <a:t>A. 123.8</a:t>
            </a:r>
          </a:p>
          <a:p>
            <a:pPr algn="just">
              <a:lnSpc>
                <a:spcPct val="150000"/>
              </a:lnSpc>
            </a:pPr>
            <a:r>
              <a:rPr lang="en-US" sz="2400" b="1" dirty="0">
                <a:latin typeface="Bookman Old Style" pitchFamily="18" charset="0"/>
                <a:cs typeface="Times New Roman" panose="02020603050405020304" pitchFamily="18" charset="0"/>
              </a:rPr>
              <a:t>B. 124.2</a:t>
            </a:r>
          </a:p>
          <a:p>
            <a:pPr algn="just">
              <a:lnSpc>
                <a:spcPct val="150000"/>
              </a:lnSpc>
            </a:pPr>
            <a:r>
              <a:rPr lang="en-US" sz="2400" b="1" dirty="0">
                <a:latin typeface="Bookman Old Style" pitchFamily="18" charset="0"/>
                <a:cs typeface="Times New Roman" panose="02020603050405020304" pitchFamily="18" charset="0"/>
              </a:rPr>
              <a:t>C. 124.6</a:t>
            </a:r>
          </a:p>
          <a:p>
            <a:pPr algn="just">
              <a:lnSpc>
                <a:spcPct val="150000"/>
              </a:lnSpc>
            </a:pPr>
            <a:r>
              <a:rPr lang="en-US" sz="2400" b="1" dirty="0">
                <a:latin typeface="Bookman Old Style" pitchFamily="18" charset="0"/>
                <a:cs typeface="Times New Roman" panose="02020603050405020304" pitchFamily="18" charset="0"/>
              </a:rPr>
              <a:t>D. 124.6</a:t>
            </a: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76B4F677-99DE-2E94-DBE0-F330E8B86030}"/>
              </a:ext>
            </a:extLst>
          </p:cNvPr>
          <p:cNvPicPr>
            <a:picLocks noChangeAspect="1"/>
          </p:cNvPicPr>
          <p:nvPr/>
        </p:nvPicPr>
        <p:blipFill>
          <a:blip r:embed="rId2"/>
          <a:stretch>
            <a:fillRect/>
          </a:stretch>
        </p:blipFill>
        <p:spPr>
          <a:xfrm>
            <a:off x="10180171" y="202883"/>
            <a:ext cx="1681480" cy="1452880"/>
          </a:xfrm>
          <a:prstGeom prst="rect">
            <a:avLst/>
          </a:prstGeom>
        </p:spPr>
      </p:pic>
    </p:spTree>
    <p:extLst>
      <p:ext uri="{BB962C8B-B14F-4D97-AF65-F5344CB8AC3E}">
        <p14:creationId xmlns:p14="http://schemas.microsoft.com/office/powerpoint/2010/main" val="38355180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58502-9EF6-E4D8-77AB-306572C9B3F9}"/>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74873BB4-C24F-2460-94BF-7B264D72664D}"/>
              </a:ext>
            </a:extLst>
          </p:cNvPr>
          <p:cNvSpPr>
            <a:spLocks noGrp="1"/>
          </p:cNvSpPr>
          <p:nvPr>
            <p:ph type="dt" sz="half" idx="10"/>
          </p:nvPr>
        </p:nvSpPr>
        <p:spPr/>
        <p:txBody>
          <a:bodyPr/>
          <a:lstStyle/>
          <a:p>
            <a:fld id="{38F3B24F-02C3-48DA-B7A8-4A361D6C12C8}" type="datetime1">
              <a:rPr lang="en-US" smtClean="0"/>
              <a:t>5/15/2026</a:t>
            </a:fld>
            <a:endParaRPr lang="en-US" dirty="0"/>
          </a:p>
        </p:txBody>
      </p:sp>
      <p:sp>
        <p:nvSpPr>
          <p:cNvPr id="15" name="Slide Number Placeholder 14">
            <a:extLst>
              <a:ext uri="{FF2B5EF4-FFF2-40B4-BE49-F238E27FC236}">
                <a16:creationId xmlns:a16="http://schemas.microsoft.com/office/drawing/2014/main" id="{185D17ED-192E-214D-BC39-E26CD0BCA7A2}"/>
              </a:ext>
            </a:extLst>
          </p:cNvPr>
          <p:cNvSpPr>
            <a:spLocks noGrp="1"/>
          </p:cNvSpPr>
          <p:nvPr>
            <p:ph type="sldNum" sz="quarter" idx="12"/>
          </p:nvPr>
        </p:nvSpPr>
        <p:spPr/>
        <p:txBody>
          <a:bodyPr/>
          <a:lstStyle/>
          <a:p>
            <a:fld id="{6EFE7C99-B088-4EBB-BFF6-BECCC96D5DD8}" type="slidenum">
              <a:rPr lang="en-US" smtClean="0"/>
              <a:t>25</a:t>
            </a:fld>
            <a:endParaRPr lang="en-US"/>
          </a:p>
        </p:txBody>
      </p:sp>
      <p:pic>
        <p:nvPicPr>
          <p:cNvPr id="2" name="Picture 2" descr="Say Thank You For Your Attention">
            <a:extLst>
              <a:ext uri="{FF2B5EF4-FFF2-40B4-BE49-F238E27FC236}">
                <a16:creationId xmlns:a16="http://schemas.microsoft.com/office/drawing/2014/main" id="{4707998D-556D-0EA7-F7BC-A51E90BDC8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010783"/>
            <a:ext cx="11078497" cy="534556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yellow and blue sign with words">
            <a:extLst>
              <a:ext uri="{FF2B5EF4-FFF2-40B4-BE49-F238E27FC236}">
                <a16:creationId xmlns:a16="http://schemas.microsoft.com/office/drawing/2014/main" id="{EC3EB7ED-16E2-C1A3-B6B1-FE180AA079B2}"/>
              </a:ext>
            </a:extLst>
          </p:cNvPr>
          <p:cNvPicPr>
            <a:picLocks noChangeAspect="1"/>
          </p:cNvPicPr>
          <p:nvPr/>
        </p:nvPicPr>
        <p:blipFill>
          <a:blip r:embed="rId3"/>
          <a:stretch>
            <a:fillRect/>
          </a:stretch>
        </p:blipFill>
        <p:spPr>
          <a:xfrm>
            <a:off x="10180171" y="191997"/>
            <a:ext cx="1681480" cy="1452880"/>
          </a:xfrm>
          <a:prstGeom prst="rect">
            <a:avLst/>
          </a:prstGeom>
        </p:spPr>
      </p:pic>
    </p:spTree>
    <p:extLst>
      <p:ext uri="{BB962C8B-B14F-4D97-AF65-F5344CB8AC3E}">
        <p14:creationId xmlns:p14="http://schemas.microsoft.com/office/powerpoint/2010/main" val="26877569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Damask</Template>
  <TotalTime>2889</TotalTime>
  <Words>1210</Words>
  <Application>Microsoft Office PowerPoint</Application>
  <PresentationFormat>Widescreen</PresentationFormat>
  <Paragraphs>128</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Arial</vt:lpstr>
      <vt:lpstr>Bookman Old Style</vt:lpstr>
      <vt:lpstr>Cambria Math</vt:lpstr>
      <vt:lpstr>Rockwell</vt:lpstr>
      <vt:lpstr>Damask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Sujoy  Saha</dc:creator>
  <cp:lastModifiedBy>harikrishnareddy pagadam</cp:lastModifiedBy>
  <cp:revision>106</cp:revision>
  <dcterms:created xsi:type="dcterms:W3CDTF">2025-01-02T14:33:31Z</dcterms:created>
  <dcterms:modified xsi:type="dcterms:W3CDTF">2026-05-15T10:20:08Z</dcterms:modified>
</cp:coreProperties>
</file>