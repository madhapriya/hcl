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ink/ink2.xml" ContentType="application/inkml+xml"/>
  <Override PartName="/ppt/notesSlides/notesSlide4.xml" ContentType="application/vnd.openxmlformats-officedocument.presentationml.notesSlide+xml"/>
  <Override PartName="/ppt/ink/ink3.xml" ContentType="application/inkml+xml"/>
  <Override PartName="/ppt/notesSlides/notesSlide5.xml" ContentType="application/vnd.openxmlformats-officedocument.presentationml.notesSlide+xml"/>
  <Override PartName="/ppt/ink/ink4.xml" ContentType="application/inkml+xml"/>
  <Override PartName="/ppt/notesSlides/notesSlide6.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8.xml" ContentType="application/inkml+xml"/>
  <Override PartName="/ppt/notesSlides/notesSlide11.xml" ContentType="application/vnd.openxmlformats-officedocument.presentationml.notesSlide+xml"/>
  <Override PartName="/ppt/ink/ink9.xml" ContentType="application/inkml+xml"/>
  <Override PartName="/ppt/notesSlides/notesSlide12.xml" ContentType="application/vnd.openxmlformats-officedocument.presentationml.notesSlide+xml"/>
  <Override PartName="/ppt/ink/ink10.xml" ContentType="application/inkml+xml"/>
  <Override PartName="/ppt/ink/ink11.xml" ContentType="application/inkml+xml"/>
  <Override PartName="/ppt/notesSlides/notesSlide13.xml" ContentType="application/vnd.openxmlformats-officedocument.presentationml.notesSlide+xml"/>
  <Override PartName="/ppt/ink/ink12.xml" ContentType="application/inkml+xml"/>
  <Override PartName="/ppt/notesSlides/notesSlide14.xml" ContentType="application/vnd.openxmlformats-officedocument.presentationml.notesSlide+xml"/>
  <Override PartName="/ppt/ink/ink13.xml" ContentType="application/inkml+xml"/>
  <Override PartName="/ppt/notesSlides/notesSlide15.xml" ContentType="application/vnd.openxmlformats-officedocument.presentationml.notesSlide+xml"/>
  <Override PartName="/ppt/ink/ink14.xml" ContentType="application/inkml+xml"/>
  <Override PartName="/ppt/notesSlides/notesSlide16.xml" ContentType="application/vnd.openxmlformats-officedocument.presentationml.notesSlide+xml"/>
  <Override PartName="/ppt/ink/ink15.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315" r:id="rId2"/>
    <p:sldId id="316" r:id="rId3"/>
    <p:sldId id="317" r:id="rId4"/>
    <p:sldId id="258" r:id="rId5"/>
    <p:sldId id="334" r:id="rId6"/>
    <p:sldId id="323" r:id="rId7"/>
    <p:sldId id="324" r:id="rId8"/>
    <p:sldId id="325" r:id="rId9"/>
    <p:sldId id="327" r:id="rId10"/>
    <p:sldId id="328" r:id="rId11"/>
    <p:sldId id="329" r:id="rId12"/>
    <p:sldId id="330" r:id="rId13"/>
    <p:sldId id="331" r:id="rId14"/>
    <p:sldId id="332" r:id="rId15"/>
    <p:sldId id="333" r:id="rId16"/>
    <p:sldId id="335" r:id="rId17"/>
    <p:sldId id="261" r:id="rId18"/>
    <p:sldId id="262" r:id="rId19"/>
    <p:sldId id="263" r:id="rId20"/>
    <p:sldId id="265" r:id="rId21"/>
    <p:sldId id="266" r:id="rId22"/>
    <p:sldId id="326"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962" autoAdjust="0"/>
  </p:normalViewPr>
  <p:slideViewPr>
    <p:cSldViewPr>
      <p:cViewPr varScale="1">
        <p:scale>
          <a:sx n="67" d="100"/>
          <a:sy n="67" d="100"/>
        </p:scale>
        <p:origin x="1906"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4T09:42:23.369"/>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C00000"/>
    </inkml:brush>
  </inkml:definitions>
  <inkml:trace contextRef="#ctx0" brushRef="#br0">2151 3752 0,'-26'0'0,"-26"0"16,25 0-16,1 0 16,52 0 46,53 0-62,78 0 0,53 0 16,53 0-16,25 0 15,1 0-15,0 0 16,-79 0-16,-53 0 16,-78 0-16,-27 0 15,-26 0 48,1 0-48</inkml:trace>
  <inkml:trace contextRef="#ctx0" brushRef="#br0" timeOffset="437.37">5405 3752 0,'-105'0'16,"53"0"-16,-27 0 0,26 0 15,1 0-15,-1 0 16,27 0-16,26 26 31,26-26-31,53 0 16,52 0-16,53 0 15,0 0-15,26 0 16,-1 0-16,1 0 16,-26 0-16,-53 0 15,-26 0-15,-52 0 16,-27-26-16</inkml:trace>
  <inkml:trace contextRef="#ctx0" brushRef="#br0" timeOffset="1783.25">9918 10732 0,'0'-26'0,"0"-1"15,0 54 79,0 25-94,-26 27 16,0-27-16,26 1 0,0-1 15,-27-26-15,27 27 16,0-1-16,-26-25 16</inkml:trace>
  <inkml:trace contextRef="#ctx0" brushRef="#br0" timeOffset="2033.01">9813 10758 0,'0'-26'0,"0"0"16,0 78 46,26 1-62,1-27 16,25 26-16,-26 1 16,1-1-16,25-26 15,1 1-15,-27-27 16,26 0-16,1 0 16</inkml:trace>
  <inkml:trace contextRef="#ctx0" brushRef="#br0" timeOffset="2233.15">10417 10732 0,'0'-26'0,"0"-1"0,0 1 16,0 0-16,-27 26 31,-25 26-15,0 0-16,-1 27 15,27-1-15,-27 1 16,27-1-16,0-26 15,26 27-15,-26-1 16,26-25-16,0-1 16,26-26-16</inkml:trace>
  <inkml:trace contextRef="#ctx0" brushRef="#br0" timeOffset="2500.04">10443 10732 0,'0'-26'0,"0"-27"15,0 27-15,0 0 16,0 78 47,0 1-63,0-1 15,0 1-15,0 25 16,0-25-16,0-1 15,0 1-15,0-1 0,0 1 16,26-27 0,-26 0-16,26 0 0,1-26 15</inkml:trace>
  <inkml:trace contextRef="#ctx0" brushRef="#br0" timeOffset="3232.94">10758 10863 0,'0'-26'15,"0"52"32,0 0-31,-26 27-16,26-1 15,-27-26-15,27 27 16,0-1-16,0-25 16,0-1-16,0 0 15,27-26-15,-1 0 16,0 0-16,0 0 16,27-26-16,-27 0 15,0-27-15,1 1 16,-27-1-16,0 1 15,0-1-15,-27 27 16,1 0-16,0 26 0,0 0 16,-1 0-1,54 0 32,25 0-47,1 0 16,-1 0-16,0 0 15,-25 0-15,25 26 16,-26 0-16,1 27 16,-27-27-16,0 26 15,0-25-15,0-1 16,0 0 0,-27-52 15,1 0-31,26-27 0,0 1 15,0-1-15,0 1 16,26 26-16,27-1 16,-27 1-16,0 0 15,1 26-15,-1 0 16,0 0-16,0 0 16,1 0-16,-1 52 15,0-25-15,-26 25 16,0 0-16,0 1 15,0-1-15,0 1 16,0-1-16,0 1 16,-26-1-16</inkml:trace>
  <inkml:trace contextRef="#ctx0" brushRef="#br0" timeOffset="6566.55">10259 11808 0,'0'-27'0,"0"1"0,0 52 78,0 27-78,27 26 16,-27-1-16,26-25 15,0-1-15,-26 1 16,0-1-16,0 1 16,0-27-16,0 0 15,-52-26 1</inkml:trace>
  <inkml:trace contextRef="#ctx0" brushRef="#br0" timeOffset="6749.42">9892 11860 0,'0'-26'0,"26"0"15,27-1-15,25 1 16,1 26-16,26-26 15,0 0-15,-26 26 16,-27 0-16,1 26 16,-27 0-16,-26 27 15</inkml:trace>
  <inkml:trace contextRef="#ctx0" brushRef="#br0" timeOffset="7416.04">10548 11913 0,'26'0'63,"-26"26"-48,0 26-15,26 1 16,1-27-16,-27 27 15,26-27-15,0 0 0,0 0 16,1-26 0,-1 0-16,26 0 0,-25-26 15,25 0-15,-26-27 16,1 1-16,-1-1 16,-26 1-16,0-1 15,0 27-15,0 0 16,0 52 46,0 27-62,0-1 16,0 1-16,0-27 0,0 26 16,0-25-1,0-1-15,26 0 0,0-26 16,0 0-16,27 0 15,-1 0-15,1-26 16,-1-27-16,-25 27 16,-1 0-16,-26-27 15,0 27-15,0 0 16,0 0-16,-26 26 31,-27 26-15,53 0-1,-26 27-15,26-1 16,0 1-16,0-1 0,0-26 16,26 0-16,0 1 15,1-27-15,-1 0 16,26 0-16,-25 0 16,-1-27-16</inkml:trace>
  <inkml:trace contextRef="#ctx0" brushRef="#br0" timeOffset="7865.94">11834 11230 0,'52'0'31,"1"0"-16,-1 0-15,27 0 16,0 0-16,-27 0 16,1 0-16,-1 0 15</inkml:trace>
  <inkml:trace contextRef="#ctx0" brushRef="#br0" timeOffset="8182.85">11912 11991 0,'27'0'15,"25"27"1,27-27-16,26 0 16,-26 0-16,25 0 15,1 0-15,-26 0 16</inkml:trace>
  <inkml:trace contextRef="#ctx0" brushRef="#br0" timeOffset="9149.56">10390 13303 0,'-26'0'0,"26"-26"15,0 52 32,0 27-31,-26 26-16,26-27 15,0 0-15,0 1 16,0-27-16,0 0 0,26-26 16,0 0-1,1-52 1,-27-1-16,26 1 16,0 0-16,0-1 15,-26 27 1,27 26-16,-27 26 47,0 27-47,26-1 15,0 0-15,-26 1 16,0-27-16,26 0 16,-26 1-16,27-27 0,-1 0 15,0 0 1,0-53-16,1 27 15,-1-27-15,-26-25 16,0 52-16,0-27 16,0 1-16,0 25 15,26 1-15</inkml:trace>
  <inkml:trace contextRef="#ctx0" brushRef="#br0" timeOffset="9882.45">10942 13566 0,'26'0'0,"0"0"16,0 0-16,27 0 16,-27-27-16,0 1 15,0 0-15,1-26 16,-1 25-16,-26 1 15,0 0-15,-26 26 47,-27 0-47,27 0 16,0 26-16,26 0 16,0 1-16,0 25 15,0 0-15,0-25 0,0-1 16,26 26-16,26-52 15,1 0-15,-1 0 16,1 0-16,26 0 16,-27-26-16,27-26 15,-27 25-15,-25 1 16,-1 0-16,-26 0 16,0 0-16,-26 26 15,-27 0 1,1 0-16,-1 26 15,1 0-15,25 0 16,1 0-16,26 1 16,0-1-16,0 0 15,53-26-15,-1 0 16,1 0-16,-1-26 16,1 0-16,-1-27 15,-26-25-15,27 25 16,-53-26-16,0 1 15,0-1-15,0 0 16,0 27-16,0 25 16,0-25-16,-27 52 15,1-26-15,0 26 16,0 0 0,0 52-1,-1 1-15,27 25 16,-26 1-16,26 0 0,0 0 15,0-27-15,0 27 16,0-27-16,0 1 16,26-1-16,1-26 15,-1 1-15</inkml:trace>
  <inkml:trace contextRef="#ctx0" brushRef="#br0" timeOffset="10083.12">12149 13697 0,'26'0'31,"0"0"-31,27 0 16,25 0-16,27-26 15,0-1-15,-26 27 16</inkml:trace>
  <inkml:trace contextRef="#ctx0" brushRef="#br0" timeOffset="10715.89">10574 14589 0,'0'-26'0,"0"78"47,0 1-31,0-1-16,0 27 15,0 0-15,-26-27 16,26 1-16,0-1 15,-26 1-15,26-27 16,-27 0-16</inkml:trace>
  <inkml:trace contextRef="#ctx0" brushRef="#br0" timeOffset="10915.85">10076 14694 0,'0'-26'0,"26"26"16,26-26-16,27 26 15,26-27-15,-26 27 16,26 0-16,0-26 0,0 26 16,-27-26-1</inkml:trace>
  <inkml:trace contextRef="#ctx0" brushRef="#br0" timeOffset="11334.58">10915 14537 0,'0'26'47,"-26"0"-47,26 27 16,0 25-16,0-25 15,-26 25-15,26-25 16,0-1-16,0 1 0,0-27 16,0 0-16,0 1 15,-26-27-15,26 26 16,-27-52 15,27-1-31,0-25 16,0 26-16,0-27 15,0 27-15,27 0 16,-1-1-16,0 27 16,0 0-1,1 0 1,-1 0 0,0 53-16,-26-27 15,0 27-15,0-27 0,0 0 16,0 0-16,0 1 15,-26-1-15,26 0 16</inkml:trace>
  <inkml:trace contextRef="#ctx0" brushRef="#br0" timeOffset="11815.79">11099 14878 0,'0'-27'16,"0"54"46,0-1-62,0 26 16,0-25-16,0 25 15,26-26-15,0 1 16,1-27 0,-1 0-16,0 0 15,0 0-15,1-27 16,-1-25-16,0-1 16,-26 27-16,26 0 15,-26 0-15,0-1 0,0 54 63,0-1-63,-26 26 15,26-25-15,0 25 16,0-26-16,0 1 16,0-1-16,26 0 15,1-26-15,51 0 16,-25 0-16</inkml:trace>
  <inkml:trace contextRef="#ctx0" brushRef="#br0" timeOffset="11983">11807 15035 0,'0'-26'31,"27"26"-31,25 0 16,1 0-16,52-26 15,26 26-15,-26-27 16,0 1-16,-27 26 16</inkml:trace>
  <inkml:trace contextRef="#ctx0" brushRef="#br0" timeOffset="12582.85">10574 15875 0,'0'-26'0,"0"52"47,0 26-32,0 27-15,0 0 16,0-1-16,0-25 16,0-1-16,0 1 15,0-27-15,0 0 16,0 1-16</inkml:trace>
  <inkml:trace contextRef="#ctx0" brushRef="#br0" timeOffset="12767.24">10548 15980 0,'0'-26'31,"26"26"-31,27-27 16,-1 1-16,1 0 15,-1 26-15,1 0 16,-1 0-16,-26 0 16</inkml:trace>
  <inkml:trace contextRef="#ctx0" brushRef="#br0" timeOffset="13248.93">10548 16295 0,'26'0'47,"53"-27"-32,0 27-15,26-26 16,-27 0-16,-25 26 15,25-26-15,-51 26 0,-1-27 16,-26 54 31,0 25-47,0-26 16,0-52 46,0-26-62,0 25 16,0-25-16,0 26 15,26-1-15,27 1 16,-27 26-16,0 0 0,0 0 16,1 26-1,-1 27-15,0-27 0,-26 27 16,0-1-16,0-26 15,0 27-15,0-27 16,-52 0-16,25-26 16,1 27-16,0-27 15</inkml:trace>
  <inkml:trace contextRef="#ctx0" brushRef="#br0" timeOffset="13382.3">11178 15796 0,'0'-26'15,"0"0"-15,0-1 16,26 27 15,0 0-31,27 27 16</inkml:trace>
  <inkml:trace contextRef="#ctx0" brushRef="#br0" timeOffset="13649.12">11939 16242 0,'26'0'16,"26"0"-16,53 0 16,0 0-16,26-26 15,-26 0-15,0 26 16,-26-27-16</inkml:trace>
  <inkml:trace contextRef="#ctx0" brushRef="#br0" timeOffset="14432.13">10627 17292 0,'0'-27'15,"0"1"-15,0 0 16,-27 0-1,1 26 1,0 0-16,0 0 16,-27 26-16,27 0 15,0 0-15,26 1 16,0-1-16,0 26 16,0-25-16,52 25 0,1-26 15,-1 1-15,1 25 16,-1-26-16,-26 1 15,1-1-15,-1 0 16,-79-26 15,-25 0-15,25 0-16,1 0 16,-1 0-16,1 0 15,25 0-15</inkml:trace>
  <inkml:trace contextRef="#ctx0" brushRef="#br0" timeOffset="15099.07">11099 17475 0,'0'-26'0,"0"0"15,-53 26 32,1 0-31,26 26-16,-27 27 16,27-27-16,26 0 15,0 0-15,0 1 0,26-27 31,1 0-31,-1 0 16,0-27-16,0 1 16,0 0-16,1 0 15,-1 26-15,-26-27 16,0 54 31,26-1-47,-26 26 15,53-25-15,-27-1 16,0 0-16,0-26 0,1 0 16,-1 0-16,0 0 15,0-52-15,1 25 16,-27-25-16,26-27 16,-26 27-16,0-27 15,0 26-15,0 1 16,0 0-16,0 25 15,-26 27 1,26 53 31,0-1-47,-27 1 16,27-1-16,0 1 0,0-1 15,0 27 1,0-27-16,0-25 0,0 25 15</inkml:trace>
  <inkml:trace contextRef="#ctx0" brushRef="#br0" timeOffset="15265.72">11440 17397 0,'0'-27'0,"53"27"47,25-26-47,27 26 16,0 0-16</inkml:trace>
  <inkml:trace contextRef="#ctx0" brushRef="#br0" timeOffset="15482.17">12254 17580 0,'26'0'16,"26"0"-1,53 0-15,26-26 16,1 0-16,-27-27 16</inkml:trace>
  <inkml:trace contextRef="#ctx0" brushRef="#br0" timeOffset="16199.07">11099 18315 0,'0'-52'15,"-26"25"-15,-1 27 16,-25 0 0,0 0-16,-27 0 0,26 53 15,1-27-15,-1 0 16,53 27-16,-26-1 16,26-25-16,0 25 15,53 0-15,-1-25 16,27-1-16,0 0 15,-27 0-15,0 1 16,1-27-16,-53 26 16,-26-26 15,-53 26-15,0-26-16,27 26 15,-1-26-15,27 0 0,0 0 31</inkml:trace>
  <inkml:trace contextRef="#ctx0" brushRef="#br0" timeOffset="16998.91">11283 18551 0,'0'-26'16,"0"52"46,-27 0-62,1 27 0,26-1 16,0-25-16,0-1 16,0 0-16,0 0 15,26-26-15,27 0 16,-1 0-16,-25-26 15,25 0-15,-26-27 16,1 27-16,-1-26 16,0-1-16,-26 27 15,0 0-15,0 0 16,0 52 31,0 26-47,0 1 15,0-27-15,0 26 16,0 1-16,0-27 16,26-26-16,-26 26 15,27-26-15,-1 0 16,0 0-16,0-26 16,0-26-16,1 25 15,-1-25-15,-26 26 16,0-1-1,0 54 32,0-1-47,-26 26 16,26-25-16,-27-1 16,27-52 30,0-1-30,0-25-16,0-1 16,27 27-16,25-26 15,1 52-15,-27-26 16,0 26-16,0 0 16,1 0-16,-1 26 15,0 0-15,0 26 0,1-25 16,-27 25-16,0-26 15,0 1-15,0-1 16,0 26-16,0-25 16,0-1-16,-27 0 15</inkml:trace>
  <inkml:trace contextRef="#ctx0" brushRef="#br0" timeOffset="17232.28">12700 18682 0,'26'0'31,"79"0"-31,26 0 16,26-26-16,53-26 16</inkml:trace>
  <inkml:trace contextRef="#ctx0" brushRef="#br0" timeOffset="18515.82">16662 11125 0,'0'-26'15,"26"26"63,0 0-62,79 0-16,0-26 16,-26 26-16,26 0 15,-53 0-15,1 0 16,-27 0-16</inkml:trace>
  <inkml:trace contextRef="#ctx0" brushRef="#br0" timeOffset="19099.07">16662 12070 0,'52'0'47,"53"0"-31,-26 0-16,52 0 15,-26-26-15,0 26 16,0 0-16</inkml:trace>
  <inkml:trace contextRef="#ctx0" brushRef="#br0" timeOffset="19715.5">16609 13461 0,'53'0'78,"25"0"-78,27 0 15,0 0-15,0 0 16,27 0-16</inkml:trace>
  <inkml:trace contextRef="#ctx0" brushRef="#br0" timeOffset="20315.41">16531 14904 0,'0'26'31,"52"-26"-15,53 0-16,0 26 16,26-26-16,-26 0 0,0 0 15,0-26 1,-52 26-16</inkml:trace>
  <inkml:trace contextRef="#ctx0" brushRef="#br0" timeOffset="20831.78">16504 16268 0,'79'0'47,"0"0"-47,26 0 16,-27 0-16,27 0 15,0 0-15,-26 0 16</inkml:trace>
  <inkml:trace contextRef="#ctx0" brushRef="#br0" timeOffset="21348.64">16531 17554 0,'-27'0'15,"80"0"48,26 0-63,25 0 15,28 0-15,-27 0 16,0-26-16,-27 26 16</inkml:trace>
  <inkml:trace contextRef="#ctx0" brushRef="#br0" timeOffset="21815.55">16688 18473 0,'26'0'31,"79"0"-15,0 0-16,26-27 0,27 1 15,-1 0 1,1 0-16</inkml:trace>
  <inkml:trace contextRef="#ctx0" brushRef="#br0" timeOffset="43413.97">14799 5405 0,'-26'0'16,"-1"0"-16,1 0 16,0 0 31,52 0 15,27 0-46,25 0-16,80 0 15,25 26-15,1-26 16,52 27-16,-52-27 16,0 0-16,-53 26 0,-26-26 15,0 0 1,-27 0-16,1 0 0,0 0 15,0 0-15,-1 0 16,27 0-16,-26 0 16,26 0-16,-26 0 15,-1 0-15,1 0 16,0 0-16,-1 0 16,1 0-16,-26 0 15,25 0-15,1 0 16,0 0-16,0 0 15,-1 0-15,-25 0 16,25 26-16,-25-26 16,-1 0-16,1 0 15,-27 0-15,53 0 0,-53 0 16,53 0-16,-27 0 16,27 0-16,-26 0 15,25 0-15,-25 0 16,-1 0-16,1 0 15,-1 0-15,27-26 16,0 26-16,-27 0 16,1 0-16,25 0 15,-25 0-15,25 0 16,1 0-16,26 0 0,-26 0 16,0 0-1,-1 0-15,1 0 0,0 0 16,-1 0-16,1 0 15,0 0-15,-27 0 16,27 0-16,-26 0 16,-1 0-16,27 0 15,-27 0-15,1 0 16,-1 0-16,-26 0 16,27 0-16,-1 0 15,1 0-15,-1 0 16,-25 0-16,-1 0 15,0 0-15,-78 0 63,-27 0-63,-26 0 16,-26-26-16</inkml:trace>
  <inkml:trace contextRef="#ctx0" brushRef="#br0" timeOffset="44413.89">2125 6324 0,'-79'0'0,"1"0"0,-1 0 16,26 0-16,1 0 15,26 0-15,52 0 47,105 0-31,53 0-16,104 0 16,54 0-16,51 0 0,53 0 15,0 0 1,-26-27-16,-53 27 0,-130-26 15,-80 26-15,-78 0 16,-53 0-16,-52 0 63,-27 0-63</inkml:trace>
  <inkml:trace contextRef="#ctx0" brushRef="#br0" timeOffset="58196.3">13172 10417 0,'-26'0'16,"78"0"15,1 0-15,25 0-16,27 0 16,0 0-16,53 0 15,-1 0-15,27 0 16,-1 0-16,27 0 15,-52 0-15,26 0 0,-27 0 16,-26 0-16,0 0 16,-52 0-16,0 0 15,-53 0-15,27 0 16,-106-26 31,-52 26-47</inkml:trace>
  <inkml:trace contextRef="#ctx0" brushRef="#br0" timeOffset="58498.37">13014 10391 0,'-26'0'16,"0"0"-16,131 26 31,26-26-15,79 0-16,0 0 15,26 0-15,0 0 16,0 0-16,-26 0 16,-26 0-16,0 0 15,-27 0-15,-52 0 16,-26 0-16,-27 0 0,-25 0 15,-27-26 1,-27 26 0,-25-27-1,-1 27-15</inkml:trace>
  <inkml:trace contextRef="#ctx0" brushRef="#br0" timeOffset="59312.76">19496 10522 0,'-53'0'0,"1"0"0,-1-26 15,27 26-15,0 0 16,0 0-16,104 0 31,53 0-15,79 26-16,0-26 16,53 0-16,-27 0 15,0 0-15,0 0 16,-52 0-16,-27 0 0,1 0 15,-27-26 1,-26 26-16,0 0 0,-26 0 16,-27 0-16,-26 0 15,-52 0 1,-79 0 0,-79 0-16,-26-27 15,-26 27-15,-26 0 16</inkml:trace>
  <inkml:trace contextRef="#ctx0" brushRef="#br0" timeOffset="59512.98">19364 10469 0,'-78'0'15,"25"0"-15,1 0 0,52 27 32,79-27-32,78 26 15,53-26-15,52 26 16,53-26-16,0 26 15,-26-26-15,-27 0 16,-26 0-16,-26 0 16,-26-26-16,-1 26 15,-51-26-15,25-27 16,-78 27-16</inkml:trace>
  <inkml:trace contextRef="#ctx0" brushRef="#br0" timeOffset="-136648.58">13014 13277 0,'0'-26'0,"0"0"15,0-1 1,0 1 15,0 52 63,0 1-78,0 51-16,0 1 15,0 0-15,0-1 0,0-25 16,0-1-1,0 1-15,0-27 0,0 0 16,-26-26 343,0 0-343,0-26-16</inkml:trace>
  <inkml:trace contextRef="#ctx0" brushRef="#br0" timeOffset="-135882.2">12936 13251 0,'0'-26'16,"0"-1"31,26 27-16,0 0-31,27 0 0,25 0 16,-25 0-16,26 0 15,-53 0-15,26 27 16,-52-1-16,27 26 16,-27-25-16,0 25 15,-53-26-15,1 27 16,-1-27-16,1 0 16,-1 0-16,1 1 15,25-27-15,1 26 16,0-26-1,52 0 64,27 0-64,-1 0-15,1 0 16,-1 0-16,-26 0 15,27 0-15,-1 26 16,-25 0-16,-1 1 16,-26-1-16,0 0 15,0 0-15,0 1 16,0-1-16,-26 0 16,-27 0-16,1 1 0,-1-1 15,1-26-15,-1 0 16,1 0-16,-1 0 15,1 0-15,26-26 16,26-1-16,0-25 16,0 26-16</inkml:trace>
  <inkml:trace contextRef="#ctx0" brushRef="#br0" timeOffset="-135380.03">13513 13644 0,'-26'0'16,"26"-26"-1,0 0 1,0 0-16,0-1 16,0 1-16,0 0 15,26 0 1,0 26-16,27-26 16,-1 26-16,1 0 15,-1 0-15,1 26 0,-1 0 16,-26 0-16,1 0 15,-27 27-15,0-1 16,0 1-16,0-27 16,-27 0-16,1 1 15,0-27-15,0-27 47,26-25-31,0-1-16,0 1 15,0-1-15,52 1 0,1 0 16,-27 25 0,26 27-16,1 0 0,-27 0 15</inkml:trace>
  <inkml:trace contextRef="#ctx0" brushRef="#br0" timeOffset="-135048.74">14169 13435 0,'0'26'32,"0"0"-32,0 0 15,-26 27-15,0-1 16,-1 1-16,27-1 16,-26 1-16,26-27 0,0 0 15,0 0 1,26 1-16,27-27 0,-27 0 15,26 0-15,-25-27 16,25-25-16,-26-1 16,1 1-16,-27-1 15,0 1-15,0 26 16,0-27-16,-27 27 16,1 26-16,0-26 15,0 26-15,-1 0 16,1 26-16,0 0 15,0 0-15</inkml:trace>
  <inkml:trace contextRef="#ctx0" brushRef="#br0" timeOffset="-134398.74">14589 13566 0,'0'-27'0,"-26"54"94,-1 25-94,27-26 16,-26 1-16,26 25 0,0-26 15,0 1 1,26-27-16,1 26 16,-1-26-16,26 0 15,1 0-15,-27-26 16,27-27-16,-27 27 16,-26-27-16,26 27 15,-26 0-15,0 0 16,0-1-16,0 1 15,0 52 48,0 1-47,0 25-16,0-26 15,0 27-15,0-27 16,0 0-16,0 1 15,26-27-15,-26 26 16,26-26-16,1 0 16,25-26-1,-26-27-15,27 1 16,-27-1-16,-26 1 16,0-1-16,0 27 15,0 0-15,0 0 16,-26 26-1,-27 0-15,1 52 16,-1-26-16</inkml:trace>
  <inkml:trace contextRef="#ctx0" brushRef="#br0" timeOffset="-133949.1">15245 13539 0,'26'0'16,"-26"-26"0,0 52 15,0 1-15,0-1-16,0 0 15,0 0-15,0 1 16,0-54 46,0 1-46,26-26-16,1-1 16,-1 1-16,0 26 15,0-1-15,1 27 0,-1 0 16,0 0-1,0 0-15,27 0 0,-27 53 16,0-1-16,0 1 16,-26-1-16,0 1 15,0-1-15,0 1 16,-26-1-16,-26-26 16,-27 27-16,0-1 15,1-25-15</inkml:trace>
  <inkml:trace contextRef="#ctx0" brushRef="#br0" timeOffset="-130348.98">17843 13277 0,'0'-52'0,"26"25"16,-26 1 0,-26 79 46,-1-1-62,1 27 0,0-27 16,0 27-16,26-27 15,0-25-15,-27-1 16,27 0-16,0 0 16,0-78 15,0-27-16,27-26-15,25 27 0,1-1 16,-27 0 0,26 27-16,-25 25 0,-1 1 15,0 26 1,-26-26-16,26 26 31,0 52-31,27 1 16,-1 26-16,-25-27 15,-1 27-15,-26-27 16,0 27-16,0-27 16,0 1-16,0-1 15,0-25-15,0-1 16,-26 0-16,-27-26 0</inkml:trace>
  <inkml:trace contextRef="#ctx0" brushRef="#br0" timeOffset="-129782.35">17554 13487 0,'0'-26'15,"26"26"1,53-26 0,26 26-16,26-27 15,-26 27-15,26-26 16,-26 0-16,-26 0 15,26 26-15,-53-27 16,1 1-16,-27 26 0,-52 0 78,0 53-78,-27-1 16,27 1-16,26-1 15,0 0-15,0-25 16,0-1-16,26 0 16,0 0-16,27-26 15,-1 0-15,1 0 16,25-26-16,-51 0 16,25-27-16,-26 1 0,1 0 15,-27-1 1,0 1-16,0 25 0,0 1 15,0 0 1,0 78 31,0 1-31,-27-1-16,27-25 15,0 25-15,0-26 16,27 0-16,-1 1 15,26-1-15,-25-26 0,25 0 16</inkml:trace>
  <inkml:trace contextRef="#ctx0" brushRef="#br0" timeOffset="-129299.16">19469 13408 0,'0'-26'16,"0"0"-1,0 0-15,-26 26 16,0 0-16,-27-27 16,1 27-16,0 0 15,-1 27-15,1-27 16,25 52-16,-25-26 16,26 27-16,-1-1 15,27-26-15,0 1 0,27-1 16,25-26-1,1 0-15,25 0 16,1-26-16,0-27 16,-27-25-16,1 25 15,-1-52-15,-26 26 16,1 1-16,-27-1 16,0 26-16,0 1 15,0 26-15,0-1 16,-27 27 15,27 27-15,-26 25-1,0 27-15,0-27 0,26 27 16,0 0-16,0-27 16,0 27-16,0-26 15,0-1-15,52 0 16,-26 1-16,1-27 15</inkml:trace>
  <inkml:trace contextRef="#ctx0" brushRef="#br0" timeOffset="-129048.77">19784 13435 0,'0'-27'0,"27"1"15,-27 0-15,0 0 16,0 52 31,0 0-32,0 27-15,0-1 16,-27 0-16,27-25 16,0-1-16,0 0 15,27-52 16</inkml:trace>
  <inkml:trace contextRef="#ctx0" brushRef="#br0" timeOffset="-128782.56">19837 13041 0,'-26'0'0,"26"26"31,0 0-16,26 1-15,0-1 16,0-26-16,1 0 16,-1 0-16,0 0 15,-26-53 1,26 27-16,-26 0 16,0 0-16,0-1 15,0 1-15,-26 26 16,0 0-16,-53 26 15,27 1-15</inkml:trace>
  <inkml:trace contextRef="#ctx0" brushRef="#br0" timeOffset="-119566.39">17921 17921 0,'-26'0'0,"26"-26"31,0 52 32,0 1-48,0 25-15,0 1 16,0-1-16,26 1 0,-26-27 16,0 26-1,27-25-15,-27-1 16,0-52 31,0-27-32,0 1-15,-27-1 16,27 1-16,0-1 16,0 27-16,0 0 15,27-1-15,-1 1 16,26 26-16,1-26 15,-1 26-15,1 0 0,-27 0 16,0 0 0,0 0-16,-26 26 0,0 0 15,0 27-15,-52-27 16,-1 27-16,27-27 16,-26 0-16,52 0 15,0 1-15,0-1 16,0 0-16,52 0 15,1 1-15,-27-27 16,26 26-16,-25 0 16,-54 0 15,-51-26-31,-1 0 16,0 27-16,27-27 15,26 0-15</inkml:trace>
  <inkml:trace contextRef="#ctx0" brushRef="#br0" timeOffset="-118533.37">18499 17974 0,'0'-26'16,"0"52"15,0 0-16,26 27-15,-26-27 16,0 0-16,0 0 0,0 1 16,0-80 31,0 1-32,0 25-15,0 1 16,0 0-16,26 26 62,0 26-46,1 0-16,-27 1 16,26-1-16,-26 0 15,0 0 1,0-52 15,0-26-31,0 25 16,0-25-16,26 26 15,-26-1-15,26 27 32,0 27-1,-26-1-16,27 0-15,-27 0 16,0 1-16,0-1 16,0 0-16,0 0 0,0 1 15,26-27 1,0-53 0,0 27-16,-26 0 15,27-27-15,-27 27 16,0 0-1,26 26 1,-26 26 31,0 0-31,26 27-16,-26-27 15,26 0 1,1-52 15,-27 0-31,26-1 16,-26 1-16,26 0 15,-26 52 48,0 0-63,26 1 15,1-1-15,-1-26 16,0 0 0,0 0-1,-26-26 1,27-27-16,-27 27 16,0 0-16,0-1 15,0 1-15,-27 26 16</inkml:trace>
  <inkml:trace contextRef="#ctx0" brushRef="#br0" timeOffset="-118333.17">19286 17790 0,'-53'0'47,"1"27"-47,-27-1 15,-26 26-15,26 1 16,-26 25-16,27-25 16,-1-1-16,0 1 15,27-1-15,-27 1 16,27-27-16,-1 0 16,1-26-16,-27 0 15</inkml:trace>
  <inkml:trace contextRef="#ctx0" brushRef="#br0" timeOffset="-118098.83">17974 17948 0,'52'0'16,"1"0"-1,25 0-15,1 0 16,0 26-16,26 0 15,0 0-15,0 1 16,0-1-16,0 0 16,0 0-16,-27 1 15,1-27-15,-26 26 16,-1-26-16,-52 26 16</inkml:trace>
  <inkml:trace contextRef="#ctx0" brushRef="#br0" timeOffset="-117716.92">12149 18315 0,'-27'26'0,"-25"-26"16,26 27-16</inkml:trace>
  <inkml:trace contextRef="#ctx0" brushRef="#br0" timeOffset="-117116.46">11755 18105 0,'0'53'47,"26"-1"-47,-26 1 15,0-27-15,26 0 16,-26 0-16,27-26 15,-1 0 17,-26-26-32,26-26 15,-26-1-15,26 1 16,-26-1-16,27 27 16,-1 78 30,-26 1-46,26-1 16,-26 1-16,26-27 16,1-26-16,-27 26 15,26-26-15,26 0 16,-25-26 0,-1-26-16,0 25 15,0-25-15,-26-1 16,0 27-16,0 0 15,0 0-15,0-1 16,-26 27-16,0 0 16</inkml:trace>
  <inkml:trace contextRef="#ctx0" brushRef="#br0" timeOffset="-116533.49">12385 17869 0,'0'-26'16,"0"52"15,0 26-15,0 1-16,0-1 15,0 1-15,0-1 16,0 1-16,0-1 0,0-25 15,0-1-15,26-26 16,0-26 15,0-27-31,27 1 16,-27-1-16,0 27 16,-26 0-16,27 26 15,-1 0 16,26 26-15,-25 0-16,-1 0 16,26 1-16,-25-1 0,25-26 15,-26 0 1,1 0-16,-1 0 0,0-26 16,-26-27-1,0 27-15,0 0 16,0-1-16,0 1 31,0 52 16,0 1-47,0-1 16,0 0-16,26 0 15,-26 1 1</inkml:trace>
  <inkml:trace contextRef="#ctx0" brushRef="#br0" timeOffset="-116417.08">12988 17817 0,'-26'0'0</inkml:trace>
  <inkml:trace contextRef="#ctx0" brushRef="#br0" timeOffset="-116016.7">13014 17764 0,'0'53'62,"0"-27"-62,27 26 16,-27 1-16,26 25 16,0-51-16,0 25 15,1-26-15,-27 1 16,26-27-16,0 0 16,0 0-1,1 0-15,-1-53 16,26 27-16,-52-27 0,27 27 15,-27 0 1,-27 26 15,27 26-15,0 0-16,0 1 16,0-1-16,0 0 15,27 0-15,-1-26 0,0 0 16,0 0-1,27 0-15,-27 0 0,0 0 16,0-26 0</inkml:trace>
  <inkml:trace contextRef="#ctx0" brushRef="#br0" timeOffset="-115766.65">13565 17764 0,'-52'0'32,"0"26"-32,-27 27 15,0-1-15,0 1 16,1-1-16,-27 27 0,26-27 16,-26 27-16,26-26 15,-26-1-15,0-26 16,27 1-16,-1-1 15,26 0-15,27-26 16,-26 0-16</inkml:trace>
  <inkml:trace contextRef="#ctx0" brushRef="#br0" timeOffset="-115516.2">11912 18026 0,'27'0'16,"25"0"-16,1 0 16,52 27-16,0-1 15,-1 0-15,28 0 16,-1 1-16,0-1 16,0-26-16,0 0 15,-26 0-15,0 0 16,0 0-16,-52 0 15,-1 0-15,1 0 16,-27 0-16,0 0 16</inkml:trace>
  <inkml:trace contextRef="#ctx0" brushRef="#br0" timeOffset="-109483.95">14012 7032 0,'-27'0'0,"1"0"16,0 0-1,131 0 64,26 0-79,53 0 15,-1 0-15,27 0 16,26 0-16,1 0 15,-1-26-15,0 26 16,-26 0-16,-26-26 0,-27 26 16,-26 0-1,0 0-15,-26-27 0,-26 27 16,-53 0-16,0 0 16,-78 0 46,-27 0-46,-26 27-16,0-27 15,-26 0-15,0 0 16</inkml:trace>
  <inkml:trace contextRef="#ctx0" brushRef="#br0" timeOffset="-108699.95">14536 6980 0,'-52'0'0,"-1"0"16,27 0-16,-26 0 16,25 0-1,54 0 32,78 0-47,26 0 16,26 0-16,1 0 0,25 0 15,1 0-15,26 0 16,26 0-16,0 0 16,-26 0-16,0 0 15,-52 0-15,-27 0 16,-53 0-16,-51 0 15,-1 0-15,0 26 454,0-26-439,1 26-15</inkml:trace>
  <inkml:trace contextRef="#ctx0" brushRef="#br0" timeOffset="-106400.53">6166 7950 0,'-26'0'16,"26"-26"-1,26 26 1,26 0 0,27 0-16,0 0 15,0 0-15,26 0 16,52 0-16,27 0 15,52 0-15,26 0 16,27 0-16,-27 0 16,1 0-16,-80 0 15,-52-26-15,-52 26 16,-26 0-16,-27 0 0,0 0 16,-105 0 15,-26 0-16,1 26-15,-1-26 16,-27 0-16</inkml:trace>
  <inkml:trace contextRef="#ctx0" brushRef="#br0" timeOffset="-106034.05">6402 7924 0,'-52'-26'0,"25"26"16,1 0-16,52 0 31,53 0-31,0 0 16,26 0-16,26 0 15,53 0-15,-1 0 16,27 0-16,26 0 15,27-26-15,-27 26 16,26-27-16,-78 27 16,-27 0-16,-78 0 15,-26 0-15,-80 0 78,-25 0-78,-53 27 16</inkml:trace>
  <inkml:trace contextRef="#ctx0" brushRef="#br0" timeOffset="-94168.08">14064 17029 0,'-26'0'16,"0"0"-16,-1 0 15,1 0-15,0 0 16,0 0-16,-1 27 15,1-27-15,0 52 16,0-26-16,-1 27 16,27-27-16,0 26 15,0 1-15,0-27 16,0 0-16,27 1 16,25-1-16,1-26 15,-1 0-15,1 0 16,-1 0-16,-26 0 15,1-26-15,-27-1 16,0 1-16,0 0 16,-27 26-16,1-26 15,-26 26-15,-1 0 16,27 0-16,0 0 16,-1 0-16,80 0 46,-1 0-30,1 0-16,-1 0 16,1 0-16,-27 0 15,0 0-15,0 26 16,-26 0-16,0 27 16,0-27-16,0 26 15,0-25-15,0 25 16,0-26-16,0 27 0,0-27 31</inkml:trace>
  <inkml:trace contextRef="#ctx0" brushRef="#br0" timeOffset="-92384.43">14458 18131 0,'-27'0'31,"1"0"-16,0 0-15,-27 0 16,27 0-16,0 0 0,0 0 16,-1 27-1,-25-1-15,26 0 16,26 27-16,-26-1 16,-1-26-16,27 27 15,0-1-15,0-25 16,0-1-16,53 0 15,-1 0-15,1-26 16,25 0-16,-25 0 16,26 0-16,-27 0 15,1-26-15,-27 26 16,-26-26-16,0 0 16,0-1-16,0 1 15,0 0 1,-53 26-16,1 0 0,-1 0 15,1 0-15,-1 0 16,27 0-16,0 0 16,26 26-1,26-26 17,27 26-32,-1-26 15,-26 0-15,27 0 16,-27 0-16,0 0 15,1 0-15,-1 0 16,-26 27 0,0-1-1,0 26-15,0-26 16,0 27-16,0-1 16,-26 1-16,-1 26 15,27-27-15,0-26 16,0 27-16,0-27 15,0 0-15</inkml:trace>
  <inkml:trace contextRef="#ctx0" brushRef="#br0" timeOffset="-87000.66">13303 10443 0,'-26'0'0,"0"0"16,78-26 62,27 26-78,52 0 16,0-26-16,27 26 0,-1 0 15,1-27 1,25 27-16,-25 0 0,-1-26 15,-26 26-15,-26 0 16,-26 0-16,-27 0 16,-25-26-16,-80 0 78,-26 26-78,-25 0 15,-1-26-15,-53 26 16,1 0-16,-27 0 16,-26 26-16,26-26 0,1 0 15,25 0-15,53 0 16,27 0-16,25 26 16,27-26-16,105 26 46,-1-26-46,80 26 16,52-26-16,26 0 16,0 0-16,0 0 15,0 0-15,27-52 16,-53 26-16,-27 0 16,-25-1-16,-53 1 15,-27 0-15,-51 26 0,-54 0 31,-25 0-15,-27 0-16,1 0 16,25 26-16,53 0 15</inkml:trace>
  <inkml:trace contextRef="#ctx0" brushRef="#br0" timeOffset="-85501.9">13749 17029 0,'0'-52'0,"0"26"16,0-1-1,0 80 48,0 26-48,0-1-15,0 1 16,0 0-16,0-27 16,0 1-16,-26-1 15,26-26-15,0 1 0,0-1 16,0-52 31,0-1-47</inkml:trace>
  <inkml:trace contextRef="#ctx0" brushRef="#br0" timeOffset="-84982.77">13775 17029 0,'-26'-26'0,"26"0"15,0-27 1,26 27-16,53 0 0,-26 0 16,25-1-16,1 27 15,0 0-15,-27 0 16,27 27-16,-53-1 16,0 26-16,1-25 15,-27 25-15,0-26 16,0 27-16,-27-27 15,-51 27-15,25-27 16,-25 0-16,25 0 16,1 0-16,25-26 15,1 0-15,79 0 78,-1 0-62,27 0-16,-1 0 0,1 0 16,-26 27-16,-1-27 15,-26 26-15,-26 0 16,27 0-16,-27 1 16,0-1-16,-53 0 15,1 0-15,-27 1 16,0-1-16,1-26 15,25 0-15,-26 0 16,27 0-16,-1 0 16,1 0-16,26-26 0,26-1 15,0 1-15,26 0 16,26-27-16</inkml:trace>
  <inkml:trace contextRef="#ctx0" brushRef="#br0" timeOffset="-84701.92">14589 16819 0,'0'-26'0,"26"26"63,-26 53-48,0 25-15,0 1 0,0 0 16,0 0-16,0-1 16,0-25-16,0-1 15,0-26-15,0 27 16,26-27-16,1 0 16,-1-26-16,26 0 15,1 0-15</inkml:trace>
  <inkml:trace contextRef="#ctx0" brushRef="#br0" timeOffset="-84251.99">15140 17187 0,'0'-26'16,"0"-1"-16,0 1 16,-26 0-16,-1 26 15,-25-26 1,-1 26-16,27 0 15,-26 26-15,-1 0 16,27 27-16,26-27 16,0 26-16,0-26 15,0 1-15,0-1 16,26 0-16,0-26 16,27 0-16,-27 0 0,27 0 15,-27-26 1,0 0-16,0-27 0,-26 27 15,0 0-15,0 0 16,0-1-16,0 1 16,0 52 31,0 1-32,0 25-15,0 0 16,0-25-16,0-1 15,0 26-15,0-25 16,0-1-16,0 0 16,27-26-16,-1 0 0</inkml:trace>
  <inkml:trace contextRef="#ctx0" brushRef="#br0" timeOffset="-83702.2">15481 17108 0,'0'-26'16,"-26"0"0,0 26-1,-1 0 17,1 26-32,0 0 15,0 0-15,-1 1 0,1-1 16,26 26-1,0-26-15,0 1 0,0 25 16,0-26-16,26 1 16,1-27-16,-1 26 15,26-26-15,1 0 16,-1 0-16,1 0 16,-1-26-16,1-27 15,-27 1-15,26-1 16,-25-25-16,-1 25 15,-26 1-15,0-1 16,0 27-16,0 0 16,0-1-16,0 1 15,-26 79 48,26-1-48,0 27-15,0-27 16,-27 1-16,27-1 16,0 1-16,0-27 15,-26 26-15,26-25 16,0-1-16,0 0 16,26-26-1,1 0-15</inkml:trace>
  <inkml:trace contextRef="#ctx0" brushRef="#br0" timeOffset="-83418.83">16137 17108 0,'-26'0'0,"-27"0"16,1 0-16,-1 26 15,-25 1-15,51-1 16,-25 0-16,26 0 15,-1 0-15,27 1 16,0-1-16,0 0 16,79 0-16,-26 1 0,25-1 15,-25-26-15,-1 26 16,1 0-16,-1-26 16,-26 27-16,1-1 15,-1-26-15,0 26 16,-26 0-16,0 1 15</inkml:trace>
  <inkml:trace contextRef="#ctx0" brushRef="#br0" timeOffset="-82650.08">14930 18551 0,'-26'-26'0,"-1"0"15,1 26-15,26-26 16,0-1-16,0 1 16,0 0-16,0 0 15,26-1-15,1 27 16,25 0-16,-26 0 16,27 0-16,-1 0 15,-25 0-15,-1 27 16,0 25-16,0 1 15,-26-1-15,0 0 16,0-25-16,0-1 0,0 0 16,-26-26-1,0-26 17,0-27-17,26-25-15,0 25 16,52-25-16,1 25 15,-1 27-15,27 0 16,-53 26-16,0 0 16</inkml:trace>
  <inkml:trace contextRef="#ctx0" brushRef="#br0" timeOffset="-81718.79">15402 18499 0,'0'26'16,"0"0"-16,27-26 31,25 0-15,-26 0-16,27-26 15,-27 0-15,0 0 16,0-27-16,-26 27 16,0 0-16,0-1 15,0 1-15,0 0 31,-26 26-31,-26 0 16,25 26-16,1 0 16,0 1-1,26 25-15,0-26 0,0 1 16,0-1-16,0 0 16,26 0-16,0-26 15,1 26-15,25-26 16,1 27-16,-27-27 15,26 0-15,1 0 16,-27 0-16,27-53 16,-27 27-16,0-26 15,-26-1-15,0 1 16,0 25-16,0 1 16,0 0-16,-26 26 15,0 26 16,-1 27-31,27-1 16,0-26-16,0 1 16,0-1-16,27 0 15,-1-26-15,0 26 16,27-26-16,-1 0 16,-26 0-16,1-52 15,-1 26-15,0-1 16,0 1-16,-26 0 15,0 0-15,0-1 16,0 80 31,-26-27-31,0 27-16,26-27 15,0 0 1,0-52 31,0-27-47,26 1 15,26-1-15,-25 27 16,-1 26-16,0 0 16,0-26-16,-26 52 15,27 27-15,-27-1 16,0 27-16,26-27 15,-26 1-15,26-27 16,-26 0-16,26 0 16,1-26-16,25 0 15,1 0-15,25-26 16,1-26-16,-27-27 16,1 0-16</inkml:trace>
  <inkml:trace contextRef="#ctx0" brushRef="#br0" timeOffset="-69652.42">11624 9577 0,'-79'-26'0,"27"26"15,25 0-15,1-26 16,105 26 31,0 0-31,78 0-16,0 26 15,27-26-15,26 0 16,-26 26-16,-1-26 15,-25 0-15,-53 27 16,-27-27-16,-25 0 0,-1 0 16,-104 0 31,-53 0-32,-26-27-15,-27 27 16,-25 0-16,-1 0 15,0 0-15,-26 0 16,53 27-16,0-27 16,52 0-16,26 0 15,26 26-15,27-26 16,0 0-16,78 0 31,80 0-15,25 0-16,53 0 0,0-26 15,26 26-15,0-27 16,-26 27-16,-26 0 16,-53-26-16,-26 26 15,-79 0-15,0 0 16,-104 0 31,-27 0-32,-79 0-15,-26 0 0,0 0 16,0 0 0,27 0-16,25 0 0,27 0 15,26 0-15,26 0 16,53 0-16,0 0 16,131 26 15,52-26-16,53 0-15,26 0 16,27 0-16,-27 0 16,-26-26-16,-79 26 15,-52 0-15,-27 0 16,-78 0 15,-53 0-15,-52 0-16,-79 0 15,0 0-15,0 0 16,27 0-16,25 26 16,27-26-16,52 0 15,53 0-15,52 0 32,53 0-32,52 0 15,53 0-15,52 0 16,-52 0-16,-1 0 15,-51 0-15,-28 0 16,28 0-16,-27 0 0</inkml:trace>
  <inkml:trace contextRef="#ctx0" brushRef="#br0" timeOffset="-68636.29">20624 8738 0,'-79'0'0,"1"0"15,25 0-15,27 0 16,52 0 15,79 0-15,26 26-16,53-26 15,26 0-15,26 0 16,0 0-16,53 0 0,-1 0 16,1 0-1,26 0-15,-26 0 0,-1 0 16,-52-26-16,0-1 16,-26 27-16,-52-26 15,-27 26-15,-52 0 16,-27 0-16,-78 0 78,-26 0-78,-1 0 16,-26 0-16,1 0 15,-1 0-15,0 0 0,-52 0 16,0 0-16,0 0 15,-27 0-15,-26 0 16,1 0-16,-53 0 16,-27 26-16</inkml:trace>
  <inkml:trace contextRef="#ctx0" brushRef="#br0" timeOffset="-60136.87">20598 13251 0,'-27'0'78,"27"26"-78,27-26 63,25 0-63,1-26 16,-27-27-16,26 1 15,-25-1-15,-1 1 0,0-1 16,-26 1-16,0-1 15,0 27-15,0-26 16,0 26-16,-52-1 16,52 1-16,-27 0 15,1 26-15,0-26 235</inkml:trace>
  <inkml:trace contextRef="#ctx0" brushRef="#br0" timeOffset="-59820.28">20886 12490 0,'-52'0'47,"-27"26"-31,27 0-16,-1-26 15,1 0-15,25 0 16,27 27-16,0-1 31,53 0-15,-27-26-1,0 26-15,1 1 0,-1 25 16,-26-26-16,0 1 16,0-1-16,0 0 15</inkml:trace>
  <inkml:trace contextRef="#ctx0" brushRef="#br0" timeOffset="-57537.26">20755 11073 0,'0'52'63,"0"-25"-48,0-1-15,26-26 0,-26 26 16,27-26 0,25 0-16,27-26 15,26-27-15,0-25 16,26-1-16,26 0 15,1-26-15,26 27 16</inkml:trace>
  <inkml:trace contextRef="#ctx0" brushRef="#br0" timeOffset="-18106.31">10495 7950 0,'-52'0'0,"26"0"16,-1-26 0,1 26 15,0 0 0,0 0-15,52 0 15,53 0-31,26 0 16,0 0-16,52 0 15,-26 0-15,53 0 16,-27 0-16,1 0 15,-27 0-15,26 26 16,-52-26-16,0 0 16,27 0-16,-27 0 15,0 0-15,-1 0 16,1 0-16,0 0 16,27 0-16,-27 0 15,-27 0-15,27 0 0,-52 0 16,25 0-16,-51 0 15,25 0-15,1 0 16,-1 0-16,1 0 16,-1 0-16,1 0 15,-1 0-15,-26 0 16,27 27-16,-27-27 16,0 0-16,27 0 15,-27 0-15,0 0 16,27 0-16,25 0 15,1 0-15,0 0 16,-27 0-16,1 0 0,25 0 16,-25 0-1,26 0-15,-27 0 0,27 0 16,0 0-16,-27 0 16,1 0-16,25 0 15,-25 0-15,-1 0 16,1 0-16,-1 0 15,1 0-15,25 0 16,-25 0-16,26 0 16,-1 0-16,1 0 15,0 0-15,-1 0 16,1 0-16,-26 0 16,-1 0-16,1 0 0,-1 0 15,1 0 1,-1 0-16,1 0 0,25 0 15,1 26-15,0-26 16,-1 0-16,1 0 16,0 0-16,-27 0 15,1 0-15,-1 0 16,1 0-16,-1 0 16,1 0-16,-1 0 15,-26 0-15,27 0 16,-1 0-16,1 0 15,-1 0-15,-25 0 16,25 0-16,-26 0 16,27 0-16,-27 0 0,27 0 15,-27 0-15,26 0 16,-26 0-16,27 0 16,-1 0-16,-25 0 15,-1 0-15,26 0 16,-25 0-16,-1 0 15,26 0-15,-25 0 16,25 26-16,-26-26 16,27 0-16,-27 0 15,27 0-15,-27 0 16,26 0-16,-26 0 16,27 0-16,-27 0 15,27 0-15,-27 0 0,26 0 16,-25 0-16,-1 0 15,0 26-15,0-26 16,1 0-16,25 0 16,-26 0-16,1 0 15,25 0-15,-26 0 16,1 0-16,-1 0 16,0 0-1,0 0-15,0 0 16,1 0-16,-1 0 15,0 0-15,0 0 16,1 0-16,-1 0 0,0 0 16,0 0-1,1 0-15,-1 0 16,0 0-16,27 0 16,-27 0-16,26 0 15,-25 0-15,-1 0 16,0 0-1,0 0 1,1 0 0,-1 0 46,0 0-62,0 0 16,0 0-16,1 0 15,-1 0-15,0 0 16,0 0-16,1 0 16,-54 0 1249,-51 0-1265,-27 0 16</inkml:trace>
  <inkml:trace contextRef="#ctx0" brushRef="#br0" timeOffset="-13681.32">18000 10811 0,'0'-27'16,"0"54"46,0-1-62,0 52 0,-26-25 16,26-1-16,-26 1 16,-1-1-16,1-25 15,26-1-15,0 0 16,0-78 31,0-1-47,26-26 15,1 1-15,-1-1 16,0 0-16,0 27 16,0 26-16,-26-27 0,27 53 15,-1 0 32,0 53-31,0-1-16,1 27 15,25-27-15,-26 27 16,1-27-16,-27 27 16,26-26-16,-26-27 15,26 0-15,-26 0 16,0 1-1</inkml:trace>
  <inkml:trace contextRef="#ctx0" brushRef="#br0" timeOffset="-13223.1">18000 10653 0,'26'-26'0,"27"26"16,-27-26-16,-26-1 31,-53 27-15,-25 0-1,-1 0-15,27 0 16,-1 27-16,1-1 15,25 26-15,1 1 16,26-1-16,0 1 16,0-1-16,53 27 15,25-27-15,27 1 16,0-1-16,0 1 16,0-27-16,-52 0 15,-1 1-15,-26-27 16,-26 26-1,-78 0 1,-27 0-16,-27 1 16,1-1-16,26-26 0,27 0 15,-1 0-15,26 0 16,1 0-16,26-26 16</inkml:trace>
  <inkml:trace contextRef="#ctx0" brushRef="#br0" timeOffset="-12823.46">18210 10679 0,'0'-26'16,"0"0"-16,-53 26 16,1 0-1,-27 0-15,27 26 16,-27 0-1,27 1-15,-1 25 0,27 1 16,26-27-16,0 26 16,0 1-16,26-1 15,53-26-15,26 27 16,-27-53-16,27 26 16,-26 0-16,0 1 15,-27-27-15,-52 26 16,27 0-16,-27 0 15,0 1-15,-27 25 16,-25-26-16,-27 1 16,0-27-16,-26 26 15,1-26-15,-1 0 0,26 0 16,53 0-16,-1 0 16,27-26-1</inkml:trace>
  <inkml:trace contextRef="#ctx0" brushRef="#br0" timeOffset="-12340.09">18761 10889 0,'0'-26'0,"-26"78"46,26 1-46,-27-27 16,27 27-16,0-1 16,0-26-16,0 1 15,0-1-15,27-26 16,-1 0 0,0-26-1,0-1-15,1-25 16,-1 26-16,-26-1 15,26 1-15,-26 52 47,0 27-47,26-27 16,1 0-16,25 1 16,-26-1-16,27-26 15,-1 0-15,1 0 16,-1-26-16,-25-27 15,-1 27-15,0-53 16,-26 27-16,0-1 16,0 1-16,-26 26 15,0-1-15,-1 1 16,1 26-16,0 0 16,-27 26-16,27 1 15</inkml:trace>
  <inkml:trace contextRef="#ctx0" brushRef="#br0" timeOffset="-12156.62">19548 10942 0,'0'26'47,"0"0"-31,0 0-16,0 1 15,0-1-15,0 0 16</inkml:trace>
  <inkml:trace contextRef="#ctx0" brushRef="#br0" timeOffset="-12006.5">19574 10601 0,'-26'-53'0,"0"53"16,26-26-1,0 52 17</inkml:trace>
  <inkml:trace contextRef="#ctx0" brushRef="#br0" timeOffset="-11440.01">19889 10522 0,'0'-26'15,"0"78"17,0 1-17,0 25-15,0 1 16,0 0-16,0 26 16,0-27-16,0 1 15,0-26-15,0 25 16,0-51-16,0 25 15,27-26-15,-1 1 16,0-27 0,0-27-16,27-25 0,-27-1 15,-26-25-15,0-1 16,0 0-16,0 27 16,-26-1-16,-1 1 15,1 26-15,0-1 16,52 1-1,53 0 1,0 26-16,-1-26 16,-25-1-16,-27 27 15,0-26-15,1 26 16,-27-26 0,0 52 15,0 27-16,0 25-15,0 1 16,0 0-16,0 26 16,-27-27-16,1-25 15,0-1-15,0 1 16,-1-27-16,27 0 16,0 1-16,27-54 31</inkml:trace>
  <inkml:trace contextRef="#ctx0" brushRef="#br0" timeOffset="-11323.33">20388 10863 0,'0'-26'15,"0"0"-15,26-1 16,53 1 0,52 0-16,26 0 15,-25-27-15</inkml:trace>
  <inkml:trace contextRef="#ctx0" brushRef="#br1" timeOffset="17441.71">22330 6271 0,'26'0'47,"79"0"-31,52 0-16,27 0 0,26 0 16,26-26-1,0 26-15,26 0 0,-25-26 16,-27 26-16,-53 0 15,-26-27-15,-26 27 16,-52 0-16,-27 0 16,0 0-16,-26-26 15,-52 26 17,-27 0-17,-26 0-15,0 26 16,-52-26-16,-1 27 15</inkml:trace>
  <inkml:trace contextRef="#ctx0" brushRef="#br1" timeOffset="17757.82">22618 6324 0,'-52'0'0,"-1"0"15,27 0-15,78 0 31,27 0-15,52 0-16,1 0 16,51 0-16,1-27 15,0 27-15,26-26 16,-27 26-16,1-26 16,-27 26-16,1-26 0,-27 26 15,0-27-15,-52 27 16,0 0-16,-53 0 15,0 0-15,-52 0 47,-79 0-47,-26 0 16</inkml:trace>
  <inkml:trace contextRef="#ctx0" brushRef="#br1" timeOffset="19091.79">7740 7216 0,'-26'0'0,"79"0"32,25 0-17,53 0-15,1-27 16,-1 27-16,0 0 16,0-26-16,27 26 15,-53 0-15,-27-26 16,-51 26-16,-1 0 15,-105 0 1</inkml:trace>
  <inkml:trace contextRef="#ctx0" brushRef="#br1" timeOffset="19308.04">7609 7347 0,'53'0'31,"78"0"-31,0 0 16,53-26-16,-1 26 15,1-27-15,-53 1 16,0 26-16,-52 0 16,0 0-16,-53 0 15,0 0-15</inkml:trace>
  <inkml:trace contextRef="#ctx0" brushRef="#br1" timeOffset="20257.97">18341 11808 0,'0'-27'0,"-26"54"47,26 25-47,-26 27 16,-1 26-16,1-26 15,0 25-15,26-25 16,-26 0-16,-1 0 15,27-27-15,-26 1 16,0-27-16,26 0 16,0-78 15</inkml:trace>
  <inkml:trace contextRef="#ctx0" brushRef="#br1" timeOffset="20491.21">18105 12070 0,'0'-52'15,"26"-1"-15,0 27 16,27-27-16,26 27 16,26 0-16,-27 26 15,27 0-15,-52 0 16,-1 26-16,-26 0 16,-26 27-16,0-1 15,0 1-15,-52-1 16,0-25-16,-27 25 15,0-26-15,0 0 0,53-26 16,0 27 0,0-27-16</inkml:trace>
  <inkml:trace contextRef="#ctx0" brushRef="#br1" timeOffset="22175.57">18997 12018 0,'26'0'16,"-26"-27"-16,0 54 63,0-1-63,-26 0 0,26 27 15,0-1-15,0 0 16,0-25-16,0 25 15,26-26-15,1-26 16,-1 27-16,26-27 16,1 0-16,-1-27 15,-25 1-15,25-26 16,-26-1-16,-26 27 16,26-26-16,-26 25 15,0 1-15,0 52 47,0 27-31,0-1-16,0-26 15,27 27-15,-27-27 16,26 0-16,0-26 16,0 0-16,27 0 15,-27 0-15,27-52 16,25-1-16,-51-25 15,25 25-15,-26-52 16,1 27-16,-1-1 16,-26 0-16,0 27 15,0-1-15,0 27 16,0 0-16,0 52 31,0 53-15,0-1-16,0 1 15,-26 0-15,26 0 16,0-1-16,0-25 16,-27-1-16,27 1 15,0-27-15,0 0 16,0 0-16,0 1 16,27-27-1,-1 0-15,26-27 16,27 1-16,0-26 15,-1-1-15,-25 1 16,-1-1-16,1 1 16,-27-1-16,0 27 0,-26 0 15,-26 26 1,-26 0 0,25 0-16,-25 26 15,52 0-15,-26 27 16,26-1-16,0 1 15,26 25-15,0-25 16,0-1-16,1-25 16,-1-1-16,-26 0 15,-26-26 1,-27 0 0,-26 0-16,1 0 0,25-26 15,27 0-15</inkml:trace>
  <inkml:trace contextRef="#ctx0" brushRef="#br1" timeOffset="22874.58">20939 12096 0,'26'-26'0,"0"0"16,-26 0-16,0-1 15,-52 27 1,-1 0 0,1 27-16,-1-1 15,1 26-15,26 1 16,-1-27-16,1 26 16,26-25-16,0-1 15,0 0 1,26-26-16,27-26 15,-27 0-15,27-1 16,-1-25-16,-26 0 16,27 25-16,-27 1 15,-26 0-15,26 26 16,-26-26-16,0 52 31,0 26-31,0-25 16,0 25-16,0 0 15,0-25-15,0-1 16,27-26-16,-1 26 16,0-26-16,27 0 15,-1 0-15,27-26 16,-1-27-16,-25 27 16,26-26-16,-53-1 15,26 1-15,-25-1 16,-27 1-16,0 26 15,0-1-15,-27 27 16,-25 0 0,26 0-16,-1 27 0,1-1 15,0 26-15,0 1 16,26 26-16,0-27 16,0 27-16,0-27 15,0 1-15,26-27 16,-26 26-16,26-52 15,-26 27-15,26-27 32,27 0-32,26-27 15,26-25-15</inkml:trace>
  <inkml:trace contextRef="#ctx0" brushRef="#br1" timeOffset="27090.88">12805 11624 0,'0'-26'16,"0"-1"-16,0 1 15,0 0 1,-53 26-16,27 0 16,-27 0-1,1 26-15,26 0 0,-27 1 16,53 25-16,-26-26 16,26 27-16,0-27 15,52 27-15,1-27 16,26 26-16,-27-25 15,1-27-15,-27 26 16,0-26-16,-52 0 31,-27 26-15,-25-26-16,-27 26 16,52-26-16,1 0 15,-1 0-15,27 27 0,0-27 16,26-27-1</inkml:trace>
  <inkml:trace contextRef="#ctx0" brushRef="#br1" timeOffset="27340.61">12883 11493 0,'27'-26'16,"-1"-27"-16,-26 27 15,0 52 17,-79 53-17,0-1-15,-26 1 16,27 26-16,-1 0 16,0-26-16,0 0 15,27-27-15,26 1 16,0-27-16,26 0 15</inkml:trace>
  <inkml:trace contextRef="#ctx0" brushRef="#br1" timeOffset="27524.04">12306 11467 0,'26'0'15,"0"52"-15,53 27 16,0-1-16,52 1 16,-26 26-16,26-26 15,-26 0-15,0-1 16,-52 1-16,-27 0 16</inkml:trace>
  <inkml:trace contextRef="#ctx0" brushRef="#br1" timeOffset="37690.34">21437 14248 0,'0'52'63,"-52"1"-63,-1-1 15,1 27-15,-1-26 16,27-1-16,-26-26 16,26 27-16,-27-27 15,1 0-15,25-26 16</inkml:trace>
  <inkml:trace contextRef="#ctx0" brushRef="#br1" timeOffset="37890.22">20991 14327 0,'27'0'31,"25"26"-16,-26 26-15,53 1 16,-27-1-16,1 1 16,26 26-16,-27-27 15,27 0-15,-27-25 16</inkml:trace>
  <inkml:trace contextRef="#ctx0" brushRef="#br1" timeOffset="59055.76">7793 10653 0,'0'-26'15,"0"78"32,0 1-31,0-1-16,0 27 15,0-27-15,0 1 16,0-1-16,-26-25 16,26-1-16,0-52 62,0-1-46,0-25-16,0-27 0,26 27 15,26-1-15,-26 27 16,27 0-16,26 0 16,-27-1-16,1 27 15,-1-26-15,-26 26 16,1 0-16,-27 26 16,0 1-1,-27 25-15,-25 1 16,-1-1-16,-25-26 15,25 0-15,27 1 16,0-1-16,-1-26 16,27 26-1,27-26 17,25 26-32,1-26 0,-1 0 15,-26 0-15,1 27 16,-1-27-16,-52 26 31,-53-26-15,0 26-16,0-26 15,53 0-15,0 0 16</inkml:trace>
  <inkml:trace contextRef="#ctx0" brushRef="#br1" timeOffset="59322.11">8239 10627 0,'0'-53'16,"0"27"-16,26 0 15,0 26 32,-26 26-31,0 27-16,27-1 15,-27 1-15,0-1 16,0 27-16,0-27 16,0 1-16,0-1 0,0 1 15,0-27-15,0 0 16</inkml:trace>
  <inkml:trace contextRef="#ctx0" brushRef="#br1" timeOffset="59922.51">8449 10837 0,'0'-26'0,"0"-1"16,0 54 46,0 25-62,0-26 0,0 27 16,26-27-16,-26 0 15,26-26-15,-26 26 16,26-26-16,1 0 16,-1 0-16,26 0 15,-25-26-15,-1-26 16,-26 25-16,0-25 15,0 26-15,0 0 16,0-1 0,0 54 31,0-1-47,26 0 15,-26 26-15,0-25 16,26-1-16,-26 0 15,27 0-15,-1-26 16,0 0 0,0 0-16,1 0 15,25-52-15,-26 26 16,1-27-16,-27 27 16,26 0-16,-26 0 15,0-1-15,0 54 47,0-1-47,-26 0 16,26 0-16,0 0 15,0 1-15,52-27 16,-26 0-16,27 0 16,-1 0-16,27 0 15,0-53-15</inkml:trace>
  <inkml:trace contextRef="#ctx0" brushRef="#br1" timeOffset="99369.64">18787 6245 0,'-52'0'0,"-1"0"16,1 0-16,-27 0 16,27 0-16,-1 0 15,1 0-15,25 0 16,1 0-16,105 0 31,26 0-15,52 0-16,53 0 15,-26-26-15,0-1 0,25 27 16,-51-26-16,-1 26 16,-25 0-16,-28 0 15,-51 0-15,-27 0 16,-52 0 15,-53 0-15,1 0-16</inkml:trace>
  <inkml:trace contextRef="#ctx0" brushRef="#br1" timeOffset="99586.2">18787 6297 0,'-52'0'0,"-27"27"0,53-27 15,0 0 1,26 26-16,78-26 16,27 0-16,53 0 15,25 0-15,27 0 16,0-26-16,-26-1 16,0 27-16,-27-26 15,-26 26-15,-78-26 16,-1 26-16,-104 0 31</inkml:trace>
  <inkml:trace contextRef="#ctx0" brushRef="#br1" timeOffset="113652.09">12831 18420 0</inkml:trace>
  <inkml:trace contextRef="#ctx0" brushRef="#br1" timeOffset="113924.74">12831 18420 0</inkml:trace>
  <inkml:trace contextRef="#ctx0" brushRef="#br1" timeOffset="114056.37">12831 18420 0,'-26'0'15</inkml:trace>
  <inkml:trace contextRef="#ctx0" brushRef="#br1" timeOffset="120601.48">21411 7924 0,'-52'-26'16,"25"26"-16,1 0 16,0-26-16,0 26 15,131 0 32,52 0-47,53 0 16,79 0-16,-27 0 0,27 0 15,-27 0 1,27 0-16,-27 0 0,-26 0 16,-52 0-16,-53 0 15,-52 0-15,-53 0 16,0 0-16,-104 0 62,-54 0-46,-25 0-16</inkml:trace>
  <inkml:trace contextRef="#ctx0" brushRef="#br1" timeOffset="121770.07">5746 8528 0,'-26'0'16,"0"-27"-16,-1 27 15,1 0-15,0-26 16,52 26 46,53 26-62,26 1 16,52 25-16,27-26 16,0-26-16,-1 0 15,1 0-15,0 0 16,-27 0-16,-78-26 15,-1 26-15,-51 0 16,-1 0-16,-26-26 16</inkml:trace>
  <inkml:trace contextRef="#ctx0" brushRef="#br1" timeOffset="123752.03">10574 8790 0,'-105'-26'15,"26"26"-15,-25 0 16,51-26-16,1 26 16,25 0-1,54 0 16,51 0-15,53 0-16,27 0 16,26 0-16,52 0 15,0 0-15,-26-27 16,-53 27-16,-26-26 16,-78 26-16,-27 0 15,0 0 1,1 0 1281,25 0-1297,-26-26 15</inkml:trace>
  <inkml:trace contextRef="#ctx0" brushRef="#br1" timeOffset="133283.93">13303 15954 0,'0'-27'0,"0"1"0,0 0 15,0 0-15,0 52 47,0 0-31,0 27-16,0-1 15,0 27-15,0-53 16,0 26-16,0-25 16,26-1-1,1-52 1,-1-27-16,0 1 16,27 25-16,-1-25 15,-26 26-15,0 0 16,1 26-1,-27 26 1,26 0 0,-26 26-16,26 1 15,0-1-15,1-25 16,25-1-16,-26-26 16,1 0-16,25 0 15,1-26-15,-27-27 16,26 1-16,-52-1 15,27 1-15,-27-27 0,0 27 16,0-1-16,-27 27 16,27 0-16,-26 26 15,0 0-15,0 0 16,-1 26-16,-25 26 16</inkml:trace>
  <inkml:trace contextRef="#ctx0" brushRef="#br1" timeOffset="133868.09">14274 15455 0,'0'-26'0,"0"-1"16,0 80 15,0-1-31,0 53 15,-26-26-15,-1 26 16,1 0-16,26-26 16,-26-1-16,0 1 15,26-26-15,0-27 16,26-79 15,0 1-15,27-1-16,-1 1 15,1 0-15,-27-1 0,0 53 16,0 0 0,-26 53-1,0-1 1,27 0-16,-27 1 16,26-1-16,0-25 15,0-1-15,1-26 16,-1 0-1,0-26-15,0-1 16,1-25-16,-1-1 16,0 1-16,-26 26 15,0 0-15,0 78 47,0-26-31,0 27-16,0-27 15,26 0-15,1 0 16,-1-26-16,0 0 16</inkml:trace>
  <inkml:trace contextRef="#ctx0" brushRef="#br1" timeOffset="134100.7">14615 15691 0,'53'0'32,"-1"0"-32,-26-26 15,27 0-15,-27-27 16,-26 27-16,26-27 16,-26 27-16,0 0 15,-26 26-15,0-26 16,0 26-16,-1 0 15,1 52-15,-26 1 16,52-1-16,0 1 16</inkml:trace>
  <inkml:trace contextRef="#ctx0" brushRef="#br1" timeOffset="134584.05">15166 15455 0,'0'-53'0,"26"27"16,-26 0-16,27 0 16,-27 78 31,0 1-47,-53 25 15,27 27-15,26 0 16,0-26-16,0 26 15,0-26-15,0-1 0,26-51 16,27 25-16,-1-52 16,1 0-16,25 0 15,1 0-15,-27-52 16,1-1-16,-1 1 16,-25-1-16,-27 1 15,0-1-15,0 27 16,-53 26-1,1 0-15,-1 53 16,-25-1-16,51 27 16,1-27-16,26 27 15,0-53-15,0 27 16,53-27-16,-27-26 16,52 0-16,-25 0 15,-1 0-15,27-26 0,-26-1 16,-1-25-16,-52-27 15</inkml:trace>
  <inkml:trace contextRef="#ctx0" brushRef="#br1" timeOffset="134733.87">15140 15586 0,'-79'-26'0,"27"26"15,25 0-15,54 0 16,104-26-16,53-1 15,52 1 1,52 0-16,-51-27 0,-54 27 16</inkml:trace>
  <inkml:trace contextRef="#ctx0" brushRef="#br1" timeOffset="135417.48">18315 14353 0,'0'-53'0,"-26"132"46,-1 0-30,27 26-16,-26-26 16,0 25-16,0 1 15,26-26-15,0 0 16,0-27-16,26-25 16,0-27-16,27 0 15</inkml:trace>
  <inkml:trace contextRef="#ctx0" brushRef="#br1" timeOffset="135617.37">18708 14458 0,'0'-53'0,"0"27"15,0 0-15,0 52 47,0 27-47,0 25 16,0 1-16,0 0 15,0 26-15,0-27 16,-26 1-16,0-26 16,-26-1-16,25-26 15</inkml:trace>
  <inkml:trace contextRef="#ctx0" brushRef="#br1" timeOffset="136034.03">17921 14878 0,'-26'-27'0,"79"1"16,25 0 0,53 0-16,1-1 15,-1 1-15,0 0 16,-26 0-16,0 0 16,-26 26-16,-1-27 15,1 1-15,-53 26 16,1-26-16,-54 52 31,-25 27-15,-1-1-16,27 0 15,26 1-15,0-1 16,0 1-16,0-1 16,26-52-16,27 27 15,-1-27-15,1 0 16,-1-53-16,1 1 15,-1-1-15,-25-26 16,-27 27-16,0 0 16,-27-1-16,-51 27 15,25 0-15,-52 26 16,26 26-16,1 0 0,25 27 16,27-1-16</inkml:trace>
  <inkml:trace contextRef="#ctx0" brushRef="#br1" timeOffset="136484.15">19338 14694 0,'0'-26'15,"26"26"1,-26 52 15,0-26-31,0 27 0,0-1 16,-26-25-16,0-1 15,26 0-15,0 0 16,0-52 15,0-26-31,52-1 16,1 1-16,-27-1 15,27 27-15,-27-26 16,0 52-16,-26-27 16,26 27 15,-26 53-31,27-27 16,25 26-16,-52-25 0,26 25 15,1-26-15,-27 1 16,0-1-16,26 0 15,-26 0-15,52-26 16,1 0-16,-1 0 16</inkml:trace>
  <inkml:trace contextRef="#ctx0" brushRef="#br1" timeOffset="137301.52">20099 14799 0,'26'-26'0,"1"-1"16,-27 1-16,0 0 15,0 0-15,0 0 16,-53 26-16,27 0 15,-27 0-15,1 0 0,0 26 16,25 0-16,1 0 16,0 27-16,26-27 15,0 26-15,0-25 16,0-1-16,52-26 16,1 0-1,-1 0-15,1-26 16,-1-1-16,1-51 15,-1 25-15,-26-25 16,1-1-16,-27 0 16,0 0-16,0 1 15,0-1-15,0 26 16,0 27-16,0 0 16,0 52 15,0 27-31,0 25 15,0 1-15,-27 0 16,27-27-16,-26 27 16,26-26-16,0-1 15,-26 0-15,26 1 16,0-1-16,0-25 16,0-1-16,26-26 15,27 26-15,-1-26 16,1 0-16,25 0 0,-25-26 15,-1 0-15,27-27 16,-27 27-16,1-27 16,-27 1-16,0 0 15,1-1-15,-27 27 16,0 0-16,0-1 16,-53 27-1,27 0-15,-53 27 16,27 25-16,-1 1 15,-25-1-15,51 0 16,1 1-16,0-1 16,26-25-16,26-1 15,0-26 1,27-26-16,-1-1 16,1-25-16,-1-1 0,1 1 15,-1 26 1,-26-27-16,1 27 0,-1 26 15,-26 26 17,26 1-17,-26 25-15,0 0 16,0-25-16,0-1 16,0 0-16,26 0 15,1-26-15,25 0 16</inkml:trace>
  <inkml:trace contextRef="#ctx0" brushRef="#br1" timeOffset="137717.32">21306 14563 0,'0'-53'0,"0"27"15,0 0-15,0 0 16,-26 26 0,0 0-16,-1 0 15,1 26-15,-26 26 16,26 1-16,26-1 15,0 1-15,0-27 16,0 26-16,0-25 16,26-1-16,0 0 15,26-26-15,27 0 16,-26 0-16,25-52 0,-25 25 16,26-25-16,-27 0 15,1-1-15,-27 1 16,0-1-16,0 27 15,-26 0-15,0 52 47,-26 26-31,0 27-16,0-26 16,26-1-16,0 0 15,0 1-15,0-27 16,0 0-16,0 1 0,52-27 15,-26 0 1</inkml:trace>
  <inkml:trace contextRef="#ctx0" brushRef="#br1" timeOffset="137967.14">21752 14143 0,'-26'0'16,"0"26"-16,26 27 15,0-27-15,0 0 16,26 0-16,27-26 16,-1 0-16,0 0 15,-25 0-15,25-52 16,-26-1-16,-26 27 16,0-26-16,0 25 0,-26 27 15,-26 0 1,-1 0-16,1 53 0,-27-1 15,27 27-15,25-26 16</inkml:trace>
  <inkml:trace contextRef="#ctx0" brushRef="#br1" timeOffset="138650.53">22382 13959 0,'0'-26'0,"0"0"16,-26 26 0,26 26-1,-26 27-15,-1 25 16,1 1-16,0 0 15,0 26-15,26-27 16,-27 1-16,27 0 16,-26-27-16,26 1 15,0-1-15,26-26 16,27-26-16,-1-26 16,1 0-1,-1-26-15,1-27 0,-27 26 16,0 1-16,0 26 15,-26-1-15,0 1 16,0 79 15,-26-1-15,0 1-16,26-1 16,0 1-16,0-27 15,0 0-15,0 0 16,52-78 15,1-1-31,-1 1 0,1-1 16,-27 27-16,0 0 15,1 0 1,-27 52 0,0 26-16,0 1 15,0 26-15,0-1 16,-27 1-16,1 0 15,0-27-15,0-26 16,-1 1-16,1-1 16,0 0-1,0-26-15,-27 0 16,27 0-16,26-52 16</inkml:trace>
  <inkml:trace contextRef="#ctx0" brushRef="#br1" timeOffset="138800.32">22277 14012 0,'79'-53'15,"52"1"-15,53 26 16,52-27-16,26 27 16,-26 0-16,1-1 15</inkml:trace>
  <inkml:trace contextRef="#ctx0" brushRef="#br1" timeOffset="147316.62">18210 17029 0,'0'-26'0,"0"0"15,0 52 32,0 27-31,0 25-16,0-25 15,-26-1-15,26 27 0,-27-27 16,1 1-16,0-1 16,0 1-16,-1-27 15,27 0-15,0 1 16</inkml:trace>
  <inkml:trace contextRef="#ctx0" brushRef="#br1" timeOffset="147749.78">18157 17082 0,'0'-53'15,"27"27"-15,-1 26 16,53-26-16,-1 26 0,1 0 15,-26 0-15,-1 0 16,-26 26-16,-26 0 16,0 27-16,-52-1 15,-1-25-15,-25 25 16,25-26-16,1-26 16,25 26-16,1-26 15,26 27 16,53-27-15,-1 26-16,27-26 16,0 26-16,-27 0 0,-26 1 15,1-1 1,-27 0-16,-27-26 16,-51 26-1,-27-26-15,26 27 16,0-27-16,0 0 15,53 0-15,0 0 16,0 0-16</inkml:trace>
  <inkml:trace contextRef="#ctx0" brushRef="#br1" timeOffset="148049.95">18866 17056 0,'0'-27'0,"0"1"16,0 79 46,0-1-46,0 1-16,0-1 15,0 0-15,0-25 0,26 25 16,-26-26-16,0 1 31,26-27-31</inkml:trace>
  <inkml:trace contextRef="#ctx0" brushRef="#br1" timeOffset="148249.52">19023 16951 0,'-26'-27'0,"79"54"47,-1-1-47,1 26 15,-1-25 1,-26-1-16,1 26 0,-1-25 16,0-27-16</inkml:trace>
  <inkml:trace contextRef="#ctx0" brushRef="#br1" timeOffset="148433.24">19601 16898 0,'-27'-26'16,"1"26"-16,0 0 15,0 0-15,-27 0 16,1 26-16,25 27 16,-25-1-16,26 1 0,0-1 15,26-26-15,0 27 16</inkml:trace>
  <inkml:trace contextRef="#ctx0" brushRef="#br1" timeOffset="148666.59">19627 16898 0,'0'-26'0,"0"0"15,0 52 16,0 26-31,0 1 16,-26 26 0,26-27-16,-27 27 0,27-27 15,-26 27-15,26-53 16,0 27-16,0-27 16</inkml:trace>
  <inkml:trace contextRef="#ctx0" brushRef="#br1" timeOffset="149182.94">19863 16977 0,'0'-53'0,"0"27"16,0 79 31,0-1-32,0 1-15,0-1 16,0 1-16,0-27 16,0 26-16,0-26 15,0-52 17,0 0-17,53-26-15,-27-1 16,0 27-16,0 0 0,0-1 15,1 27 17,-1 0-17,-26 27-15,26 25 16,0 1-16,-26-27 16,27 26-16,-1-26 15,0 1-15,0-1 16,1-26-1,-1 0-15,26 0 16,1-26-16,-27-27 16,27-25-16,-27 25 0,-26 1 15,0-27 1,0 26-16,0 27 0,0 0 16,-79 26-16,27 0 15,-53 0-15,-27 52 16</inkml:trace>
  <inkml:trace contextRef="#ctx0" brushRef="#br1" timeOffset="165565.24">20624 18184 0,'0'-26'16,"0"78"46,-26-26-62,-27 27 0,27-27 16,0 27-16,-27-27 15,27 0-15,0 0 16,26 1-16,-26-1 16,-1 0-1,27-52 48,0-27-63,0 1 15,27-1-15,-1-25 0,0 25 16,0 27-16,1-27 16,25 1-16,-52 26 15,26 26-15,-26-27 16,26 54 46,1-1-62,-1 26 16,26 1-16,-25-27 16,-1 53-16,0-27 15,-26 1-15,26-1 16,-26 1-16,27-1 0,-27-26 15,0 1 1,0-1-16,0 0 0,0 0 16,26-26-1,-26 27 1,-26-27 31,-27 0-47</inkml:trace>
  <inkml:trace contextRef="#ctx0" brushRef="#br1" timeOffset="166303.67">20178 18577 0,'-26'-26'0,"78"0"47,1 26-47,52-26 16,-27 26-16,1 0 15,0 0-15,-27-26 16,1 26-16,-27 0 16,0 0-16,0 0 15</inkml:trace>
  <inkml:trace contextRef="#ctx0" brushRef="#br1" timeOffset="166698.42">20991 18158 0,'0'-27'0,"0"1"16,0 0 0,0 0-1,0 78 63,0 1-62,0-1-16,27 1 0,-27-1 16,0 1-16,0-1 15,26-26-15,-26 27 16,0-27-16,0 0 16,0 0-16,26 1 15,-26-1-15,26-26 16</inkml:trace>
  <inkml:trace contextRef="#ctx0" brushRef="#br1" timeOffset="167131.9">21306 18079 0,'0'-26'0,"0"-1"16,0 1-1,0 79 79,0-27-78,0 26-16,0 1 0,0-1 15,0 1 1,0-1-16,0-25 0,0 25 16,0-26-16,0 1 15,0-1-15,0 0 16,0 0 0,26-26 15,-26 26-16,0 1 17</inkml:trace>
  <inkml:trace contextRef="#ctx0" brushRef="#br1" timeOffset="168899.48">21254 18341 0,'-27'0'16,"80"-26"62,-1 26-78,1 0 15,-1 0-15,27-26 16,-26 26-16,-1 0 16,1-26-16,-27 26 15,-52 0 595,-1 0-579,1 0 94,26 26-125,-26-26 15,0 26 1,26 0 15,-27-26-31,27 27 0,0-1 16,0 0 0,0 0 15,0 1-16,0-1 1,0 0 0,0 0 15,0 0-15,0 1-1,0-1 1,27-26 15,-1 0-15,0 0-1,0 0 1,1 0 0,-1 0 30,0 0-30,0 0 0,1 0-1,-1 0 17,-26-26-17,26 26 16,0 0-31,-26-27 16,26 27-16,1-26 16,-1 0-1,-26 0-15,26 26 16,-26-26-16,26 26 16,-26-27-16,0 1 15,0 0 1,0 0-16,0-1 15,0 1-15,0 0 16,-26 0-16,0-1 16,-27 1-16,27 26 15,-26 0-15,-27 0 16,27 0-16,-27 26 16</inkml:trace>
  <inkml:trace contextRef="#ctx0" brushRef="#br1" timeOffset="196114.14">22067 14537 0,'-26'-27'15,"0"54"17</inkml:trace>
  <inkml:trace contextRef="#ctx0" brushRef="#br1" timeOffset="196547.21">22146 14563 0,'-26'0'16</inkml:trace>
  <inkml:trace contextRef="#ctx0" brushRef="#br1" timeOffset="196913.45">22067 14432 0,'-26'0'15,"26"26"17</inkml:trace>
  <inkml:trace contextRef="#ctx0" brushRef="#br1" timeOffset="197330.77">21988 14563 0,'-26'-26'15,"26"52"16,0 0-31</inkml:trace>
  <inkml:trace contextRef="#ctx0" brushRef="#br1" timeOffset="214361.95">17711 9761 0,'53'0'31,"26"0"-15,52 0-16,0 26 16,26-26-16,-25 0 15,25 0-15,27 0 16,-1 0-16,1 0 15,0 0-15,-53 0 0,0 0 16,-78 0-16,-1 26 16,-26-26-16</inkml:trace>
  <inkml:trace contextRef="#ctx0" brushRef="#br1" timeOffset="-213851.41">5274 10942 0,'-79'0'0,"53"0"16,0 0-16,52 0 31,79-27-16,26 1-15,79 0 16,26-26-16,-26 25 16,0 1-16,-26 26 15,-53 0-15,-26 0 16,-79 0-16,-26 26 16</inkml:trace>
  <inkml:trace contextRef="#ctx0" brushRef="#br1" timeOffset="-213650.48">5195 11204 0,'-52'0'15,"25"0"-15,106 0 32,52-26-32,105-53 15,27 0-15,52 1 0,-53-1 16,0 27-1,-52 25-15,-78 27 0</inkml:trace>
  <inkml:trace contextRef="#ctx0" brushRef="#br1" timeOffset="-195952.35">18315 15901 0,'0'-26'15,"0"0"-15,0 52 47,-26 53-31,-53 52-16,-26 0 0,26-26 16,27-26-1,-1-27-15,53 1 0,-26-27 16,26-52 15,53-53-15,-1-26-16,27 0 15,-1 0-15,-25 26 16,-1 1-16,27 25 16,-53 27-16,27 0 15,-27 26 1,0 0-16,27 26 0,-27 26 15,27 27 1,-27 26-16,-26-26 0,0-1 16,0 1-16,0 0 15,0-27-15,-26 1 16,-1-1-16,-25-52 16,26 27-16</inkml:trace>
  <inkml:trace contextRef="#ctx0" brushRef="#br1" timeOffset="-195785.4">17764 16452 0,'0'-26'0,"79"0"32,52-27-32,26 27 0,1-27 15,25 1-15,-25-1 16,-27 1-16,-26-27 15</inkml:trace>
  <inkml:trace contextRef="#ctx0" brushRef="#br1" timeOffset="-195601.74">19102 15691 0,'0'-26'16,"0"52"31,0 27-47,0 25 15,-26 27-15,0 0 0,26 0 16,-27 0-16,27-26 16,0-27-16,0 1 15,0-27-15,53-26 16,-1 0-16</inkml:trace>
  <inkml:trace contextRef="#ctx0" brushRef="#br1" timeOffset="-195385.65">19574 15717 0,'0'-52'0,"0"26"16,0 78 31,0 27-32,0 26-15,-26 26 0,26-52 16,-26 26-16,0 0 15,-1-27-15,1-25 16,26-1-16,0-25 16,-26-27-16</inkml:trace>
  <inkml:trace contextRef="#ctx0" brushRef="#br1" timeOffset="-195018.9">19233 16163 0,'53'-26'16,"25"26"-16,27-26 16,0 0-16,0-1 15,0 1-15,-26 0 16,-26 0-16,-27 26 16,0 0-16,-52 52 31,0 1-16,-1 25-15,1-25 16,26-1-16,0 1 16,26-1-16,27-52 15,-1 27-15,27-27 16,-27 0-16,1-27 16,-1-25-16,-25-1 0,-27-25 15,0-1-15,0 0 16,-53 27-16,-26 26 15,27-1-15,-53 27 16,0 27-16,-26 51 16</inkml:trace>
  <inkml:trace contextRef="#ctx0" brushRef="#br1" timeOffset="-194285.02">20204 18525 0,'-26'0'15,"0"0"-15,78-26 31,79 26-31,27-26 16,25-1-16,1 1 16,-26-26-16,-1 25 15,-26 1-15,0 0 16,-52 26-16,0-26 16,-53 26-16,0 0 0</inkml:trace>
  <inkml:trace contextRef="#ctx0" brushRef="#br1" timeOffset="-193835.85">22356 17843 0,'26'-26'0,"-26"78"63,-26 27-63,-27-1 16,27 1-16,0-26 15,0-1-15,-1 1 16,27-27-1,0-52 1,0-27 0,0-26-16,53 1 15,-1-27-15,1 0 16,-27 52-16,27 1 16,-53 26-16,26-1 15,-26 54 1,26 51-1,-26 1-15,26 0 16,0-1-16,1 1 16,-1-26-16,0 25 15,-26-25-15,26-1 16,-26-25-16,0 25 16</inkml:trace>
  <inkml:trace contextRef="#ctx0" brushRef="#br1" timeOffset="-193668.32">22067 18289 0,'0'-26'0,"0"-1"32,79 1-32,52 0 15,27 0-15,-1-27 16,-26 27-16,0 0 15</inkml:trace>
  <inkml:trace contextRef="#ctx0" brushRef="#br1" timeOffset="-193185.75">23274 17843 0,'0'-26'15,"-26"26"17,-27 26-32,1 0 15,-1 0-15,1 27 16,26-27-16,26 26 16,0 1-16,0-1 15,26-25-15,26-1 16,1-26-16,26 0 15,-1 0-15,1-53 0,0 1 16,0-1-16,-1 1 16,-25-27-16,-27 1 15,0-1-15,0 26 16,-26-25-16,0 25 16,0 27-16,0 0 15,-26 26-15,0 0 16,26 26 15,0 26-15,0 53-16,-26-26 15,26 0-15,0-1 16,0-25-16,0-1 16,0-25-16,0-1 15,0 26-15,-26-25 0</inkml:trace>
  <inkml:trace contextRef="#ctx0" brushRef="#br1" timeOffset="-192885.79">23379 18053 0,'26'-27'31,"53"27"-31,26-26 16,-26 0-16,26 0 0,-53-1 15,-26 1 1,1 0-16,-1 26 0,-26 26 78,0 27-62,0-1-16,0-26 15,0 27-15,-26-27 16,26 0-16,0 1 16,-27-27-16</inkml:trace>
  <inkml:trace contextRef="#ctx0" brushRef="#br1" timeOffset="-192752.47">23878 17659 0,'0'-26'0,"0"0"0,0-1 15,-27 27 1</inkml:trace>
  <inkml:trace contextRef="#ctx0" brushRef="#br1" timeOffset="-192419.19">24061 17895 0,'0'26'47,"0"1"-47,27-1 15,-27 0-15,26 0 16,-26 1-16,26-27 15,0 0 1,1-27 15,-1-25-31,26-27 16,1 1-16,-27-1 0,0 0 16,0 27-16,-26 78 31,0 26-16</inkml:trace>
  <inkml:trace contextRef="#ctx0" brushRef="#br1" timeOffset="-192035">24770 17895 0,'0'-26'0,"0"0"31,-26 26-15,-27 0-16,1 26 15,-1 26-15,-26-25 16,53 25-16,26-26 16,0 1-1,53-27 1,-1-27-1,1 1-15,-1 0 16,-26 26-16,1 0 16,-1 0-1,0 26-15,0 27 16,1-27-16,-1 0 16,-26 0-16,26-26 0,-26 27 15,26-27 1,1 0-16,25-53 0,0 27 15</inkml:trace>
  <inkml:trace contextRef="#ctx0" brushRef="#br1" timeOffset="-153671.54">13172 10679 0,'-26'-26'0,"-1"0"15,1 0 1,26-1 0,-26 27 15,26 27-16,0-1-15,0 53 16,0-27-16,0 27 16,0-27-16,0 27 15,0-27-15,-26 1 16,26-1-16,-27 1 16,27-27-16,-26 0 15,26 1-15,-26-27 16,0 0-1</inkml:trace>
  <inkml:trace contextRef="#ctx0" brushRef="#br1" timeOffset="-153204.91">12962 10889 0,'26'-52'16,"-26"26"-16,26-1 16,1 27-16,-1-26 15,0 26-15,27-26 16,-1 26-16,1 0 15,-1 0-15,1 0 16,-1 0-16,-26 0 16,1 0-1,-27 26-15,0 0 0,0 1 16,-27 25-16,-51 0 16,-1 1-16,0-1 15,27 1-15,-1-27 16,27 0-16,0-26 15,26 27-15,0-1 32,52-26-17,1 0 1,-1 0-16,27 0 16,-27 0-16,-25 0 15,25 26-15,-26 0 16,1-26-16,-1 27 15,-26-1-15,0 0 0,-26 0 16,-53 1-16,26-1 16,-25-26-16,25 26 15,27-26-15,0 0 16,-1 0-16,1 0 16,26-26-16,0 0 15</inkml:trace>
  <inkml:trace contextRef="#ctx0" brushRef="#br1" timeOffset="-152871.57">13880 10627 0,'0'-26'0,"0"-1"16,0 1-16,0 0 15,0 0-15,-26 52 63,0 26-47,26 1-16,-26-1 15,26 27-15,0-26 0,-27 25 16,27 1-1,0-27-15,0 27 0,0-26 16,-26-1-16,26 1 16,0-27-16,0 0 15</inkml:trace>
  <inkml:trace contextRef="#ctx0" brushRef="#br1" timeOffset="-152221.03">13907 10968 0,'0'-53'16,"0"27"-16,0 0 16,26 0-16,-26 78 62,0 1-62,0-1 16,0 1-16,0-27 15,0 26-15,0-25 16,26-1-16,0 0 16,1-26-16,-1 0 15,0 0-15,0 0 16,27 0-16,-27-26 16,0-27-16,-26 27 15,26-26-15,-26-1 16,0 27-16,0 0 0,0-1 15,0 1 1,0 52 15,0 1-15,0 25-16,0-26 16,0 27-16,0-27 15,0 27-15,0-27 16,27-26-16,-1 26 15,0-26-15,27 0 16,-27 0-16,26-52 16,1 25-16,-1-25 15,-25-1-15,-27 1 16,26 26-16,-26-1 0,0 1 16,-26 79 15,-1-27-31,27 26 15,0 1-15,0-27 16,27 0-16,-1 1 16,26-27-16,1 0 15,-1-27-15,1 1 16,-27-53-16</inkml:trace>
  <inkml:trace contextRef="#ctx0" brushRef="#br1" timeOffset="-151688.53">8265 11493 0,'-131'0'0,"0"26"15,26 0 1,78-26-16,1 0 0,79 0 16,52-26-1,52 0-15,27-27 16,-1 1-16,27 26 16,-26-27-16,-26 27 15,-54 0-15</inkml:trace>
  <inkml:trace contextRef="#ctx0" brushRef="#br1" timeOffset="-151538.4">7767 11781 0,'-132'27'0,"54"-1"0,25 0 16,53 0-16,26-26 15,132 0-15,52-52 16,78-27-16,80-52 15,52 0-15</inkml:trace>
  <inkml:trace contextRef="#ctx0" brushRef="#br1" timeOffset="-149353.64">13618 14799 0,'26'-53'0,"0"27"16,-26 0-16,27 0 16,-27 0-16,0-1 15,0 1-15,-27 26 0,1 0 16,-26 0-16,-27 0 16,27 0-16,-27 26 15,26 1-15,1 25 16,52-26-16,0 27 15,0-27-15,26 26 16,53-25-16,0-1 16,25 0-16,1 0 15,-26 1-15,-26-1 16,-27 0-16,-26 0 16,0 1-16,0-1 15,-79 0-15,0 0 16,1 1-16,-1-27 15,27 0-15,25 0 16,1-27-16,26 1 0,0-26 16,0-1-16,79 1 15,-1 25-15,1 1 16,0 0-16,-27 0 16,27 26-16,0 0 15,-53 0-15,27 0 16,-27 0-16,0 0 15,0 0-15,-26 52 16,0-26-16,0 27 16,0-27-16,0 27 15,-26-27-15,0 26 16,0-25-16,-1-27 0</inkml:trace>
  <inkml:trace contextRef="#ctx0" brushRef="#br1" timeOffset="-149071.76">13828 14642 0,'-53'0'0,"27"0"15,52 0 17,1 0-32,25 26 15,1 0-15,-1-26 0,-26 0 16,1 0-1,-27-26 1,0-27 0,0 27-16,0 0 0,-27 0 15,1 26-15,0 0 16,0 52 0,26 1-16,-27-1 15</inkml:trace>
  <inkml:trace contextRef="#ctx0" brushRef="#br1" timeOffset="-148820.45">14458 14353 0,'0'-53'0,"0"80"62,0 25-62,0 27 16,26-27-16,-26 27 15,0 0-15,0-1 16,0-25-16,0-1 16,0 1-16,0-1 15,0-25-15,26-27 16</inkml:trace>
  <inkml:trace contextRef="#ctx0" brushRef="#br1" timeOffset="-148488.62">14694 14746 0,'0'-26'16,"0"79"46,26-1-46,0 1-16,1-1 16,-1 1-16,0-27 0,-26 0 15,26-26 1,0 0 0,27-52-1,-27-27-15,27 0 16,-1 27-16,-26-27 15,1 27-15,-1 25 16,0 1-16,-26 52 31,0 53-31</inkml:trace>
  <inkml:trace contextRef="#ctx0" brushRef="#br1" timeOffset="-148038.9">15219 14930 0,'26'0'15,"0"-26"-15,27 0 0,-1-27 16,1 27-16,-27-27 16,0 27-16,-26 0 15,0 0 1,-26 26 15,0 0-15,-27 26-16,27 26 15,0-25-15,26 25 16,0-26-16,0 27 16,0-27-16,0 0 15,26-26-15,0 0 0,0 0 16,1 0 0,25-52-16,0 26 15,-25-27-15,25 27 16,1 0-16,-27-1 15,26 27-15,-25 0 16,-1 0-16,26 27 16,-25 25-16,-1 1 15,0-27-15,-26 26 16,26-52 15,27-26-15,-1-53-16,53-26 15,26-26-15,-26 0 0</inkml:trace>
  <inkml:trace contextRef="#ctx0" brushRef="#br1" timeOffset="-143155.65">13382 12018 0,'0'-27'15,"0"54"63,0-1-62,0 26-16,0-25 16,0-1-16,0 0 15,0 0-15,0 0 16,0 1 0,26-27-16,0 0 46,1 0-30,-1 0-16,0 0 16,0-27-16,0 1 15,1 0-15,-1 26 16,0-26-16,-26 0 16,-26 52 1046</inkml:trace>
  <inkml:trace contextRef="#ctx0" brushRef="#br1" timeOffset="-141205.66">13513 11913 0,'0'-53'15,"0"1"-15,0 25 16,0 1-16,0 0 15,-26 105 17,0-1-17,-1 1-15,1 26 0,0-26 16,0-1 0,-1-25-16,27 26 0,-26-27 15,0-26-15,26 1 16,0-1-16,0-52 31,0-1-15,0-51-16,0-1 15,0 0-15,52 1 16,27-27-16,0 26 16,-1 0-16,27 27 15,-52 25-15,26 1 16,-27 26-16,-26 0 15,1 0-15,-1 26 16,-26 27-16,-26-1 0,-53 27 16,0 0-16,-26-27 15,-26 1-15,52-1 16,1-26-16,51-26 16,1 27-16,0-27 15,52 0 16,0 0-15,27 0-16,-1 0 16,1 26-16,25-26 15,1 26-15,-26-26 16,25 26-16,-51-26 0,-1 0 16,0 0-16,0 0 78,1 0-78,-1 0 15,53-26-15,-27 0 16,1 0-16,-27-1 16,0 1-16,0 0 15,-26 0-15,0 0 0,0-1 16,-26 1-1,0 0-15,0 26 0,-1 0 16,-25 0-16,26 0 16,-1 52-16,1-25 15,0 25-15,26 27 16,0-53-16,26 26 16,27-25-16,-1-1 15,1 0-15,51-26 16,1 0-16,27-26 15,-1-27-15,0 1 16,-26-1-16,0 1 16,-53 26-16,-25 0 15,-27-1-15,0 1 0,-53 26 16,-26 26 0,-25 1-16,25-1 15,26 26-15,27-26 16,26 1-16,0-1 15,26-26 1,53 0-16,26 0 16,-26-26-16,26-27 15,-27 1-15,1-27 16,0-26-16,-27 0 16,-25 0-16,-1-26 15,-26 52-15,0 1 16,0 25-16,0 27 0,-26 52 31,-27 53-31,1 52 0,-1 26 16,27 27-16,0 0 15,-27 26-15,1-27 16,-27 27-16,-26 0 16,-26 0-16</inkml:trace>
</inkml:ink>
</file>

<file path=ppt/ink/ink2.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4T09:54:31.589"/>
    </inkml:context>
    <inkml:brush xml:id="br0">
      <inkml:brushProperty name="width" value="0.05292" units="cm"/>
      <inkml:brushProperty name="height" value="0.05292" units="cm"/>
      <inkml:brushProperty name="color" value="#C00000"/>
    </inkml:brush>
  </inkml:definitions>
  <inkml:trace contextRef="#ctx0" brushRef="#br0">1154 4146 0,'-79'26'0,"1"0"0,25 0 16,27-26-16,78-26 15,106-53 1,104-52-16,106-26 16,104-53-16,27 0 15,-1-26-15,1 26 16,-53 0-16,-79 0 15,-52 26-15,-79 27 16,-105 26-16,-52 26 16,-27 52-16,-52 1 15,0 26-15,0-1 16,0 54 15,0-1-31,-26 26 16,0 27-16,-53-27 15,1 27-15,-1-53 16</inkml:trace>
  <inkml:trace contextRef="#ctx0" brushRef="#br0" timeOffset="5016.29">4067 6980 0,'-79'26'0,"27"0"15,-1 0-15,106-52 31,104-79-31,105 0 16,106-79-16,52 1 16,26-1-16,26-26 0,-26 0 15,-26 27 1,-27 25-16,-104 27 0,-79 26 16,-105 0-16,-53 53 15,-25 25-15,-27 1 16,-53 52 15,-26 27-31,27-1 16,-27 1-16</inkml:trace>
  <inkml:trace contextRef="#ctx0" brushRef="#br0" timeOffset="10132.29">9603 7347 0,'53'-53'15,"-27"27"-15,-26 52 16,-52 79-16,-106 53 16,-52 104-16,-52 53 15,-53 52-15,-52 27 16,-1 0-16,-25 25 15,25-51-15,27-1 16,26-26-16,79-52 16</inkml:trace>
  <inkml:trace contextRef="#ctx0" brushRef="#br0" timeOffset="27081.46">20388 11099 0,'52'-131'0,"53"26"16,-52 26-16,25 53 15,-51 0-15,-106 157 32,-78 79-32,-80 79 15,-51 52-15,-53 26 0,0 0 16,26 1 0,26-27-16,53-26 0,52 0 15,-26-27-15</inkml:trace>
  <inkml:trace contextRef="#ctx0" brushRef="#br0" timeOffset="35197.71">682 16347 0,'-53'0'0,"27"0"15,26-26 1,105-105 0,79-53-16,78-52 15,79-53-15,27 27 16,25-27-16,-52 53 16,0 0-16,-52 26 15,-79 79-15,-79 52 16,-52 53-16,-105 52 62,-1 26-62,-25 1 0,-1-1 16,1 1-16,26 26 16,-27-53-16,-25 0 15</inkml:trace>
</inkml:ink>
</file>

<file path=ppt/ink/ink3.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4T09:23:01.009"/>
    </inkml:context>
    <inkml:brush xml:id="br0">
      <inkml:brushProperty name="width" value="0.05292" units="cm"/>
      <inkml:brushProperty name="height" value="0.05292" units="cm"/>
      <inkml:brushProperty name="color" value="#7030A0"/>
    </inkml:brush>
    <inkml:brush xml:id="br1">
      <inkml:brushProperty name="width" value="0.05292" units="cm"/>
      <inkml:brushProperty name="height" value="0.05292" units="cm"/>
      <inkml:brushProperty name="color" value="#FF0000"/>
    </inkml:brush>
  </inkml:definitions>
  <inkml:trace contextRef="#ctx0" brushRef="#br0">13539 8239 0,'-26'-26'15,"0"26"48,26 26 15,0 0-78,0 27 15,0 25-15,0-25 16,0-1-16,0 27 16,0 0-16,0-27 0,0 1 15,0-1 1,0-25-16,0-1 0,0 0 16,0 0-1,0-52 32,0 0-31,0-27-16,0 27 15,0-26-15,0-1 16,0 1-16</inkml:trace>
  <inkml:trace contextRef="#ctx0" brushRef="#br0" timeOffset="383.27">13565 8318 0,'-26'0'16,"26"-26"-1,-26 26-15,26-27 16,0 1-1,0 0 1,26 0-16,27-1 16,-1 1-16,27 0 15,-27 26-15,53-26 0,-26 26 16,0 0 0,-27 0-16,-25 0 0,-1 26 15,-26 0-15,0 27 16,0-27-16,-79 26 15,0 1-15,-26-27 16,0 26-16,0-25 16,0 25-16,53-26 15,0-26-15</inkml:trace>
  <inkml:trace contextRef="#ctx0" brushRef="#br0" timeOffset="1349.93">13618 9604 0,'0'-27'0,"0"1"0,-26 26 16,-1 0 0,1 0-16,0 0 15,0 0-15,-27 0 16,27 26-16,-26 1 16,25 25-16,1 0 15,26-25-15,0 25 16,0 1-16,0-27 15,0 26-15,0 1 16,26-27-16,27 0 16,-1 1-16,1-1 15,-1-26-15,27 0 0,-27 0 16,27-26 0,-26-1-16,25-25 0,-51 26 15,25-27-15,-26 1 16,-26-27-16,0 26 15,0 1-15,0-27 16,-26 53-16,-26-26 16,-1 25-16,-26 27 15,27 0-15,-27 0 16,-26 0-16,27 0 16,25 53-16,1-27 15,25 0-15,1-26 16,26 27-16,0-1 15,0 0-15,53 0 0,-1 0 16,27 1-16,-1-1 16,1 0-16,-26 27 15,25-27-15,-51 26 16,25 27-16,-26-26 16,-26-1-16,0 27 15,0-27-15,27-25 16,-27-1-16,0 0 15,0 0-15</inkml:trace>
  <inkml:trace contextRef="#ctx0" brushRef="#br0" timeOffset="1849.91">13592 10837 0,'-27'-26'15,"1"26"1,26 52 31,0 27-47,0-27 16,0 53-16,0-26 15,0 0-15,0-1 16,0 1-16,0-26 15,0-1-15,0 0 16,-26 1-16,26-27 16,-26-26-1</inkml:trace>
  <inkml:trace contextRef="#ctx0" brushRef="#br0" timeOffset="2316.53">13487 10968 0,'0'-53'0,"26"27"0,26 0 15,1 0-15,-1 26 16,1 0-16,-1 0 16,1 0-16,-27 0 15,0 26-15,-26 26 16,0 1-16,0-1 15,-26 1-15,-53 26 16,27-27-16,-27 1 16,0-1-16,1-26 0,25-26 15,27 27 1,52-27 46,1 0-46,25 26-16,0-26 16,1 52-16,-1-25 15,1 25-15,-27-26 16,27 27-16,-27-27 16,0 0-16,0 0 15,1-26-15,-1 27 16</inkml:trace>
  <inkml:trace contextRef="#ctx0" brushRef="#br0" timeOffset="2935.41">13854 12595 0,'0'-26'0,"26"-1"16,-26-25-16,0 26 16,0-1-16,-52 1 15,-1 26 1,-25 0-16,25 0 0,-52 26 15,27 1-15,-1-1 16,26 26-16,1-25 16,26 25-16,26-26 15,0 27-15,26-27 16,0 0-16,53 1 16,-27-1-16,27 26 15,26-26-15,-26 27 16,-1-27-16,-25 27 15,-1-1-15,-25 1 16,-1-1-16,-26 1 16,0-27-16,-26 0 0,-53 0 15,0-26 1,-26 27-16,26-27 0,-25 0 16,-1-27-16,26 27 15,26-26-15,27 0 16,0 0-16,26-1 15,0 1-15</inkml:trace>
  <inkml:trace contextRef="#ctx0" brushRef="#br0" timeOffset="3483.07">13723 14379 0,'-26'-26'0,"-1"0"0,1 26 31,26 52 31,0 1-62,0 52 16,0-27-16,26 27 16,-26-26-16,27 0 15,-27-1-15,0 1 0,0-53 16,0 27-16,0-27 15,0-78 17,-27 25-17</inkml:trace>
  <inkml:trace contextRef="#ctx0" brushRef="#br0" timeOffset="3733.09">12910 14327 0,'52'0'16,"0"-27"-1,53 27-15,0 0 16,27 0-16,25-26 15,-26 26-15,-26-26 16,0 26-16,-26-26 16,0 26-16,-1 0 15</inkml:trace>
  <inkml:trace contextRef="#ctx0" brushRef="#br0" timeOffset="4716.29">13251 15875 0,'0'26'78,"-27"27"-78,27 25 16,0 1-16,0 0 15,0 26-15,53-27 16,-1-25-16,1 26 16,-1-53-16,27 0 15,0-26-15,-1 0 16,27 0-16,-26 0 0,-26-26 15,-1-27-15,1 1 16,-27-1-16,0-25 16,0 25-16,-26-26 15,0 1-15,0 25 16,-26 1-16,26-1 16,-26 27-16,26 0 15,-26 26-15,26 52 63</inkml:trace>
  <inkml:trace contextRef="#ctx0" brushRef="#br0" timeOffset="5249.65">13251 17502 0,'-27'0'15,"27"26"32,27 26-47,25 27 16,1-26-16,-1-1 15,27 1-15,-1-1 16,1-26-16,-26 27 16,-1-27-16,1 0 15,-1-26-15,-26 0 16</inkml:trace>
  <inkml:trace contextRef="#ctx0" brushRef="#br0" timeOffset="5499.65">14117 17502 0,'0'-27'15,"-27"27"-15,1 0 16,0 0 15,0 53-15,-27-1-16,1 27 15,-1 0-15,27-27 16,0 27-16,-1 0 16,27-27-16,0 1 15,0-27-15,0 26 0,0-25 16</inkml:trace>
  <inkml:trace contextRef="#ctx0" brushRef="#br0" timeOffset="5799.61">15429 17869 0,'26'0'16,"0"0"-1,26 0-15,27 0 16,26 0-16,0 0 16,26 0-16,27-26 15,-27 0-15,0-1 16,27 27-16,-27-26 15</inkml:trace>
  <inkml:trace contextRef="#ctx0" brushRef="#br0" timeOffset="6166.79">15586 16085 0,'52'0'16,"53"0"-1,27 0-15,-1 0 16,26 0-16,27 0 16,-27 0-16,1 0 15,-27 0-15,0 0 16</inkml:trace>
  <inkml:trace contextRef="#ctx0" brushRef="#br0" timeOffset="6532.93">15219 14353 0,'52'26'32,"53"-26"-32,0 0 15,26 0-15,27 0 16,25 0-16,1 0 16,0-26-16,-27 0 15</inkml:trace>
  <inkml:trace contextRef="#ctx0" brushRef="#br0" timeOffset="6933.26">14668 12569 0,'0'26'15,"0"0"-15,78 0 16,27-26-16,26 27 16,1-27-16,25 0 15,1-27-15,25 1 16,1 26-16,0-26 15,-27 0-15</inkml:trace>
  <inkml:trace contextRef="#ctx0" brushRef="#br0" timeOffset="7332.64">14799 11047 0,'0'26'31,"52"0"-31,53-26 16,26 26-16,27-26 15,26 0-15,25-26 16,1 26-16,-26-26 16</inkml:trace>
  <inkml:trace contextRef="#ctx0" brushRef="#br0" timeOffset="7749.5">14877 9708 0,'27'0'47,"51"0"-47,54 0 16,25 0-16,1 0 15,25 27-15,1-27 0,0 0 16</inkml:trace>
  <inkml:trace contextRef="#ctx0" brushRef="#br0" timeOffset="8132.41">15009 8344 0,'0'-26'0,"-27"26"15,106 0 17,79 26-17,25-26 1,80 26-16,52-26 0,-1 0 16</inkml:trace>
  <inkml:trace contextRef="#ctx0" brushRef="#br0" timeOffset="24748.39">9892 4356 0,'-26'-27'16,"-1"27"-16,1 0 16,79 0 30,52 0-46,26 0 16,26 0-16,53 27 16,0-27-16,53 0 15,-1 0-15,27 0 16,-53 0-16,-26 0 16,-53 0-16,-78-27 15,-27 27-15,-25 0 16,-54 0 62</inkml:trace>
  <inkml:trace contextRef="#ctx0" brushRef="#br0" timeOffset="26165.22">16714 10811 0,'-26'-27'0,"-26"27"16,-1 0-16,27 0 15,-27 27-15,1-1 16,26 26-16,-1-26 16,1 1-16,26-1 15,0 26-15,0-25 16,53-1-16,-1 0 16,27 0-16,-27 27 0,1-27 15,-1-26-15,1 26 16,-27 1-16,-26-1 47,-53 0-47,-25-26 15,-1 26-15,27-26 16,-1 0-16,1 0 16,25 0-16</inkml:trace>
  <inkml:trace contextRef="#ctx0" brushRef="#br0" timeOffset="28599.24">17239 11204 0,'0'-52'0,"0"25"15,0 1-15,0-26 16,0 25-16,0 1 16,-26 26-1,0 0-15,-27 0 16,1 0-16,-1 53 16,27-1-16,-27 1 0,27-1 15,26-26-15,0 27 16,0-1-16,26-25 15,1-27-15,25 0 16,1 0-16,-1 0 16,-26-27-16,1 1 15,-1-26-15,0 25 16,-26-25-16,0-1 16,0 27-16,0 0 15,0 52 48,0 0-63,0 27 0,26-27 15,1 27-15,-1-27 16,26 0-16,1 0 16,-1-26-16,1 0 15,-27 0-15,26 0 16,-25-52-16,-27 26 15,0-27-15,0-26 16,0 53-16,0-26 16,-27-1-16,1 27 15,26 78 32,0 1-47,0-1 16,0 1-16,0-1 15,0-25-15,0-1 16,0 0-16,0-52 47,0 0-47,-26-27 16,26 27-16,0-27 15,0 27-15,0-26 16,26 25-16,0 1 15,1 26 1,25 53 0,-26-27-16,1 26 15,-1 1-15,0-1 16,0-25-16,1 25 16,-1-26-16,0 1 15,0-27-15,1 0 16,-1 0-16,0 0 15,26-27-15,1 1 16,-27-26-16,0-1 16,-26-26-16,27 27 15,-27-1-15,0 27 16,0 0-16,-27 0 16,1 26-16,0 0 0,-27 0 15,27 26-15,0 0 16,26 27-16,0-1 15,26 1-15,27-1 16,-27-26-16,26 27 16,1-1-16,-27-25 15,0-27-15,-26 26 16,27-26-16,-54 0 47,1 0-47,0 0 15,26-26 17,0-1-32,26 1 15,0 0-15,1 0 16,-1-1-16,0 1 16,0 0-16,1 0 15,-1-1-15,0 1 16,-26 0-1,26 0 1,-26-1 0,0 54 93,0 25-109,0-26 16,0 27-16,0-27 15,27 0-15,-1 1 16,0-1-16,-26 0 16,26-26-16,1 0 15,-1 0-15,0 0 16,-26-26-16,26-27 0,-26 1 15,0-1 1,0 1-16,0 26 0,0-1 16,0 1-16,26 52 62,-26 1-62,0 25 16,27-26-16,-27 27 15,26-27-15,-26 0 16,26-26-16,0 27 16,1-27-16,-1 0 15,26 0-15,-25-27 16,-1-25-16,0 26 0,-26-27 16,26 27-16,-26-27 15,0 27-15,0 0 16,0 52 46,0 0-62,27 27 16,-27-27-16,26 0 16,-26 1-16,26-1 15,-26-52 16,0-27-15,0 27-16,0 0 16,0-1-16,0 1 15,0 0-15,26 26 32,27 0-32,-1 26 15,1 0-15,-1 1 16,1-1-16,-1 0 15,27-26-15,-27 26 16,1-26-16,-1 0 16,-25 0-16,-1-26 15,0 0-15,0-27 16,-26 27-16,0-26 16,0 25-16,0 1 15,0 0-15,-26 26 16,0 0-16,0 26 15,-1 27-15,1-27 16,26 0-16,0 0 16,26 1-16,1-27 15,25 0-15,-26 0 16,27 0-16,-1-27 16,-25 1-16,-1 0 15,0 26-15,0-26 16,-26 78 15,0 1-31,0 52 0,0 0 16,0 0-16,0 0 15,0-27-15,-26 1 16,26-27-16,0-25 16,-26-1-16,26-52 31,0-53-31,-26-26 15,26 0-15,0-26 16,0 26-16,0 0 16,0 26-16</inkml:trace>
  <inkml:trace contextRef="#ctx0" brushRef="#br0" timeOffset="29382.64">17921 11230 0,'-26'-26'63,"0"26"-63,0-26 15,-1 0 1,27-1-16,0-25 16,0 26-16,0-1 15,27 1-15,-1 0 16,0 26-16,0 0 15,1 0-15,-1 0 16,0 0-16,0 26 16,0 27-16,1-1 15,-1 1-15,0-1 16,0 1-16,1-1 0,-27 1 16</inkml:trace>
  <inkml:trace contextRef="#ctx0" brushRef="#br0" timeOffset="30065.06">20729 11099 0,'105'0'62,"0"0"-62,52-26 16,27 0-16,-53-1 15,0 27-15</inkml:trace>
  <inkml:trace contextRef="#ctx0" brushRef="#br0" timeOffset="34602.71">4329 5064 0,'-26'0'16,"26"-26"-16,-26 26 16,-1 0 31,1 0-47,0 0 15,0 0-15,-27 0 16,27 0-16,0 26 15,52-26 64,26 0-79,1 0 15,-1 0-15,1 0 16,26 0-16,-27 0 15,1 0-15,-1 0 16,27 0-16,-27 0 16,27 0-16,-27 0 15,1 0-15,26 0 16,-27 0-16,27 0 0,-27 0 16,1 0-16,-1 0 15,1 0-15,-1 0 16,1 0-1,-1 0-15,1 0 0,25 0 16,1 0-16,26 0 16,-26 0-16,0 0 15,-1 0-15,-25 0 16,25 0-16,-25 0 16,-1 0-16,1 0 15,-27 0-15,27 0 16,-1 0-16,1 0 0,25 0 15,-25 0 1,-1 0-16,1 0 0,-27 0 16,0 0-16,27 0 15,-27 0-15,26 0 16,-25 0-16,-1 26 16,26-26-16,1 0 15,-27 0-15,0 0 16,1 0-16,-1 0 15,0 0-15,0 0 16,0 27-16,27-27 16,-27 0-16,27 0 0,-27 0 15,0 0 1,27 0-16,-27 0 0,26 0 16,-25 0-16,25 0 15,-26 0-15,27 0 16,-27 0-16,0 0 15,1 0-15,-1 0 16,26 0-16,-26 0 16,27 0-1,-27 26-15,0-26 16,1 0-16,-1 0 16,0 0-16,0 0 15,1 0 48,-1 0-63,0 0 15,0 0 1,-26 26 453</inkml:trace>
  <inkml:trace contextRef="#ctx0" brushRef="#br0" timeOffset="36373.58">21385 14353 0,'26'0'78,"27"0"-62,52 0-16,0 0 15,26 0-15,-26 0 16,-27 0-16,1 0 16,-26 0-16,-27 0 15,0 0 63</inkml:trace>
  <inkml:trace contextRef="#ctx0" brushRef="#br0" timeOffset="36897.39">22881 14012 0,'-27'0'15,"27"-26"-15,-26 26 16,26-27-16,0 54 62,0-1-46,0 52-16,0-25 16,0 26-16,26-27 15,1 1-15,25 25 16,1-25-16,-27-27 15,26 27-15,-26-53 16,1 26-16,-1-26 16,0-26-1,27-27 1,-1-26-16,-26 1 0,1-1 16,-1 0-16,-26 0 15,0 27-15,0 0 16,0 25-16,-26 1 15,26 0-15,-27 26 16,27 26 47,0 0-63,0 1 15</inkml:trace>
  <inkml:trace contextRef="#ctx0" brushRef="#br0" timeOffset="37266.18">24140 14038 0,'0'-52'0,"0"25"16,0 1-16,0 0 15,0 0-15,-26 26 16,-27 0 0,1 0-16,-27 0 15,27 52-15,-1-26 16,27 27-16,26-1 16,0 1-16,0-1 15,52 1-15,1-27 16,26 26-16,-1-25 15,-25-1-15,-1 0 16,-25-26-16,-27 26 16,-79 1 15,-52-1-31,-1 0 16,1 0-16,0-26 15</inkml:trace>
  <inkml:trace contextRef="#ctx0" brushRef="#br0" timeOffset="39447.5">9551 5064 0,'-26'0'0,"-1"0"16,1 0 0,79 0 77,52 0-93,26 26 16,0-26-16,53 0 16,26 27-16,26-27 15,26 0-15,0 0 0,-25 26 16,-27-26-16,-53 26 15,-52-26-15,0 0 16,-26 0-16,26 0 16,-27 0-16,27 0 15,0 0-15,-26 0 16,0 0-16,-27 0 16,-26 0-16,1 26 15,-27 0 141,0 1-156,-27-27 16</inkml:trace>
  <inkml:trace contextRef="#ctx0" brushRef="#br0" timeOffset="40631.21">17633 13854 0,'0'-52'0,"-27"-1"16,27 27-16,-26 26 15,26-26-15,-26 26 47,26 26-31,-26 53-16,26 0 16,-27 26-16,1-1 15,26-25-15,-26 26 0,26-26 16,0-27-16,-26 1 15,26-27-15,0 0 16,26-26 62,26 0-78,27 0 16,26 0-16,-26 0 15,26 0-15,-26 0 16,-27 0-16,0 0 0,1 0 16,-27 0-1,0 0-15,1 27 16</inkml:trace>
  <inkml:trace contextRef="#ctx0" brushRef="#br0" timeOffset="41364.33">18761 13959 0,'0'-26'16,"0"0"-16,-26 26 62,-1 0-62,-25 0 0,0 0 16,-1 52-16,1-25 15,25 51-15,27-25 16,0-1-16,0 27 16,0-27-16,0 1 15,27-1-15,25-25 16,1-1-16,-1 0 15,27-26-15,-1 0 16,1 0-16,-26 0 16,-1 0-16,1-26 0,-27-27 15,-26 1-15,0 26 16,-26-1-16,-27 1 16,1 0-16,-27 26 15,0 0-15,27 0 16,-1 26-16,1 0 15,26-26-15,-1 27 16,27-1-16,0 0 16,53-26-1,25 0-15,1 0 16,26 0-16,-26 0 16,0 0-16,-1 0 15,-25-26-15,-27 26 16,0 26-1,-26 0 1,0 53-16,0 0 16,0 0-16,0-1 15,0 1-15,0-27 16,27 1-16,-27-1 16,0-25-16,0-1 15,0 0-15,26-26 78,-26-26-78,0-27 0</inkml:trace>
  <inkml:trace contextRef="#ctx0" brushRef="#br0" timeOffset="42847.3">13277 5117 0,'-79'-27'0,"53"1"15,0 26-15,-1 0 16,106 0 31,52 26-31,53 1-16,52-27 15,53 0-15,78 0 0,27 0 16,52 0-16,26 0 15,-52 0-15,-26 0 16,-80 0-16,-51 0 16,-53-27-16,-53 27 15,-52 0-15,-26-26 16,-79 52 78,-26 1-94,-1-1 15</inkml:trace>
  <inkml:trace contextRef="#ctx0" brushRef="#br0" timeOffset="43931.74">20545 8501 0,'-26'0'0,"78"0"63,27 0-48,26-26-15,0 26 16,0 0-16,0 0 15,0 0-15</inkml:trace>
  <inkml:trace contextRef="#ctx0" brushRef="#br0" timeOffset="44280.5">21779 8160 0,'0'-26'0,"-27"0"16,27 0-1,-26 26 17,26 26 14,0 0-46,0 27 0,0 25 16,0 1-16,26-27 16,-26 27-16,0-26 15,27-1-15,-27 1 16,0-27-16,0 0 16,0 0-16,26-26 15,0 0-15</inkml:trace>
  <inkml:trace contextRef="#ctx0" brushRef="#br0" timeOffset="44497.99">21752 8160 0,'0'-26'15,"53"26"16,-1 0-31,53-26 16,-26 26-16,-27 0 16,1 0-16,-1 0 15,-25 0-15,-27 26 16,0 0-16</inkml:trace>
  <inkml:trace contextRef="#ctx0" brushRef="#br0" timeOffset="44697.34">21700 8449 0,'0'26'16,"0"0"15,26-26-31,27 0 16,25 0-16,1 0 15,26 0-15,-26-26 16,-1 26-16,1 0 15,-26 0-15</inkml:trace>
  <inkml:trace contextRef="#ctx0" brushRef="#br0" timeOffset="45731.36">21831 8764 0,'52'0'47,"1"0"-47,52 0 16,0 0-16,-26 0 15,-1-26-15,-25-1 16,-1 1-16,-52 0 16,0 0-16,0-27 15,0 1-15,0-1 0,0 27 16,0 0-1,0-1-15,0 80 47,0-27-31,0 27-16,0 25 16,27-51-16,-27 25 15,0-26-15,0 1 16,26-54 15,-26-25-31,0-1 16,0 1-1,26-1-15,-26 27 0,0 0 16,26 26 0,27 0-1,-27 0 1,26 0-16,1 26 15,-1 27-15,1-27 16,-27 26-16,0-25 16,27-1-16,-27 0 15,27-26-15,-27 0 16,0 0-16,26-26 16,1-27-16,-27 1 15,0-1-15,1 1 16,-27-1-16,0 1 0,0 26 15,-27 26-15,-25-26 16,-1 26-16,1 0 16,0 26-16,25 0 15,-25 26-15,52 1 16,-26-1-16,26 1 16,0-27-16,0 0 15,52 1-15,-26-27 16,1 0-16,-1 0 15,26 0-15,-26-53 16,1 27-16,-1-27 16,0 27-16,0 0 0,-26 0 15,0 78 32,27 53-31,-27 0-16,0 0 15,0 0-15,0 0 16,0 0-16,0 0 16,0-26-16,-53-27 15,27 1-15,-27-27 16,27 0-16,0-26 16,-26 0-16,25 0 15,-25 0-15,26-52 16,-1-53-16,27 26 15,0-26-15,27 0 0,51 0 16,1 26-16,0 1 16,-27 25-16</inkml:trace>
  <inkml:trace contextRef="#ctx0" brushRef="#br0" timeOffset="45998.01">23510 7924 0,'0'-52'0,"0"25"16,0 1-16,0 0 0,0 0 31,0 52 1,0 53-17,0-27-15,0 27 16,27 0-16,-27-1 15,26 1-15,-26 0 16,26-27-16,-26 1 16,26-1-16,1 1 15,-1-27-15,0-26 16,26 0-16</inkml:trace>
  <inkml:trace contextRef="#ctx0" brushRef="#br0" timeOffset="47113.69">23956 8318 0,'0'-26'0,"0"-1"16,-26 1-16,0 26 15,26-26-15,-26 26 16,-1 0-16,1 0 16,0 26-16,-27 0 15,27 27-15,0-1 16,26 1-16,0-27 15,0 0-15,0 0 16,52 1-16,-25-27 16,25 0-16,-26 0 0,1-53 15,-1 1 1,0 25-16,0-25 0,-26 26 16,27 0-16,-27-1 15,0 80 32,0-27-31,0 26-16,0 1 15,0-27-15,0 0 16,0 1-16,26-27 16,0 0-1,0-27 1,1 1-16,-27-26 15,26-1-15,-26 27 0,0 0 16,0 0-16,0 52 47,0 0-31,0 0-16,0 0 15,-26 1-15,26-1 16,0-52 15,0-27-15,26 53-1,-26-26-15,26 26 0,0 0 16,1 0 0,-1 0-16,0 26 15,27 0-15,-27 1 16,26-1-16,-26 0 15,1-26-15,-1 0 16,0 0-16,0 0 16,1 0-16,-27-26 15,26-27-15,-26 27 16,0 0-16,0 0 16,-26 26-16,-1 0 15,1 0 1,-26 0-16,25 26 0,1 0 15,0 0-15,26 1 16,0 25-16,0-26 16,26-26-1,0 0-15,27 0 16,-27-26-16,27-26 16,-27-1-16,0 1 15,0-1-15,-26-25 16,0-1-16,0 0 15,0-26-15,0 26 16,-26 27-16,0-1 16,0 1-16,26 26 0,-27 26 15,1 26 17,26 53-17,-26-1-15,26 1 16,-26 26-16,26 0 15,0 0-15,-27-26 16,27 52-16,0-52 16,-26 26-16,26-53 15,-26 1-15,26-1 16</inkml:trace>
  <inkml:trace contextRef="#ctx0" brushRef="#br0" timeOffset="49497.12">10863 5274 0,'52'0'0</inkml:trace>
  <inkml:trace contextRef="#ctx0" brushRef="#br0" timeOffset="53963.33">12778 6533 0,'-26'0'15,"26"-26"16,26 26-31,1 0 0,51 0 16,1 26-16,0 1 16,26-27-16,26 26 15,0-26-15,79 0 16,0 0-16,52 0 16,-52 0-16,0 26 15,-26-26-15,-27 0 16,1 0-16,-27 0 15,-26 0-15,26 0 16,-26 0-16,-26 0 0,26 0 16,-27 0-1,27 0-15,-52 0 0,26 0 16,-53 0-16,0 0 16,0 0-16,1 0 15,-1 0-15,0 0 16,0 0-16,27 0 15,-1 0-15,1 0 16,-1 0-16,-26 0 16,1 0-16,-1 0 15,0 0 1,0 0-16,1 0 16,-1 0-16,0 0 15,0 0-15,1 0 16,-1 0-16,0 0 0,0 0 31,0 0 0,1 0-15,-1 0 0,0 0 30,0 0-14,1 0-32,-1 0 15,0 0 1,0 0 0,1 0 46,-1 0-46,0 0-16,0 0 15,-78 0 79,-79 0-78</inkml:trace>
  <inkml:trace contextRef="#ctx0" brushRef="#br0" timeOffset="55397.39">17659 15927 0,'26'-52'15,"0"26"-15,-26-27 16,27 1-16,-27 25 16,0 1-16,0 0 0,-27 26 31,1 0-16,-26 0-15,-27 0 16,0 26-16,27 0 16,25 27-16,1-27 15,26 27-15,0 25 16,0-25-16,53-1 16,25 1-16,1-1 15,0-26-15,26 27 16,-53-1-16,1-25 15,-27-1-15,-26 0 32,-26-26-17,-53 0-15,-26 0 0,0 0 16,53 0-16,-1-26 16,27 0-16,0 26 15</inkml:trace>
  <inkml:trace contextRef="#ctx0" brushRef="#br0" timeOffset="55829.88">18184 16006 0,'0'-26'15,"0"0"-15,-27 26 47,27 26-31,0 0-1,-26 26-15,26 1 16,0-1-16,0 1 16,0-1-16,26-25 15,1-27-15,25 26 16,-26-26-16,27 0 15,-1 0-15,1 0 16,-1-26-16,-25-27 16,-1 27-16,0-27 0,-26 27 15,0-26-15,-26-1 16,0 27-16,-1 0 16,-25 26-16,26-26 15,-27 26-15,27 0 16,-53 26-16,27 0 15,25 26-15,1 1 16,26-1-16</inkml:trace>
  <inkml:trace contextRef="#ctx0" brushRef="#br0" timeOffset="56747.34">18708 16032 0,'0'-26'16,"0"52"47,0 0-63,0 27 15,0-1-15,0 1 16,0-1-16,0-25 15,0-54 32,0-25-47,0-1 0,0 1 16,27-1-16,-1 27 16,-26 0-16,26 0 15,0 26-15,1 0 31,-1 0-31,26 26 16,1 0-16,-1 27 16,-25-27-16,25 0 15,-26 27-15,1-27 16,-1 0-16,0-26 0,0 0 31,1-52-15,-27-1-16,0 27 15,0-27-15,0 1 16,0 26-16,0 0 16,0-1-1,0 80 32,26-27-31,26 26-16,-26-25 15,1-1-15,-1 0 16,26-26-16,-25 0 16,-1 0-16,0 0 0,27-26 15,-27 0-15,-26-27 16,0 27-16,0 0 16,0 0-16,0-1 15,0 1-15,0 0 31,0 52 16,0 0-31,0 53-16,0 0 16,-26 26-16,26 26 0,0-26 15,-27 0-15,27 0 16,-26-53-16,26 1 15,0-1-15,-26-26 16,26 1 15,52-54-15</inkml:trace>
  <inkml:trace contextRef="#ctx0" brushRef="#br0" timeOffset="57080.76">20624 16268 0,'-26'0'0,"52"0"31,79 0-31,0 0 16,52 0-16,1 0 15,-27 0-15,-26 0 16,0-26-16,-26 26 16,-53 0-16,0 0 15,-52 0 16,0 0-15,-27 26-16</inkml:trace>
  <inkml:trace contextRef="#ctx0" brushRef="#br0" timeOffset="59302.61">17711 6638 0,'-26'0'0,"0"0"16,52 0 15,79 0-31,53 0 0,51 0 16,54-26-1,-1 26-15,27-26 0,26 26 16,0 0-16,26-26 16,0 26-16,-26 0 15,-27 0-15,-25 0 16,-53-27-16,-53 1 15,-52 0-15,-26 26 16,-53-26-16,-78 26 78</inkml:trace>
  <inkml:trace contextRef="#ctx0" brushRef="#br0" timeOffset="60912.54">17318 17633 0,'0'-26'16,"0"-27"-16,0 27 15,0 0-15,0 52 47,-26 53-31,-1-1-16,-25-25 16,52 26-16,-26-27 15,26-26-15,0 27 16,0-106 31,0 1-47,26-53 15,0 26-15,0 0 0,27 27 16,-27-1-16,-26 27 16,0 0-16,26 26 46,0 52-46,27 1 16,-1 26-16,1-27 16,-1 1-16,-25-27 15,-1 26-15,0 1 16,-26-27-16,0 26 16,0-25-16,-26-27 15,0 26-15</inkml:trace>
  <inkml:trace contextRef="#ctx0" brushRef="#br0" timeOffset="61597">17055 17817 0,'-26'0'0,"0"0"0,52-27 47,53 27-47,26 0 16,26 0-16,-26-26 15,0 26-15,-26-26 16,-1 26-16,-25-26 16,-1 26-16,-25-27 15,-27 1-15,26 26 16,-26-26-16,0 78 125,0 27-125,0-26 16,26 25-16,-26 1 15,26 26-15,-26 0 16,27-26-16,-27-1 15,26-51-15,-26 25 16,0-26-16,26-26 0,-26 27 16,0-54 31,0-51-47,0-1 15,-26-26-15,26 26 16,-26-26-16,-1 26 15,27 1-15,0 25 16,0 27-16,0 0 16,27 0-16,25 26 15,27-27-15,-27 27 16,27 0-16,-27 0 0,1 0 16,-27 27-16,-26-1 15,26 0-15,-26 27 16,0-27-16,-52 0 15,-1 26-15,1-25 16,-1-1-16,1 0 16,26-26-16</inkml:trace>
  <inkml:trace contextRef="#ctx0" brushRef="#br0" timeOffset="61862.7">18499 17712 0,'0'-27'0,"0"54"63,0 25-48,0 27-15,0-1 16,0 1-16,0 0 15,0 0-15,0-27 16,0 1-16,0-27 16,0 0-16,26 0 15,-26 1-15,26-27 16</inkml:trace>
  <inkml:trace contextRef="#ctx0" brushRef="#br0" timeOffset="62096.14">18472 17790 0,'0'-26'0,"0"0"16,0 0-16,27 26 15,25 0-15,1 0 16,-27 0-16,26 0 16,-26 26-16,1 0 15,-27 27-15,0-27 16,0 26-16,-27 1 15,-25-1-15,0-26 0,25 27 16,1-27 0,0-26-16</inkml:trace>
  <inkml:trace contextRef="#ctx0" brushRef="#br0" timeOffset="62612.58">18918 17344 0,'0'-26'16,"0"52"62,0 53-78,0 0 15,0-27-15,0 27 16,0 0-16,27-1 16,-1-25-16,0-1 15,27-26-15,-27 1 16,0-1-16,27-26 16,-1 0-16,1 0 15,25-26-15,-25-27 16,-1 1-16,-26-1 15,1 27-15,-27-26 16,0 25-16,0 1 16,-27 26-1,1 0 17,0 53-32,0-1 15,-1 27-15,27-27 16,0 1-16,0-27 15,0 0-15,27 0 16,-1-26-16,26 27 16,53-27-16,-26-27 15,26 1-15</inkml:trace>
  <inkml:trace contextRef="#ctx0" brushRef="#br0" timeOffset="63012.77">20467 17843 0,'0'-26'32,"26"26"-17,79 0 1,26 0-16,0 0 16,0 0-16,1 0 15,-54 0-15,1 0 16,-27 0-16,-25 0 15,-1 0-15,-52 0 63,-27 0-63</inkml:trace>
  <inkml:trace contextRef="#ctx0" brushRef="#br0" timeOffset="67595.73">22120 17397 0,'0'-27'16,"-27"27"0,1 0-1,0 0-15,-27 0 16,1 0-16,-1 0 16,-25 27-16,25-1 15,-25 0-15,25 27 16,27-1-16,-27 1 15,53-1-15,-26 1 16,26-1-16,0-26 16,26 27-16,27-27 0,-1 0 15,27 0-15,0 1 16,-1-27-16,1 0 16,0 0-16,26 0 15,0-27-15,-26 1 16,-27-26-16,27 26 15,-53-1-15,0-25 16,0 26-16,-26-1 16,0 1-16,-26 26 15,0 0 1,-26 0-16,-27 0 16,0 0-16,27 26 0,-1 1 15,1-1-15,25 26 16,27-25-16,0-1 15,0 0-15,27 0 16,25-26-16,1 26 16,-1-26-16,1 0 15,-1 0-15,-26-26 16,1 0-16,-1 0 16,0-27-16,0 27 15,-26 0-15,0 0 16,0 52 46,0 26-62,0-25 16,26 25-16,27-26 16,-27-26-16,27 26 15,-27-26-15,26 0 16,-25 0-16,-1-26 15,26 0-15,-25-26 16,-27-1-16,26 27 16,-26-27-16,0 27 15,0 52 48,0 27-48,0-27-15,0 0 16,0 1-16,0-54 47,0-25-31,0-1-16,26 27 15,0 0-15,1 26 16,-1 0 15,26 0-31,27 26 16,-27 27-16,27-27 0,0 0 15,0 0 1,-1-26-16,-25 0 0,26 0 16,-27 0-16,-26 0 15,27-26-15,-27-26 16,-26 25-16,0 1 15,0 0 1,-26 26-16,-1-26 16,1 26-16,-26 0 15,-1 0-15,1 0 16,-1 26-16,27 0 16,0 0-16,26 1 0,0-1 15,0 0 1,26 0-16,27-26 0,-27 0 15,26 0-15,-25 0 16,-1 0-16,26 0 16,-52-26-16,26-26 15,-26 25 1,0 1-16,27 52 78,-27 27-78,26-1 16,0-25-16,0 25 15,27-26-15,-27 0 0,27-26 16,25 0-16,1 0 16,0 0-16,0-26 15,-1-26-15,-25 26 16,-27-1-16,-26 1 15,0 0-15,0 0 16,0-1-16,-26 27 16,-1 0-16,-25 0 15,0 0-15,-1 0 16,1 0-16,25 27 16,-25 25-16,26-26 15,26 1-15,0-1 0,0 0 16,0 0-16,26 0 15,26-26-15,1 0 16,-1 0-16,27-26 16,-27-26-16,1-1 15,-1-25-15,-25-1 16,-1 0-16,-26-26 16,0 26-16,0 1 15,0-1-15,-26 27 16,-1-1-16,1 27 15,0 26-15,0-26 16,-1 52 15,27 26-15,0 1-16,0 25 0,0 1 16,0 0-16,0-27 15,0 27-15,0-26 16,27-1-16,-1 1 15,26-27-15,-25 26 16,25-25-16,-26-1 16,27-26-16,-27 0 15,27 0-15,-1 0 16,1 0-16,25 0 16,-25-26-16,-1-27 0,1 27 15,-27-27-15,0 27 16,-26 0-16,0 0 15,-26 26 17,-27 0-32,27 0 15,-26 26-15,26 26 16,-1 1-16,27-1 16,0 27-16,0-27 15,0-25-15,0-1 16,0 26-16,27-52 15,-1 27-15,0-27 16</inkml:trace>
  <inkml:trace contextRef="#ctx0" brushRef="#br0" timeOffset="68412.32">20860 12910 0,'-26'-27'0,"0"27"15,52 0 16,79 0-31,0 0 16,52-26-16,-26 0 0,1 0 16,-27 0-1,-27 26-15,-25 0 0</inkml:trace>
  <inkml:trace contextRef="#ctx0" brushRef="#br0" timeOffset="69245.7">20624 10050 0,'-26'0'16,"-1"0"-16,27-27 31,-26 27-31,79 0 63,52 0-63,26 0 15,0-26-15,0 26 16,-26 0-16,0-26 16,-26 26-16,-53 0 15,0-26-15,1 26 16,-1 0 46,-26 26-46</inkml:trace>
  <inkml:trace contextRef="#ctx0" brushRef="#br0" timeOffset="91261.18">10259 7373 0,'-26'0'16,"79"0"62,25 0-63,27-26-15,0 26 16,53 0-16,-1-26 16,0 26-16,1 0 15,-1 0-15,-52 0 16,-26 0-16,-53 0 16,1 0 93,25 0-109</inkml:trace>
  <inkml:trace contextRef="#ctx0" brushRef="#br0" timeOffset="91844.22">13592 7583 0,'-53'0'0,"27"0"16,0 0-16,0 0 16,78 0 46,79 0-62,0 0 16,27 0-16,-27 0 15,26 0-15,-25-26 0,-1 26 16,-52-26-16,-27 26 16,-26 0-16,1 0 15,-27-27 1,-27 27-1,1 0 1</inkml:trace>
  <inkml:trace contextRef="#ctx0" brushRef="#br0" timeOffset="93910.6">21910 11913 0,'0'-27'0,"0"1"16,0 52 31,0 27-32,0-1-15,0 1 16,0 26-16,0-27 16,0 0-16,0 1 15,0-1-15,0-25 16,0-1 0,0-79 15,-53 1-16,27-1-15,0-25 16,26 25-16,0 1 0,0-1 16,0 1-1,52-1-15,1 27 0,-1 0 16,27 26-16,-27 0 16,27 0-16,-26 0 15,-27 26-15,0 0 16,0 27-16,-26-1 15,0 1-15,0-1 16,-52-25-16,-1-1 16,-25 0-16,-1 0 15,26 0-15,-25-26 16,51 27-16,-25-27 0,78 0 62,53 0-62,-27 0 0,27 0 16,0 0-16,-27 26 16,27 26-16,-26-25 15,-1-1-15,1 0 16,-27 0-16,0 1 16,-26-1-16</inkml:trace>
  <inkml:trace contextRef="#ctx0" brushRef="#br0" timeOffset="94210.58">22566 11703 0,'26'-27'0,"-26"1"0,26 0 16,-52 78 15,-27 1-15,1 26-16,0 26 15,-27-27-15,26 1 16,1 0-16,-1-1 16,1-25-16,-1 26 0,27-27 15,-26 1 1,-1-27-16,27 0 0,0 0 15,-1 1-15,1-27 16,0 0-16</inkml:trace>
  <inkml:trace contextRef="#ctx0" brushRef="#br0" timeOffset="94493.84">21674 11729 0,'0'-26'0,"26"26"31,53 52-15,-1 27-16,1-27 16,0 53-16,-1-26 15,1-26-15,-26 25 16,25 1-16,-25-27 15,-1 1-15,1-27 16,-27 27-16,0-27 16,0 0-16,1-26 15,-27 26-15,26-26 16</inkml:trace>
  <inkml:trace contextRef="#ctx0" brushRef="#br0" timeOffset="116242.17">22120 10391 0,'-27'0'15,"-25"0"-15,26 0 16,-1 0-16,-25 0 16,26 0-16,-27 26 0,27 0 15,-26 0-15,25 1 16,-25-1-16,26 0 15,26 27-15,0-27 16,0 0-16,0 0 16,26 1-16,53-27 15,-1 26-15,27-26 16,26 0-16,-26 0 16,0-26-16,-52 26 15,-1-27-15,-25 27 16,-27-26 171</inkml:trace>
  <inkml:trace contextRef="#ctx0" brushRef="#br0" timeOffset="116575.95">22487 10155 0,'26'-27'16,"-26"54"46,0-1-62,-26 26 16,-26 27-16,-1 0 0,1-1 15,-1 1-15,1-26 16,25-1-16,-25 1 16,26-27-16,-1 0 15,1 0-15,26 1 16,-26-27-16,0 26 15,-1-26-15</inkml:trace>
  <inkml:trace contextRef="#ctx0" brushRef="#br0" timeOffset="116876">21910 10233 0,'-27'0'15,"54"0"32,25 27-31,1-1-16,25 26 16,1 1-16,-26-1 15,25 1-15,1-1 16,-26 1-16,-1-1 15,0 1-15,1-27 16,-27-26-16,-26 26 16,26-26 15,-26-26-15</inkml:trace>
  <inkml:trace contextRef="#ctx0" brushRef="#br0" timeOffset="117176">23090 10260 0,'27'0'32,"25"0"-17,1 0-15,-1 0 16,27 0-16,-27-27 16,1 27-16,-27 0 15</inkml:trace>
  <inkml:trace contextRef="#ctx0" brushRef="#br0" timeOffset="117509.16">23274 10233 0,'0'27'46,"26"-1"-46,-26 26 16,0 1-16,27-1 16,-27-26-16,0 27 15,0-1-15,0 1 16,0-27-16,0 0 16,0 1-16,0-1 0,-53-26 46,1 0-30,-1-26-16,1 26 16,25-27-16,1 27 15,0-26-15,0 0 16</inkml:trace>
  <inkml:trace contextRef="#ctx0" brushRef="#br0" timeOffset="117776.37">23563 10128 0,'0'-26'0,"0"52"46,-53 53-30,1-26-16,-1 25 16,1 1-16,-27 0 15,27-1-15,-1-25 16,27-1-16,0 1 16,-1-27-16,1-26 15,0 0-15</inkml:trace>
  <inkml:trace contextRef="#ctx0" brushRef="#br0" timeOffset="117992.43">22986 10181 0,'52'52'31,"27"1"-16,-27 25-15,27 1 0,0 0 16,-1 0 0,1-27-16,0 27 0,-27-27 15,-25 27-15,-1-27 16</inkml:trace>
  <inkml:trace contextRef="#ctx0" brushRef="#br0" timeOffset="125425.33">12017 7714 0,'0'-26'0,"-26"26"15,0 0 1,-27 0 0,1 26-1,-1 0-15,-25 27 16,-1-1-16,27 1 15,25-1-15,1 1 16,26-1-16,0-25 0,0-1 16,53 0-1,25-26-15,1 0 0,0 0 16,-1 0-16,-25-26 16,-1 26-16,-25-26 15,-1-1-15,-26 1 16,0 0-16,0 0 15,-26-1-15,-1 27 16,-25 0-16,-27 0 16,53 0-16,-27 0 15,27 0-15,26 27 16,26-27 15,27 0-31,-1 0 0,27 0 16,-26 0-16,-1 0 15,1 0-15,-27 0 16,0 26 0,-26 0-16,0 27 15,0-1-15,0 1 16,-26-1-16,26-26 16,0 1-16,0-1 15,0 0 1</inkml:trace>
  <inkml:trace contextRef="#ctx0" brushRef="#br0" timeOffset="126124.97">12988 7714 0,'0'-26'0,"0"0"16,-26 26 0,-26 0-1,25 0-15,-25 52 16,-1-26-16,1 1 15,26 25-15,26-26 16,0 27-16,0-27 16,0 0-16,78 1 15,-25-1-15,26-26 16,-1 26-16,-25-26 0,-27 26 16,0-26-1,0 0-15,-26 27 16,-26-27-16,-53 26 15,1-26-15,-1 26 16,27-26-16,-1 0 16,27 0-16,0 0 15,-1 0 1</inkml:trace>
  <inkml:trace contextRef="#ctx0" brushRef="#br0" timeOffset="126392.38">13014 7478 0,'0'-26'0,"0"0"15,0 78 16,0 1-15,-52 25-16,-27 27 16,1 0-16,-1 0 15,-26 0-15,0-26 16,0 0-16,0-1 16,0 1-16,0-53 15</inkml:trace>
  <inkml:trace contextRef="#ctx0" brushRef="#br0" timeOffset="126641.6">11204 7767 0,'0'-53'0,"26"27"16,27 0-16,25 26 15,54 0-15,25 0 16,27 52-16,26 1 0,-27 25 16,27 1-1,0 0-15,-52 0 0,-1-1 16,-52 1-16,-26 0 16,-1-27-16</inkml:trace>
  <inkml:trace contextRef="#ctx0" brushRef="#br0" timeOffset="135641.23">16819 7977 0,'0'-27'0,"0"1"16,0 0-1,-26 26 17,26 26-17,0 27-15,-26 25 16,-1 1-16,1-26 15,26 25-15,-26-25 0,26 25 16,-26-25-16,26-1 16,-26 1-16,26-27 15,0 0-15</inkml:trace>
  <inkml:trace contextRef="#ctx0" brushRef="#br0" timeOffset="136059.07">16609 8187 0,'0'-53'0,"27"27"15,-1-27-15,26 27 16,-26 0-16,27 0 0,-1 26 16,1 0-16,-1 0 15,-25 0-15,-1 0 16,0 26-16,-26 26 15,0-25-15,0 25 16,-26-26-16,0 27 16,-53-1-16,26-25 15,-25-1-15,25 0 16,1 0-16,-1 0 16,27-26-16,79 0 78,-27 0-78,26 27 15,-26-1-15,27 0 16,-27 0-16,0 1 16,1-1-16,25 0 15,-26 0-15,1-26 16,-1 0-16,0 0 15,0 0-15</inkml:trace>
  <inkml:trace contextRef="#ctx0" brushRef="#br0" timeOffset="136624.41">17108 8423 0,'26'0'31,"0"0"-31,27 0 0,-27-27 15,27 27-15,-27-26 16,-26 0 0,26 0-16,-26 0 15,0-1-15,0 1 16,0 0-16,0 0 16,-26 26-16,0 0 15,-1 0 1,1 26-16,-26 26 15,25-25-15,27 25 16,0 0-16,0 1 0,0-27 16,27 0-1,-1 1-15,26-1 0,27-26 16,0 0-16,26-53 16,-27 1-16,1-1 15,-26-25-15,-1-1 16,-52 0-16,26-26 15,-26 27-15,0-1 16,-26 0-16,0 27 16,0 25-16,-1 27 15,1 0 1,26 53 0,-26-1-1,26 27-15,0 26 0,0-26 16,0 0-1,0 26-15,0-27 0,0-25 16,0 25-16,0-51 16,0 25-16,26-52 15,0 0-15,1 0 16</inkml:trace>
  <inkml:trace contextRef="#ctx0" brushRef="#br0" timeOffset="136809.73">18000 8187 0,'0'-27'0,"0"80"47,0-1-31,0 1-16,0-1 16,-26 1-16,26-1 15,0-26-15,0 1 16,52-54-1</inkml:trace>
  <inkml:trace contextRef="#ctx0" brushRef="#br0" timeOffset="137074.46">17948 7977 0,'-27'-27'15,"27"54"1,0-1-1,53 0 1,-1-26-16,-26 0 16,1 0-16,-1 0 15,0 0-15,0-26 16,-26 0-16,0-27 16,0 27-16,0 0 15,-26-1-15,0 27 16,-27 0-16,1 0 15,26 27-15,-27 25 16,27 1-16</inkml:trace>
  <inkml:trace contextRef="#ctx0" brushRef="#br0" timeOffset="137907.94">18367 8318 0,'0'-26'16,"0"-1"-16,0 1 15,0 0-15,-26 26 32,-26 0-17,-27 0-15,26 52 0,1-25 16,26-1-16,26 26 15,0-26-15,0 1 16,26-27-16,26 26 16,27-26-16,-26 0 15,-1-26-15,-26-27 16,27 27-16,-27-26 16,-26-1-16,26 27 15,-26 0-15,0-1 16,0 54 31,0-1-47,0 26 15,0-25-15,0 25 16,0 0-16,27-25 16,-1-27-16,-26 26 15,26-26-15,0 0 16,1-26-16,-27-1 15,26-25-15,26 0 16,-52-1-16,26 1 16,-26 25-16,0 1 15,0 0-15,0 52 32,0 0-17,0 27-15,0-1 16,0 27-16,0-27 15,-26-25-15,26-1 16,0 0-16,-26-26 16,26-52 15,0-1-31,0-25 16,0 25-16,26 1 15,-26 25-15,26 1 16,1 26 15,-1 26-31,53 1 0,-53 25 16,26 1-1,-25-27-15,-27 26 0,0-26 16,0 1-16,-27 25 16,-25-26-16,-1 1 15,27-27-15</inkml:trace>
  <inkml:trace contextRef="#ctx0" brushRef="#br0" timeOffset="138341.06">19233 8108 0,'0'-26'0,"0"-1"15,-26 27 16,-26 53-15,25-1-16,1 1 16,26-1-16,0 1 15,0-1-15,0-26 16,0 1-16,53-27 16,-1 26-16,1-26 15,25-26-15,1-1 16,-27-25-16,1 0 15,-1-1-15,-52 1 16,27-1-16,-27 27 0,0 0 16,-53 52-1,-26 26 1,27 1-16,-1 26 16,27-1-16,26 1 15,26-27-15,53 1 16,52-27-16,27-26 15,26 0-15,25-26 16,-51-53-16,-1 0 16</inkml:trace>
  <inkml:trace contextRef="#ctx0" brushRef="#br0" timeOffset="147823.95">14563 5851 0,'0'-26'0,"-27"26"16,1 0 0,26-26-16,-26 26 15,0 0 1,104 0 46,1 0-46,26 0-16,0 0 16,0 0-16,0 0 15,0 0-15,-26 0 0,-27 0 16,-26 0-1</inkml:trace>
  <inkml:trace contextRef="#ctx0" brushRef="#br0" timeOffset="147990.79">14851 5799 0,'-78'0'16,"51"0"-16,-25 26 15,26-26-15,26 26 31,26-26-15,53 26-16,25-26 0,1 0 16,53 0-16,-1 0 15,27 0-15,0-26 16</inkml:trace>
  <inkml:trace contextRef="#ctx0" brushRef="#br0" timeOffset="148623.94">19706 5956 0,'-27'0'0,"-25"0"15,26 0-15,-1 0 16,27-26-16,79 26 47,0 0-47,26 0 15,0 0-15,26 0 16,-52 0-16,-1 0 16,-25 0-16</inkml:trace>
  <inkml:trace contextRef="#ctx0" brushRef="#br0" timeOffset="148807.32">19574 6061 0,'0'26'15,"27"-26"-15,25 0 16,53 0-16,-26 0 16,52 0-16,-26 0 15,26 0-15,-26 0 16,-26 0-16</inkml:trace>
  <inkml:trace contextRef="#ctx0" brushRef="#br0" timeOffset="161522.87">21674 9420 0,'0'-26'0,"0"-1"16,0 80 30,0-1-30,0 27-16,26 0 0,-26-1 16,0 1-16,0-26 15,0 25-15,0-51 16,0 25-16,-26-52 16</inkml:trace>
  <inkml:trace contextRef="#ctx0" brushRef="#br0" timeOffset="162922.57">21621 9499 0,'0'-53'16,"0"1"-16,53 25 15,25-25-15,1 26 16,0-1-16,26 27 16,-53 0-16,1 0 0,-27 27 15,-26 25 1,0 27-16,0 0 0,-26-1 15,-27-25-15,-26-1 16,27-26-16,-1 1 16,1-27-16,26 0 15,0 0-15,-1 0 16,27 26 46,27-26-62,-1 26 16,52 0-16,-25 27 16,-1-27-16,1 0 15,-1 1-15,1-1 16,-1 0-16,-25-26 16,-1 0-16,0 0 15,0 0-15,-26-52 16,27-1-16,-27 1 15,26-1-15,-26 1 16,0 25-16,0-25 16,0 26-1,-26 26 1,26 26 0,0 26-1,0 1-15,0-1 16,0 1-16,26-1 15,0-25-15,0-1 16,1-26-16,-1 0 16,0 0-16,26-26 15,-25-1-15,-1-51 16,-26 25-16,0 1 16,0 25-16,0 1 15,0 0-15,0 78 63,0-25-63,0 51 15,0-25-15,0-1 16,26-25-16,-26-1 16,26 0-16,1-26 15,25 0-15,1 0 16,25-52-16,1-1 15,-26-26-15,-1 1 16,0 25-16,-25 1 16,-27 26-16,0-1 15,0 1-15,-27 26 32,-25 0-32,26 0 0,0 26 15,-1 27 1,27-27-16,0 26 0,27 1 15,25-1-15,0-25 16,1-1-16,-27 0 16,0 0-16,-26 1 31,-52-27-31,-27 0 16,1 0-16,25 0 15,27 0-15,78-27 31,53 1-31,0-26 0,0-1 16,26 1-16,-52-1 16,0 1-16,0-1 15,-53 27-15,0 0 16,0 0-16,-26-1 16,-26 54 46,-26-1-62,-1 26 16,27 1-16,0-27 15,26 26-15,0-25 16,26-1 0,26-26-16,27 0 15,-27 0-15,-25 0 0,-1 0 16,-26 26 15,-26 0-15,26 27-16,-27-27 15,1 0-15,26 1 16,0-54 31,26 1-47</inkml:trace>
  <inkml:trace contextRef="#ctx0" brushRef="#br0" timeOffset="163073.14">23904 9708 0,'26'-26'16,"-26"52"31,0 1-47,0-1 15,-26 0-15,26 0 16,0 1-16,-26-27 15</inkml:trace>
  <inkml:trace contextRef="#ctx0" brushRef="#br0" timeOffset="163291.54">23930 9367 0,'0'27'16,"0"-1"-1,0 0-15,26-26 16,1 0 0,-1 0-16,0 0 15,-26-26 1,26 0-16,-26-1 16,0 1-1,-26 26-15,-26 0 16,-27 26-16</inkml:trace>
  <inkml:trace contextRef="#ctx0" brushRef="#br0" timeOffset="163673.31">24481 9708 0,'0'-26'0,"0"0"16,0 0-16,-26 26 16,0 0-1,-27 26-15,-25 0 16,25 0-16,27 27 16,0-27-16,26 0 15,0 1-15,52-27 16,1 0-16,-1 0 15,-26 0-15,0-27 16,1 27-16,-1 27 16,0 25-1,0-26-15,1 1 16,-1-27-16,0 0 16,0 0-16,27 0 15,-1-53-15,27 1 16,0-27-16</inkml:trace>
  <inkml:trace contextRef="#ctx0" brushRef="#br0" timeOffset="164456.26">16714 9420 0,'0'-26'0,"0"78"47,-26 1-47,26 25 16,-26 1-16,26 0 15,0-27-15,0 27 16,0-27-16,0-25 15,26-1-15,0-26 16,0 0-16</inkml:trace>
  <inkml:trace contextRef="#ctx0" brushRef="#br0" timeOffset="164625.42">16688 9394 0,'-26'0'0,"26"52"47,26 1-47,26-1 16,1 1-16,26-27 15,-1 26-15,-25-26 16,26 1-16,-27-27 16</inkml:trace>
  <inkml:trace contextRef="#ctx0" brushRef="#br0" timeOffset="164805.99">17318 9341 0,'-26'-26'0,"-1"26"15,1 0-15,0 0 16,-27 26-16,27 27 16,-26-1-16,-1 27 15,27-27-15,0 1 16,26-1-16,0-26 15,0 1-15</inkml:trace>
  <inkml:trace contextRef="#ctx0" brushRef="#br0" timeOffset="165023.56">17292 9420 0,'0'-26'16,"0"52"15,0 0-31,0 53 16,0-27-16,0 53 15,-27-26-15,27-27 16,-26 27-16,26 0 16,0-27-16,0-25 15,0-1-15</inkml:trace>
  <inkml:trace contextRef="#ctx0" brushRef="#br0" timeOffset="165239.57">17501 9787 0,'0'-52'0,"0"25"16,0 54 31,0-1-47,0 26 15,0 1 1,-26 26-16,26-27 0,0-26 16,0 27-16</inkml:trace>
  <inkml:trace contextRef="#ctx0" brushRef="#br0" timeOffset="165489.16">17423 9551 0,'-27'0'16,"27"26"-1,0 27-15,27-27 16,25-26-16,1 26 16,-27-26-16,0 0 0,0 0 15,1-26-15,-27 0 16,0-27-16,0 27 15,0 0-15,-27 0 16,1 26-16,0 0 16,0 0-16,-27 0 15,27 26-15,-27 0 16</inkml:trace>
  <inkml:trace contextRef="#ctx0" brushRef="#br0" timeOffset="166223.59">18079 9682 0,'0'-26'0,"0"0"0,0 0 16,-27 26-1,1 0-15,-26 0 16,-1 0-16,-25 52 15,25-26-15,1 27 16,25-1-16,27 1 16,0 25-16,0-51 15,0 25-15,53-26 16,-1-26-16,27 0 16,0 0-16,-27 0 15,1-52-15,-27-1 0,0 1 16,0 26-16,-26-27 15,0 1-15,0 25 16,0 1-16,27 26 31,25 0-31,1 0 16,-1 0-16,1 0 16,-1 53-16,-26-27 15,-26 26-15,0 1 16,0-1-16,0-25 15,0-1 1,-26-26-16,0 0 16,26-26-1,0-27-15,0 27 16,0 0-16,0-1 16,26 27-16,0 0 15,1 0-15,-1 0 16,26 0-16,-25 0 15,-1 27-15,26-1 16,-26 0-16,1 0 16,-1-26-16,0 0 15,0 0 1,-26-26 0,0-26-16,0-1 15,0 1-15,0 25 16,-26-25-16,0 52 0,0-26 15,-27 26-15,27 0 16,-26 0-16,-27 52 16</inkml:trace>
  <inkml:trace contextRef="#ctx0" brushRef="#br0" timeOffset="166889.5">19181 9656 0,'0'-26'0,"0"0"16,0-1-1,-53 27 17,27 0-32,0 27 15,0 25-15,26-26 16,0 27-16,0-27 15,52 26-15,27-25 16,-27 25-16,-25-26 16,-1-26-16,0 27 15,-52-27 1,-53 0 0,0 0-1,1 0-15,51 0 0,1-27 16,0 1-16,26 0 15,26 0-15,53-1 16,0 1-16,-1 0 16,1 0-16,-27-1 15,1 1-15,-1 0 16,-25 0-16,-27 0 16,0-1-1,0 54 16,0-1-15,0 26-16,0-26 0,0 1 16,0-1-16,0 0 15,26-26-15,0 0 16,0 0-16,1 0 16,-27-52-16,26 25 15,-26-25-15,0 26 16,0 0-16,0-1 15,-26 27-15,-1 0 16,27 27 15,27-27 1,-1 0-32</inkml:trace>
  <inkml:trace contextRef="#ctx0" brushRef="#br0" timeOffset="167522.7">19732 9551 0,'26'-52'0,"0"25"0,1-25 15,-1 26-15,-26-27 16,26 53-16,-26 53 47,0 25-31,26 27-16,-26 0 15,0 0-15,0 26 16,0-26-16,27 0 15,25 0-15,-26-26 16,0-27-16,1-25 16,-1-1-16,0-26 15,0-53 1,-26 1-16,27-53 16,-27 26-16,-27 1 15,1 25-15,-26 1 16,-1-1-16,1 27 15,52 0-15,0-1 16,0 1-16,52 0 16,27-27-16,26 27 15,-26-26-15,-27 26 16,1-1-16,-27-25 16,-26-1-16,0 1 15,0 26-15,0-27 0,0 27 16,0 0-16,0 78 47,0 27-47,0 0 15,0 26-15,0-27 16,0 27-16,0-52 16,0 25-16,0-25 15,0-27-15,0 0 16,0-78 15,0-1-31,0-25 0,-26 25 16,-1-26-16,1 27 15,26 0-15,0-1 16,53 1-16,78-27 16,26 0-16,53-26 15</inkml:trace>
  <inkml:trace contextRef="#ctx0" brushRef="#br0" timeOffset="171855.39">6691 6586 0,'-53'0'0,"27"0"16,0 0-16,-27-26 15,27 26 1,79 0 31,78 0-31,52 0-16,54-53 15,25 27-15,-52 0 0,-26 26 16,-53 0-16,-53 0 15,-51 0-15,-1 0 16,-26 26-16,-26-26 16,-53 26-1</inkml:trace>
  <inkml:trace contextRef="#ctx0" brushRef="#br0" timeOffset="172122.23">6769 6586 0,'-105'26'0,"1"-26"0,51 26 16,27-26-16,0 0 15,52 27 17,79-27-32,52 0 15,53 0-15,26-27 16,0 1-16,1 0 15,-28 0-15,-77-1 16,-54 27-16,-25 0 16</inkml:trace>
  <inkml:trace contextRef="#ctx0" brushRef="#br0" timeOffset="173638.85">11676 6665 0,'-26'0'0,"0"0"15,52 0 16,53 0-15,-1 0-16,54-27 16,-1 27-16,26-26 15,-26 26-15,-26-26 16,-26 26-16,-53 0 16</inkml:trace>
  <inkml:trace contextRef="#ctx0" brushRef="#br0" timeOffset="173822.27">11729 6743 0,'-27'0'0,"27"27"16,53-27 0,52 26-1,26-26-15,53 0 16,-1 0-16,27-26 15,-52-1-15,-27 27 0</inkml:trace>
  <inkml:trace contextRef="#ctx0" brushRef="#br0" timeOffset="180205.19">17134 12254 0,'0'-27'15,"0"1"1,-26 26 15,-27 0-31,-25 26 0,-1 1 16,0 25-16,-26 1 15,53-1-15,-1 27 16,27-27-16,26 27 16,0-26-16,0-1 15,53-26-15,25 1 16,27-1-16,0-26 15,0 0-15,0-26 0,-26-1 16,-27-25 0,-25 26-16,-1-27 0,-26 27 15,0 0-15,-53-1 16,-25 27-16,-1 0 16,0 0-16,0 0 15,27 27-15,26-27 16,52 0 15,26 0-31,27 0 16,0 0-16,-27 0 15,1 0-15,-1 0 16,-25 52-16,-1-26 16,-26 27-16,0 26 15,0-27-15,0 0 16,-26 1-16,26-1 15,-27-25-15,27 25 0</inkml:trace>
  <inkml:trace contextRef="#ctx0" brushRef="#br0" timeOffset="180521.76">17816 12464 0,'-26'0'31,"0"26"-31,-27 26 0,27 27 16,0-26-1,26-1-15,0 1 0,0-1 16,0-26-16,26 0 16,27-26-16,-1 0 15,1-26-15,-1 0 16,1-26-16,-27-27 15,-26 26-15,0 1 16,0-1-16,-26 27 16,-1 0-16,-25 0 15,26 26-15,-27 0 16,27 26-16,-27 0 16,27 27-16,26-27 15</inkml:trace>
  <inkml:trace contextRef="#ctx0" brushRef="#br0" timeOffset="180856.43">18236 12542 0,'-26'0'47,"26"27"-31,-26 25-16,26-26 15,0 27-15,0-27 16,0 0-16,0 1 16,26-1-16,0-26 15,27 0-15,-1 0 16,1 0-16,-1-53 0,-26 1 16,1-1-16,-27 27 15,0-26-15,0-1 16,-27 27-16,1-27 15,-53 53-15,27 0 16,-1 0-16,-25 27 16,-1-1-16,26 26 15,27 1-15</inkml:trace>
  <inkml:trace contextRef="#ctx0" brushRef="#br0" timeOffset="181721.75">18892 12621 0,'53'-52'16,"-27"-1"-16,0 27 15,0 0-15,-52 26 16,-53 0 0,1 0-16,-1 26 15,0 0-15,27 27 16,26-27-16,26 0 15,0 0-15,0 1 16,52-27-16,0 0 16,1 0-1,-1-27-15,-25 1 0,-1 0 16,0 26-16,-26-26 16,0 52 15,-26 26-31,0 27 15,-1 26-15,1-26 16,0 26-16,-27-27 16,27 1-16,-26-26 15,-1-1-15,27 1 16,-26-53-16,-1 26 16,27-26-16,0-53 15,26 1-15,0-27 16,26 0-16,79 1 0,-26-1 15,25-26 1,28 26-16,-27-26 0,0 27 16,-27-27-16,1 0 15,-26-27-15,-27 28 16,0-28-16,0 54 16,-26-1-16,0 26 15,0 1-15,0 26 16,-26 78 15,0 27-15,0 26-16,-1 0 0,27 0 15,-26 0-15,26 0 16,0-27-16,0 1 16,53-53-16,-1 1 15,0-1-15,1-26 16,-1 0-16,27-26 15,-26-1-15,-27-25 16,26-1-16,-52 1 16,0 26-1,-26 26 1,0 26 0,-27 26-16,27 1 15,26-27-15,0 0 0,0 1 16,26-27-1,27 0-15,-1 0 0,27 0 16,0-27-16,0-25 16</inkml:trace>
  <inkml:trace contextRef="#ctx0" brushRef="#br0" timeOffset="183221.51">23169 12359 0,'0'-27'32,"-26"27"-32,0 0 15,-53 0-15,0 27 16,1 25-16,25 1 16,1-1-16,25 1 0,27-1 15,0-26-15,0 27 16,0-27-1,53 0-15,26-26 0,26 0 16,26 0-16,0-52 16</inkml:trace>
  <inkml:trace contextRef="#ctx0" brushRef="#br0" timeOffset="183771.88">23615 11991 0,'0'-52'0,"-26"26"15,26-1 1,-26 54 15,0 51-31,26 1 0,-27 0 16,27 26-16,0-27 16,0 1-16,0-26 15,0 25-15,0-51 16,0-1-16,27 0 15,-1-26 1,0-26-16,0-27 16,1 1-16,25-1 15,-26 27-15,-26 0 16,26 26-16,-26-26 16,27 26-1,-27 26 1,26 0-16,-26 27 0,26-1 15,-26 1-15,26-1 16,1-26-16,-1-26 16,0 27-16,0-27 15,1 0-15,-1-53 16,0 27-16,0-27 16,1 1-16,-27 26 15,0-1-15,0 1 16,0 52 31,0 1-47,0 25 0,0-26 15,0 1 1,0-1 0,26-26-16</inkml:trace>
  <inkml:trace contextRef="#ctx0" brushRef="#br0" timeOffset="184004.97">23983 12201 0,'26'0'31,"26"0"-31,1 0 0,-1 0 16,-25-26-16,-1 0 15,-26 0-15,0-1 16,-26 27 0,-27-26-16,1 26 15,-1 0-15,27 26 16,-27 1-16,53 25 16</inkml:trace>
  <inkml:trace contextRef="#ctx0" brushRef="#br0" timeOffset="184621.77">24193 12332 0,'0'-26'15,"0"52"1,0 1-1,26 25-15,-26 1 16,0-1-16,0-26 16,0 1-16,0-1 15,0 0-15,0-52 32,0 0-17,0-27-15,26 1 16,27 25-16,-27 1 0,-26 0 15,26 26 1,0 26 15,0 0-15,-26 1-16,53 25 16,-27-52-16,0 26 15,27 1-15,-1-27 16,1 0-16,-27 0 15,27-27-15,-1 1 16,-26-26-16,1 25 16,-1-25-16,-26 26 0,0-1 15,-26 27 1,-1 0 0,-25 0-16,26 0 15,26 27-15,-27 25 16,27-26-16,0 27 15,0-27-15,27 27 16,-1-27-16,0 0 16,-26 0-1,0 1-15,-26-1 16,-53 0-16</inkml:trace>
  <inkml:trace contextRef="#ctx0" brushRef="#br0" timeOffset="189871.73">21464 15822 0,'-27'0'15,"54"-26"48,51 26-63,27-26 15,27 0-15,-1-1 16,-26 27-16,-27 0 16,-25-26-16,-53 52 15,-79-26 1</inkml:trace>
  <inkml:trace contextRef="#ctx0" brushRef="#br0" timeOffset="190237.94">21752 15744 0,'0'26'62,"0"26"-62,27 27 16,-27 0-16,0-1 0,0 1 15,0 26-15,0-26 16,-27 0-16,1-27 16,0 1-16,0-27 15,26 0-15,0 0 16,-27-52 31,-25 0-47,26-27 15,-27 27-15,-26 0 16,27 26-16,26 0 16,-27 0-16,27 0 15,26 26-15,0 0 0</inkml:trace>
  <inkml:trace contextRef="#ctx0" brushRef="#br0" timeOffset="191088.87">22172 16295 0,'26'-27'16,"-26"-25"-16,27 26 16,-54 26-1,1 0 1,-53 26-1,-26 26-15,27 1 0,25-1 16,27 1-16,0-27 16,26 27-16,52-53 15,1 0 1,25 0-16,1-53 16,0 1-16,-27-1 15,1 1-15,26-27 16,-53 53-16,0-1 15,-26 1-15,0 52 47,0 1-47,0 25 16,0-26-16,0 1 0,0-1 16,0 0-16,26-26 15,27 0-15,-27 0 16,26 0-16,-25-26 15,25 0-15,-52-27 16,26 1-16,-26 25 16,0-25-16,0 26 15,0 78 48,-26 27-63,26 0 0,-26 26 15,0 0 1,-1 0-16,1-1 0,26 1 16,-26-26-16,26 0 15,-26-27-15,26-25 16,0-1-16,-26-52 31,26-53-15,0-26-16,0 0 15,0-26-15,52 0 16,0 26-16,1 0 16,-1 26-16,1 26 15,-1 1-15,1 52 0,-27-26 16,0 26-16,1 0 16,-1 26-16,-26 0 15,0 27-15,0-1 16,0 1-16,-79-27 15,27 26-15,-1-25 16,-26-1-16,27 0 16,-1 0-16</inkml:trace>
  <inkml:trace contextRef="#ctx0" brushRef="#br0" timeOffset="191987.91">23484 16137 0,'26'-26'16,"1"0"-16,-1-1 16,-26 1-16,-79 26 46,0 26-46,-26 1 16,27-1-16,25 26 16,27 1-16,26-27 15,0 0-15,0 1 0,0-1 16,26-26-16,27 0 16,-27 0-1,26 0-15,-25-26 0,25-27 16,-26 1-16,1-1 15,-1 27-15,0-27 16,0 27-16,-26 0 16,0 52 31,0 27-32,0-27-15,0 26 16,0-25-16,0-1 0,0 0 15,27 0 1,25-26-16,1 0 0,-1 0 16,27 0-16,-27-26 15,1 0-15,-27-27 16,26 27-16,-52-26 16,27 25-16,-27-25 15,0 26 1,0 52 31,-27 0-32,1 27-15,-26-1 16,52-26-16,-27 1 16,27-1-16,0 0 0,-26-26 15,26-26 16,26-27-31,1-25 16,25 25-16,-26 1 16,1 26-16,-1-1 15,0 54 17,-26 25-32,26 0 15,1 1-15,-27-27 16,52 0-16,-26-26 15,27 0-15,-1 0 0,1 0 16,25-26 0,-51 0-16,51-27 0,-51-25 15,25-1-15</inkml:trace>
  <inkml:trace contextRef="#ctx0" brushRef="#br0" timeOffset="193687.72">22697 11020 0,'-26'-26'0,"26"0"15,0 0 1,-27 26 15,27 52 0,0 1-31,0-1 16,0 27-16,0-27 0,0 1 16,-26-1-16,26 1 15,-26-27-15,0 27 16,-1-53-16,27 26 15</inkml:trace>
  <inkml:trace contextRef="#ctx0" brushRef="#br0" timeOffset="193887.64">22277 11204 0,'0'-52'15,"0"25"-15,0 1 16,53-26-16,-1 25 0,27 1 15,-1 0-15,1 0 16,0 26-16,0-27 16,-27 27-16,-26 0 15,-26 53 1,-52-1 0</inkml:trace>
  <inkml:trace contextRef="#ctx0" brushRef="#br0" timeOffset="194387.75">22225 11493 0,'26'26'15,"26"-26"-15,27 0 16,26 0-16,26-26 16,27 0-16,-53-27 15,0 27-15,-27-27 16,1-25-16,-53 25 15,-26 1-15,0-1 16,0 27-16,0 0 16,0-1-16,0 54 47,0-1-47,-26 53 15,26-27-15,0 1 0,0-1 16,0-26-16,0 1 15,0-1-15,0-52 32,26-27-17,-26 1-15,26-1 16,1 1-16,-1-1 16,0 27-16,27 0 15,-27 26-15,0-27 16,0 27-1,1 0-15,-1 27 16,0-1-16,0 26 0,27-25 16,-27-1-1,-26 0-15,26 0 0,27-26 16,-27 0-16,0 0 16</inkml:trace>
  <inkml:trace contextRef="#ctx0" brushRef="#br0" timeOffset="195004.93">23930 11073 0,'26'-53'0,"-26"27"16,0 0-16,0 0 16,-52 26-1,-1 26 1,1 0-16,-1 0 16,27 27-16,0-27 15,26 27-15,0-27 16,0 0-16,26 0 0,27-26 15,-1 0 1,1 0-16,-1-26 0,1 0 16,-1-27-16,-26-25 15,1-1-15,-27 0 16,26-26-16,-26 27 16,26-1-16,-26 53 15,26-27-15,-26 27 16,0 78 31,0-25-47,-26 51 15,26-25-15,0 26 16,0-1-16,0 1 16,0 0-16,0-27 15,0-26-15,26 1 16,1-1-1,-1-52 1,0-1-16,0-25 16,1-1-16,-27 1 15,26 26-15,-26-27 16,0 27-16,0 52 47,0 0-32,0 27-15,0-1 0,0-25 16,0-1 0,0 0-16,26-26 0,-26 26 15,26-26 1,-26-52-16</inkml:trace>
  <inkml:trace contextRef="#ctx0" brushRef="#br0" timeOffset="195289.56">24298 10706 0,'0'26'15,"0"0"1,26 0 0,0-26-16,0 0 15,0 0 1,1 0-16,-1-26 15,0 0-15,-26 0 16,26-1-16,-26 1 16,0 0-16,-26 26 31,0 0-31,0 0 16,-1 0-16,1 0 15,0 26-15,-26 0 16,25 1-16</inkml:trace>
  <inkml:trace contextRef="#ctx0" brushRef="#br0" timeOffset="195803.98">24849 10915 0,'26'-52'0,"0"26"16,27 0-16,-53-1 15,26 1-15,-26 0 0,-26 26 32,-1 0-32,-25 0 15,-1 26-15,1 0 16,-1 27-16,1-1 15,26 1-15,-1-27 16,27 26-16,0-25 16,0-1-16,0 0 15,27-26 1,-1-26 0,26-27-16,1 27 15,-1-26-15,1-1 16,-27 27-16,0 0 15,-26 0-15,27 26 0,-1 0 32,-26 52-32,26 0 15,-26 1-15,26-27 16,0 0-16,-26 1 16,27-1-16,25-26 15,1 0-15,-1-26 16,27-53-16,0 26 15</inkml:trace>
  <inkml:trace contextRef="#ctx0" brushRef="#br1" timeOffset="208536.44">6691 7767 0,'0'-27'0,"-27"1"16,1 0-16,0 26 15,-53 52 1,-52 80-16,-53 51 0,-78 54 16,0-1-16,-1 26 15,27 0-15,0-25 16,52-27-16,53-27 16,0-25-16,26-80 15,52-25-15,1-27 16</inkml:trace>
  <inkml:trace contextRef="#ctx0" brushRef="#br1" timeOffset="208753.34">5799 8790 0,'314'-236'16,"-25"0"-16,-53 52 0,-52 27 16,-79-1-16,-26 53 15,-53 27-15,0-1 16,-26 53-16,-79 52 15,-104 105 1,-80 79-16,-104 105 16,-53 78-16,-26 53 15,52 1-15,27-28 16,26-25-16</inkml:trace>
</inkml:ink>
</file>

<file path=ppt/ink/ink4.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4T09:26:42.879"/>
    </inkml:context>
    <inkml:brush xml:id="br0">
      <inkml:brushProperty name="width" value="0.05292" units="cm"/>
      <inkml:brushProperty name="height" value="0.05292" units="cm"/>
      <inkml:brushProperty name="color" value="#FF0000"/>
    </inkml:brush>
  </inkml:definitions>
  <inkml:trace contextRef="#ctx0" brushRef="#br0">11493 1837 0,'26'-53'16,"0"27"-16,-26 0 15,26 26-15,-26 52 16,-105 79-16,-78 79 15,-106 53-15,-52 104 16,-79 27-16,-26 52 0,0 26 16,52-26-1,79-26-15,27-53 0</inkml:trace>
  <inkml:trace contextRef="#ctx0" brushRef="#br0" timeOffset="17499.66">1023 8764 0,'-158'52'0,"54"1"16,-1-1-16,52-25 16,27-1-16,52-26 31,105-26-31,53-53 16,78-26-16,53-26 15,0-1-15,0-25 16,-53 26-16,1 26 15,-27 0-15,-52 26 0,-27 27 16,-52 25-16,-52 27 16,-80 27-1,-104 51-15</inkml:trace>
  <inkml:trace contextRef="#ctx0" brushRef="#br0" timeOffset="17665.61">603 9184 0,'-26'26'0,"105"-52"16,78-27-1,105-26-15,53-52 16,26 0-16,1-26 16,-1-1-16,0-25 15,0-27-15,-26 0 0</inkml:trace>
  <inkml:trace contextRef="#ctx0" brushRef="#br0" timeOffset="41980.6">13461 9577 0,'52'-26'0,"-26"-26"0,-157 157 31,-105 52-15,-105 105-16,-105 106 15,-79 52-15,0 78 16,53 27-16,78-53 16,79-26-16,105-105 15</inkml:trace>
  <inkml:trace contextRef="#ctx0" brushRef="#br0" timeOffset="49613.47">2991 11676 0,'0'27'16,"-53"104"0,-104 131-16,-53 106 15,-52 78-15,-27 26 0,-26 0 16,53-26-16,26-26 15,52-52-15,79-80 16,52-78-16,27-52 16,26-53-16,26-105 15,53 0-15</inkml:trace>
  <inkml:trace contextRef="#ctx0" brushRef="#br0" timeOffset="49813.51">3831 11624 0,'-210'79'0,"-105"131"0,-53 131 16,-25 79-16,-1 52 16,1 53-16,78 26 15,26-27-15,53 1 16,52-52-16</inkml:trace>
</inkml:ink>
</file>

<file path=ppt/ink/ink5.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4T09:14:31.226"/>
    </inkml:context>
    <inkml:brush xml:id="br0">
      <inkml:brushProperty name="width" value="0.05292" units="cm"/>
      <inkml:brushProperty name="height" value="0.05292" units="cm"/>
      <inkml:brushProperty name="color" value="#7030A0"/>
    </inkml:brush>
  </inkml:definitions>
  <inkml:trace contextRef="#ctx0" brushRef="#br0">10207 8318 0,'0'-26'32,"26"26"-1,-26 26 0,0 26-15,0 1-16,0 25 15,0 27-15,0-26 0,0 0 16,-26 0-16,26-27 16,0 1-16,0-1 15,-26-26-15,26 0 16,0 1 0,-27-27-1,80 0 48,26 0-63,52 0 15,-26 0-15,26 0 16,-26 0-16,26-27 16,-52 27-16,-27 0 0,-26 0 15,-26 27 48</inkml:trace>
  <inkml:trace contextRef="#ctx0" brushRef="#br0" timeOffset="416.12">10259 10102 0,'0'-26'16,"27"26"31,-27 52-32,0 27-15,26 0 16,0-27-16,-26 1 16,0 25-16,26-51 15,-26-1-15,26 0 16</inkml:trace>
  <inkml:trace contextRef="#ctx0" brushRef="#br0" timeOffset="616.21">10364 10023 0,'0'-26'0,"53"52"47,-27 1-32,26 25-15,1 1 16,-1-1-16,27-26 15,-26 1-15,25-1 16,1 0-16,0 0 16</inkml:trace>
  <inkml:trace contextRef="#ctx0" brushRef="#br0" timeOffset="816.78">11361 9997 0,'-26'0'0,"0"-26"16,-27 26-16,27 0 16,-53 26-16,27 27 15,-27-1-15,53 1 16,-26-27-16,25 53 16,1-27-16,26 0 15,0-25-15,0 25 16</inkml:trace>
  <inkml:trace contextRef="#ctx0" brushRef="#br0" timeOffset="1066.23">11283 10076 0,'0'-26'0,"0"52"47,0 0-31,0 53-16,0 0 15,0-27-15,0 27 16,0-1-16,0-25 0,0 26 16,0-1-16,0 1 15,-53 0-15</inkml:trace>
  <inkml:trace contextRef="#ctx0" brushRef="#br0" timeOffset="1416.74">10574 11886 0,'0'27'46,"0"25"-30,0 27-16,0 0 16,-26-27-16,26 27 15,0-27-15,0 1 16,-26-1-16,-1-26 0,1-26 16</inkml:trace>
  <inkml:trace contextRef="#ctx0" brushRef="#br0" timeOffset="1632.35">10469 12018 0,'26'0'16,"1"0"0,25 26-1,27 26-15,0 1 16,26-1-16,-27 1 15,1-27-15,-27 26 0,1-25 16,26-1 0,-53-26-16</inkml:trace>
  <inkml:trace contextRef="#ctx0" brushRef="#br0" timeOffset="1849.43">11256 11913 0,'0'-27'16,"0"54"31,-26 51-31,26-25-1,0 26-15,0-27 0,-26 27 16,-27-1-16,1-25 15</inkml:trace>
  <inkml:trace contextRef="#ctx0" brushRef="#br0" timeOffset="2399.36">10705 13671 0,'0'-79'16,"-26"53"-16,26-27 15,0 27 1,0 105 47,0 26-63,-26 0 15,26-27-15,0 27 16,0-26-16,0 26 15,0-26-15,0-27 0,0 1 16,0-27-16,26 0 16,0-26-16,1 0 15</inkml:trace>
  <inkml:trace contextRef="#ctx0" brushRef="#br0" timeOffset="2633.11">10653 13671 0,'-26'-79'0,"-1"26"16,27 1-16,0 0 16,27 25-16,51 1 15,1 0-15,0 26 16,0 0-16,-1 26 0,-25 0 16,-1 27-1,-26-1-15,-26 1 0,0-1 16,-26 1-16,-53-27 15,-25 26-15,25-25 16,0-1-16,27-26 16,-1 0-16</inkml:trace>
  <inkml:trace contextRef="#ctx0" brushRef="#br0" timeOffset="3449.24">10627 15271 0,'0'-26'0,"0"0"31,-27 26-31,1 0 16,-26 0-16,-1 26 16,27 27-16,-27-27 15,53 26-15,-26 1 16,26-1-16,0 1 15,26-1-15,27-26 0,-1 27 16,1-27 0,-1 0-16,27-26 0,0 0 15,0-26-15,26-26 16,-27-1-16,-25 1 16,-1-1-16,-26-26 15,1 1-15,-27 25 16,0 1-16,0 26 15,-53-1-15,-26 1 16,1 26-16,-27 0 16,0 0-16,26 0 15,27 26-15,25 1 16,1-27-16,0 26 0,26 0 16,0 0-1,0 27-15,26-1 0,27-26 16,-1 27-16,1-1 15,-1 1-15,1-1 16,-1 1-16,-26 26 16,1-27-16,-1 27 15,0-27-15,-26 1 16,26-1-16,-26 1 16,0-27-16,26 0 15,-26 0-15,27-26 16</inkml:trace>
  <inkml:trace contextRef="#ctx0" brushRef="#br0" timeOffset="3865.96">10574 16741 0,'0'-27'0,"0"1"15,0 52 32,0 27-31,0-1-16,0 1 16,0-1-16,26 27 15,-26-53-15,0 27 16,0-1-16,0-25 15,0-1-15,0 0 0</inkml:trace>
  <inkml:trace contextRef="#ctx0" brushRef="#br0" timeOffset="4249.35">10653 16714 0,'0'-52'15,"0"26"-15,0-27 16,0 27-16,52 0 15,1 0-15,-1 26 16,-25 0-16,25 0 16,1 26-16,-27 26 15,0 27-15,-26 0 16,0-27-16,-26 27 0,-53-27 16,0-25-16,27 25 15,-27-26-15,53-26 16,-27 0-16,53 27 78,53-27-62,-1 52-16,1-26 15,-1 1-15,27-1 16,-53 0-16,27 0 15,-1 0-15,1 1 16,-1-1-16,-26 0 0,1-26 16</inkml:trace>
  <inkml:trace contextRef="#ctx0" brushRef="#br0" timeOffset="4816.02">10653 18236 0,'26'0'0,"0"-26"16,1 0-16,-1 0 16,0-1-16,-26 1 15,0-26-15,0 25 16,0 1-16,-26 26 16,0-26-16,-53 26 15,0 0-15,27 26 16,-1 0-16,1 1 15,25 25-15,27-26 0,0 27 16,0-27-16,27 27 16,25-1-16,27 1 15,-27-1-15,1 1 16,-1-1-16,1-26 16,-1 27-16,-25-1 15,25-26-15,-52 27 16,0-27-16,0 0 15,0 1 1,-79-27-16,1 0 16,-27 26-16,-27-26 15,54 0-15,-27-53 16,52 27-16,1-26 16,26-27-16,26 26 0,26-25 15</inkml:trace>
  <inkml:trace contextRef="#ctx0" brushRef="#br0" timeOffset="5199.17">11834 18682 0,'0'-26'15,"78"26"32,1 0-31,52 0-16,1 0 15,-1 0-15,26-26 16,-26 0-16,1 26 16,-54-27-16,1 27 0,-53 0 15,0 0-15,-26-26 16</inkml:trace>
  <inkml:trace contextRef="#ctx0" brushRef="#br0" timeOffset="5633.12">11729 16741 0,'-27'0'0,"1"0"15,52 0 17,27 0-32,52 0 15,26 0-15,27 0 16,-1 0-16,27 0 15,-27 0-15,1 0 16,-27-27-16,-26 27 16,-27 0-16,-51 0 15</inkml:trace>
  <inkml:trace contextRef="#ctx0" brushRef="#br0" timeOffset="5984.52">11912 15219 0,'79'0'31,"26"0"-15,53 26-16,-27-26 0,26 26 15,27-26-15,-27 0 16,1 0-16,-27-26 15,-26 0-15,-26 0 16,-27-1-16</inkml:trace>
  <inkml:trace contextRef="#ctx0" brushRef="#br0" timeOffset="6366.79">11886 13566 0,'-26'0'16,"52"0"15,79 0-31,26-27 16,53 27-16,26 0 15,0 0-15,-26-26 16,-27 26-16,-26-26 16</inkml:trace>
  <inkml:trace contextRef="#ctx0" brushRef="#br0" timeOffset="6765.98">11939 12018 0,'52'0'47,"53"0"-47,0 0 15,52 0-15,1 0 16,26 0-16,-1 0 16,-25 0-16,-53 0 15</inkml:trace>
  <inkml:trace contextRef="#ctx0" brushRef="#br0" timeOffset="7198.96">12306 10181 0,'-52'0'15,"25"0"-15,1 0 0,0 0 16,52 0 31,53 0-32,52 0-15,0 0 16,53 0-16,-27 0 16,1 0-16,-27-26 15,0-1-15,-52 1 16</inkml:trace>
  <inkml:trace contextRef="#ctx0" brushRef="#br0" timeOffset="7649.23">11834 8685 0,'-27'0'0,"1"-26"15,131 26 17,53 0-32,52 0 15,78 26-15,-25-26 16</inkml:trace>
  <inkml:trace contextRef="#ctx0" brushRef="#br0" timeOffset="19731.5">15822 3857 0,'-52'0'0,"25"0"16,-25 0-16,26 0 0,-27 0 15,1 0-15,25 0 16,1 0-16,0 0 16,0 26-1,0-26 1,52 0 31,0 27-47,53-27 15,-1 0-15,27 0 16,0 0-16,0 0 16,0 0-16,0 0 0,-26 0 15,26 0-15,-26 26 16,-1-26-16,1 0 16,0 0-16,26 0 15,-27 0-15,1 0 16,0 0-16,0 0 15,-27 0-15,27 0 16,0 0-16,-1 0 16,1 0-16,0 0 15,-1 0-15,1 0 16,26 0-16,-26 0 16,26 0-16,-27 0 15,1 0-15,0 0 0,-27 0 16,27 0-16,-26 0 15,-1 0-15,27 0 16,-27 0-16,1-26 16,25 26-16,-25 0 15,-1 0-15,1-27 16,-1 27-16,1 0 16,-27 0-16,27 0 15,-27 0-15,26 0 16,-25 0-16,-1 0 15,0 0-15,27 0 16,-27 0-16,0 0 16,26 0-16,-25 0 15,-1 0-15,26 0 0,-25 0 16,-1 0-16,26 0 16,1 0-16,-1 0 15,1 0-15,-1 0 16,-25 0-1,-1 0 1,0 0 0,0 0-1,27 0-15,-1-26 16,1 26-16,-27 0 16,0 0-1,0 0 1,1 0-1,-1 0 1,0 0 0,0 0 15,1 0-15,-1 0-1,0 0 1,-52 0 374,52 0-218,0 0-172,27 0 16,-1 0-16,1 0 16,-1 0-16,1 0 0,-1 0 15,27 0 1,26 0-16,0 0 0,0 0 15,26 0-15,26 0 16,-25 0-16,-1 0 16,-26 0-16,-26 0 15,-1 0-15,-52 0 16,1 0-16,-54 0 297,-25 0-297,-27 0 15,-26 0-15</inkml:trace>
  <inkml:trace contextRef="#ctx0" brushRef="#br0" timeOffset="22314.75">14169 11781 0,'-26'0'16,"0"0"-1,-27 0-15,27 0 0,0-26 16,26 0-16,0-27 16,0 27-16,0 0 15,0 0-15,52 26 16,1 0-16,-1 0 15,27 0-15,-27 0 16,1 26-16,-1 26 16,-26 1-16,1 26 15,-27-27-15,0 1 16,0-1-16,-79 1 16,0-1-16,0-26 15,27 27-15,-27-53 0,27 26 16,-1-26-16,1 0 15,104 0 64,1 0-79,26 0 15,25 0-15,1-26 16,0 26-16,-26 0 15,0 0-15,-53 0 16,0 0-16,1 0 16,-54 0 46</inkml:trace>
  <inkml:trace contextRef="#ctx0" brushRef="#br0" timeOffset="22798.06">15324 11755 0,'0'-52'0,"0"-1"16,0 27-16,0-27 15,0 27-15,-27 26 16,-25-26-16,-1 26 16,1 0-16,-27 0 15,27 0-15,-1 0 16,27 26-16,26 27 16,0-27-16,0 26 15,26 1-15,27-27 16,52 27-16,0-1 15,0 27-15,0-27 16,-1 1-16,-51 26 0,-1-27 16,-25-26-1,-27 0-15,0 1 0,-53-27 16,-52 0-16,0 0 16,0 0-16,27-27 15,25-25-15,27 0 16,0-1-16,26 27 15,0-27-15,26 1 16,26 26-16,1-1 16,-27 1-16,27 0 15,-27 0-15,0-1 16,-26 1-16</inkml:trace>
  <inkml:trace contextRef="#ctx0" brushRef="#br0" timeOffset="24014.87">17921 9682 0,'-26'0'16,"26"26"-1,26-26-15,27 0 16,52 27-16,0-27 15,26 0-15,-26 0 16,0 0-16,0 0 16,-27 0-16,-25-27 15,-27 1-15</inkml:trace>
  <inkml:trace contextRef="#ctx0" brushRef="#br0" timeOffset="24315.05">17843 8659 0,'-27'0'15,"80"0"17,26 0-32,52 0 15,26 0-15,1 0 16,-1 0-16,-26 0 0,-26 0 16,-26 0-1</inkml:trace>
  <inkml:trace contextRef="#ctx0" brushRef="#br0" timeOffset="24880.93">18026 12018 0,'26'0'31,"27"0"-15,52 0-16,26 0 15,0 0-15,1-27 16,25 27-16,-26 0 0,0 0 16</inkml:trace>
  <inkml:trace contextRef="#ctx0" brushRef="#br0" timeOffset="25365.41">18052 13854 0,'27'0'47,"51"0"-47,54 0 16,51 0-16,-25 0 15,25 0-15,-25 0 16,-1-26-16,-25 26 16</inkml:trace>
  <inkml:trace contextRef="#ctx0" brushRef="#br0" timeOffset="25814.87">18026 15376 0,'-26'0'16,"78"0"15,27 0-31,52 0 16,1 0-16,-1 0 16,26 0-16,-26-26 15,1 26-15</inkml:trace>
  <inkml:trace contextRef="#ctx0" brushRef="#br0" timeOffset="26347.76">17764 17056 0,'26'0'31,"53"0"-31,26 0 16,0 0-16,26 0 15,26-27-15,-25 1 16,-1 26-16,-26 0 15,0 0-15,-53 0 16</inkml:trace>
  <inkml:trace contextRef="#ctx0" brushRef="#br0" timeOffset="26747.89">18026 18473 0,'53'0'78,"52"0"-78,0 0 15,52 0-15,1 0 16,-1 0-16,0-27 16</inkml:trace>
  <inkml:trace contextRef="#ctx0" brushRef="#br0" timeOffset="29263.95">9498 4723 0,'-26'0'16,"0"0"15,78 0 0,27 0-15,52 0-16,53 0 16,0 0-16,-27 0 15,0 0-15,1 0 16,-1 0-16,1 0 16,-27 0-16,26 0 15,-25 0-15,25 0 16,27-26-16,-1 26 15,1 0-15,26 0 16,-26 0-16,-27 0 16,1 0-16,-53 0 0,26 0 15,-26 0-15,0 0 16,0-27-16,0 27 16,0 0-16,-1 0 15,1 0-15,0 0 16,27 0-16,-27 0 15,0 0-15,-1 0 16,-25-26-16,26 26 16,0 0-16,-26 0 15,26 0-15,-26 0 16,-1 0-16,-25 0 16,-1 0-16,1-26 0,-1 26 15,1 0-15,25 0 16,-25 0-16,26 0 15,-1 0-15,-25-26 16,25 26-16,-51 0 16,25 0-16,-26 0 15,1 0-15,25 0 16,-26 0-16,27 0 16,-1 0-16,1 0 15,-1 0-15,1 0 16,-1 0-16,1 0 15,-1 0-15,-26 0 16,27 0-16,-1 0 16,1 0-16,-27 0 15,53 0-15,-27 0 0,1 0 16,-1 0-16,1 0 16,-27 0-16,0 0 15,27 0-15,-27 0 16,26-27-16,-25 27 15,51 0-15,-25 0 16,-1 0-16,1-26 16,-27 26-16,27 0 15,-1 0-15,1 0 16,-1 0-16,-26 0 0,27 0 16,-27 0-1,26 0-15,1 0 0,-1 0 16,1 0-16,-27 0 15,27-26-15,-27 26 16,26 0-16,-25 0 16,-1 0-16,0 0 15,27 0-15,-27 0 16,0 0-16,0 0 16,0 0-16,27 0 15,-27 0-15,0 0 16,1 0-16,-1 0 15,0 0 17,0 0-32,1 0 0,-1 0 15,0 0-15,27 0 16,-27 0-16,0 0 16,0 0-1,1 0 1,-1 0-16,0-26 15,0 26 1,1 0 0,25 0-16,-26 0 15,0 0 1,-104 0 78,-1 0-94,-26 26 15</inkml:trace>
  <inkml:trace contextRef="#ctx0" brushRef="#br0" timeOffset="31214.21">14143 13330 0,'-26'0'16,"26"-27"-16,-27 1 16,27 0-16,0 0 15,0-1-15,0 1 16,53 0-16,-1 0 15,1-1-15,-1 27 16,27 0-16,-27 0 0,1 0 16,-1 53-1,-25-27-15,-1 27 0,-26-1 16,0 1-16,0-27 16,-26 0-16,-1 0 15,-25 1-15,26-27 16,-1 26-16,1-26 15,0 26-15,26 0 63,52-26-63,-25 26 16,51-26-16,1 27 15,0-1-15,-27 0 0,27 0 16,-53 27-16,0-27 15,1-26-15,-27 26 16,0 1-16,-79-1 16,0 0-1,1-26-15,-1 26 16,0-26-16,0 0 16,1 0-16,25 0 15,1-26-15,25 0 16,27 0-16,0-1 15,0 1-15</inkml:trace>
  <inkml:trace contextRef="#ctx0" brushRef="#br0" timeOffset="31647.63">15271 13251 0,'0'-26'15,"0"-1"-15,0 1 16,-26 52 31,26 27-31,0-1-16,0 1 0,0-1 15,0 1-15,26-1 16,0-26-16,53 27 15,-26-27-15,25 0 16,-25-26-16,25 0 16,1 0-16,-26-26 15,-1 0-15,-26-27 16,1 1-16,-27 0 16,0-27-16,-27 26 15,-51 1-15,25-1 16,-52 27-16,26 0 15,1 26-15,-1 0 16,27 0-16,-1 0 0,27 26 16,26 0-16,0 27 15</inkml:trace>
  <inkml:trace contextRef="#ctx0" brushRef="#br0" timeOffset="32130.59">19391 13303 0,'0'-52'0,"0"26"16,0-1 0,0 54 15,0 25-31,26 53 16,0-26-16,0 26 15,1 0-15,-1 0 16,-26-27-16,0 27 15,0-26-15,0-27 16,0 27-16,0-53 16,-26-26-16</inkml:trace>
  <inkml:trace contextRef="#ctx0" brushRef="#br0" timeOffset="32347.4">19286 13435 0,'0'-53'15,"0"1"-15,78 25 16,1 1-16,26 26 16,-52 0-16,25 53 15,-51-1-15,-27 1 16,0-1-16,-27 27 16,-25-53-16,-27 26 15,0-25-15,27 25 16,-1-52-16,27 26 15</inkml:trace>
  <inkml:trace contextRef="#ctx0" brushRef="#br0" timeOffset="32714.86">19863 13907 0,'-26'-26'0,"26"-1"16,-26 1-16,26 0 16,0 0-1,26-1-15,0 1 16,27 26-16,-27-26 0,26 26 16,1 0-1,-1 0-15,1 26 0,-1 27 16,-26-27-16,1 26 15,-1-25-15,-26-1 16,0 0-16,-26-26 31,-1-26-15,1-27-16,26 1 16,0 26-16,0-27 15,26 27-15,27 0 16,26 26-16,-27 0 15,1 0-15</inkml:trace>
  <inkml:trace contextRef="#ctx0" brushRef="#br0" timeOffset="33031.3">20624 13697 0,'0'-26'0,"-26"78"46,26 1-30,-27-1-16,27 1 16,0-1-16,0 1 15,53-27-15,-27 0 16,27 0-16,-1-26 16,-26 0-16,27-26 0,-1-26 15,-25-1 1,-1-26-16,-26 27 0,0 26 15,0-27-15,-26 27 16,-27 26-16,1 0 16,-1 0-16,1 0 15,-1 52-15,27 1 16</inkml:trace>
  <inkml:trace contextRef="#ctx0" brushRef="#br0" timeOffset="33864.86">21385 13881 0,'0'-27'0,"0"1"16,-26 26 0,-1 0-16,1 0 15,0 0-15,-27 0 16,53 26-16,-26 27 15,26-27-15,0 0 16,0 1-16,26-1 16,1 0-16,25-26 15,1 0-15,-1-26 16,1 0-16,-27-53 16,26 26-16,-52-25 15,0-27-15,0 26 0,0-26 16,-26 0-16,0 26 15,-27 27-15,27 26 16,0-1-16,26 54 47,0 25-47,0 27 16,0 26-16,0-27 15,26 27-15,-26-26 16,26 0-16,1 0 15,-1-27-15,26 27 16,1-53-16,-1 0 16,1 0-16,-1-26 0,1-26 15,-27 0-15,0-26 16,-26-1-16,26 1 16,-26-1-16,0 27 15,0-27-15,0 27 16,-26 0-1,26 52 17,0 27-17,0-1-15,0 1 16,0-1-16,26-26 16,27 1-16,-27-1 0,0-26 15,1 0-15,-1 0 16,26-26-16,-25-1 15,-1-25-15,0 26 16,-26-27-16,0 27 16,0 0-16,0-1 15,0 54 32,0 25-47,0-26 16,0 27-16,0-27 15,0 27-15,26-27 16,1-26-16,25 0 16</inkml:trace>
  <inkml:trace contextRef="#ctx0" brushRef="#br0" timeOffset="34297.16">22539 13723 0,'0'-26'16,"-26"0"-16,0 26 15,0 26 17,0 0-17,-1 27-15,27-27 16,0 26-16,0 1 0,0-27 16,53 0-1,-27 1-15,26-1 0,1-26 16,-1 0-16,27-26 15,-26-27-15,-1 1 16,-26-1-16,1-26 16,-27 1-16,0-1 15,0 0-15,0 27 16,-27 26-16,1-1 16,0 1-16,0 0 15,26 52 16,0 53-31,0-1 16,0-25-16,26 26 16,0-27-16,-26 1 15,0-1-15,26 1 0,-26-27 16,0 0-16,0 0 16</inkml:trace>
  <inkml:trace contextRef="#ctx0" brushRef="#br0" timeOffset="34647.42">22802 13776 0,'0'-27'0,"26"27"16,53 0-16,-27 0 15,1 0 1,-27 0-16,0 0 0,0-26 15,1 26 1,-27-26-16,0 52 78,0 27-62,0-27-16,0 26 15,0-25-15,0 25 16,0-26-16,0 1 16</inkml:trace>
  <inkml:trace contextRef="#ctx0" brushRef="#br0" timeOffset="34764.35">23222 13461 0</inkml:trace>
  <inkml:trace contextRef="#ctx0" brushRef="#br0" timeOffset="35363.96">23432 13697 0,'-27'0'16,"27"52"-16,0-25 15,-26 25-15,26-26 16,0 27-16,0-27 16,0 0-16,26 1 15,27-1-15,-27-26 16,27 0-16,-27 0 15,0-26-15,0-1 16,-26 1-16,0-26 16,0 25-16,-26-25 0,-26 26 15,-1-27-15,1 27 16,25 26-16,1-26 16,26-1-16,26 1 31,27 26-31,-1 0 15,1 0-15,-1 0 16,1 0-16,-27 26 16,26 27-16,-25-27 15,-27 27-15,26-1 16,-26-26-16,0 27 16,0-27-16,-26-26 31,26-52-16,0-1-15,0 1 16,26-1-16,0 1 16,27 25-16,-27 1 15,26 0-15,-25 26 16,25 0-16,-26 0 16,27 26-16,-27 27 15,0-1-15,1 1 16,-1-1-16,-26 1 15,0-1-15,0 1 16,-53-1-16,-25-26 0</inkml:trace>
  <inkml:trace contextRef="#ctx0" brushRef="#br0" timeOffset="38331.87">13146 5300 0,'26'0'15,"0"0"1,0 0-16,1 0 16,-1 0-1,0 0-15,0 0 16,1 0-1,25 0-15,-26 0 16,27 0-16,-27 0 16,26 0-16,1-26 15,-1 26-15,1 0 16,-27 0-16,27 0 0,-1 0 16,-26 0-16,27 0 15,-1 0-15,1 0 16,-1 0-16,1 0 15,25 0-15,1 0 16,-26 0-16,25 0 16,-25 0-16,-1 0 15,1 0-15,-1 0 16,27 0-16,-26 0 16,25 0-16,1 0 0,0 0 15,26 0-15,-27 0 16,1 0-16,0 0 15,-27 0-15,27 0 16,0 0-16,-27 0 16,27 0-16,-27 0 15,27 26-15,0-26 16,-27 0-16,1 0 16,26 0-16,-27 0 15,0 0-15,1 0 16,-1 0-16,1 0 15,-1 0-15,27 0 16,-26 0-16,-1-26 16,27 26-16,-27 0 15,1 0-15,-1 0 0,-26 0 16,27 0 0,-27 0-16,0 0 0,27 0 15,-1 0-15,-25 0 16,25 0-16,1 0 15,-27 0-15,26 0 16,1 0-16,-27 0 16,0 0-16,0 0 15,1 0-15,-1 0 16,0 0-16,0 0 16,1 0-1,-1 0-15,0 0 16,0 0-16,1-26 15,-1 26-15,0 0 16,0 0-16,1 0 16,-1 0-1,0 0 17,-26 26 202,-26-26-218,26 26-16,-26-26 31</inkml:trace>
  <inkml:trace contextRef="#ctx0" brushRef="#br0" timeOffset="40647.01">14143 9813 0,'-26'0'16,"-1"-26"-16,1 0 16,26 0-1,26-1 1,27 1-16,-1 26 16,27 0-16,0 0 15,-27 0-15,1 0 16,-1 26-16,-26 1 15,1-1-15,-27 0 16,0 0-16,0 1 16,-27-1-16,-25 0 15,-1 0-15,-25-26 0,25 27 16,27-27-16,-27 26 16,27-26-1,52 0 16,27 0-31,26 0 16,-1 0-16,-25 0 16,26 26-16,-53-26 15,26 26-15,-25 1 16,-1-1-16,-26 0 16,0 0-1,-26-26-15,-27 27 16,1-27-16,-27 0 0,0 0 15,27 0-15,-1 0 16,27-27-16,26 1 16,0 0-1,52 0-15</inkml:trace>
  <inkml:trace contextRef="#ctx0" brushRef="#br0" timeOffset="40880.17">15140 9682 0,'0'-26'0,"-26"26"16,52 0 0,26 0-1,53 0-15,0 0 16,0 0-16,-26 0 15,-27 0-15,1 0 16,-79 0 0</inkml:trace>
  <inkml:trace contextRef="#ctx0" brushRef="#br0" timeOffset="41313.62">15192 9708 0,'-52'0'0,"26"0"0,-1 0 15,1 0 1,26 27 0,0-1-1,0 26-15,0 1 16,0-27-16,0 27 16,26-27-16,-26 26 15,0-25 1,27-27 31,-27-27-47,26 1 0,0 0 15,0 0 1,27-1-16,-27 1 0,27 26 16,-1-26-16,1 26 15,25 0-15,-25 0 16,-1 26-16,-26 27 15,27-27-15,-53 26 16,0 1-16,0-1 16,-26-25-16,-79-1 15,26 26-15,-52-25 16,26-1-16,0-26 16,0 26-16,26-26 15</inkml:trace>
  <inkml:trace contextRef="#ctx0" brushRef="#br0" timeOffset="42130.02">19627 9656 0,'0'-26'0,"-26"26"16,26-26-16,0 78 47,0 0-31,0 27-16,0 0 0,0 0 15,0-27 1,0 27-16,0-27 0,0-25 15,0-1-15,0 0 16,0-52 0</inkml:trace>
  <inkml:trace contextRef="#ctx0" brushRef="#br0" timeOffset="42313.5">19548 9735 0,'-26'-53'0,"26"27"16,52 52 31,27 0-47,26 27 15,-52-1-15,25-25 16,-25 25-16,-1-26 16,1 1-16,-1-1 0,1-26 15</inkml:trace>
  <inkml:trace contextRef="#ctx0" brushRef="#br0" timeOffset="42496.93">20388 9708 0,'0'-26'0,"0"0"15,0 0-15,-26 26 16,-27 0-16,27 0 16,-27 0-16,1 26 15,-1 0-15,27 27 0,0-1 16,0-26-16,-1 27 15,27-1-15,0-25 16,0-1-16,27 0 16</inkml:trace>
  <inkml:trace contextRef="#ctx0" brushRef="#br0" timeOffset="42730.2">20335 9735 0,'0'-53'16,"0"27"-1,0 78 32,0 1-47,0 26 16,0-1-16,0 1 0,0 0 16,0-27-16,0 27 15,0-26-15,0-1 16,0-26-16,0 0 15</inkml:trace>
  <inkml:trace contextRef="#ctx0" brushRef="#br0" timeOffset="43396.86">20886 10076 0,'0'-53'16,"0"27"-16,0-26 0,0 25 15,-26 27-15,0-26 16,-27 26-16,27 0 16,0 0-16,-27 0 15,1 26-15,26 1 16,-1 25-16,1 1 16,26-1-16,0-26 15,0 27-15,26-27 16,27-26-16,-27 0 15,27 0-15,-27 0 16,26-52-16,1-1 16,-27 27-16,0-27 15,1 1-15,-1 52 0,-26-26 16,0 52 31,0 26-47,0 1 15,0-1-15,0 1 16,26-27-16,-26-78 47,26-1-31,1 1-16,-1 25 15,26-25-15,-25 26 0,25-1 16,-26 1-16,27 26 15,-27 0-15,0 26 16,0 1-16,1-1 16,-27 26-16,0 1 15,0-1-15,0-25 16,0-1-16,0 0 16,0-52 15,0-27-31,0 1 15,0-27-15,0 27 16,26-1-16,26 27 16,-25 0-16,-1 26 0,0 0 15</inkml:trace>
  <inkml:trace contextRef="#ctx0" brushRef="#br0" timeOffset="43613.7">21857 9604 0,'0'-27'16,"0"1"-16,0 79 31,0-1-15,-26 0-16,26 27 16,-26-26-16,26 25 15,0-25-15,-26-1 16,26-25-16,0 25 0,-27-26 15,27 1-15,-26-27 16</inkml:trace>
  <inkml:trace contextRef="#ctx0" brushRef="#br0" timeOffset="43846.78">22015 9840 0,'-27'0'16,"-25"0"-1,-1 0-15,1 0 16,26 0-16,0 26 16,26 0-16,0 0 15,0 1-15,0 25 0,0 1 16,26-27-16,0 0 16,0 27-16,27-53 15,-1 26-15,27-26 16,0 0-16,-1 0 15,54-26-15</inkml:trace>
  <inkml:trace contextRef="#ctx0" brushRef="#br0" timeOffset="44380.14">22592 9997 0,'26'0'31,"27"0"-15,-1 0-16,1-26 16,-27 0-16,-26-1 15,0 1-15,0 0 16,-26 26-16,-1-26 16,-25 26-16,26 0 15,-1 0-15,1 26 16,26 0-1,-26 27-15,26-1 16,0-26-16,26 27 16,0-27-16,27 0 0,-1-26 15,1 0 1,-1 0-16,1-26 0,-1-26 16,-25-1-16,25 1 15,-26-53-15,-26 26 16,0 0-16,0 1 15,0 25-15,0 1 16,0-1-16,-26 53 16,26-26-16,-26 52 31,26 0-31,-26 53 16,26 0-16,0-1 15,0 1-15,0 0 16,26-27-16,0 27 0,-26-26 15,26-27-15,-26 26 16,26-25-16</inkml:trace>
  <inkml:trace contextRef="#ctx0" brushRef="#br0" timeOffset="44680.03">22881 9892 0,'26'0'31,"53"0"-31,-1 0 16,27 0-16,-26 0 15,-53-26-15,27 26 0,-27 0 16,-26-26 0,0 52 46,0 0-62,0 27 16,0-27-16,0 26 15,0-25-15,0 25 16,0-26-16,26-26 16,0 0-1</inkml:trace>
  <inkml:trace contextRef="#ctx0" brushRef="#br0" timeOffset="44796.92">23537 9577 0,'-27'-26'15,"1"0"-15</inkml:trace>
  <inkml:trace contextRef="#ctx0" brushRef="#br0" timeOffset="45546.82">23589 9813 0,'0'27'16,"0"-1"0,0 0-16,0 0 15,0 1 1,0-54 15,0 1-31,0 0 16,0 0-16,26-1 15,1 1-15,-1 26 16,26 0 0,-26 0-16,27 26 0,-27 27 15,0-27 1,1 27-16,25-27 0,-26 26 15,27-52-15,26 27 16,-27-27-16,1 0 16,-1-27-16,1 1 15,-1-26-15,-26 25 16,-26-25-16,0 26 16,-52-1-1,-1 27-15,1 0 16,-27 0-16,27 27 15,25-1-15,27 26 16,0-25-16,0-1 16,53 0-16,-1-26 15,27 0-15,-26 0 16,-1 0-16,0 0 0,-25-26 16,-1 0-16,-26-1 15,26 1-15,-26 0 16,0 78 31,0 1-47,-26 52 15,0 0-15,26 26 16,-27 0-16,1-26 16,26 26-16,-26-26 15,26-26-15,0-27 0,-26-52 16,26 27-16,-26-27 15,-1-27 1,1-51-16,0-27 16,0-26-16,26 26 15,0-53-15,78 27 16,27 26-16,0 0 16</inkml:trace>
  <inkml:trace contextRef="#ctx0" brushRef="#br0" timeOffset="47812.96">18997 6192 0,'-26'0'0,"52"0"62,79 0-62,79 0 16,78 0-16,53 0 15,0 0-15,0 0 16,-27 0-16,1 0 16,-27 0-16,1 0 15,-1 0-15,1 27 0,-27-27 16,-26 0-16,-27 0 15,-51 0-15,-54 0 16,-25 0-16,-27 0 16,-26-27-1,-52 27 1,-1 27 0,-52-1-16,26 0 15</inkml:trace>
  <inkml:trace contextRef="#ctx0" brushRef="#br0" timeOffset="49029.77">3017 6953 0,'-79'0'0,"1"0"16,51 27-16,1-27 16,52 0 15,53 0-16,52 0-15,27 0 16,26 0-16,-27 0 16,0 0-16,-25 26 15,-1-26-15,-26 26 16,0-26-16</inkml:trace>
  <inkml:trace contextRef="#ctx0" brushRef="#br0" timeOffset="50729.68">14221 18026 0,'0'-52'16,"0"26"-1,-26 104 48,-26 1-48,26 26-15,-27-26 16,53-27-16,-26 1 16,26-1-16,0-25 15,26-1 1,53-26-16,-1 0 16,27 0-16,0 0 15,0 0-15,0 0 0,-52 0 16,-1 0-1,-52-26-15</inkml:trace>
  <inkml:trace contextRef="#ctx0" brushRef="#br0" timeOffset="50980.16">14431 18184 0,'0'-26'0,"0"52"47,0 26-32,27 1-15,-1 26 16,-26-27-16,26 1 0,-26 25 16,0-25-16,0 25 15,0-51-15,0 25 16,26-26-16,1 1 15,25-27-15</inkml:trace>
  <inkml:trace contextRef="#ctx0" brushRef="#br0" timeOffset="51230.62">15035 18263 0,'26'0'31,"-26"-27"-31,53 27 16,25-26-16,1 26 16,26-26-16,-26 26 15,-27 0-15,-26 0 16,-78 0 15</inkml:trace>
  <inkml:trace contextRef="#ctx0" brushRef="#br0" timeOffset="51629.56">15166 18210 0,'0'26'62,"0"27"-46,0-1-16,0-25 15,0 25-15,0 1 16,0-27-16,0 0 16,0 0-16,0-52 46,0-26-46,26 25 16,1 1-16,25 0 16,1 26-16,-1-26 15,1 26-15,25 0 16,-25 0-16,-1 26 16,1 26-16,-1 1 15,-26-1-15,-26 27 16,0-27-16,0-25 15,-78 25-15,-1-26 16,-26 27-16,0-53 16,-26 26-16,0-26 15</inkml:trace>
  <inkml:trace contextRef="#ctx0" brushRef="#br0" timeOffset="52663.33">19601 18053 0,'0'-27'0,"0"1"16,0 0-16,0 0 31,0 52 0,0 26-31,0 27 16,26 26-16,-26-26 0,26 0 15,0-1-15,-26-25 16,27-1-16,-27 1 16,0-27-16,26 0 15,-26 0-15,26-26 16</inkml:trace>
  <inkml:trace contextRef="#ctx0" brushRef="#br0" timeOffset="52862.64">19653 18053 0,'0'-27'15,"0"1"1,0 0-16,26 26 16,53-26-16,0-1 15,26 27-15,-53 0 16,27 0-16,-27 0 15,-25 0-15,-27 53 16,0-1-16</inkml:trace>
  <inkml:trace contextRef="#ctx0" brushRef="#br0" timeOffset="53212.82">19679 18446 0,'27'0'15,"25"0"-15,27 0 16,0 0-16,-1 0 16,1 0-16,26 0 15,-53 0-15,27-26 16,-53 26-16,1-26 16,-1 0-16,-26-1 15,0 80 63,0-1-62,26 1-16,0-1 0,-26 1 16,27-27-16,-27 26 15,26-52 1</inkml:trace>
  <inkml:trace contextRef="#ctx0" brushRef="#br0" timeOffset="53462.8">20257 18053 0,'26'0'31,"26"26"-31,27-26 0,26 0 15,-53 0-15,1 0 16,-27-26-16,0-1 16,-26 1-16,0-26 15,-26 25-15,0 27 16,-27 0-16,1 0 16,-27 0-16,27 27 15,-1 51-15,1 1 16,26 0-16</inkml:trace>
  <inkml:trace contextRef="#ctx0" brushRef="#br0" timeOffset="53862.24">20703 18473 0,'0'52'31,"0"0"-31,0 1 16,0-27-16,26 27 16,-26-27-16,0-79 47,0-25-32,0 25-15,0 1 0,26-1 16,0 27-1,1 0-15,-1 26 32,0 0-32,0 26 15,27 0-15,-1 27 16,-25-1-16,-1-26 16,0 27-16,0-1 15,1 1-15,-27-27 16,26 0-16,0 1 15,26-27-15,1 0 16</inkml:trace>
  <inkml:trace contextRef="#ctx0" brushRef="#br0" timeOffset="54629.1">21542 18499 0,'0'-26'0,"0"-1"15,0 1-15,-26 26 16,0 0-16,0 0 15,-1 0-15,-25 0 16,-1 26-16,27 27 16,0-27-16,0 26 15,26 1-15,0-27 16,0 0-16,52 1 16,-26-27-16,27 0 0,-1 0 15,-25-27 1,25-25-16,-26-1 0,1 1 15,-27 0-15,26 25 16,-26-25-16,0 78 63,26 0-48,-26 27-15,26-1 16,1 1-16,-27-27 15,26 0-15,26 0 16,-25-26 0,-1 0-16,-26-26 15,26-26-15,-26 25 0,26-25 16,-26 0-16,0-1 16,0 27-16,0 0 15,0 52 32,0 0-47,0 27 16,0-27-16,0 26 15,26-26-15,-26 1 16,0-54 15,0 1-15,0-52-16,0 51 15,0-25 1,0 26-16,27 26 0,-1-27 16,26 27-16,-25 0 15,25 0-15,1 0 16,-1 27-16,-26 25 16,1-26-16,-1 1 15,0 25-15,-26-26 16,0 0-16,0 1 15,0-1-15</inkml:trace>
  <inkml:trace contextRef="#ctx0" brushRef="#br0" timeOffset="55062.88">22592 18315 0,'0'-26'15,"0"0"-15,-26 26 63,-1 52-63,-25 1 16,26-1-16,26 1 15,0-27-15,0 26 16,26 1-16,0-27 0,53-26 15,-27 0-15,53 0 16,-26-26-16,26-1 16,0-25-16,-26 0 15,-27 25-15,-26-25 16,1-1-16,-27 27 16,-53 26-1,27 0 1,-27 0-16,27 26 15,-26 1-15,52 51 16,0-25-16,0-1 16,52 1-16,27-1 15,0-26-15,-1 1 0,27-27 16,-26 0 0,0-53-16,0 1 0,-27-27 15</inkml:trace>
  <inkml:trace contextRef="#ctx0" brushRef="#br0" timeOffset="60462.45">8501 6953 0,'-52'0'0,"26"0"15,-1 0-15,54 0 32,51 0-17,27 0-15,53 27 16,78-27-16,52 0 16,54-27-16,104-25 15,26-27-15,26 27 16,-25-1-16,25 27 15,-78 0-15,-105 26 16,-105 0-16,-105 0 16,-53 0-16,-78 0 62,0 26-46,0-26-1</inkml:trace>
  <inkml:trace contextRef="#ctx0" brushRef="#br0" timeOffset="65445.47">8580 15429 0,'-26'0'15,"26"-27"-15,0 1 31,0 0-31,52 26 16,1-26-16,-27 26 16,26 0-16,-25 0 15,-1 0-15,0 0 16,-26 26 0,0 0-1,0 27-15,0-27 16,0 0-16,-26-26 0,0 26 15,-1-26 1,27 27-16,0-1 16,0 0-1,27 0-15,25-26 16,27 27-16,-27-27 16,1 26-16,-1-26 15,-25 26-15,-1 0 16,-26 1-1,0-1-15,-26 0 16,-53 0-16,26 1 16,-25-1-16,25-26 15,1 0-15,-1 0 16,27 0-16,0 0 16,26-53-16,0 1 0,0-27 15</inkml:trace>
  <inkml:trace contextRef="#ctx0" brushRef="#br0" timeOffset="65845.95">9131 15429 0,'0'-27'47,"0"1"-31,26 0-1,0 0-15,1 0 16,25 26-16,-26 0 16,1 0-1,-1 0 1,0 26-1,0 0-15,1 0 16,-1 0-16,0 1 16,0 25-16,-26 1 15,27-1-15,-27-26 16,0 27-16,0-27 0,0 0 16,0 1-1,0-1 1,26-26-16</inkml:trace>
  <inkml:trace contextRef="#ctx0" brushRef="#br0" timeOffset="66062.91">9236 15612 0,'0'-26'15,"52"0"1,1 0-16,-1-1 16,27 1-16,-26 26 15,-1-26-15,1 26 16,-53-26 0</inkml:trace>
  <inkml:trace contextRef="#ctx0" brushRef="#br0" timeOffset="66461.94">9446 15166 0,'26'-26'0,"-52"52"47,-27 27-47,-25 52 16,25-27-16,-26 27 15,1 0-15,25 27 16,-25-27-16,25 0 16,27-27-16,-27-25 15,27-27-15,0 0 16,0-26-16</inkml:trace>
  <inkml:trace contextRef="#ctx0" brushRef="#br0" timeOffset="66694.89">8318 15350 0,'26'0'15,"53"26"1,52 27-16,0-1 16,26 1-16,1-1 15,25 1-15,-25-27 16,-1 0-16,-25 27 16,-1-27-16,-53 0 15,1-26-15</inkml:trace>
  <inkml:trace contextRef="#ctx0" brushRef="#br0" timeOffset="72128.85">3253 5431 0,'-26'0'0,"0"0"0,26-26 15,52 26 79,1 0-94,26 0 16,-27 0-16,0 0 15,27 0-15,-26 0 16,-1 0-16</inkml:trace>
  <inkml:trace contextRef="#ctx0" brushRef="#br0" timeOffset="72311.61">3385 5431 0,'-27'0'16,"54"0"31,25 0-47,53 0 16,-26 0-16,26 0 15</inkml:trace>
  <inkml:trace contextRef="#ctx0" brushRef="#br0" timeOffset="73128.24">11702 5405 0,'-26'0'0,"0"0"0,0 0 15,-27 0-15,27 0 16,0 0-16,0 0 16,78 0 46,1 0-62,25 0 16,1 0-16,-27 0 15,1 0-15,-27 0 0,0-26 16,1 26-16</inkml:trace>
  <inkml:trace contextRef="#ctx0" brushRef="#br0" timeOffset="74311.5">12411 5510 0,'-26'0'16,"52"0"31,26 0-47,-25 0 15,25 0-15,1-26 16,-1 26-16,-26 0 16,1 0-16</inkml:trace>
  <inkml:trace contextRef="#ctx0" brushRef="#br0" timeOffset="74511.53">12411 5563 0,'52'0'15,"1"0"1,-27 0-16,27 0 15,-1 0-15,-26 0 16,1-27-16,-1 27 16</inkml:trace>
  <inkml:trace contextRef="#ctx0" brushRef="#br0" timeOffset="77560.91">8632 16793 0,'-26'0'16,"0"0"-16,26-26 16,0 0-1,0-1-15,26 1 16,27 26-16,-27-26 15,0 26-15,0 0 16,1 0-16,-27 26 16,0 27-1,0-1-15,0 1 16,-27-27-16,27 26 16,0-25-16,0-1 15,53 0-15,-1-26 16,1 26-1,-27-26-15,0 0 0,-52 27 47,-26-27-47,-1 26 16,27-26-16,0 0 16</inkml:trace>
  <inkml:trace contextRef="#ctx0" brushRef="#br0" timeOffset="77827.55">9105 16741 0,'0'-27'0,"0"-25"15,26 26-15,26 0 16,27-1-16,-26 27 16,-1 0-16,1 0 15,-53 53-15,26-27 16,-26 53-16,0-53 15,-53 26-15,27-25 16,0-1-16,26 0 16,52-26 31,27-26-47,0 0 15,0-1-15,-27 1 16,1 0-16</inkml:trace>
  <inkml:trace contextRef="#ctx0" brushRef="#br0" timeOffset="78028.64">9682 16400 0,'-52'0'0,"25"0"16,-25 26-16,-27 26 15,0 27-15,-26 26 16,0 0-16,27 26 15,-27 0-15,0-26 16,26 0-16,27-26 16,25 0-16,1-53 15,0 0-15,0-26 0</inkml:trace>
  <inkml:trace contextRef="#ctx0" brushRef="#br0" timeOffset="78245.3">8396 16662 0,'-26'0'15,"131"0"1,0 52 0,26 1-16,27 26 15,-1-27-15,0 1 0,27-1 16,26 1-1,-26-1-15,-27-26 0,1-26 16,-53 0-16</inkml:trace>
  <inkml:trace contextRef="#ctx0" brushRef="#br0" timeOffset="81978.34">13828 8344 0,'0'-26'0,"0"0"16,0-1-16,26 27 15,27-26-15,25 26 16,1-26-16,-26 26 15,-1 0-15,0 0 16,-52 26 0,0 27-1,-26-1-15,-26 0 0,-1-25 16,1 25-16,-1-26 16,53 1-16,0-1 15,0 0 1,0 27-16,27-27 15,51 26-15,-25 1 16,25-1-16,-25 1 16,-27-27-16,0 0 15,-78-26 17,-27 0-17,1 0-15,-1 0 0,26-26 16,53-26-16,0-27 15,0 26-15,27-25 16</inkml:trace>
  <inkml:trace contextRef="#ctx0" brushRef="#br0" timeOffset="82443.87">15009 8344 0,'-53'0'15,"1"26"1,-1-26-16,-25 0 16,51 0-16,-25 0 15,26-26-15,26 0 16,0 0-16,0-1 15,0 1-15,78 0 16,1 26-16,0 0 16,-1 0-16,1 0 15,-26 0-15,-27 52 16,0 1-16,-26-1 16,0 27-16,-26 0 0,-27 26 15,-52-27 1,27-25-16,-1-1 0,0 1 15,27-27-15,52 0 16,-26-26-16,104 0 31,132-26-15,53-26-16,25-1 16,1-26-16,0 1 15</inkml:trace>
  <inkml:trace contextRef="#ctx0" brushRef="#br0" timeOffset="90793.52">14143 16426 0,'-26'0'15,"-1"0"-15,27-26 0,0-1 32,0 1-17,53 0 1,-1 0 0,27 26-16,0-27 15,-1 27-15,-25 0 16,-27 0-16,0 27 15,-26-1-15,0 26 16,0 1-16,-26-27 16,-26 27-16,-1-27 15,27 0-15,0 0 16,-1 1-16,1-27 16,26 26 30,26-26-46,27 26 0,-1 0 16,1 0-16,-1 1 16,-25 25-16,-1-26 15,0 1-15,-26-1 16,0 0 0,-26-26-1,-27 0-15,-25 26 16,-27-26-16,52 0 0,-26 0 15,27 0-15,0 0 16,25 0-16,27-26 16,0-26-1,53-1-15,25 1 16,1-1-16</inkml:trace>
  <inkml:trace contextRef="#ctx0" brushRef="#br0" timeOffset="91493.47">14982 16347 0,'-26'0'15,"26"-26"-15,53 26 47,25 0-31,1 0-16,0 0 16,-27 0-16,-25 0 15,25 0-15,-26-26 16,-26-1-1,0 1 17,-26 26-17,0 53 48,0 25-63,-1-25 15,27 26-15,0-1 16,-26 1-16,26-27 16,0 1-16,0-1 15,0 1-15,0-27 16,0 0 0,-26-26 46</inkml:trace>
  <inkml:trace contextRef="#ctx0" brushRef="#br0" timeOffset="91660.38">14930 16767 0,'52'-26'47,"53"26"-47,27-27 16,-1 1-16,0 0 15,0 0-15,0 0 16,-26-1-16</inkml:trace>
  <inkml:trace contextRef="#ctx0" brushRef="#br0" timeOffset="97143.2">14668 14825 0,'0'-26'15,"0"0"-15,-27 26 79,1 26-64,0 0 1,-27 27-16,27-1 15,0-26-15,0 27 16,-1-1-16,1-25 16,0 25-16,26-26 15,0 1-15,0-1 16,52 0 0,1-26-1,26 0-15,-27 0 16,27 0-16,0 0 15,-27-26-15,27 26 0,-53 0 16,0 0-16,0-26 16,1 26-16</inkml:trace>
  <inkml:trace contextRef="#ctx0" brushRef="#br0" timeOffset="97460.04">14668 15009 0,'-27'0'0,"27"-26"16,0 78 46,0 1-62,0-1 16,0 27-16,0 0 16,0-27-16,0 27 15,0-27-15,0 1 16,0-1-16,0-26 16,0 1-16,27-1 15,-1-26 1,0 0-16,0-26 15</inkml:trace>
  <inkml:trace contextRef="#ctx0" brushRef="#br0" timeOffset="97909.96">15114 15035 0,'0'-26'15,"0"0"-15,0-1 16,0 80 62,0-1-78,0 1 16,0-1-16,0 27 15,26-53-15,0 27 16,0-27-16,1 0 0,25 0 15,1 1-15,-27-27 16,26 0-16,27 0 16,-27-27-16,1 1 15,-1-26-15,1-1 16,-53 1-16,0-27 16,0 0-16,0 1 15,-26 25-15,-27 1 16,-26 25-16,1 27 15,25-26-15,-25 26 0,25 0 16,27 0-16,0 26 16,-1 1-16,1 25 15,26-26-15,0 1 16</inkml:trace>
  <inkml:trace contextRef="#ctx0" brushRef="#br0" timeOffset="99309.97">13487 6376 0,'-53'0'0,"27"0"16,52 0-1,105 0 1,53 0-16,52-26 15,53 26-15,-27-26 16,1-1-16,-27 27 16,-26-26-16,-26 26 15,-53-26-15,-26 26 16,-53 0-16,-52-26 31,-26 26-31</inkml:trace>
  <inkml:trace contextRef="#ctx0" brushRef="#br0" timeOffset="99543.05">13802 6481 0,'-53'0'16,"27"0"-16,52 0 31,53 0-31,52 0 15,53 0-15,26-26 16,-27 0-16,27-1 16,0 1-16,26 0 15,-52 0-15,0-1 16,-27 1-16,-52 0 0,-52 26 16</inkml:trace>
  <inkml:trace contextRef="#ctx0" brushRef="#br0" timeOffset="100659.77">19889 14825 0,'0'-26'0,"0"0"0,0-1 16,-26 27-16,26 53 62,0 26-62,0-1 16,0 1-16,0 0 15,-26 0-15,26-1 16,0-25-16,0-1 16,0 1-16,0-27 15,0 0-15,0 0 16,-26-26-16</inkml:trace>
  <inkml:trace contextRef="#ctx0" brushRef="#br0" timeOffset="100909.88">19574 14956 0,'0'-52'0,"0"-1"15,0 1-15,79 26 16,0-1-16,0 1 16,-1 26-16,1 0 15,-27 0-15,-25 26 16,-1 1-16,-26 25 15,0 1-15,-53-1 0,-25-26 16,25 27-16,-25-27 16,25 27-16,1-53 15,25 26-15</inkml:trace>
  <inkml:trace contextRef="#ctx0" brushRef="#br0" timeOffset="101426.44">20362 15324 0,'0'-53'16,"0"27"-16,0 0 15,0 0-15,0-1 16,-53 1-16,27 26 16,-27 0-16,27 0 15,-26 0-15,-1 0 16,1 26-16,25 27 16,1-1-16,0-25 15,26 25-15,0-26 16,0 0-16,52 1 15,1-27-15,-1 0 16,1 0-16,-1-27 0,1 1 16,-1 0-16,-25-26 15,-1-1-15,-26 27 16,0 0-16,0-1 16,0 80 46,0-27-46,0 27-16,0-1 0,0-26 15,0 27 1,0-27-16,0 0 0,0 0 16,26-26-16</inkml:trace>
  <inkml:trace contextRef="#ctx0" brushRef="#br0" timeOffset="101993.03">20755 15166 0,'0'-26'0,"-26"26"31,0 0-15,-1 0-1,-25 26-15,26 1 16,-27 25-16,27-26 16,0 27-16,0-27 15,26 26-15,0-25 16,0-1-16,52 0 16,27-26-1,-1 0-15,1 0 16,0 0-16,0 0 15,-1-26-15,-51 0 16,25-27-16,-26 27 16,-26-26-16,0-1 15,0 1-15,0-1 16,0 1-16,0 25 16,0-25-16,0 26 0,0 52 78,0 26-63,0 1-15,0-1 16,0 1-16,0-1 16,0 1-16,0-1 15,0-26-15,0 27 16,0-27-16,0 0 15,53-26 1</inkml:trace>
  <inkml:trace contextRef="#ctx0" brushRef="#br0" timeOffset="102276.35">21437 15166 0,'-26'0'15,"-26"0"-15,-1 27 16,1-1-16,-1 0 16,1 0-16,26 1 0,-1-1 15,1-26 1,26 26-16,0 0 31,26-26-31,1 26 16,25-26-16,27 27 15,-27-1-15,1-26 16,25 26-16,-25-26 16,-1 0-16,27 26 15,-26-26-15</inkml:trace>
  <inkml:trace contextRef="#ctx0" brushRef="#br0" timeOffset="103393.43">21910 15376 0,'0'-26'0,"0"0"0,0 0 16,0-1-16,0 1 16,-27 0-1,-25 26 1,26 0-16,-27 0 16,1 26-16,26 0 15,-1 1-15,1-1 16,26 26-16,0-26 15,0 1-15,26-27 16,27 26-16,-1-26 16,1 0-16,-1 0 15,1 0-15,-1-53 0,-26 27 16,1 0-16,-1-26 16,-26 25-16,26 1 15,-52 26 48,26 26-63,0 27 15,0-1-15,0-26 16,0 1-16,52-1 16,1 0-16,-1-26 15,27 0-15,0 0 16,26-26-16,-27 0 15,1-27-15,-26 27 16,-1-26-16,1-1 0,-53 27 16,0 0-16,0-1 15,-27 1-15,-25 26 16,-27 0-16,27 0 16,-27 0-16,27 26 15,-1 27-15,27-27 16,0 0-16,26 27 15,0-27-15,26 0 16,0 0-16,27-26 16,-1 0-16,27 0 0,-27 0 15,1-26 1,-1 0-16,-26-26 0,1 25 16,-1 1-16,-26 0 15,0 52 32,0 53-31,0-1-16,0 27 15,0 27-15,26-27 16,0 0-16,-26 0 16,0-27-16,27-25 15,-27-27-15,0 0 16,-27-26-1,-25-26-15,-1 0 16,-25-53-16,25 0 16,27 1-16,26-1 15,0 0-15,26 0 16,53 27-16,0-1 16,-1 1-16,1-1 15,0 27-15,-1-26 16,-25-1-16,-1 27 15,-25 0-15,-1-27 16,-26 27-16,0 0 16,0 52 31,0 27-32,0-1-15,0 27 16,0-53-16,0 26 15,0-25-15,0-1 16,26-26 0,27-53-1</inkml:trace>
  <inkml:trace contextRef="#ctx0" brushRef="#br0" timeOffset="103626.27">23143 14851 0,'-53'0'16,"53"27"0,0-1-16,27-26 15,-1 0-15,26 0 16,-25 0-16,-1 0 16,-26-26-16,0-1 15,0 1-15,0 0 16,-26 26-16,-1-26 15,1 26-15,-26 0 16,-1 26-16,27 26 16,0 1-16</inkml:trace>
  <inkml:trace contextRef="#ctx0" brushRef="#br0" timeOffset="104477.7">23353 15193 0,'0'26'31,"0"26"-31,0-25 16,26-1-16,0 0 16,-26-78 15,27 25-16,-27-25-15,26-1 16,-26 27-16,26 0 16,-26 0-1,26 26-15,1 0 16,-1 0-16,26 26 16,1 0-16,-1 0 15,1 1-15,-27-1 16,26 0-16,1-26 15,-27 0-15,27 0 16,-1 0-16,1 0 16,-27-26-16,26-27 15,-52 27-15,0 0 0,0 0 16,0-1-16,-26 1 16,0 26-16,-27 0 15,27 0-15,-26 0 16,25 26-16,1 1 15,26-1-15,0 0 16,0 27-16,0-27 16,26-26-16,1 26 15,25-26-15,1 0 16,-1 0-16,1-26 16,-27 0-16,0-1 15,0 1-15,1 0 0,-27 0 16,0-1-1,0 80 48,0-1-47,0 27-16,0 26 15,0 0-15,0 26 16,0 0-16,26 1 15,0 25-15,26-52 16,-52 0-16,27-26 16,-27-53-16,0 26 15,-27-52 1,-25-26 0,-27-53-16,1-52 15,25 0-15,53-53 16,0-26-16,131 27 15,0-1-15,27 53 16</inkml:trace>
  <inkml:trace contextRef="#ctx0" brushRef="#br0" timeOffset="115825.38">10102 15271 0,'-53'-26'15,"1"26"-15,-27 0 16,0 0-16,-25-26 16,-1 26-16,26 0 15,0 0-15,0 0 16,27 0-16,26 0 16,-1 0-16,1 0 15,0 26 16,-27 27-15,-25 51-16,25 1 16,1 0-16,-1 27 15,27-1-15,0 26 16,0-26-16,26-26 16,-27 0-16,27-26 15,0 26-15,0-26 16,0 26-16,0-53 15,0 27-15,0-27 16,0-25-16,27-1 16,-1 0-16,0-26 15,27 26-15,78-26 0,26 0 16,53-52 0,26-1-16,0 1 0,-52-27 15,-79 27-15</inkml:trace>
  <inkml:trace contextRef="#ctx0" brushRef="#br0" timeOffset="116542.15">6297 15009 0,'-26'-26'0,"0"-1"15,26 1-15,-27 26 16,27 53 0,0 52-1,0 26-15,0 0 16,0 0-16,0-26 16,27-26-16,-27 0 15,0-27-15,0-26 16,0 1-1,0-106 17,0 0-17,-53-52-15,27 26 16,0 0-16,26 0 16,0 26-16,0 1 15,26 51-15,0-25 16,27 52-16,-1 0 0,1 0 15,-27 0-15,0 26 16,0 27-16,-26-1 16,0 27-16,-52 0 15,-1-27-15,1 27 16,-27-27-16,27-26 16,25 1-16,1-1 15,26 0 16,53 0-15,-1 1-16,1-27 16,25 0-16,1 26 0,0-26 15,26 0-15,0-26 16,0-1-16</inkml:trace>
  <inkml:trace contextRef="#ctx0" brushRef="#br0" timeOffset="116958.83">6953 14983 0,'-26'-27'0,"0"27"15,-1 0 1,1 0 0,0 53-1,0-27-15,26 27 16,0-27-16,0 0 15,26 27-15,26-53 0,1 26 16,26-26-16,-1 0 16,1 0-16,-27-26 15,-25 26-15,-80 0 47,-25 26-31,-1 26-16,0 1 15,27-1-15,25-26 16,1 27-16,26-1 16,0-25-16,0-1 15,0 0-15,53-26 0,-1 0 16,53 0-16,-26 0 16,-1-26-16,27 0 15,-52-27-15,-27 27 16,0-27-16</inkml:trace>
  <inkml:trace contextRef="#ctx0" brushRef="#br0" timeOffset="117192.42">6953 14930 0,'-26'-26'15,"26"78"16,0 1-31,0 52 16,52-26-16,-25 26 16,-1-27-16,0 27 15,-26-26-15,26 0 16,1-27-16,-1 1 16,26-27-16,1-26 15,-27 0-15</inkml:trace>
  <inkml:trace contextRef="#ctx0" brushRef="#br0" timeOffset="117425.08">7504 15088 0,'0'-79'0,"-26"53"0,0-1 16,26 1-16,-27 0 16,27 52 15,0 0-31,0 53 15,0 0-15,0-27 16,0 27-16,27 0 16,-1-27-16,0 1 15,0-1-15,1-52 16,-27 26-16</inkml:trace>
  <inkml:trace contextRef="#ctx0" brushRef="#br0" timeOffset="117625.22">7504 15193 0,'0'-53'0,"0"27"16,0-27-16,26 27 16,27 0-16,-1 0 15,1 26-15,-1 0 16,1 0-16,-27 52 16,0 1-16,-26 25 15,0-25-15,-26 26 16,-26-27-16,-27 27 15,-26-27-15,26 1 16,27-1-16,-27-52 0</inkml:trace>
  <inkml:trace contextRef="#ctx0" brushRef="#br0" timeOffset="117860.72">7688 14563 0,'-53'26'15,"1"53"1,-27 26-16,-26 26 16,26 26-16,-52 1 0,26-1 15,-52 1 1,52-1-16,0-26 0,26 1 15,1-80-15,25 0 16,1-52-16</inkml:trace>
  <inkml:trace contextRef="#ctx0" brushRef="#br0" timeOffset="118075.11">5431 15088 0,'-26'-53'0,"26"27"15,105 26-15,79 0 16,52 26-16,79 27 16,26 25-16,0 27 0,26-26 15,-52 26-15,0-26 16,-26-1-16,-27 1 16,-26-26-16,-26-1 15,-52-26-15</inkml:trace>
  <inkml:trace contextRef="#ctx0" brushRef="#br0" timeOffset="123491.57">6507 4067 0,'0'-26'15,"-52"26"-15,25-27 16,-25 1-16,-1 26 15,1 0-15,-1 0 16,1 0-16,-27 0 16,-26 26-16,27 27 0,-27-1 15,0 1-15,26 26 16,53-1-16,-1-25 16,27 26-16,0-1 15,79 1-15,26 0 16,26-27-16,0-26 15,27 1-15,-27-27 16,27 0-16,-27-27 16,0-51-16,0 25 15,-52-52-15,0 27 16,-27-27-16,-52 26 16,-26-26-16,-53 26 15,-52-26-15,0 53 0,-27-1 16,27 53-1,-26 0-15,25 27 0,27 77 16,1-25-16</inkml:trace>
  <inkml:trace contextRef="#ctx0" brushRef="#br0" timeOffset="124225.14">8869 3883 0,'0'-26'0,"-27"26"16,-25-26-16,-1 26 15,27 0-15,-26 0 0,-1 0 16,-26 26 0,1 27-16,25 25 0,-25 27 15,25 0-15,27 26 16,26 1-16,0-1 16,0-26-16,79 0 15,-1-27-15,53 1 16,1-53-16,-1 1 15,0-27-15,27-27 16,-1-51-16,27-27 16,-27-27-16,-26 1 15,-52 0-15,-79 0 16,0 0-16,-131-1 16,-27 28-16,-25 51 15,-1 1-15,0 52 0,27 26 16,-1 53-1,1-1-15,0 27 0</inkml:trace>
  <inkml:trace contextRef="#ctx0" brushRef="#br0" timeOffset="136957.5">19732 8265 0,'0'-26'16,"0"0"-1,0 52 32,26 27-31,-26 25-16,0 1 15,0 26-15,0-26 16,0-1-16,0 1 0,-26-26 16,26-27-16,0 0 15,0-78 1</inkml:trace>
  <inkml:trace contextRef="#ctx0" brushRef="#br0" timeOffset="137357.47">19732 8160 0,'0'-26'0,"26"0"15,0 26-15,53 0 16,0 0-16,-1 0 15,27 26-15,-26 0 0,-26 27 16,-27-1-16,-26-25 16,0 25-16,-53 0 15,-52 1-15,0-1 16,-26-25-16,0 25 16,52-26-16,27-26 15,26 0-15,52 0 47,53 0-47,-27 0 16,27 27-16,0-1 15,-27 0-15,27 27 0,-27-1 16,1 1-16,-1-27 16,1 26-16,-1-25 15,-26-1-15,1-26 16,-1 26-16,26-26 15,-25 0-15</inkml:trace>
  <inkml:trace contextRef="#ctx0" brushRef="#br0" timeOffset="137857.49">21123 8449 0,'0'-26'16,"26"26"-16,26 0 16,-26 26-16,1 0 15,-1 27-15,-26-1 16,-26 27-16,-27-27 16,-52 1-16,27-1 15,-1-25-15,26-27 16,-25 0-16,25 0 15,1 0-15,-1-27 16,1-25-16,25-1 16,27 1-16,0-1 15,27-25-15,51 25 16,1-26-16,0 27 0,0 0 16,-27 25-16,-52 1 15,0 0-15,0 0 16,-52 26-1,-1 0-15,-26 26 16,1 0-16,51 0 16,-25 1-16,52 25 15,0 0-15,0 1 16,0 26-16,52-27 16,27 27-16,0-27 15,0 1-15,-1-1 16,-25-25-16,26-1 15,-27-26-15,0 0 0</inkml:trace>
  <inkml:trace contextRef="#ctx0" brushRef="#br0" timeOffset="138124.26">21437 8239 0,'0'-26'15,"0"78"32,0 1-31,0 25-16,0 1 0,0 0 16,0 26-16,0-26 15,0-27-15,0 27 16,0-53-16,0 0 15,0 1-15,-26-27 32</inkml:trace>
  <inkml:trace contextRef="#ctx0" brushRef="#br0" timeOffset="138340.82">21306 8318 0,'-26'-53'0,"26"27"31,26 0-31,53 26 0,0 0 16,26 0-16,0 0 15,0 52-15,-1 1 16,-25 25-16,-53 1 16,1 0-16,-27 0 15,-79-1-15,-78 1 16,-27 0-16,0 0 15,0-27-15</inkml:trace>
  <inkml:trace contextRef="#ctx0" brushRef="#br0" timeOffset="143641.04">20099 16478 0,'0'-26'15,"-26"0"-15,26 0 16,-26 26 0,26 26 77,0 53-93,0-27 16,0 27-16,0-1 16,0 1-16,0-26 15,0-1-15,0 1 16,0-1-16,0-26 15,0 1 1,0-1-16,26-26 0,-26 26 16,26-26-16,0 0 15</inkml:trace>
  <inkml:trace contextRef="#ctx0" brushRef="#br0" timeOffset="143973.5">20440 16505 0,'0'-53'0,"0"27"16,0 0-1,0 52 48,27 26-48,-1 27-15,-26 0 16,0-27-16,26 27 16,-26-27-16,0 27 15,0-53-15,26 27 16,-26-1-16,0-25 16,0 25-16,0-26 15,0 1-15,0-1 16,-26-26-16,0 26 15,-27-26-15</inkml:trace>
  <inkml:trace contextRef="#ctx0" brushRef="#br0" timeOffset="144191.18">19916 16898 0,'0'-26'15,"26"26"17,79-26-17,0-1-15,26 27 16,-26-26-16,0 0 16,-27 26-16,1 0 15,-26 0-15,-27 0 0</inkml:trace>
  <inkml:trace contextRef="#ctx0" brushRef="#br0" timeOffset="144440.9">20781 16610 0,'0'-27'0,"0"1"16,0 79 62,0-1-78,27 27 16,-1-27-16,0 27 15,-26-27-15,0 1 0,0-27 16,0 27-16,0-27 16,0 0-16,-52-26 15</inkml:trace>
  <inkml:trace contextRef="#ctx0" brushRef="#br0" timeOffset="144807.01">20781 16662 0,'0'-52'15,"27"-1"-15,25 27 16,-26 0-16,53-27 16,-26 53-16,-27-26 15,26 26-15,1 0 16,-27 0-16,0 26 0,-26 27 15,0-1-15,0 1 16,-52 25-16,-27-25 16,27-27-16,-27 0 15,26 0-15,27-26 16,0 0-16,78 27 47,27-1-32,26 0-15,-26 0 16,-1 1-16,-25 25 16,26-26-16,-27 27 0,1-27 15,-27 0-15,26 27 16,-25-53-16,-1 26 16</inkml:trace>
  <inkml:trace contextRef="#ctx0" brushRef="#br0" timeOffset="151256.54">20047 11467 0,'-27'-27'0,"1"27"16,-26 0 0,-1 27-16,-25 25 15,-1 27-15,26-1 16,27 1-16,0 0 16,26 0-16,0-1 15,0-25-15,26-27 16,0 0-16,27 1 15,-1-27-15,1 0 16,26-27-16,-27-51 0,27 25 16,-53-26-1,0 27-15,-26-27 0,0 27 16,-26-1-16,-27 1 16,-25 52-16,25-27 15,1 27-15,-27 0 16,27 0-16,-1 27 15,27-1-15,0 26 16,26 27-16,0-26 16,26-1-16</inkml:trace>
  <inkml:trace contextRef="#ctx0" brushRef="#br0" timeOffset="151556.28">20362 11676 0,'0'-26'0,"0"0"0,0 0 16,0-1-16,0 80 62,0-1-46,0 53-16,-27 0 15,27 0-15,0-26 16,0 26-16,0-26 16,0-1-16,0 1 0,0-26 15,0-1-15,0-26 16</inkml:trace>
  <inkml:trace contextRef="#ctx0" brushRef="#br0" timeOffset="151756.57">20335 11939 0,'-26'-79'16,"26"27"-16,0 25 15,0 1-15,26 0 16,1 26-16,25 0 16,-26 0-16,27 0 15,-27 0-15,0 26 0,-26 0 16,0 27-1,0-27-15,-52 27 0,-27-1 16,0 1-16,1-27 16</inkml:trace>
  <inkml:trace contextRef="#ctx0" brushRef="#br0" timeOffset="152856.31">20598 11991 0,'26'-26'0,"-26"0"0,26 0 16,0-27-1,27 27-15,-27 0 16,0-27-16,-26 27 16,27 0-16,-27-1 15,0 1-15,-27 26 47,1 0-47,-26 26 16,-1 27-16,27 26 15,0-27-15,26 27 16,0-27-16,0 1 16,0-1-16,26-25 15,26-1-15,1-26 0,26 0 16,-1 0-16,1-26 15,-26-27-15,-1 1 16,1-27-16,-27 26 16,0-25-16,-26-1 15,0 53-15,0-27 16,0 27-16,-26 0 16,0 26 30,26 26-46,-27 26 16,27 1-16,0-1 16,0 1-16,0-1 0,0 1 15,0-1-15,27 1 16,-27-27-16,26 0 16,0 1-16,0-1 15,0-26-15,1 0 16,25 0-16,1 0 15,-1 0-15,1-26 16,-1-27-16,-26 1 16,27 25-16,-27-51 15,0 25-15,-26 27 16,0-27-16,0 27 16,-26 26-1,-53 26-15,27 1 16,-1 25-1,1 1-15,26-27 0,26 0 16,0 0-16,52-26 31,27-26-31,-27 0 16,1 26-16,-27-26 16,0 26-1,1 52 1,-27-26-1,26 1-15,0-27 16,0 26-16,27-26 0,-27 0 16,26 0-16,1-53 15,-27 1-15,0-1 16,-26-25-16,27-1 16,-27 0-16,26 0 15,-26 1-15,0-1 16,0 53-16,0 0 15,0 52 17,0 26-17,-26 27-15,-1 0 16,27-1-16,-26-25 16,26-1-16,0 1 0,0-1 15,0-25 1,0-1-16,0 0 0,26-26 31</inkml:trace>
  <inkml:trace contextRef="#ctx0" brushRef="#br0" timeOffset="153173.23">21805 11755 0,'0'-26'16,"26"26"-1,26 0-15,53 0 16,-26 0-16,26-26 16,-26 26-16,-27-27 0,-25 27 15,-1 0-15,-26-26 16,0 0 0,-26 52 30,26 0-46,-27 27 16,1-27-16,0 27 16,26-27-16,0 0 15,0 0-15,0 1 16,0-1-16,26-26 16</inkml:trace>
  <inkml:trace contextRef="#ctx0" brushRef="#br0" timeOffset="153306.07">22382 11467 0,'-52'-27'0,"25"27"15,27 27 32</inkml:trace>
  <inkml:trace contextRef="#ctx0" brushRef="#br0" timeOffset="154139.74">22592 11676 0,'0'27'47,"0"25"-47,-26 1 16,-1-27-16,27 26 15,0-25-15,0-1 16,0 0-16,27-26 16,-1 26-16,0-26 15,0 0-15,1 0 16,25-26-16,-52-26 16,26 25-16,-26-25 15,0-1-15,0 27 0,-26 0 16,0 0-16,0 26 15,-1-27-15,80 1 47,26 26-31,-1 0-16,-25 0 16,26 0-16,-53 0 15,26 0-15,-26 26 16,1 1-16,-27 25 15,0-26-15,0 27 16,0-27-16,0 0 16,0 1-16,0-54 47,26-25-32,26-27-15,1 27 16,-27 25-16,0 1 15,1 26-15,-1 0 32,-26 26-32,26 1 15,0-1-15,-26 26 16,27-25-16,-1-1 16,0 0-16,0-26 15,-26 26-15,53-26 0,-27 0 16,27-52-1,-27 26-15,26-27 0,-26 1 16,-26 25-16,0 1 16,27 79 31,-1-1-32,26 1-15,1-1 16,-27 1-16,0-1 15,-26 1-15,0-27 16,0 26-16,-52 1 0,-53-1 16,-26 1-1,-27-27-15</inkml:trace>
  <inkml:trace contextRef="#ctx0" brushRef="#br0" timeOffset="154340.1">20571 13067 0,'-183'53'0,"78"-27"15,105 0-15,52-26 16,184-26-16,158-53 16,131-52-16,131-26 0,79-1 15,78-52-15,27 0 16,26 0-16,-79 27 15</inkml:trace>
  <inkml:trace contextRef="#ctx0" brushRef="#br0" timeOffset="191370.59">8921 9000 0,'0'-26'0,"0"0"0,53-27 16,-27 27-16,0 0 16,0-1-16,1 1 15,-27 0 1,-27 26-1,-25 0 1,-1 0-16,1 0 16,-1 0-16,-25 0 15,-1 0-15,0 0 16,0 0-16,27 0 16,-27 26-16,27-26 15,26 0-15,-1 26 16,1-26-16,0 27 0,0 25 15,-1-26 1,1 53-16,-26 0 0,25-1 16,1 27-16,0 0 15,26 0-15,-26 27 16,26-1-16,0 26 16,0-26-16,0 27 15,0-1-15,0 1 16,0 25-16,-27 27 15,27 0-15,-26-26 16,26 26-16,0-53 16,0 27-16,0 0 0,0-1 15,0 27 1,0-26-16,0 0 0,0-1 16,0 1-1,0 0-15,0-1 0,0-25 16,0-1-16,0-26 15,0 0-15,0-26 16,0 27-16,0-27 16,0-27-16,0 1 15,0 0-15,26-1 16,1-25-16,51 26 16,27-27-16,27 1 15,51-1-15,53-26 16,53 1-16,105-27 0,-1 0 15,27 0-15,-53-27 16,-78-51-16</inkml:trace>
</inkml:ink>
</file>

<file path=ppt/ink/ink6.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4T09:17:14.098"/>
    </inkml:context>
    <inkml:brush xml:id="br0">
      <inkml:brushProperty name="width" value="0.05292" units="cm"/>
      <inkml:brushProperty name="height" value="0.05292" units="cm"/>
      <inkml:brushProperty name="color" value="#7030A0"/>
    </inkml:brush>
  </inkml:definitions>
  <inkml:trace contextRef="#ctx0" brushRef="#br0">839 3936 0,'-105'0'0,"27"26"0,-27 0 15,26 0-15,26 1 16,27-27-16,0 26 16,26-52-1,131-27-15,53-78 16,157-26-16,53-53 15,52 0-15,26 0 16,0 26-16,-26-26 16,-78 27-16,-53 25 15,-106 1-15,-104 78 16,-26 0-16,-79 27 0,0 26 16,0-1-16,0 1 15,0 52 32,-52-26-31</inkml:trace>
  <inkml:trace contextRef="#ctx0" brushRef="#br0" timeOffset="4266.28">5772 7636 0,'-131'52'0,"0"-26"16,52 0-16,27-26 15,52-26 1,78-105-16,80-26 16,78-53-16,79-79 15,79-26-15,52-26 0,0 0 16,0 0-16,-26 52 16,-27 27-16,-78 78 15,-79 79-15,-78 26 16,-106 53-16,-26 26 15,-26 26 17,-52 53-32,-27 0 15</inkml:trace>
  <inkml:trace contextRef="#ctx0" brushRef="#br0" timeOffset="18798.91">997 11729 0,'-158'52'0,"1"1"15,26 26 1,26-53-16,26 26 0,26-25 16,27-27-16,26 26 15,105-79 1,79-25 0,78-27-16,79-53 15,27 1-15,25-1 16,1 1-16,-53-1 15,0 53-15,-78 1 16,-132 77-16,-53 1 16,-104 26-16,-131 26 15,-53 53 1,-53 26-16,-51 0 0,25 26 16</inkml:trace>
  <inkml:trace contextRef="#ctx0" brushRef="#br0" timeOffset="18982.68">603 11913 0,'-79'26'0,"27"0"16,52 0-16,52-78 15,106-27 1,104-52-16,106-53 16,25 1-16,53-1 15,-26 0-15,-26 53 0,-79 52 16,-79 1-1,-105 25-15,-131 27 0</inkml:trace>
</inkml:ink>
</file>

<file path=ppt/ink/ink7.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4T09:17:46.063"/>
    </inkml:context>
    <inkml:brush xml:id="br0">
      <inkml:brushProperty name="width" value="0.05292" units="cm"/>
      <inkml:brushProperty name="height" value="0.05292" units="cm"/>
      <inkml:brushProperty name="color" value="#7030A0"/>
    </inkml:brush>
  </inkml:definitions>
  <inkml:trace contextRef="#ctx0" brushRef="#br0">4880 1732 0,'26'-27'0,"-26"1"0,-26 105 31,-79 78-15,-78 106-16,-80 52 16,-26 26-16,-52 52 15,-52 27-15,-1 26 16,-52-26-16,26-26 15</inkml:trace>
  <inkml:trace contextRef="#ctx0" brushRef="#br0" timeOffset="20265.96">524 9918 0,'-131'27'16,"-26"25"-16,-1-26 0,27 27 15,26-27 1,0-26-16,26 26 0,53-26 16,52-26-1,132-79 1,52-26-16,105-53 16,26-26-16,52 0 15,-25-26-15,-1 26 16,-78 53-16,-53 52 15,-52 52-15,-106 53 16</inkml:trace>
  <inkml:trace contextRef="#ctx0" brushRef="#br0" timeOffset="20466">551 10128 0,'0'-26'0,"105"-53"15,131-26-15,131-78 16,79-53-16,79-27 16,0-78-16</inkml:trace>
</inkml:ink>
</file>

<file path=ppt/ink/ink8.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4T09:57:28.845"/>
    </inkml:context>
    <inkml:brush xml:id="br0">
      <inkml:brushProperty name="width" value="0.05292" units="cm"/>
      <inkml:brushProperty name="height" value="0.05292" units="cm"/>
      <inkml:brushProperty name="color" value="#C00000"/>
    </inkml:brush>
  </inkml:definitions>
  <inkml:trace contextRef="#ctx0" brushRef="#br0">9787 8501 0,'26'-78'15,"-26"-1"-15,26 0 16,-26 27-16,27-1 16,-27 27-16,0 0 15,0 0-15,0-1 16,26 1-16,0 79 47,-26 25-32,26 1-15,1 26 0,-1 0 16,0 0-16,-26 0 16,0-26-16,0-1 15,0 1-15,0-53 16,0 27-16,0-27 15,0 0-15</inkml:trace>
  <inkml:trace contextRef="#ctx0" brushRef="#br0" timeOffset="250.79">9892 8213 0,'-26'-53'0,"26"27"0,0-26 16,0 25-16,26 1 16,53 0-16,-1 26 15,-25 0-15,26 0 16,-53 26-16,0 0 16,-26 27-16,0-1 15,-26-25-15,-53 25 16,27 1-16,-27-27 15,53 0-15,-1 26 0,1-25 16,26-1 0</inkml:trace>
  <inkml:trace contextRef="#ctx0" brushRef="#br0" timeOffset="499.94">10495 8764 0,'27'0'31,"-1"0"-15,26 0-16,27 0 15,52-26-15,1-1 16,-1 27-16,-53 0 15,-25 0-15,-27 0 16,-26 27-16</inkml:trace>
  <inkml:trace contextRef="#ctx0" brushRef="#br0" timeOffset="1149.64">9944 9945 0,'0'-27'16,"-26"27"-1,-26 0 1,-1 27-16,1 25 16,26 1-16,-27-1 15,27 1-15,0 25 0,-1 1 16,27 0-16,0-1 16,0 1-1,27-53-15,25 27 0,1-27 16,25-26-16,1 0 15,0 0-15,26 0 16,-27-52-16,27-1 16,-52-26-16,25 1 15,-51-27-15,-27 26 16,0-26-16,0 26 16,-27 1-16,-25 25 15,0 27-15,-27 26 16,0 0-16,27 0 15,-27 26-15,0 0 16,53 27-16,-27-27 0,53 27 16,0-1-16,0 1 15,79-1-15,-26 1 16,25-1-16,1 27 16,0-27-16,0 27 15,-27-27-15,0 27 16,-25-26-16,-1-1 15,0 1-15,0-1 16,1-26-16,-27 0 16,26 1-16,0-27 15</inkml:trace>
  <inkml:trace contextRef="#ctx0" brushRef="#br0" timeOffset="1349.73">10968 10706 0,'0'-27'15,"26"27"1,53 0-16,26 0 16,26 0-16,0 0 15,0 0-15,-26-26 16,-52 26-16,-27 0 15</inkml:trace>
  <inkml:trace contextRef="#ctx0" brushRef="#br0" timeOffset="1649.87">10259 11729 0,'0'-26'16,"0"52"15,0 26-31,0 53 0,0-26 16,0 26-16,0-26 15,0 26-15,0-27 16,0 1-16,0-26 16,0-1-16,0-26 15</inkml:trace>
  <inkml:trace contextRef="#ctx0" brushRef="#br0" timeOffset="2033.3">10233 11834 0,'0'-26'0,"0"-1"0,53 1 15,25 0-15,1 26 16,0 0-16,-27 26 16,1 27-16,-27-1 15,-26 27-15,0 0 16,-26-1-16,-53-25 15,0-1-15,0 1 16,1-27-16,25-26 16,1 0-16,52 26 15,26-26 32,27 0-47,-1 0 16,27 26-16,-27 1 0,1 25 15,-1-26-15,1 27 16,25-1-16,1-25 16,0 25-16,0-26 15,-27-26-15</inkml:trace>
  <inkml:trace contextRef="#ctx0" brushRef="#br0" timeOffset="2217.07">11151 12359 0,'79'0'31,"0"0"-31,0 0 16,26 0-16,0 0 15,-27 0-15,1 0 16,0 0-16,-53 0 15</inkml:trace>
  <inkml:trace contextRef="#ctx0" brushRef="#br0" timeOffset="2666.82">10810 13435 0,'0'-27'15,"27"1"-15,-27 0 16,0 0 0,-27 26-16,1 0 15,-26 0-15,-27 0 16,26 26-16,-25 0 15,51 0-15,1 27 0,26-27 16,0 0 0,0 27-16,79-27 0,0 26 15,-1-25-15,1 25 16,0-26-16,-27 27 16,-25-27-16,-27 0 15,0 1-15,0-1 16,-27 0-16,-78 0 15,0 1-15,0-27 16,27 0-16,-27 0 16,26-27-16,27 1 15,-1 0-15,53 0 16,0-1-16,0 1 16</inkml:trace>
  <inkml:trace contextRef="#ctx0" brushRef="#br0" timeOffset="2999.69">10338 14956 0,'0'53'15,"26"-1"1,-26 1-16,26 26 16,-26-1-16,0-25 15,0 25-15,0-25 16,0-1-16,0-25 15,0-1-15,0 0 16</inkml:trace>
  <inkml:trace contextRef="#ctx0" brushRef="#br0" timeOffset="3216.14">9971 15114 0,'-27'0'16,"27"-26"-16,27 26 31,51-27-15,1 27-16,26-26 16,0 0-16,0 0 15,0-1-15,0 27 16,-26 0-16,-1 0 15</inkml:trace>
  <inkml:trace contextRef="#ctx0" brushRef="#br0" timeOffset="3432.8">11230 15376 0,'26'0'32,"27"0"-17,26-26-15,26 26 16,26-26-16,-26-27 16,26 27-16,-52 0 15</inkml:trace>
  <inkml:trace contextRef="#ctx0" brushRef="#br0" timeOffset="3665.94">11519 13749 0,'26'0'0,"53"0"16,-1 0-1,27 0-15,27-26 0,-27 26 16,-27 0-16</inkml:trace>
  <inkml:trace contextRef="#ctx0" brushRef="#br0" timeOffset="4416.39">10390 16163 0,'-26'-26'16,"0"52"46,26 27-62,0-1 0,0 27 16,0 0-16,26-27 15,0 27-15,27-26 16,26-1-16,-27 0 16,27-25-16,0-27 15,-1 0-15,-25 0 16,26 0-16,-27-53 16,-26 27-16,0-53 15,1 1-15,-27-1 16,0 0-16,-27 0 15,1 27-15,0-1 16,0 53-16,26-26 16,-26 26-16,26 26 31</inkml:trace>
  <inkml:trace contextRef="#ctx0" brushRef="#br0" timeOffset="4682.97">11676 16583 0,'26'0'0,"27"0"16,26 0-16,26-26 15,26 26-15,-26-26 16,-26 26-16,-1 0 16,1 0-16,-27 0 15,1 0-15,-27 0 16</inkml:trace>
  <inkml:trace contextRef="#ctx0" brushRef="#br0" timeOffset="5197.33">10837 17817 0,'0'-27'16,"52"80"31,-26-27-47,53 26 0,-27 1 15,1-1-15,-1-25 16,1 25-16,-1-26 15,-25 1-15,-1-27 16,0 0 0,-26-27-1,26-25 1,1-27-16,25 0 16,-26 1-16,-26-1 15,0 0-15,27 27 16,-27 26-16,0-27 15,0 27-15</inkml:trace>
  <inkml:trace contextRef="#ctx0" brushRef="#br0" timeOffset="5418.53">11991 17869 0,'26'0'16,"1"0"-1,25 0-15,53-26 16,26 0-16,27-1 16,-1 1-16,-26 0 15,1 0-15,-54-1 16,1 1-16,-27 26 16</inkml:trace>
  <inkml:trace contextRef="#ctx0" brushRef="#br0" timeOffset="9765.94">9866 6166 0,'-79'-26'0,"0"26"15,1 0-15,25 0 16,27 0-16,0 0 15,-1 0 1,54 0 15,78 26-15,78-26-16,53 26 16,53-26-16,52 0 0,26 0 15,1 0-15,25 0 16,1 0-16,-27 0 15,-25 0-15,-80 0 16,-78 0-16,-79 0 16,-79 0-16,0 0 15,-105 0 220</inkml:trace>
  <inkml:trace contextRef="#ctx0" brushRef="#br0" timeOffset="12766.44">13093 11965 0,'0'-26'15,"0"0"-15,-26 26 16,0 0-16,-1 0 16,-25 0-16,0 0 15,-1 0-15,1 52 16,-1 1-16,1-1 16,52 1-16,0 25 15,0-25-15,0-1 16,0 1-16,26-1 15,26 1-15,-25-27 16,25 0-16,1 0 16,25-26-16,1 0 15,26 0-15,26-52 16,-26-1-16,26 1 16,-52-1-16,0 1 0,-27-1 15,1 1-15,-53 0 16,0-1-16,0 1 15,0 25-15,-27 27 16,1 0 0,-26 0-16,-1 0 15,1 0-15,-27 53 16,0 26-16,27-27 16,26 0-16,26 1 15,0-1-15,0-25 16,0-1-16,52 0 15,-26-26-15,27 0 16,-1 0-16,1-26 16,-1-27-16,1 1 15,-1-1-15,-52 27 0,26 0 16,-26 0-16,0 0 16,0 52 15,0 26-16,0 1-15,0-1 16,27 1-16,-1-27 16,0 0-16,0 0 15,1-26-15,25 0 16,-26 0-16,27-26 0,-27-26 16,0-1-1,1 1-15,-1-1 0,-26 27 16,26 0-16,-52 78 62,26-26-46,-26 27-16,26-1 16,-27-25-16,27-1 15,0-52 32,0-27-47,0 1 16,0-1-16,27 1 0,-1 26 15,0-1-15,0 27 16,0 0-16,1 0 16,-1 0-16,26 27 15,-25-1-15,25 26 16,-26-26-16,27 27 15,-1-27-15,27 0 16,-26-26-16,25 27 16,-25-27-16,-1 0 15,27 0-15,-27-53 0,-25 27 16,-1 0 0,0-27-16,-26 27 0,0 0 15,0 0-15,-26 26 16,0-27-16,-1 27 15,-25 0-15,-1 27 16,27-1-16,-26 0 16,26 26-16,26-25 15,0-1-15,0 26 16,26-25 0,0-27-16,0 0 15,0 0-15,1-27 16,25 1-16,-26 0 15,1 0-15,-1-1 16,-26 1-16,26 0 0,-26 52 47,26 0-31,1 1-16,-1-1 15,0 0-15,0 0 16,1-26-16,25 27 15,-26-27-15,53 26 16,-26-26-16,-1 0 16,27 0-16,-27-26 15,1-1-15,-1 1 16,-26 0-16,-26 0 16,0-1-1,0 1-15,-26 26 16,0 0-1,-27 0-15,1 0 16,-1 26-16,1 1 16,26-1-16,0 0 15,26 0-15,0 1 16,26-1 0,0-26-16,0 0 15,27 0-15,-1-26 16,1-1-16,-1-25 15,-26-1-15,27-25 16,-27 25-16,0-25 16,1-1-16,-27-26 0,0 26 15,0 0-15,0 27 16,0-1-16,-27 27 16,1 26-16,26-26 15,-26 26-15,0 0 16,-1 26-1,27 0 1,-26 27-16,26-1 16,0 1-16,0 26 15,0-27-15,0 1 16,0 25-16,0-25 16,0-1-16,26-25 0,-26 25 15,27-26-15,-1 0 16,26 1-16,-25-1 15,25 0-15,1-26 16,-1 0-16,-26 0 16,27 0-16,-1 0 15,1-26-15,-27 0 16,26-1-16,1-25 16,-27 26-16,-26 0 15,0-1-15,0 1 16,0 0-1,-52 26 1,25 0-16,-25 0 16,26 26-16,-1 0 15,27 1-15,0-1 0,0 0 16,0 26-16,27 1 16,-1-1-16,0-25 15,27 25-15,-27 1 16,-26-1-16,26-26 15,0 27-15,1-27 16,-1 0 0,0-26-16</inkml:trace>
  <inkml:trace contextRef="#ctx0" brushRef="#br0" timeOffset="13616.26">20230 6324 0,'-26'0'0,"0"0"0,105 0 31,52 0-16,79 0-15,0 0 16,52 0-16,-26 0 16,-26 0-16,0 0 15,0 0-15,-26 0 16,-27 26-16,-26-26 0,0 0 16,-52 0-1,-26 0-15,-53-26 0,-79 26 31,-52 0-31,-79 0 16</inkml:trace>
  <inkml:trace contextRef="#ctx0" brushRef="#br0" timeOffset="14315.27">3280 7478 0,'-53'0'0,"27"0"15,52 0 1,79 26 0,0 1-16,52-1 15,27 0-15,26-26 16,26 0-16,53 0 0,-1 0 16,80-52-16,25-1 15</inkml:trace>
  <inkml:trace contextRef="#ctx0" brushRef="#br0" timeOffset="14616.38">6927 7373 0,'-105'0'15,"26"0"-15,53 0 16,0 0-16,104 0 31,80 0-31,52 0 16,52 0-16,53 0 15,26-26-15,0 0 16,0-1-16</inkml:trace>
  <inkml:trace contextRef="#ctx0" brushRef="#br0" timeOffset="15665.8">12700 8160 0,'-27'0'0,"80"0"63,-1 0-63,27 0 15,26 0-15,-26 0 16,-27 0-16,1 0 16,-1 0-16,-26 0 0,1 0 15</inkml:trace>
  <inkml:trace contextRef="#ctx0" brushRef="#br0" timeOffset="16032.47">12988 8160 0,'0'27'78,"0"-1"-62,0 26-16,0 1 15,26 25-15,-26 1 16,0 0-16,0 0 16,0-1-16,0 1 15,0-53-15,0 27 16,0-27-16,0 0 16,-26-26-1,0 0-15,-26 0 16,-1 0-16,-26 0 15,1 0-15,25-52 0,1 26 16,-1-1 0,27 1-16,0 26 0</inkml:trace>
  <inkml:trace contextRef="#ctx0" brushRef="#br0" timeOffset="16882.16">13565 8554 0,'0'-53'0,"0"27"16,0 0 0,-52 26-16,26 0 15,-53 26-15,27 0 16,-1 27-16,1-1 15,25 1-15,27-1 16,0-25-16,0-1 16,27 0-16,25-26 15,1 0-15,-1-26 16,1 0-16,-1-27 16,0 1-16,-25-1 15,-1 27-15,0 0 16,-26 52 15,0 26-15,0-25-1,53 25-15,-27-26 0,26 1 16,1-1-16,-1-26 16,1 0-16,-1 0 15,-25-26-15,-1-27 16,0 1-16,0-1 15,-26 1-15,0-1 16,0 1-16,0 25 16,0 1-16,-26 52 47,26 1-47,0 51 15,0 27-15,0-26 0,0 26 16,0 0-16,0 0 15,0-26-15,0 26 16,0-27-16,0 1 16,0-26-16,0-27 15,0 0-15,0-52 32,-26-53-17,26-26-15,0 0 16,0 0-16,0-26 15,26 0-15,0 26 16,27 26-16,-27 27 16,26-1-16,-25 53 0,25 0 15,-26 0-15,1 0 16,25 53-16,-52-1 16,0 1-16,0-27 15,0 26-15,-26 1 16,-53-27-16,0 0 15,1 27-15,-1-27 16,27 0-16,-1-26 16</inkml:trace>
  <inkml:trace contextRef="#ctx0" brushRef="#br0" timeOffset="17715.22">14930 8659 0,'26'-53'16,"27"1"-16,-53 26 15,26-27-15,-26 27 16,0 0 0,-26 26-16,-27 0 15,1 0-15,-27 26 16,0 26-16,27 1 15,-1-1-15,27 1 16,26-1-16,0 1 16,0-27-16,0 0 15,53-26-15,-27 0 0,26 0 16,1 0-16,-1-52 16,1-1-16,-27 1 15,0-27-15,0 27 16,-26 25-16,0 1 15,0 79 32,0-1-31,0 27-16,0-27 16,0-25-16,0 25 15,0-26-15,53 1 0,-27-27 16,27 0-16,-1 0 15,-26-27-15,27 1 16,-1-26-16,-25-27 16,-1 26-16,0 1 15,-26-1-15,0 27 16,0 0 0,0 78 15,0 1-16,0-1-15,-26 1 16,0-27-16,26 0 16,0 1-16,-27-27 0,27-53 31,27 1-15,25-27-16,-26 26 15,27 27-15,-1 0 16,-26 0-16,1 26 15,-1 52 1,0-26-16,0 27 16,1-1-16,-1-25 15,0-1-15,0-26 16,1 26-16,25-26 16,-26-26-16,27 0 0,-27-27 15,0 1 1,27-27-16,-53 26 0</inkml:trace>
  <inkml:trace contextRef="#ctx0" brushRef="#br0" timeOffset="18982.11">12910 15061 0,'0'-52'0,"0"26"0,0-1 16,0 54 31,0 25-32,0 1-15,0 25 16,0 1-16,0 0 16,0-1-16,-27-25 15,27-1-15,0 1 16,-26-27-16,26 0 15</inkml:trace>
  <inkml:trace contextRef="#ctx0" brushRef="#br0" timeOffset="19166.14">12857 15035 0,'-26'-26'15,"26"-27"-15,0 27 16,0 0-1,26 26-15,27 0 16,25-26-16,-25 26 16,25 0-16,-25 0 15,-1 26-15,-25 0 16,-27 27-16,0-1 16</inkml:trace>
  <inkml:trace contextRef="#ctx0" brushRef="#br0" timeOffset="19316.34">12857 15429 0,'53'0'47,"-1"-27"-31,53 1-16,-26 0 15,-1 26-15</inkml:trace>
  <inkml:trace contextRef="#ctx0" brushRef="#br0" timeOffset="19648.55">13251 15402 0,'0'-26'0,"0"0"16,0 0-16,26-27 16,26 53-16,1-26 15,-1 26-15,-25 0 16,25 0-16,-26 53 15,0-1-15,1 0 16,-27 1-16,0-27 16,0 27-16,0-27 15,-27-52 32,27-27-47,0-26 0,0 27 16,0-27-16,53 27 15,-1 26-15,1 26 16,-27 0-16,0 0 16,27 0-16,-27 26 15</inkml:trace>
  <inkml:trace contextRef="#ctx0" brushRef="#br0" timeOffset="20382.66">14195 15166 0,'26'-26'16,"-26"0"-1,-52 26 17,0 0-32,-1 52 15,1-25 1,25 25-16,27 1 0,0-27 16,0 26-16,27-26 15,25-26 1,1 0-16,-1 0 15,0-26-15,1-26 16,-27-1-16,0 27 16,1-26-16,-27-1 15,0 27-15,0 0 16,0 78 31,0-26-47,0 27 15,0-1-15,0-25 16,26-1-16,26 0 16,-25-26-16,25 0 15,1 0-15,-27 0 16,26-52-16,-25 25 16,-1-25-16,0 26 15,0-27-15,-26 27 16,0 78 46,0-25-62,0 25 0,-26 1 16,26-27-16,-26-26 16,26 26-16,0-52 46,0-27-46,0-25 16,0 25-16,52 1 16,1-1-16,-1 27 15,1 26-15,-27-26 16,0 26-16,0 26 16,1 0-1,-1 27-15,0-27 0,-26 0 16,26 0-16,-26 27 15,27-53-15,-27 26 16,26 0-16,0-26 16,0 0-16</inkml:trace>
  <inkml:trace contextRef="#ctx0" brushRef="#br0" timeOffset="20800.72">15691 14930 0,'0'-26'15,"0"0"-15,0-1 16,-26 27 0,-1 0-16,-25 0 15,-1 27-15,1-1 16,0 26-16,25 1 16,1-1-16,26 1 15,0-1-15,0-25 16,0 25-16,53-26 15,-27-26-15,26 27 16,27-27-16,0 0 16,-1-53-16,1 1 15,26-1-15,-26-26 16,-27 27-16,-52-1 16,27 27-16,-27 0 0,-27 26 31,-25 26-31,-1 27 15,1-1-15,52 1 16,0-1-16,0 1 16,52-1-16,27-26 15,0-26-15,26 0 16,0-26-16,-27 0 16,1-53-16</inkml:trace>
  <inkml:trace contextRef="#ctx0" brushRef="#br0" timeOffset="23864.95">12149 5274 0,'-27'0'0,"1"0"15,0 0-15,52 0 63,53 0-48,52 0-15,79 0 16,0 26-16,26-26 16,26 26-16,53-26 15,53 27-15,25-27 16,27 0-16,0 0 16,0 0-16,0 0 15,-53-27-15,-78 27 16,-27-26-16,-78 26 15,-27 0-15,-52 0 0,-53 0 16,-25 0 0,-1 0-16,-26 26 343,-26-26-327,-1 27-16</inkml:trace>
  <inkml:trace contextRef="#ctx0" brushRef="#br0" timeOffset="30582.05">13172 10207 0,'-26'0'47,"26"26"-32,0 27-15,0-1 16,0 27-16,0 0 16,-27-27-16,27 27 15,-26-27-15,26-25 16,0-1-16,0 0 16,26-26-1,1-26 1</inkml:trace>
  <inkml:trace contextRef="#ctx0" brushRef="#br0" timeOffset="30880.96">13251 10286 0,'0'-26'16,"0"52"46,0 26-46,26-26-16,-26 27 16,26-27-16,0 0 15,-26 27-15,27-1 16,25-25-16,-26-1 0,27 26 16,-27-52-1,26 27-15,1-1 0,-1-26 16,1 0-16,-1 0 15,-25 0-15,25-26 16,1-1-16,-53-25 16</inkml:trace>
  <inkml:trace contextRef="#ctx0" brushRef="#br0" timeOffset="31166.74">13828 10102 0,'-26'-26'0,"26"0"15,-27-1-15,27 1 16,-26 26-16,26 26 63,0 27-63,0-1 15,0 1-15,0 26 16,0-1-16,0-25 15,0 25-15,0-25 16,0-1-16,0-25 16,26 25-16,1-26 15,-1-26 1,0 0 0</inkml:trace>
  <inkml:trace contextRef="#ctx0" brushRef="#br0" timeOffset="32047.9">14012 10548 0,'26'0'16,"0"0"0,0 0-16,27-26 15,-27 0-15,26-1 16,-25 1-16,-27 0 15,26 0-15,-26-1 16,0-25-16,0 26 16,0 0-1,-26 26-15,-1 0 0,1 0 16,0 0 0,0 52-1,26-26-15,-26 27 16,26-1-16,0-26 15,0 1-15,26-1 16,0 0-16,0 0 16,27-26-16,25 0 15,1-26-15,0 0 16,0-27-16,-27 27 16,1-26-16,-1 25 15,-52-25-15,26 26 0,-26 0 16,0-27-16,0 27 15,-26 0-15,0-1 16,0 27 0,26 27 31,0 25-47,0 1 15,0 25-15,0-25 16,0 52-16,0-27 15,0 1-15,0 0 16,0-27-16,0 27 16,0-53-16,0 0 0,0 1 15,26-27 17,-26-53-17,0 1-15,0-27 16,-26 0-16,26 1 15,0-1-15,-27 26 16,27-25-16,0 25 16,0 27-16,0-26 15,27-1-15,-1 27 16,26 0-16,1-1 16,-27 27-16,0 0 0,0 0 15,1 0 1,-1 53-16,-26-1 0,0 1 15,0-1-15,0 1 16,-26-1-16,-1 1 16,1-1-16,-26-26 15,-1 1-15,27-27 16,0 0-16</inkml:trace>
  <inkml:trace contextRef="#ctx0" brushRef="#br0" timeOffset="32731.1">15507 10286 0,'0'-26'0,"0"-27"0,0 27 15,0 0-15,0-1 16,-26 27 15,0 0-31,0 27 16,-1-1-16,-25 26 15,52 1-15,-26-27 16,26 26-16,0-25 16,26-27-1,0 0-15,0 0 0,27-27 16,-27 1-16,26-26 15,-25-1-15,-1 1 16,0 26-16,0-1 16,-26 80 31,27-27-47,-1 53 15,0-53-15,0 26 16,1-25-16,25-1 15,1 0-15,-1-26 16,1 0-16,25-52 16,-51-1-16,25 1 0,0-53 15,-52 26 1,27-26-16,-27 26 0,0-26 16,0 0-16,0 53 15,0 0-15,-27 25 16,1 27-1,0 27 1,0 25 0,26 53-16,-26 0 15,26 26-15,0-26 16,26 0-16,26 0 16,1-53-16,25 1 15,1-53-15,26 0 16,0-53-16,26-25 0,0-27 15</inkml:trace>
  <inkml:trace contextRef="#ctx0" brushRef="#br0" timeOffset="40439.96">13880 17475 0</inkml:trace>
  <inkml:trace contextRef="#ctx0" brushRef="#br0" timeOffset="43564.23">13697 17292 0,'0'-27'15</inkml:trace>
  <inkml:trace contextRef="#ctx0" brushRef="#br0" timeOffset="48713.29">20545 4670 0,'-78'0'0,"25"27"0,1-27 15,130-27 16,80-25-31,78-53 16,79 0-16,52 0 16,-26 0-16,0 0 15,-26 26-15,-52 1 16,-80 25-16,-25 1 16,-80 26-16,-25-1 15,-79 27 1,-53 0-16,-78 27 0</inkml:trace>
  <inkml:trace contextRef="#ctx0" brushRef="#br0" timeOffset="50130.13">2125 5195 0,'-79'0'0,"-26"0"15,-26 26-15,26 1 16,-52-1-16,52 0 16,0-26-16,52 26 15,1-26-15,78 0 32,105-26-32,53 0 15,78-53-15,1-26 16,52 27-16,-27-1 15,-25 26-15,-27 1 16,0 26-16,-52 26 16,-53-27-16</inkml:trace>
  <inkml:trace contextRef="#ctx0" brushRef="#br0" timeOffset="51313.33">4145 5221 0,'-78'0'15,"-1"27"-15,53-27 0,-27 0 16,27 0-16,79 0 31,51-27-15,106-25-16,53-27 15,52-26-15,78-26 16,1 26-16,-53 26 16,-26 27-16,-53 26 0</inkml:trace>
  <inkml:trace contextRef="#ctx0" brushRef="#br0" timeOffset="52563.36">6586 5353 0,'-53'0'15,"1"0"-15,-1 26 16,27-26-16,105 0 31,78-53-31,53 1 16,79-27-16,26-26 15,26-26-15,0 52 16,0-26-16,-52 53 16,-53-1-16</inkml:trace>
  <inkml:trace contextRef="#ctx0" brushRef="#br0" timeOffset="58212.84">8895 18289 0,'-79'0'16,"0"26"-16,27-26 15,26 0-15,-1 0 16,80 0 15,-1 0-31,53 0 16,27 0-16,25-26 0,0 26 15,1-26-15,-53-1 16,-53 1-16,-25 26 16,-106 0-1,-52 26 1,-1 1-16,-25-1 15,0 0-15,52 0 16,26-26-16,0 27 16,53-27-16,52 0 31,53 0-31,78-27 16,1 27-16,52-52 15,-27 52-15,-25-26 0,-53 26 16,-27 0-16</inkml:trace>
  <inkml:trace contextRef="#ctx0" brushRef="#br0" timeOffset="58546.08">9551 17948 0,'-53'-27'0,"106"54"47,26-1-47,-1 0 16,1 0-16,0 1 16,-27-1-16,1-26 15,-53 26-15,0 0 47,-27 27-31,-51-1-16,25 53 15,27 0-15,26 0 16,0-26-16</inkml:trace>
  <inkml:trace contextRef="#ctx0" brushRef="#br0" timeOffset="60796.15">13723 17554 0,'0'-26'0,"0"52"46,0 0-46,0 53 16,0-26-16,0 25 16,0 1-16,0-27 15,-26 1-15,26-1 16,0-25-16,0-1 16,-27-26-1,27-53 1,0 1-16,-26-1 15,26-25-15,0 25 16,0-25-16,26 25 16,27 1-16,-1-1 15,-25 27-15,25 26 16,1-26-16,-1 26 16,-26 0-16,27 0 15,-27 26-15,-26 0 16,0 27-16,0-1 15,0 1-15,-52-1 16,-1-26-16,27 1 0,0-1 16,26 0 15,26 0-31,26 0 16,1 1-16,-1-1 15,1 0-15,-53 0 16,26 1-16,-26-1 15,-52 0 1,-1-26-16,-26 0 16,1 0-16,25 0 15,1-26-15,-1 0 16,53-27-16,0-26 16</inkml:trace>
  <inkml:trace contextRef="#ctx0" brushRef="#br0" timeOffset="61129.11">14195 17843 0,'0'-26'16,"26"-1"0,1 1-16,25 0 15,1 0-15,-1 26 16,-26 0-16,1 0 15,-1 0-15,0 52 16,0 1-16,1-1 16,-27 0-16,0 1 0,0-27 15,0 0 1,0-78 15,0-1-15,0 1-16,26-27 15,26 1-15,1 25 16,-1 27-16,-25 26 16</inkml:trace>
  <inkml:trace contextRef="#ctx0" brushRef="#br0" timeOffset="61629.18">15009 17974 0,'0'26'62,"0"27"-62,0-27 16,0 26-16,-27 1 0,1-1 15,0 1-15,0-27 16,-1 0-16</inkml:trace>
  <inkml:trace contextRef="#ctx0" brushRef="#br0" timeOffset="61929.28">15665 17580 0,'-27'27'47,"27"25"-32,0 1-15,-26 25 16,26-51-16,0 25 16,0 0-16,0 1 15,-26-1-15,26-25 16,0-1-16,0 0 16</inkml:trace>
  <inkml:trace contextRef="#ctx0" brushRef="#br0" timeOffset="62162.71">15376 17633 0,'0'-26'16,"0"-1"-16,0 1 15,0 0-15,26 26 16,1-26-16,25-1 15,-26 27-15,27-26 16,-1 26-16,1 0 0,-1-26 16,1 26-1,-27 0-15,26 0 0</inkml:trace>
  <inkml:trace contextRef="#ctx0" brushRef="#br0" timeOffset="62462.61">16085 17292 0,'-27'0'0,"-25"0"15,-53 52-15,-26 1 16,-27 52-16,1-27 16,-1 27-16,-25 0 15,25-26-15,-25 0 16,25 26-16,27-27 16,26-25-16,26-1 15,27 1-15,-1-53 16,1 0-16</inkml:trace>
  <inkml:trace contextRef="#ctx0" brushRef="#br0" timeOffset="62712.58">13880 17475 0,'-52'-26'0,"26"26"15,52 0 16,79 53-15,52-1-16,27 27 16,26-27-16,0 27 15,26-26-15,-26-1 16,0-26-16,0 27 16,-27-27-16,-25 0 15,-1 0-15,-26-26 16,-26 0-16</inkml:trace>
  <inkml:trace contextRef="#ctx0" brushRef="#br0" timeOffset="64512.44">17055 17580 0,'0'-26'0,"0"79"47,0-1-47,0 27 15,-26 0-15,26-1 16,0 1-16,0 0 15,0-27-15,0 27 16,0-27-16,0-25 16</inkml:trace>
  <inkml:trace contextRef="#ctx0" brushRef="#br0" timeOffset="64729.03">17055 17685 0,'0'-26'16,"0"0"-1,53 0 1,-1-1 0,-25 27-16,25-26 15,1 26-15,-27 0 16,0 0-16</inkml:trace>
  <inkml:trace contextRef="#ctx0" brushRef="#br0" timeOffset="64929.05">16950 18079 0,'0'26'0,"27"-26"31,-1 0-15,26 0-16,27-26 16,0 0-16,0-1 15,-1 1-15,1 0 16,-53 26-16</inkml:trace>
  <inkml:trace contextRef="#ctx0" brushRef="#br0" timeOffset="65096.82">16977 18420 0,'26'0'32,"26"0"-17,27-26-15,0-27 16,26 1-16,0-27 15,-27 27-15</inkml:trace>
  <inkml:trace contextRef="#ctx0" brushRef="#br0" timeOffset="69728.84">17895 17869 0,'0'26'79,"0"0"-64,0 27-15,0-27 16,26 0-16,-26 1 15,0-1-15,0-79 63,0 1-47,0-27-16,0 27 15,27 26-15,-27-1 16,26 27-16,-26-26 15,26 26 1,0 0 0,0 0-16,27 26 15,-1 1-15,27-27 16,-26 26-16,-1 0 16,27 0-16,-27 0 15,27-26-15,-26 0 0,-27 0 16,26 0-16,-26-52 15,1 26-15,-1 0 16,-26-27-16,0 27 16,0 0-16,-26-1 15,-1 27-15,1 0 16,0 0-16,0 0 16,0 0-16,-27 27 15,27 25-15,0-26 16,26 1-16,0-1 15,0 0-15,26 0 16,0-26 0,0 0-16,27-26 15,-27 0-15,26 0 0,-25-1 16,-1 1-16,-26 0 16,0 78 46,26 27-62,-26 26 16,26 26-16,-26 0 15,0-26-15,0 0 16,0 0-16,0 0 16,-26-52-16,0-1 15,-27 1-15,27-53 16,0 0-1,0-27-15,-27-25 16,1-53-16,26 26 16,26-52-16,0 0 15,52 0-15,1 26 16,-1 0-16,0 26 16,1 0-16,-27 1 15,0-1-15,1 0 16,-27-26-16,26 26 15,-26 1-15,26-1 0,-26 27 16,26-1 0,-26 27-16,0 52 47,0 27-32,0 25-15,0 1 16,0 0-16,0-1 15,27 1-15,-1 0 16,26-27-16,1-25 16,-1-1-16,1 0 15,26 0-15,-1-26 16,1 0-16,0 0 16,-1-26-16,-25 0 15,-27 0-15,27-1 16,-53-25-16,26-1 0,-26 27 15,0-26-15,0 25 16,-26 27 0,-1 0-16,1 0 15,-26 0-15,-1 0 16,1 27-16,-1-1 16,1 0-16,52 0 15,0 1-15,0-1 16,0 0-16,52-26 15,-26 0 1,1 0-16,25 0 16,-26-26-16,27-27 15,-27 53-15,0-26 0,-26 0 16,27 26-16,-1 0 31,0 26-15,0-26-16,1 26 15,25-26-15,-26 0 16,1 0-16,-1 0 16,0 0-16,0-52 15,-26 26 1,0-1-16,0 1 16,0 0-16,0 52 62,0 0-62,0 1 16,0-1-16,0-52 62,0-27-46,26 27-16,27 0 15,-27 26 1,0 0-16,1 0 16,-1 0-16,26 0 0,-25 26 15,51-26-15,-25 26 16,26-26-16,-1 0 16,1 0-16,26-26 15,-53 0-15,1-27 16,-27 27-16,0 0 15,-26-1-15,0 1 16,0 0-16,-26 26 16,-26 0-1,-1 0-15,1 26 16,-1 0-16,27 1 16,0-1-16,26 26 15,0-25 1,52-27-16,-26 0 15,27 0-15,-1-27 16,1-25-16,-1-1 16,-25-25-16,-1 25 15,0-25-15,-26-27 16,0 26-16,0 0 16,-52 27-16,25-1 15,1 27-15,0 26 16,0 0-16,26 52 47,0 27-47,0 52 15,0 1-15,0-27 0,0-1 16,26 1-16,0-26 16,-26 0-16,26 0 15,1-27-15,-27-26 16,0 1-16</inkml:trace>
  <inkml:trace contextRef="#ctx0" brushRef="#br0" timeOffset="71662.5">14799 6324 0,'-26'0'16,"-1"0"-1,1-27 1,0 27-16,78 0 94,79 0-94,27-26 15,52 0-15,0 0 16,26 26-16,0 0 16,26 0-16,1 0 15,-1 26-15,-52 0 16,26 0-16,-52 1 15,-27-1-15,27-26 0,-26 0 16,-1 0 0,0 0-16,1 0 0,-53 0 15,-26 0-15,-27 0 16,-26 0-16,1 0 16,-54 0 62,-25 26-63,-27 0-15,0-26 16,-26 27-16</inkml:trace>
  <inkml:trace contextRef="#ctx0" brushRef="#br0" timeOffset="72064.64">15219 6429 0,'-105'-27'16,"0"27"-16,0 0 15,26 0-15,27 0 16,-1-26-16,27 26 0,52 0 31,79 0-15,105 0-16,26-26 16,79 26-16,52-26 15,27 26-15,-1-27 16,1 27-16,26 0 15,0 0-15,-53 0 16,-26 0-16,-78 0 16,-53 0-16,-53 0 15,-26 0-15,-78 0 16,-27 0-16,-79 27 31,-52-27-31</inkml:trace>
  <inkml:trace contextRef="#ctx0" brushRef="#br0" timeOffset="73111.92">13356 16032 0,'0'-26'0,"0"0"16,0 0-16,0 78 47,0 27-47,0 26 15,0 0-15,0-27 16,0 27-16,0-26 16,0-26-16,0-1 15,0 0-15,0-25 16,0-54-1,0-25 1</inkml:trace>
  <inkml:trace contextRef="#ctx0" brushRef="#br0" timeOffset="73528.63">13329 16295 0,'0'-53'0,"0"27"16,0-27-16,0 1 15,27 26-15,25-27 16,1 27-16,25 0 15,-25 0-15,-1 26 0,1 0 16,-27 26-16,-26 26 16,0 27-16,0-27 15,-26 27-15,-27 0 16,1-27-16,-27-25 16,53-1-16,-27 0 15,27-26-15,26 26 16,26-26 15,27-26-15,25 26-1,1 0-15,26 0 0,-52 26 16,-1 27-16,1-27 16,-53 27-16,0-27 15,0 0-15,0 0 16,-27 0-16,-51 1 15,-1-27-15,0 0 16,27 0-16,-27 0 16,27-27-16,-27 1 15,53-52-15,-1 25 16</inkml:trace>
  <inkml:trace contextRef="#ctx0" brushRef="#br0" timeOffset="73928.49">14038 16531 0,'0'-26'0,"0"-1"16,26 1-16,-26 0 15,53-27-15,-27 27 16,0 0-16,26 0 15,1 26-15,-27 0 16,27 0-16,-1 26 16,-26 26-16,1 1 0,-1 26 15,-26-27-15,0 1 16,0-1-16,0-26 16,0-52 15,0-26-16,-26-1-15,-1-26 16,27 1-16,0-1 16,27 0-16,25 53 15,1 0-15,25 26 16,-25 0-16,-1 52 16,1-26-16</inkml:trace>
  <inkml:trace contextRef="#ctx0" brushRef="#br0" timeOffset="74295.17">15009 16321 0,'0'-26'0,"26"-1"16,-26 1-16,0 0 16,0 0-16,-26 26 31,-1 0-31,1 0 16,0 26-16,-27 26 15,27 1-15,0-1 16,26-25-16,0 25 15,0-26-15,0 1 16,52-27 0,-25 0-16,-1-27 15,26-25-15,-25-1 0,-1 1 16,-26 26-16,26-1 16,-26 1-1,0 52 16,0 1-15,26-1-16,1 26 16,-27-25-16,26-1 15,0 0-15,0-26 16,1 0-16</inkml:trace>
  <inkml:trace contextRef="#ctx0" brushRef="#br0" timeOffset="75237.64">15297 16216 0,'0'-26'0,"0"-1"15,27 27-15,-1-26 16,0 0-16,0 26 16,27-26-16,25-1 15,-25 27-15,-1-26 16,1 26-16,-1-26 16,1 26-16,-27 0 15,0-26-15,-26 52 47,-26 53-31,0-27-16,-27 27 0,1 0 15,-1-27-15,-25 27 16,25-27-16,1-25 16,26-1-16,-1 0 15,54-26 16,25-26-31,27 26 16,-27 0-16,27 0 16,-27 0-16,27 0 15,0 0-15,-27 0 16,27 0-16,-26 0 16,-1-26-16,0-1 15,-25 1-15,-27 0 16,26 0-16,-26-27 0,0 27 15,0 0-15,0-1 16,-26 27 31,26 27-16,-27-1-31,27 0 16,0 0-16,0 1 31</inkml:trace>
  <inkml:trace contextRef="#ctx0" brushRef="#br0" timeOffset="75911.74">16347 16347 0,'0'-26'0,"0"78"47,0 1-31,0 26-16,0-27 0,26 1 15,-26-1-15,26-26 16,1 0-16,-27 1 16,26-27-16,26 0 15,-25-27-15,-1-51 16</inkml:trace>
  <inkml:trace contextRef="#ctx0" brushRef="#br0" timeOffset="76180.44">16268 15980 0,'-26'26'16,"0"0"-16,26 0 0,0 1 15,0-1-15,26 0 16,0-26-16,27 0 16,-27 0-16,0-26 15,0-27-15,1 27 16,-27-26-16,0-1 15,0 1-15,0 26 16,-27 26 0,1 0-16,0 0 15,0 26-15,-27 26 16,53 27-16,0-27 16,0 1-16,26-27 15</inkml:trace>
  <inkml:trace contextRef="#ctx0" brushRef="#br0" timeOffset="76411.75">16845 15612 0,'0'-52'0,"0"26"16,0 52 15,0 53-31,0 26 15,-26 26-15,26 26 16,0-26-16,0 27 0,0-1 16,0 1-1,-26-27-15,0-26 0</inkml:trace>
  <inkml:trace contextRef="#ctx0" brushRef="#br0" timeOffset="78594.92">13644 13854 0,'0'-52'0,"-26"-1"16,26-25-16,0 25 16,0 1-16,0-1 15,0 27-15,0 0 0,-26 104 31,26-25-15,-27 52-16,1 0 16,26-26-16,0 26 15,0-27-15,0 1 16,0 0-16,0-1 16,0-25-16,0-1 15,0-25-15,-26-27 16,0 0-16</inkml:trace>
  <inkml:trace contextRef="#ctx0" brushRef="#br0" timeOffset="78778.23">12936 13907 0,'-26'0'0,"-1"-26"16,1-1-16,52 1 15,27-26 1,52 25-16,0-25 15,26-1-15,0 27 16,26-26-16,-25 25 16,-27 1-16,0 0 15,-53 26-15</inkml:trace>
  <inkml:trace contextRef="#ctx0" brushRef="#br0" timeOffset="79480.49">13985 13776 0,'0'-27'16,"0"80"31,0-1-32,0 1-15,0 26 0,0-27 16,0 0-16,0 1 16,27-27-16,-1-26 15,0 26-15,27-26 16,-27 0-16,26-52 16,1-1-16,-1 1 15,-26-27-15,-26 1 16,27 25-16,-27 1 15,0 25 1,0 54 15,0-1-15,0 26-16,0 1 16,26-1-16,-26-25 15,26-1-15,-26 0 0,26 0 16,1-26-16,-1 0 15,0 0-15,0 0 16,1-26-16,-1-26 16,0-1-16,-26 27 15,0-27-15,26 27 16,-26 0-16,27 26 31,-1 0-15,26 0-16,-25 52 15,25 1-15,-26-1 16,0 1-16,1-27 0,-27 0 16,0 0-1,0-52 17,0-52-17,0 25-15,0-26 16,0 1-16,26-1 15,26 26-15,-25 1 16</inkml:trace>
  <inkml:trace contextRef="#ctx0" brushRef="#br0" timeOffset="79678.17">15245 13356 0,'0'-26'16,"0"-1"-16,26 27 0,-26 53 31,0 26-16,0-27-15,0 53 16,0-26-16,0-1 16,0 1-16,0 0 15,0-27-15,0 1 16,0-27 0</inkml:trace>
  <inkml:trace contextRef="#ctx0" brushRef="#br0" timeOffset="80494.53">15586 13566 0,'0'-27'0,"-26"54"31,-27 25-31,-25 1 16,25-1-16,1 1 15,25-1-15,1-26 16,0 1-16,26-1 15,0 0 1,26-26-16,53 0 16,0 26-16,-1-26 15,1 0-15,0 0 16,-27 0-16,1 0 16,-1 0-16,-26 0 15,1 0-15,-1-26 16,-26 0-16,26 0 15,-26-1-15,0 1 0,26 0 16,-26 0-16,0-1 16,0 1-16,27 0 15,-27 0 1,0 52 31,-27 0-47,27 27 15,0-1-15,0-26 16,27 1-16,25-1 16,-26-26-16,53 0 0,-27 0 15,1-53-15,26 1 16,-53-1-16,0-25 16,0 25-16,-26 27 15,0 0-15,0-1 16,0 54 15,-26-1-31,26 53 16,0-27-16,0-26 15,0 1-15,53-1 16,-1-26-16,1 0 16,25 0-16,1-26 15,0-27-15,-27-26 16,1 1-16,-27 25 0,-26-25 15,0 25 1,0 27-16,-26 52 31,-1 79-31,-51 52 16,25 27-16,-25 52 16,-1-26-16,26 26 15,1 0-15,-27 1 16,0-1-16,1-26 15,-1 0-15,0-27 0,1-25 16</inkml:trace>
</inkml:ink>
</file>

<file path=ppt/ink/ink9.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4T10:00:38.916"/>
    </inkml:context>
    <inkml:brush xml:id="br0">
      <inkml:brushProperty name="width" value="0.05292" units="cm"/>
      <inkml:brushProperty name="height" value="0.05292" units="cm"/>
      <inkml:brushProperty name="color" value="#C00000"/>
    </inkml:brush>
  </inkml:definitions>
  <inkml:trace contextRef="#ctx0" brushRef="#br0">1102 8449 0,'-105'0'16,"26"26"-16,53 0 16,-1-26-16,1 0 15,131 0 17,53-52-32,52-1 15,78-51-15,1-1 0,-1 0 16,-25 0-16,-1 0 15,-26 26-15,-52 26 16,-53-25-16,-52 52 16,-53 26-1,-52 0 1,-53 0 0,1 26-16,-1 0 15</inkml:trace>
  <inkml:trace contextRef="#ctx0" brushRef="#br0" timeOffset="13731.99">2414 8816 0,'-27'0'0,"27"27"15,-26-27 1,26 26-16,-26 0 16,26 0-1,0 1 1,0-1-16</inkml:trace>
  <inkml:trace contextRef="#ctx0" brushRef="#br0" timeOffset="14181.93">2309 8528 0,'0'26'63,"0"53"-47,-53 26-16,-26 26 15,1 0-15,-1 0 16,0-52-16,27 26 0,26-26 15,-1-27 1,1 27-16,0-53 0,26 0 16</inkml:trace>
  <inkml:trace contextRef="#ctx0" brushRef="#br0" timeOffset="14965.02">1548 8711 0,'-27'-26'16,"27"0"0,27 52 515,25 27-531,27-1 15,26 27-15,-26 0 16,26-1-16,0 1 0,-27-27 16,27 1-16,-26-1 15,0 1-15,-1-27 16</inkml:trace>
  <inkml:trace contextRef="#ctx0" brushRef="#br0" timeOffset="16382.78">2414 6717 0,'-53'53'32,"-26"-1"-17,1 1-15,-1 25 16,0 1-16,1 0 16,-1-1-16,-26 27 15,26 0-15,0 0 16,27-26-16</inkml:trace>
  <inkml:trace contextRef="#ctx0" brushRef="#br0" timeOffset="16631.72">1259 7032 0,'-26'0'15,"26"-26"-15,79 52 47,26 27-47,26-1 16,26 0-16,-26 27 0,1-26 16,-1-1-16,0 1 15,-26-1-15,0-26 16</inkml:trace>
  <inkml:trace contextRef="#ctx0" brushRef="#br0" timeOffset="16982.25">2309 5851 0,'0'-26'16,"-27"26"-1,1 0 1,0 52-16,-53 1 16,1 52-16,-1 0 15,26 0-15,-25 26 0,51-26 16,-25 26 0,26-52-16</inkml:trace>
  <inkml:trace contextRef="#ctx0" brushRef="#br0" timeOffset="17232.02">1128 6035 0,'26'26'31,"53"0"-15,26 27-16,26 26 15,26-27-15,-25 27 16,51-27-16,-51 27 16,25-27-16</inkml:trace>
  <inkml:trace contextRef="#ctx0" brushRef="#br0" timeOffset="17419.18">2965 6612 0</inkml:trace>
  <inkml:trace contextRef="#ctx0" brushRef="#br0" timeOffset="56762.45">1338 11676 0,'-105'158'0,"-26"-27"15,52 0-15,0-52 16,27-27-16,52-25 15,78-106 17,80-52-17,78-53-15,53-26 0,26 0 16,26-26-16,26 0 16,0-26-16,-25 25 15,-54 28-15,-78 51 16,-53 53-16,-52 53 15,-52-1-15,-27 27 16,-52 26 62,-27 0-78,-52-53 16</inkml:trace>
  <inkml:trace contextRef="#ctx0" brushRef="#br0" timeOffset="61345.09">1338 14694 0,'-158'105'16,"53"-26"-16,27-27 15,25-26-15,27-26 16,26-26 0,79-79-16,52-78 15,131-54-15,53-78 0,79-26 16,26-52-16,26-27 16,-26 53-16,-53 52 15,-79 26-15,-51 105 16,-80 53-16,-78 52 15,-27 27-15,-52 26 16,0 52 15,0 53-31,0-1 16,-26 27-16,-26-26 16</inkml:trace>
</inkml:ink>
</file>

<file path=ppt/ink/ink10.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4T10:08:27.553"/>
    </inkml:context>
    <inkml:brush xml:id="br0">
      <inkml:brushProperty name="width" value="0.05292" units="cm"/>
      <inkml:brushProperty name="height" value="0.05292" units="cm"/>
      <inkml:brushProperty name="color" value="#C00000"/>
    </inkml:brush>
  </inkml:definitions>
  <inkml:trace contextRef="#ctx0" brushRef="#br0">9839 7898 0,'-52'0'0,"26"0"16,0 0-16,104 0 47,80 0-47,25 26 15,53-26-15,-26 0 0,0 0 16,0 0 0,-26-26-16,-53 26 0,-26 0 15,-52 0-15,-27 0 16,-79 0 15,-52 26-15</inkml:trace>
  <inkml:trace contextRef="#ctx0" brushRef="#br0" timeOffset="399.85">10049 9157 0,'-52'0'15,"26"0"-15,-27 0 16,27-26-16,0 26 16,52 0 15,26 26-31,80 1 15,25-27 1,27 0-16,-1 0 0,27 0 16,26 0-16,-26 0 15,-26 0-15,-53 0 16,-52 0-16,-53 0 16,-52 0-1,-26 0 1,-27 0-16,0 0 15,27 0-15,-1 26 16</inkml:trace>
  <inkml:trace contextRef="#ctx0" brushRef="#br0" timeOffset="1149.83">9866 11414 0,'-27'0'0,"80"0"62,52 0-62,26 0 0,27 0 16,25 0-16,-25 0 15,25 0-15,-25 0 16,-27-26-16,-26 26 16,-53 0-16,-25 0 15,-1 0-15,0-26 31,0 26-31</inkml:trace>
  <inkml:trace contextRef="#ctx0" brushRef="#br0" timeOffset="2400.59">10548 10469 0,'0'-26'0,"-26"0"15,-1 26 1,1 0-16,-26 26 15,25 0-15,-25 53 16,0-26-16,-1 25 16,53-25-16,0 26 15,0-1-15,0-25 16,53-1-16,-1 1 16,27-27-16,26-26 15,0 0-15,0 0 16,0-26-16,-27-27 15,1 1-15,0-1 0,-53-25 16,26-1 0,-52-26-16,0 26 0,0 0 15,-26 1-15,0 25 16,-53 27-16,27 0 16,-27 26-16,0 0 15,1 0-15,-1 52 16,0-26-16,53 27 15,0-1-15,26 1 16,0-1-16,52 27 16,1-26-16,25 25 15,1 1-15,0 0 16,0-1-16,-27 1 16,0-26-16,-52 25 15,0-25-15,0-1 0,-26 1 16,-26-27-16,-1 27 15,-25-53-15</inkml:trace>
  <inkml:trace contextRef="#ctx0" brushRef="#br0" timeOffset="6000.61">21700 4303 0,'-53'0'0,"1"0"0,26 0 16,-27 0-16,27 0 15,26 26-15,79 1 47,52-1-31,52-26-16,54 26 15,-1-26-15,0 0 0,0 0 16,0 0-16,0 0 16,-26 0-16,-52 0 15,-1 0-15,-52 0 16,-52 0-16,-27 0 16,-157 0 15</inkml:trace>
  <inkml:trace contextRef="#ctx0" brushRef="#br0" timeOffset="6932.54">1417 5326 0,'-79'0'0,"26"0"0,1 0 15,26 0 1,52 27 0,79-27-1,52 0-15,53 0 16,26 0-16,53 0 15,0 0-15,78 0 16,53 0-16,0 0 16,26 0-16,0 0 15,-79 0-15,-52 0 16,-105 0-16,-79 0 0,-52 0 16,-53 0-1,-105 0 32,1 0-31,-1 26-16</inkml:trace>
  <inkml:trace contextRef="#ctx0" brushRef="#br0" timeOffset="8483.08">10600 8633 0,'0'-27'16,"0"1"-16,0 0 16,0 0-16,0 78 78,0 1-63,-26 52-15,26-27 16,0 27-16,0-26 16,0 0-16,0-27 15,-26 1-15,26-27 16</inkml:trace>
  <inkml:trace contextRef="#ctx0" brushRef="#br0" timeOffset="8699.42">10548 8764 0,'0'-53'0,"0"1"15,0-1-15,0 1 16,52 26-16,1-1 16,26 1-16,-27 0 15,27 26-15,-27 0 16,-25 0-16,-1 26 15,0 27-15,-26-1 16,-26 1-16,-53 25 16,-26-25-16,0 26 15,0-27-15,0 1 16</inkml:trace>
  <inkml:trace contextRef="#ctx0" brushRef="#br0" timeOffset="11799.13">9866 7793 0,'-27'0'0,"80"26"31,26-26-31,52 0 16,0 0-16,0 26 16</inkml:trace>
  <inkml:trace contextRef="#ctx0" brushRef="#br0" timeOffset="13282.11">10076 13120 0,'-79'0'15,"0"0"-15,27 0 16,25 0-16,80 0 31,52 26-15,52-26-16,53 0 15,0 0-15,-26 0 0,0 0 16,-27-26 0,-26-1-16,-52 27 0,-27-26 15,-25 26-15,-1 0 16,-52 0-1,-27 26 1</inkml:trace>
  <inkml:trace contextRef="#ctx0" brushRef="#br0" timeOffset="13648.83">10233 14615 0,'-52'0'0,"25"27"0,1-27 16,26 26-1,0 0-15,26 0 16,79 0-1,0 1-15,26-27 16,27 26-16,-27-26 16,0 0-16,-26 0 15,0 0-15,0 0 16,-52 0-16,-1 26 16,1-26-16,-27 0 15,26 0-15,-25 0 0,-27 26 16,0 27-16,0-1 15</inkml:trace>
  <inkml:trace contextRef="#ctx0" brushRef="#br0" timeOffset="13948.78">9892 16137 0,'-53'0'0,"106"26"47,52-26-47,79 27 16,-1-1-16,27-26 15,0 0-15,-26 0 16,-1 0-16,-51 0 15,-1 0-15,-79 0 16,1 0-16,-27 0 16,-26 26-1,-52 0 1</inkml:trace>
  <inkml:trace contextRef="#ctx0" brushRef="#br0" timeOffset="14215.61">10154 17475 0,'-52'27'16,"26"-1"-16,-1 0 15,27 0 1,53 1-16,26-1 15,78-26-15,27 0 0,52 0 16,0 0 0,26-26-16,-25-1 0,-28-25 15,-25 26-15,-53-1 16,-104 1-16</inkml:trace>
  <inkml:trace contextRef="#ctx0" brushRef="#br0" timeOffset="19798.37">15009 3490 0,'-27'-27'0,"54"27"31,78 0-15,52 0-16,105 0 15,53-26-15,53 26 16,-27-26-16,52 26 16,-25 0-16,-27-26 15,0 26-15,-26 0 16,-26-27-16,-27 27 0,0 0 15,-52-26-15,0 26 16,-52 0-16,-80-26 16,-25 26-16,-27 0 15,-26 26 95,79-26-110</inkml:trace>
  <inkml:trace contextRef="#ctx0" brushRef="#br0" timeOffset="20416.18">20860 3516 0,'-26'0'0,"0"0"16,52 0 15,53 0-31,52 0 16,0 0-16,26 0 16,1 0-16,-27 0 15,-26 0-15,0 0 16,0-26-16,-53 26 0,1 0 15,-27 0-15,-105 0 32</inkml:trace>
  <inkml:trace contextRef="#ctx0" brushRef="#br0" timeOffset="20631.87">20703 3621 0,'-27'0'0,"1"0"16,105 0 15,26 0-31,26 0 16,0 0-16,27 0 16,-27 0-16,26-26 0,-25-1 15,-1 1-15,-26 26 16</inkml:trace>
  <inkml:trace contextRef="#ctx0" brushRef="#br0" timeOffset="23548.21">15166 9131 0,'0'-26'0,"0"0"31,0 52 47,0 26-78,26 27 16,-26 0-16,0 0 15,0 26-15,0-27 0,0 1 16,0 0-16,0-27 16,0 1-16,0-1 15,0-26-15,0 1 16,0-1-1,27-52 1,-27-27 0</inkml:trace>
  <inkml:trace contextRef="#ctx0" brushRef="#br0" timeOffset="23748.6">15271 9341 0,'0'-52'0,"-26"-1"16,26 27-16,0-27 0,26 27 15,27 0-15,25 26 16,1 0-16,-27 0 16,1 0-16,-1 52 15,-52-25-15,0 25 16,0 27-16,-26-27 16,-53 1-16,-25-1 15,51 1-15,-26-27 16,27 27-16</inkml:trace>
  <inkml:trace contextRef="#ctx0" brushRef="#br0" timeOffset="24531.4">15166 11020 0,'0'-26'16,"0"0"-16,0 0 15,0 104 48,-26 1-63,26 26 15,0-26-15,0 0 16,0-1-16,0 1 0,0 0 16,0-53-1,-26 26-15,-1-52 32,1-52-32,0-53 15,26 26-15,0-26 16,0 0-16,26 27 15,0-1-15,53 0 16,0 53-16,0-27 16,-27 53-16,1 0 15,-1 0-15,-26 0 16,0 53-16,-26-27 16,0 53-16,0-27 15,-52 1-15,0-1 16,-27 1-16,0-27 0,0 0 15,1 1-15,51-1 16,1-26-16,0 0 16,26 26-16,0 0 15,26 1 1,27 25-16,-1-26 16,1 27-16,-1-1 15,1-26-15,-1 27 16,1-1-16,-1-25 15,0 25-15,-25 1 16,-1-1-16</inkml:trace>
  <inkml:trace contextRef="#ctx0" brushRef="#br0" timeOffset="24881.47">15586 12569 0,'0'78'63,"0"-25"-48,0 52-15,0-27 16,0 1-16,0-26 16,0-1-16,0 1 15,0-1-15,-26-26 16,-1-26-16,1 0 15</inkml:trace>
  <inkml:trace contextRef="#ctx0" brushRef="#br0" timeOffset="25081.64">15245 12726 0,'0'-26'31,"79"0"-16,26-1-15,26 1 16,-26 0-16,0 0 16,26-1-16,-26-25 15,0-1-15,-27 1 16</inkml:trace>
  <inkml:trace contextRef="#ctx0" brushRef="#br0" timeOffset="25664.94">16058 8895 0,'-26'-79'0,"-26"1"16,-1 51-16,-26 1 15,1 26-15,-54 26 16,-51 106-16,-53 51 16,-27 80-16,1 25 15,-1 80-15,27 25 16,0 27-16,79 0 16,52 0-16,105-53 15,52-26-15,106-26 0,25-53 16,27 1-16,0-27 15,26-52-15,27-53 16,-1-52-16,0-79 16,1-105-16,26-53 15,-1-78-15,-25-79 16,-54-52-16,1-53 16,-78-79-16,-27-25 15,-53-27-15,-52 26 16,-26 79-16,-132 78 15,-78 106-15,-52 78 16,-80 79-16</inkml:trace>
  <inkml:trace contextRef="#ctx0" brushRef="#br0" timeOffset="28681.39">18577 7898 0,'-26'-105'0,"26"52"15,-26-25-15,0 52 16,26-27-16,0 27 16,-27 26-16,27 26 31,0 79-16,0 52-15,27 53 16,-1 131-16,0 53 16,-26 105-16,-26 52 15,-53 52-15,-26 1 16,0-1-16,26-26 16,1-52-16,25-52 15,53-54-15,-26-51 16,0-27-16,0-79 15,-1-26-15,-25-26 16,-1-78-16,-25-27 0,25-79 16,-26-26-1</inkml:trace>
  <inkml:trace contextRef="#ctx0" brushRef="#br0" timeOffset="31347.73">7137 12752 0,'-131'0'15,"26"-26"-15,26 26 0,0 0 16,53 0-16,0 0 16,52 0 15,53 0-31,26 0 16,26 26-16,26-26 15,1 0-15,-1 0 16,1-26-16,-1 26 15,-26-26-15,0 26 16,-52-26-16,-26 26 16,-27 0-16</inkml:trace>
  <inkml:trace contextRef="#ctx0" brushRef="#br0" timeOffset="31698.04">7819 12542 0,'-26'0'0,"0"-26"16,-1 26-16,54 26 78,25 1-63,0-27 1,-25 26-16,25 0 0,1 0 16,-1-26-16,-26 0 15,1 27-15,-1-27 16,0 0-16,-26 26 62,-52 26-46,-27 1-16,0 25 16,0 27-16,1 0 15,-1-26-15</inkml:trace>
  <inkml:trace contextRef="#ctx0" brushRef="#br0" timeOffset="33781.05">9052 12437 0,'0'-26'0,"0"79"63,0-27-63,0 26 16,0 27-16,0-26 15,0-1-15,-26 1 16,0-1-16,0-26 15,26 27-15</inkml:trace>
  <inkml:trace contextRef="#ctx0" brushRef="#br0" timeOffset="33964.85">8974 12569 0,'-27'-27'15,"80"27"32,-1 27-31,1-1-16,-27 0 0,26 0 15,-25 1 1,-1-1-16,0 0 16,0-26-16</inkml:trace>
  <inkml:trace contextRef="#ctx0" brushRef="#br0" timeOffset="34147.58">9472 12490 0,'0'-26'0,"-26"26"31,-27 26-15,1 26-16,26-25 15,-27 25-15,27 1 16,0-27-16,-1 26 15,1-25-15</inkml:trace>
  <inkml:trace contextRef="#ctx0" brushRef="#br0" timeOffset="34414.87">9341 12569 0,'0'52'78,"0"1"-78,0-1 16,0 1-16,26 25 15,-26-25-15,0-1 0,26 1 16,-26-27-16,27 0 15,-27 0-15</inkml:trace>
  <inkml:trace contextRef="#ctx0" brushRef="#br0" timeOffset="34698.07">9577 12306 0,'-26'26'32,"-27"27"-17,-25 26-15,-1-1 16,0 27-16,0 0 15,1 0-15,-1 0 16,0 0-16,1 0 16,25-26-16,1-27 15,25 1-15,1-53 16</inkml:trace>
  <inkml:trace contextRef="#ctx0" brushRef="#br0" timeOffset="34964.41">8632 12411 0,'-26'0'16,"26"-26"-16,26 26 31,53 52-31,0 1 15,26 26-15,-26-1 0,26 27 16,-27-26-16,27 0 16,0-1-16,0 1 15,0 0-15,0-27 16,-26 1-16</inkml:trace>
  <inkml:trace contextRef="#ctx0" brushRef="#br0" timeOffset="39198.26">20257 9499 0,'0'-53'0,"0"1"16,-27 25-16,27 1 0,0 105 47,0 0-32,0 26-15,0 26 16,0-26-16,0 0 15,0 0-15,0-27 16,0 1-16,0-26 16,0-27-16,0-52 31,0-53-15,0 0-16,0-52 0,0 0 15,0-1-15,0 1 16,27 26-16,-1 27 15,26-1-15,1 26 16,-1 27-16,1 0 16,25 0-16,1 26 15,0 0-15,0 52 16,-53 1-16,0-1 16,-26 27-16,0 26 15,-79-26-15,1-1 16,-27-25-16,0-1 15,0-26-15,52 1 16,27-27-16,0 0 0,26 26 31,0 0-15,0 0 0,26 1-16,27-1 15,-27 0-15,53 0 16,-27 1-16,27-27 15,-27 26-15,27-26 16,-27 0-16,1 26 16,-1-26-16,-25 26 15,-1 1-15</inkml:trace>
  <inkml:trace contextRef="#ctx0" brushRef="#br0" timeOffset="39647.07">20808 11073 0,'0'-26'15,"-27"26"1,1 0-16,0 0 16,0 0-16,-27 26 15,1 26-15,-1 27 16,1-26-16,26 52 16,-1-27-16,27 1 15,0 0-15,0-1 16,53-25-16,-1-1 15,1-25-15,-1-1 16,1-26-16,-1 0 16,1-26-16,-1-27 15,27 1-15,-53-53 16,0 26-16,-26 0 16,0 1-16,-26 25 15,-53 1-15,1-1 0,-27 27 16,0 26-16,26 0 15,0 0-15</inkml:trace>
  <inkml:trace contextRef="#ctx0" brushRef="#br0" timeOffset="42030.51">20467 7819 0,'0'-52'16,"0"25"-1,-27 54 17,27-1-17,0 26-15,0 1 16,0 26-16,0-27 16,0 27-16,0-27 15,0 1-15,-26-1 16,26-25-16,0-1 15,0 0-15,0 0 16</inkml:trace>
  <inkml:trace contextRef="#ctx0" brushRef="#br0" timeOffset="42247.58">20414 7924 0,'0'-26'0,"26"52"47,27 27-32,-1-27-15,1 26 16,-1-25-16,1 25 16,-1-26-16,27 1 0,-27-1 15,1-26-15</inkml:trace>
  <inkml:trace contextRef="#ctx0" brushRef="#br0" timeOffset="42446.98">21254 7819 0,'-27'0'0,"1"0"15,-26 0-15,-1 0 16,1 26-16,-1 1 15,1 25-15,-1 1 0,1 25 16,26-25 0,-1-1-16,1 1 0,0-1 15</inkml:trace>
  <inkml:trace contextRef="#ctx0" brushRef="#br0" timeOffset="42713.92">21227 7872 0,'0'-27'0,"0"-25"16,27 26-16,-27 52 47,0 26-47,0 53 15,0-26-15,0 26 16,0 0-16,-27 0 16,1 0-16,0 0 15,26 0-15,-26 0 16,26-26-16</inkml:trace>
  <inkml:trace contextRef="#ctx0" brushRef="#br0" timeOffset="43463.67">21175 7347 0,'-52'-79'15,"-27"27"-15,0-1 16,-26 27-16,0 26 15,0 0-15,-52 26 0,-1 79 16,-52 79-16,27 26 16,-27 52-16,0 53 15,52 52-15,27 27 16,53 26-16,25 26 16,27 0-16,26-26 15,52-27-15,53-51 16,0-1-16,26-53 15,1-25-15,51-53 16,1-53-16,52-52 16,27-53-16,-1-52 15,27-104-15,-1-80 0,1-52 16,-27-79-16,-52-53 16,-26-78-16,-27-52 15,-78-53-15,-53 0 16,-26-27-16,-105 80 15,-52 52-15,-53 78 16,-26 106-16,0 52 16,26 79-16,0 52 15,26 27-15,0 52 16,53 0-16</inkml:trace>
  <inkml:trace contextRef="#ctx0" brushRef="#br0" timeOffset="45597.28">22513 6691 0,'0'-79'0,"26"-26"16,1 0-16,-1 27 15,-26-1-15,0 26 16,0 27-16,0 52 47,0 53-47,0 79 0,0 51 15,0 80-15,0 78 16,0 53-16,-26 79 16,-53 78-16,0 27 15,1 25-15,-1 1 16,26-53-16,1 1 15,-1-27-15,27-53 16,-26-78-16,25-26 16,-25-53-16,-27-53 15,27-78-15,26-52 0,-1-53 16,1-79 0,26-131-16</inkml:trace>
  <inkml:trace contextRef="#ctx0" brushRef="#br0" timeOffset="46830.29">6796 5668 0,'-132'0'0,"-25"0"16,26 0-16,26 0 15,52 0-15,27 0 16,26 26-16,53 26 16,78-25-16,79 25 15,105 0-15,52-25 16,53-27-16,26 0 0,52 0 16,53 0-16,27 0 15,51 0-15,-77-27 16,-80-25-16,-131 26 15,-105 0-15,-131 26 16,-79-27-16,-78 27 16,-53 0-1,-53 27-15,1-1 16,0-26-16</inkml:trace>
  <inkml:trace contextRef="#ctx0" brushRef="#br0" timeOffset="47796.63">23589 8554 0,'0'-26'0,"0"78"47,0 27-31,0 26-16,0-26 16,0-1-16,0 1 15,0 0-15,0-27 16,0 1-16,0-1 15,-26 1-15,26-27 16,-26-26-16</inkml:trace>
  <inkml:trace contextRef="#ctx0" brushRef="#br0" timeOffset="47996.78">23510 8764 0,'-26'-53'0,"26"27"16,53 79 31,-1-1-32,1 1-15,25-1 16,-25 1-16,-1-1 16,27 0-16,-27-25 15,27-1-15,-26-26 0,25 0 16</inkml:trace>
  <inkml:trace contextRef="#ctx0" brushRef="#br0" timeOffset="48196.86">24691 8659 0,'0'-26'16,"0"-1"-16,-26 27 31,-27 0-31,-25 27 16,-1 25-16,26 1 15,1 25-15,0-25 16,-1 26-16,27-27 16,0 27-16,26-27 15,0-26-15</inkml:trace>
  <inkml:trace contextRef="#ctx0" brushRef="#br0" timeOffset="48413.23">24612 8659 0,'0'-26'16,"0"-1"-1,0 80 17,0 26-32,0 26 15,0 0-15,0-1 16,0 1-16,27 0 0,-27 0 15,26 0-15,0-26 16,-26 0-16</inkml:trace>
  <inkml:trace contextRef="#ctx0" brushRef="#br0" timeOffset="48863.59">24035 7662 0,'-26'-26'15,"0"-1"-15,26 1 16,0 52 15,-27 1-15,27 51-16,0-25 15,-26 25-15,0-25 16,0-1-16,26 1 16,-27-1-16,27 1 15,-26-53-15</inkml:trace>
  <inkml:trace contextRef="#ctx0" brushRef="#br0" timeOffset="49080.09">23956 7740 0,'0'-26'0,"0"0"16,27 78 15,51-25-15,1 51-16,0-25 15,26-27-15,-27 27 16,1-27-16,-26 0 16,-1 0-16,-26-26 15,1 0 1</inkml:trace>
  <inkml:trace contextRef="#ctx0" brushRef="#br0" timeOffset="49263.26">24639 7583 0,'0'-79'0,"0"27"15,0-1 1,0 27-16,0 52 31,0 53-15,0 0-16,0 0 16,26 25-16,-26 1 15,0 0-15,0-26 16,-26 26-16</inkml:trace>
  <inkml:trace contextRef="#ctx0" brushRef="#br0" timeOffset="51130.88">24035 10706 0,'0'-27'0,"0"1"16,-26 26 0,0-26-16,-1 26 15,1 0-15,0 0 16,-53 26-16,27 27 16,-27-1-16,27 27 15,25-27-15,1 27 16,26 0-16,0-1 15,53-25-15,25-27 0,1 0 16,26-26-16,0 0 16,26-26-16,-26-53 15,0 1-15,0-1 16,-53 0-16,-25-26 16,-27 27-16,-53 25 15,-26 1-15,-78 25 16,0 27-16,-27 0 15</inkml:trace>
  <inkml:trace contextRef="#ctx0" brushRef="#br0" timeOffset="53579.76">21123 6875 0,'0'26'16,"-27"-26"15,1-26-31,-26-1 16,25-25-16,1-27 16,26-26-16,0 0 15,79-26-15,26-26 0,52-27 16,27 0-16,52 27 15,53-27-15,-1 53 16,-25 52-16,-1 0 16,0 53-16,1 26 15,-27 0-15,-26 53 16,-53 25-16,-25 80 16,-27-1-16,-27 27 15,1-27-15,-53 1 16,0-1-16,1-52 15,-27-26-15,0 0 16,0-27-16,0-26 0,0 1 31,0-54-15,-27-25 0,-25-53-16,0-26 15,-27 0-15,26-27 16,-52 1-16,-52 52 15,-27 26-15,-52 27 16,-26 52-16,-53 0 16,-26 52-16,0 79 15,-1 27-15,28 25 16,25 27-16</inkml:trace>
  <inkml:trace contextRef="#ctx0" brushRef="#br0" timeOffset="57512.57">19496 14143 0,'0'-26'0,"0"-1"0,0 106 62,0 0-46,0 26-16,0-26 16,0 26-16,-27-27 15,1 1-15,0 0 16,0-27-16</inkml:trace>
  <inkml:trace contextRef="#ctx0" brushRef="#br0" timeOffset="57712.96">19443 14195 0,'26'0'47,"27"0"-47,26 53 15,26-1-15,26 27 16,0-26-16,-26-1 16,-53 1-16,1-1 15,-27 1-15,-26-27 16,0 0-16</inkml:trace>
  <inkml:trace contextRef="#ctx0" brushRef="#br0" timeOffset="57912.93">20204 13986 0,'0'-27'0,"0"106"47,0 0-32,0 26-15,0 0 16,0 0-16,0 0 15,0 0-15,0-1 16,0 1-16</inkml:trace>
  <inkml:trace contextRef="#ctx0" brushRef="#br0" timeOffset="58180.51">19391 15796 0,'0'53'47,"0"-1"-32,-27 27-15,1-27 16,26 27-16,-26-27 16,26 1-16,-26-27 15</inkml:trace>
  <inkml:trace contextRef="#ctx0" brushRef="#br0" timeOffset="58379.46">19364 15717 0,'0'-26'0,"0"0"16,27 26 15,25 52-31,1 1 16,25-27-16,1 27 16,-26-1-16,-1-26 15,-26 27-15,27-53 16,-27 0-16</inkml:trace>
  <inkml:trace contextRef="#ctx0" brushRef="#br0" timeOffset="58546.07">20283 15665 0,'0'-26'16,"-26"26"15,-27 26-31,-52 26 16,26 27-16,-25 0 15,25 0-15,26-1 16,1 1-16,26-27 16</inkml:trace>
  <inkml:trace contextRef="#ctx0" brushRef="#br0" timeOffset="58746.11">20073 15770 0,'0'-26'16,"0"52"15,0 53-31,0-1 16,0 27-16,-26 0 16,-1 0-16,1 0 15,0-26-15,-26 26 16</inkml:trace>
  <inkml:trace contextRef="#ctx0" brushRef="#br0" timeOffset="59029.44">19706 16846 0,'0'26'31,"0"0"-15,0 53-16,0 0 16,0-27-16,-27 1 15,1-1-15,0 0 16,0 1-16,-1-1 15,1-52-15,0 27 16</inkml:trace>
  <inkml:trace contextRef="#ctx0" brushRef="#br0" timeOffset="59379.44">19601 16924 0,'26'-52'0,"26"-1"15,1 27-15,-1 0 16,27 0-16,-26 26 15,-1 0-15,0 0 16,-25 52-16,-27 1 16,0-1-16,0 1 15,-79-1-15,0 1 16,-26-1-16,27-26 16,-1 1-16,26-27 15,27 0-15,0 0 16,78 0 15,27 26-15,0 0-16,0 0 15,-1 0-15,-25 1 16,-1-1-16,1 0 16,-1 27-16,1-27 15,-1 26-15,-52-25 16</inkml:trace>
  <inkml:trace contextRef="#ctx0" brushRef="#br0" timeOffset="59762.54">19942 17790 0,'-53'27'31,"27"-1"-31,-26 52 16,-1-25-16,53-1 16,0 1-16,0-1 15,0 1-15,26-1 16,27-25-16,-1-1 16,1-26-16,-1 0 15,27 0-15,-53 0 16,27-26-16,-27-27 0,-26 1 15,0-1-15,0 27 16,-26-27-16,-1 27 16,-25 0-16,-1 26 15,1-26-15,0 26 16,-1 0-16,1 0 16,25 0-16,1 0 15</inkml:trace>
  <inkml:trace contextRef="#ctx0" brushRef="#br0" timeOffset="60362.93">20571 14484 0,'0'-79'0,"0"27"0,-26-1 16,0 1-16,-26-1 15,-27 27-15,-26 26 16,-26 26-16,-79 79 16,-26 53-16,-79 78 15,26 53-15,27 26 16,26 52-16,52 53 15,79 0-15,52-27 16,53 1-16,105-27 16,79-52-16,52-26 15,53-53-15,26-53 0,-27-51 16,27-80-16,26-52 16,0-79-16,27-104 15,25-80-15,1-52 16,-27-78-16,-78-27 15,-53-52-15,-105-27 16,-78 1-16,-106-1 16,-157 53-16,-183 52 15,-106 132-15,-104 78 16,-27 79-16,27 105 16,25 27-16,53 104 15</inkml:trace>
  <inkml:trace contextRef="#ctx0" brushRef="#br0" timeOffset="87877.74">10915 6875 0,'0'-27'0,"0"1"16,0 0-1,27 26 48,-27 26-63,26 0 16,-26 1-16,0-1 15,0 0-15,0 0 313,0 1-298,0-1 1,0 0-16,0 0 16,0 1-1,0-1-15,0 0 0,0 0 16,0 0-16,0 1 15,0-1 17,0 0 15,0 0-1,0-52 79,0-26-125,0-1 16,0 1-16,26-1 16,-26 1-16,0-1 15,0 27-15,0-26 16,0 25-16,0 1 16,0 0-16,0 0 15,26 26 1610,0 0-1609</inkml:trace>
  <inkml:trace contextRef="#ctx0" brushRef="#br0" timeOffset="89760.85">11046 6953 0,'0'-26'0,"0"0"15,0 0-15,-26-1 16,26 1 0,-26 0-1,0 26 1,26 26 46,0 27-62,0-1 16,0 27-16,0-27 16,0 1-16,0-1 15,-26 1-15,-1-1 16,27 1-16,-26-27 16,0 0-1,26 0-15</inkml:trace>
  <inkml:trace contextRef="#ctx0" brushRef="#br0" timeOffset="90010.48">10968 6953 0,'0'-26'15,"0"0"-15,0 0 31,26 52-15,0 0 0,53 0-16,-27 27 15,27-1-15,-26 1 16,25-27-16,1 26 16,-26 1-16,25-27 0,-25 27 15,-1-27-15,-26-26 16,1 0-16</inkml:trace>
  <inkml:trace contextRef="#ctx0" brushRef="#br0" timeOffset="90294.75">11834 6691 0,'0'-53'0,"0"27"15,0-26-15,0 25 16,0 1 0,0 79 15,0-1-15,0 1-16,-27 25 15,27 1-15,0 26 16,0-26-16,0 0 15,-26-1-15,26-25 16,0-1-16,-26 27 16,26-53-16</inkml:trace>
  <inkml:trace contextRef="#ctx0" brushRef="#br0" timeOffset="91760.76">10732 12175 0,'0'-26'16,"26"26"46,-26 26-62,0 53 16,26-27-16,-26 27 16,0-27-1,0 1-15,0-1 0,0 1 16,0-27-16,0 27 16,0-27-16,0 0 15,0 0 1</inkml:trace>
  <inkml:trace contextRef="#ctx0" brushRef="#br0" timeOffset="92110.86">10207 12280 0,'-26'-26'0,"26"-1"16,52 1 0,53 26-1,26-26-15,27 0 16,-27 0-16,26-1 16,-26 27-16,-26-26 15,-26 26-15,-53 0 16,-52 0 78,0 26-79</inkml:trace>
  <inkml:trace contextRef="#ctx0" brushRef="#br0" timeOffset="93193.99">10522 13881 0,'0'-53'0,"0"27"0,0 0 16,0 52 62,0 26-62,0 53-16,0 0 15,-27 0-15,27-26 16,0 0-16,0-1 15,0 1-15,0-26 16,0-27-16,0 0 0,27-26 16,-1-26-1</inkml:trace>
  <inkml:trace contextRef="#ctx0" brushRef="#br0" timeOffset="93377.05">10574 13959 0,'0'-26'16,"0"0"-16,26 78 62,27 1-46,26-1-16,-1-26 16,27 27-16,-26-27 15,0 0-15,-27-26 0</inkml:trace>
  <inkml:trace contextRef="#ctx0" brushRef="#br0" timeOffset="93543.91">11414 13776 0,'-53'0'16,"1"0"-16,-27 0 15,0 52-15,1 27 16,-1-27-16,27 27 15,-1 0-15,53 26 16,-26-27-16,26-25 0,0-1 16</inkml:trace>
  <inkml:trace contextRef="#ctx0" brushRef="#br0" timeOffset="93760.86">11309 13933 0,'0'-26'16,"0"0"-16,0 52 47,0 53-47,0-1 16,-26 27-16,-1 0 0,27 0 15,0 0 1,0-26-16,-26 26 0</inkml:trace>
  <inkml:trace contextRef="#ctx0" brushRef="#br0" timeOffset="94044.8">10810 15376 0,'0'-26'16,"0"52"15,0 27-31,-26 25 16,0 1-16,0 26 15,26-26-15,-27 0 16,1-1-16,26-25 15,-26-1-15,0 1 16</inkml:trace>
  <inkml:trace contextRef="#ctx0" brushRef="#br0" timeOffset="94393.94">10653 15507 0,'0'-52'16,"26"26"-16,0-1 15,27 1-15,26 0 16,-1 26-16,1 0 16,-27 0-16,1 26 15,-27 27-15,-26-1 16,0 1-16,-26-1 16,-53 1-16,1-27 15,-27 26-15,26-25 16,26-27-16,1 0 0,78 0 47,27 26-47,52-26 15,-27 26-15,27 0 16,-26 27-16,0-27 16,-27 27-16,1-27 15,-1 26-15,-26 1 16,-26-27-16,0 26 15</inkml:trace>
  <inkml:trace contextRef="#ctx0" brushRef="#br0" timeOffset="94810.92">10915 17056 0,'0'-27'0,"-52"54"47,26 25-32,-27 27-15,27-27 16,26 27-16,0-27 0,26 1 16,53-1-16,0-25 15,-1-1-15,27-26 16,0 0-16,-26-53 16,0 1-16,-27-27 15,1-26-15,-53 27 16,0-54-16,0 54 15,-53-1-15,-52 53 16,0 26-16,-52 0 16,-1 52-16,27 27 15,26 26-15</inkml:trace>
  <inkml:trace contextRef="#ctx0" brushRef="#br0" timeOffset="111642.56">21044 13828 0,'0'-26'0,"-26"26"16,-1 0-16,1 0 15,-53 0-15,1 0 16,-27 0-16,-27 26 16,1 27-16,0-27 15,0 26-15,26 1 16,26-1-16,27-26 15</inkml:trace>
  <inkml:trace contextRef="#ctx0" brushRef="#br0" timeOffset="118242.33">21175 6848 0,'-26'0'0,"26"-52"0,0-53 16,52-26-16,79-27 15,79-52-15,27 27 16,25-27-16,53 26 16,26 53-16,0 0 15,0 52-15,-26 53 16,-53 26-16,-25 52 16,-28 79-16,-51 27 15,-1-1-15,-52 27 16,-26-53-16,0 0 0,-27-26 15,-26 0 1,-26-52-16,0-1 0,0-26 16,0-52 15,-52-79-15,-27 0-16,-26-52 15,27 26-15,-27-27 16,0 27-16,-27 0 15,1 52-15,-52 0 16,-27 53-16,-53 26 16,-52 0-16,1 53 15,-1 25-15,0 1 16,26 52-16,27-26 0,26 53 16,52-1-16,26 27 15,27-27-15,53 1 16,51-53-16,1 0 15,26-53-15,0 1 16,26-80 15,27-78-31,78-52 16,0-1-16,27 1 16,25 0-16,27 25 15,53 1-15,-1 0 16,53 26-16,-26 26 15,52 27-15,-26 26 0,-1 26 16,-51 26-16,-1 53 16,-78-1-16,-53 27 15,-52-26-15,-53 26 16,-26 0-16,0 0 16,-52 0-16,-27-26 15,0 25-15</inkml:trace>
  <inkml:trace contextRef="#ctx0" brushRef="#br0" timeOffset="128458.17">13854 5615 0,'-79'0'16,"1"-26"-16,51 26 15,1 0-15,131 0 32,53-26-17,104-1-15,79 1 16,26-53-16,53 27 15,0-1-15,-26 27 16,-1-26-16,-25 52 16,-27-27-16,-26 27 15,-105 27-15,-53-1 16,-52 26-16</inkml:trace>
  <inkml:trace contextRef="#ctx0" brushRef="#br0" timeOffset="146524.54">7215 14300 0,'-104'0'0,"51"0"16,27 0-16,0 0 16,52 0-1,79 27 1,26-27-16,53 0 16,-1 0-16,-25 0 0,-27 0 15,0 0 1,-52 0-16,-27 0 0,-25 26 15,-1-26-15</inkml:trace>
  <inkml:trace contextRef="#ctx0" brushRef="#br0" timeOffset="146824.63">7242 14117 0,'-27'0'0,"1"0"16,0 0 0,-53 0-16,-26 52 0,0-26 15,0 27-15,27-27 16,25 27-16,1-27 16,26 0-16,26 0 15,0 1-15,0 25 16,52 1-16,27-27 15,-1 26-15,1-25 16,-26 25-16,25-26 16,-51 0-16,-1-26 15,-26 27-15</inkml:trace>
  <inkml:trace contextRef="#ctx0" brushRef="#br0" timeOffset="147340.54">3621 13644 0,'0'-26'16,"-53"26"-16,1 26 16,-27 27-16,-26 26 15,26-1-15,27 1 16,26-26-16,26 25 16,0-25-16,0 25 15,52-51-15,27-1 16,0-26-16,-27 0 15,27 0-15,-27-53 16,27-25-16,-53-1 16,27-26-16,-27 26 15,0 27-15,-26 26 16,0-1-16,0 54 16,0 25-1,26 27-15,-26 26 16,0 0-16,0 0 15,0 0-15,0 0 16,0 0-16,-26 0 16,26-27-16,-26-25 15,26-1-15,26-52 16</inkml:trace>
  <inkml:trace contextRef="#ctx0" brushRef="#br0" timeOffset="147657.41">4382 14222 0,'0'-79'0,"0"26"16,0 27-16,0 0 15,-53 0-15,1 26 16,-27 0-16,0 26 16,0 26-16,27-25 15,0 25-15,25 1 16,27-27-16,0 0 15,53-26 1,-1 0-16,1 0 16,-1-26-16,-26 0 15,1 26-15,-1 0 16,0 52-16,0 1 16,1 52-16,-27-27 15,26 1-15,-26-26 16,0-27-16,26 0 15,0-26-15,27 0 16</inkml:trace>
  <inkml:trace contextRef="#ctx0" brushRef="#br0" timeOffset="148157.79">7557 10863 0,'-79'0'0,"26"0"16,132 0-1,79 0-15,104-26 16,27 0-16,-1-1 16,1 1-16,-79 0 15,-27 26-15,-25 0 0,-53 0 16,-26 0-1,-53 0-15,-26 26 0</inkml:trace>
  <inkml:trace contextRef="#ctx0" brushRef="#br0" timeOffset="151373.34">4828 10023 0,'-53'0'16,"-26"0"-16,1 0 15,-1 27-15,0 25 16,1 27-16,51 0 0,1 25 16,26 1-1,0-26-15,26 0 0,27 0 16,26-27-16,-1-26 16,1-26-16,-27 0 15,53 0-15,-52-52 16,26-27-16,-53 0 15,0 1-15,-26 25 16,0 1-16,0-1 16,-52 53-16,-27 0 15,-26 0-15,26 26 16,-26 1-16,53 25 16,26-26-16,26 27 15,0-27-15,0 0 16,26-26-16</inkml:trace>
  <inkml:trace contextRef="#ctx0" brushRef="#br0" timeOffset="151740.25">5405 10155 0,'-26'-27'16,"26"-25"-16,0 26 16,26-1-16,26 1 0,27 26 15,0 0 1,0 0-16,-27 53 0,-52-1 16,0 1-16,-26 25 15,-27-25-15,-25-1 16,25-26-16,27 1 15,26 25-15,52-26 16,53 1-16,0-27 16,-26 26-16,-26 0 15,-27-26-15,-26 26 16,-79 1-16,-78 25 16,-53 1-16,-26-1 15,26 1-15</inkml:trace>
  <inkml:trace contextRef="#ctx0" brushRef="#br0" timeOffset="152423.42">3857 13225 0,'0'-27'0,"-53"27"16,-25 27-1,-1 25-15,-52 27 0,26 26 16,0 0 0,0 0-16,26 0 0,27 0 15,25-27-15,1-25 16,26-1 0,26 1-16,53-27 0,52-26 15,1 0-15,25 0 16,0 0-16,1-26 15,-1-1-15,-52 27 16,-26-26-16,-53 0 16</inkml:trace>
  <inkml:trace contextRef="#ctx0" brushRef="#br0" timeOffset="152673.5">3726 13513 0,'-27'-26'0,"27"105"47,0 26-31,0 26-16,0 53 16,0-27-16,-26 27 15,0-1-15,0 1 16,-1-27-16,27 1 15,0-53-15,0 0 16,0-26-16,27-27 0,25-26 16</inkml:trace>
  <inkml:trace contextRef="#ctx0" brushRef="#br0" timeOffset="153173.35">4749 14090 0,'0'-26'0,"26"-26"15,-26-1-15,0 1 16,0-1-16,0 27 0,0 0 15,-26 26-15,-53 0 16,1 0-16,-27 26 16,-27 27-16,54 25 15,-1-25-15,53 25 16,-1 1-16,27-26 16,0-1-16,53-26 15,-1 1-15,27-27 16,26 0-16,-26-27 15,0-25-15,-1-27 16,-52 27-16,27-27 16,-53 27-16,26 25 0,-26 1 15,0 79 17,0 78-32,0 0 15,0 53-15,0-1 16,0 1-16,-26 0 15,26-27-15,-26 27 16,-27-27-16,-25 1 16</inkml:trace>
</inkml:ink>
</file>

<file path=ppt/ink/ink11.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4T10:11:08.276"/>
    </inkml:context>
    <inkml:brush xml:id="br0">
      <inkml:brushProperty name="width" value="0.05292" units="cm"/>
      <inkml:brushProperty name="height" value="0.05292" units="cm"/>
      <inkml:brushProperty name="color" value="#C00000"/>
    </inkml:brush>
  </inkml:definitions>
  <inkml:trace contextRef="#ctx0" brushRef="#br0">918 4775 0,'-26'0'16,"-27"0"-16,1 27 0,26-27 16,-1 0-16,1 0 15,-26 0-15,52 26 16,-27-26-16,1 0 15,0 0 267,0 0-267,26 26 17,-27-26 186,80-52 329,26-27-547,78-26 16,27 0-16,26-26 15,26 0-15,0-27 16,26 1-16,1-1 16,-27 27-16,-26 26 15,-79 26-15,-26 53 16,-53 0-16,-25 0 16,-80 26 15,-52 52-16,-52 27 1,-27 0-16,-26 26 0,-26 26 16,-53 0-16,1 26 15,-1 1-15,53-1 16,26-26-16,53-26 16,25 0-16,54-26 15,25-53-15,27 1 16,105-54-1,78-51 1,106-54-16,51-25 16,80-27-16,0-26 15,-1 1-15,27-28 16,-26 1-16,-1 0 0,-52-26 16</inkml:trace>
  <inkml:trace contextRef="#ctx0" brushRef="#br0" timeOffset="9268.45">11650 7740 0,'-52'27'16,"-1"-1"-16,1 26 15,-27-25-15,-26-1 16,26 0-16,-26 27 16,0-53-16,53 26 15,-1-26-15,53 26 16,131-105 0,106 1-1,104-80-15,79 1 16,-1-27-16,1 27 0,-26-27 15,-53 53-15,-79 0 16,-78 52-16,-79 26 16,-53 27-16,-52 0 15,-78 26 1,-27 26 0,0 0-16,26 27 15,0-27-15,53 0 16</inkml:trace>
  <inkml:trace contextRef="#ctx0" brushRef="#br0" timeOffset="16265.78">13251 10968 0,'-158'26'16,"27"0"-16,0 27 15,52-27-15,53-26 16,0 0-16,78-105 31,106-26-31,78-53 16,105-52-16,52 26 0,27 0 16,0 0-1,-26 27-15,-53 25 0,-79 27 16,-52 52-16,-52 27 15,-80-1-15,-25 53 16,-80 27 31,-25-1-31,0 26-16,-1-52 15</inkml:trace>
  <inkml:trace contextRef="#ctx0" brushRef="#br0" timeOffset="18732.37">1075 14012 0,'-131'105'0,"52"0"0,1-27 16,52-25-16,-1-53 15,54 0 1,77-79-16,80-78 16,131-79-16,52-53 15,79-26-15,1 0 16,-1 0-16,-53 27 15,-78 78-15,-105 52 16,-105 80-16,-79 51 16,-78 54-1,-106 25-15,-52 27 16</inkml:trace>
</inkml:ink>
</file>

<file path=ppt/ink/ink12.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4T10:13:20.884"/>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
  </inkml:definitions>
  <inkml:trace contextRef="#ctx0" brushRef="#br0">9944 8501 0,'27'-26'0,"-1"0"15,-26 0-15,0-1 16,0 1-16,0 0 15,-26 0-15,-27 26 16,1 0-16,-27 0 16,0 0-16,1 26 15,-1 0-15,26 0 16,1 27-16,26-1 16,-1 1-16,27-1 15,0-25-15,0 25 16,27 1-16,25-27 15,1 26-15,25-25 16,-25-1-16,52 0 16,-27-26-16,1 26 0,0 1 15,0-27 1,-27 26-16,1 0 0,-27-26 16,-26 26-16,0 0 31,-79 1-31,-26-27 15,-26 26-15,0-26 16,0 26-16,52-26 16,0 0-16,27 0 15,52-26 1,52-27-16</inkml:trace>
  <inkml:trace contextRef="#ctx0" brushRef="#br0" timeOffset="385.08">10810 8869 0,'-26'-26'0,"52"26"62,27 0-62,52 0 16,26 0-16,0 0 15,27 0-15,-27 0 16,-79 0-16,1 0 16,-27 0-16,-52 0 47,0 0-47</inkml:trace>
  <inkml:trace contextRef="#ctx0" brushRef="#br0" timeOffset="866.74">9682 10023 0,'-26'-26'0,"26"52"78,0 53-62,0-26-16,0 25 15,0 1-15,0-27 16,26 1-16,-26-1 0,26 1 15,-26-27-15,0 0 16,0 1-16,0-1 16,-52-26-1</inkml:trace>
  <inkml:trace contextRef="#ctx0" brushRef="#br0" timeOffset="1099.93">9157 9997 0,'-26'-26'0,"52"26"32,27 0-32,52 0 15,0 0-15,26 0 16,0 0-16,-26 0 15,0-26-15,-26 26 16,-27 0-16,1 0 16,-1 0-16,-26 0 15</inkml:trace>
  <inkml:trace contextRef="#ctx0" brushRef="#br0" timeOffset="1450.19">10732 10286 0,'0'-26'15,"26"52"48,26-26-63,27 0 15,26 0-15,26 0 16,0 0-16,-52 0 0,0 0 16,-53 0-1,-78 0 32</inkml:trace>
  <inkml:trace contextRef="#ctx0" brushRef="#br0" timeOffset="2201.77">9341 11388 0,'0'-26'0,"0"78"78,0 27-62,0-1-1,0 1-15,0 26 0,0-26 16,26 0-16,27-27 16,-27 1-16,26-1 15,1-26-15,-27 1 16,0-27-16,27 0 16,-27 0-16,53 0 15,-27-53-15,27-26 16,-27 1-16,-25-27 15,-1 0-15,-26 26 16,26 0-16,-26 27 16,0-1-16,0 27 15,0 0 1</inkml:trace>
  <inkml:trace contextRef="#ctx0" brushRef="#br0" timeOffset="2500.12">10653 11834 0,'26'0'47,"53"0"-47,26 0 15,26 0-15,0 0 16,-26 0-16,26 0 15,-52 0-15,0 0 16,-27 0-16,1 0 16</inkml:trace>
  <inkml:trace contextRef="#ctx0" brushRef="#br0" timeOffset="2982.98">9288 12910 0,'-26'-27'0,"26"1"16,-26 26 0,26 26 31,52 1-32,1-1-15,-1 26 16,1 1-16,-1-27 15,-25 0-15,25 27 16,1-27-16,-27 0 16,26 1-16,-25-27 15,25 0-15</inkml:trace>
  <inkml:trace contextRef="#ctx0" brushRef="#br0" timeOffset="3233.2">10023 12857 0,'0'-26'0,"0"-26"16,0 25-16,-26 80 63,0-1-48,-1 27-15,-25-27 16,26 27-16,-1-26 15,1 25-15,0-25 16,26-1-16,0 1 16,0-27-16,0 0 15</inkml:trace>
  <inkml:trace contextRef="#ctx0" brushRef="#br0" timeOffset="3499.85">10600 13120 0,'53'0'32,"26"0"-17,26 0-15,0 0 0,26-27 16,0 27-16,-26 0 15,0-26-15,-26 26 16,-53 0-16,0 0 16,0 0-16</inkml:trace>
  <inkml:trace contextRef="#ctx0" brushRef="#br0" timeOffset="4316">9210 14353 0,'0'-26'0,"-27"-1"16,27 54 31,0 25-32,0 1-15,0 25 16,0-25-16,0-1 15,0-25-15,0 25 16,27-26-16,-1-26 16,0 26-16,0-26 15,1-26 1,25-26-16,-26-27 16,1 27-16,-1-1 15,-26 1-15,26 25 16,-26 54 46,26 25-62,1 27 16,-27-27-16,26-25 16,0 25-16,0-26 15,27 0-15,-27 1 0,0-27 16,1 0-1,25 0-15,0 0 0,1-53 16,-27 27-16,0-53 16,-26 27-16,0-27 15,0 27-15,0-27 16,0 53-16,0-1 16,-26 1-16,26 0 15,0 52 16</inkml:trace>
  <inkml:trace contextRef="#ctx0" brushRef="#br0" timeOffset="4632.79">10705 14694 0,'27'0'47,"51"-26"-47,1 26 15,26 0-15,0 0 16,-26 0-16,26 0 0,-27-26 15,1 26 1,0 0-16,-53 0 0,0 0 16,1 0-16,-54 26 31</inkml:trace>
  <inkml:trace contextRef="#ctx0" brushRef="#br0" timeOffset="4983.78">9210 15534 0,'0'-27'15,"-27"27"-15,27 27 32,53 25-17,-1 27-15,1-27 16,-1 27-16,1-26 15,-1-1-15,1 1 0,-27-27 16,0 0-16,1-26 16,-1 26-16,0-26 15,27 0-15</inkml:trace>
  <inkml:trace contextRef="#ctx0" brushRef="#br0" timeOffset="5200.12">9813 15665 0,'0'-53'15,"-26"27"1,0 26 15,-27 53-31,-25-1 16,-27 27-16,26 0 0,0-27 16,27 27-1,-1-27-15,-26 1 0,53-1 16,0 1-16,0-27 15,26 0-15</inkml:trace>
  <inkml:trace contextRef="#ctx0" brushRef="#br0" timeOffset="5500.13">10469 16006 0,'0'-26'31,"26"26"-15,53 0-1,26 0-15,26 0 16,27 0-16,-27 0 15,0 0-15,0 0 16,1 0-16,-54 0 16,1 0-16,-53 0 15,0 0-15,1 0 16,-54 26-16</inkml:trace>
  <inkml:trace contextRef="#ctx0" brushRef="#br0" timeOffset="5882.55">8659 17239 0,'0'26'63,"26"27"-63,26-1 15,1 1-15,-1-1 16,1 1-16,-1-27 16,1 0-16,-27 1 15,27-27-15,-27 0 16,0 0-16,26 0 0</inkml:trace>
  <inkml:trace contextRef="#ctx0" brushRef="#br0" timeOffset="6183.73">9341 17239 0,'-26'0'0,"26"-26"16,-27 26-16,1 26 62,0 0-62,26 53 16,-26 26-16,-1-26 15,1 0-15,26-1 0,0 27 16,0-26-16,0 0 16,0-1-16,26 1 15,1-26-15,-27-1 16,0 1-16,0-27 16,0 0-16,26-26 15,26 0 1,1-52-1</inkml:trace>
  <inkml:trace contextRef="#ctx0" brushRef="#br0" timeOffset="6483.67">10338 17817 0,'0'-27'16,"26"27"15,53 0-31,52 0 16,27 0-16,25 0 16,27-26-16,-26 26 15,0 0-15,-53 0 0,-26 0 16,-27 0-1,-51 0-15,-80-26 47,-26 26-47</inkml:trace>
  <inkml:trace contextRef="#ctx0" brushRef="#br0" timeOffset="13199.14">9472 6192 0,'-26'0'0,"26"-26"125,26 26-63,0 0-62,1 0 0,-1 0 16,26 26-16,1-26 16,-1 0-16,1 0 15,-27 0-15,0 0 16,27 0-16,-1 0 16,-26 0-16,27 0 15,-1 0-15,-25 0 16,25 0-16,1 0 15,-27 0-15,26 0 16,-25 0-16,-1 0 16,0 0-16,26 0 15,-25 0-15,25 0 16,-26 0-16,1 0 0,-1 0 16,0 0-16,0 0 15,27 0-15,-27 0 16,0 0-16,27 0 15,-1 0-15,-25 0 16,25 0-16,1 0 16,-27 0-16,26 27 15,-26-27-15,27 0 16,-27 0-16,0 0 16,1 0-16,-1 0 15,0 0-15,0 0 16,1 0-16,-1 0 0,26 0 15,-25 0-15,-1 0 16,26 0-16,-25 0 16,25 0-16,-26 26 15,27-26-15,-27 0 16,0 0-16,0 0 16,1 0-16,25 0 15,-26 0-15,1 0 16,25 26-16,-26-26 15,27 0-15,-27 0 16,27 0-16,-27 0 16,0 0-16,0 0 15,1 0-15,-1 0 16,26 0-16,1 0 0,-1 0 16,-26 0-16,27 0 15,-27 0-15,0 0 16,1 0-16,-1 0 15,0 0-15,0 0 16,1 0-16,-1 0 16,26 26-16,1-26 15,-1 0-15,1 0 16,-1 0-16,-25 0 16,25 0-16,-26 0 15,0 0-15,1 0 16,-1 0-16,0 0 15,0 0-15,1 0 0,25 0 16,1 0-16,-1 0 16,1 0-16,-1 0 15,1 0-15,-1 0 16,0 0-16,-25 0 16,-1 0-16,26 0 15,-25 0-15,25 0 16,-26 0-16,27 0 15,-27 0-15,27 0 16,-27 0-16,0 0 16,0 0-16,1 0 15,25 0-15,-26 0 16,27 0-16,-1 0 0,-26 0 16,1 0-16,25 0 15,-26 0 1,1 0-16,25 0 15,-26 0-15,1 0 16,25 0-16,1 0 16,-27 0-16,26 0 15,1 0-15,-1 0 16,-25 0-16,-1 0 16,26 0-16,-26 0 15,53 0-15,-26-26 16,25 26-16,-25 0 0,-1-26 15,1 26-15,-1 0 16,-25 0-16,25-26 16,-26 26-1,1 0-15,-1-27 16,26 27-16,-26 0 16,1 0-16,-1 0 15,0 0-15,0 0 16,27 0-16,-27 0 15,0 0-15,1-26 16,25 26-16,1 0 16,-1 0-16,1 0 15,-27 0-15,26 0 16,-25 0-16,-1 0 16,0 0-16,0 0 0,0 0 15,1 0-15,-1 0 16,0 0-16,27 0 15,-27 0-15,0 0 16,27 0-16,-27 0 16,0 0-16,0 0 15,27 0-15,-27 0 16,0 0-16,27 0 16,-1 0-16,-26 0 15,1 0-15,-1 0 16,0 0-16,0 0 15,27 0-15,-1 0 0,1 0 16,-27 0-16,0 0 16,1 0-16,-1 0 15,0 0-15,0 0 16,1 0-16,-1 0 16,0 0-16,27 0 15,-27 0-15,0 0 16,0 0-16,27 0 15,-27 0-15,0 0 16,0 0 0,1 0-1,-1 0-15,0 0 16,0 0-16,1 0 16,-1 0-1,0 0 1,0 0-1,1 0-15,-1 0 16,0 0-16,27 0 16,-27 0-16,26 0 15,-25 0-15,-1 0 16,0 0-16,0 0 31,0 0-15,1 0-1,-1 0 1,0 0 0,-26 26 46,-52-26-31,-27 0-31,-52 0 16</inkml:trace>
  <inkml:trace contextRef="#ctx0" brushRef="#br0" timeOffset="16148.93">8370 7111 0,'-26'0'16,"26"26"62,26-26-63,0 0-15,1 0 16,-1 0-16,0 0 16,0 0-1,0 0 16,1 26-15,-1-26-16,0 0 16,27 0-16,-27 0 15,0 0-15,0 26 16,1-26-16,-1 0 16,26 0-16,-25 0 0,25 0 15,-26 0-15,1 27 16,-1-27-16,26 0 15,1 0-15,-27 0 16,26 0-16,1 0 16,-27 0-16,27 0 15,-1 0-15,-26 0 16,27 0-16,-1 0 16,27 0-16,0 0 15,-27 0-15,27 0 0,-27 0 16,1 0-1,-1 0-15,1 0 0,-1 0 16,1 0-16,-1 0 16,1 0-16,-1 0 15,1 0-15,-27 0 16,26 0-16,1 0 16,-27 0-16,27 0 15,-27 0-15,0 0 16,27 0-16,-1 0 15,1 0-15,-27 0 16,26 0-16,1 0 16,-1 0-16,1 0 15,-1 0-15,27-27 16,-27 27-16,-25 0 0,25 0 16,-26 0-1,1 0-15,-1 0 16,0-26-16,0 26 15,27 0-15,-1 0 16,1 0-16,-1 0 16,1 0-16,-1 0 15,-26 0-15,1 0 16,-1 0-16,0-26 16,0 26-16,27 0 15,-1 0-15,1 0 16,-1 0-16,1 0 15,-27 0-15,0 0 16,1 0-16,-54 0 63,-78 0-63</inkml:trace>
  <inkml:trace contextRef="#ctx0" brushRef="#br0" timeOffset="20148.8">13775 5326 0,'27'0'156,"25"0"-140,1 27-16,-27-27 15,26 0-15,1 0 16,-1 0-16,27 26 16,0-26-16,-27 0 15,27 0-15,-27 0 16,27 0-16,-26 0 16,-1 0-16,27 0 15,-27 0-15,27 0 0,0 0 16,-27-26-1,27 26-15,0 0 0,-27 0 16,1 0-16,-1 0 16,1-27-16,-1 27 15,1 0-15,-27 0 16,26 0-16,1 0 16,-1 0-16,1 0 15,-27 0-15,26 0 16,-25 0-16,-1 0 15,0 0-15,27 0 16,-27 0-16,26 0 0,1 0 16,-1 0-1,1 0-15,-1 0 0,1 0 16,-27 0-16,0 0 16,0 0-16,1 0 15,-1 0 1,0 0-16,0 0 15,27 0-15,26 0 16,-27 0-16,-26 0 16,27 0-16,-27 0 15,0 0-15,0 0 16,1 0 0,-1 0-1,26 0-15,-25 0 0,-1 0 16,26 0-16,1 0 15,-27 0-15,0 0 16,1 0-16,-1 0 16,0 0-1,0 0-15,1 0 16,-1 0 0,0 0-16,0 0 15,1 0-15,25 0 16,-26 0-16,0 0 15,1 0-15,-1 0 16,0 0-16,0 0 16,1 0-16,-1 0 15,0 0 1,0 0-16,27 0 16,-27 0-1,0 0 1,1 0-16,-1 0 15,0 0 1,0 0 0,1 0-16,-1 0 15,0 0-15,0 0 16,27 0-16,-27 27 16,0-27-16,0 0 46,1 0-30,-1 0-16,0 0 16,0 0-16,1 0 15,-1 0 17,0 0-17,0 0 1,1 0 46,-1 26-46,0-26 0,0 0-16,1 0 15,-54 0 204,-51 0-203,-1 0-16</inkml:trace>
  <inkml:trace contextRef="#ctx0" brushRef="#br0" timeOffset="21899.51">20099 4592 0,'0'-27'32,"-26"1"-17,26 0 1,-26 26 15,-1 0-15,1 0-1,0 0 1,0 0 0,0 0-16,78 0 62,0 0-46,27 26-16,0-26 15,26 0-15,0 0 16,26 26-16,0-26 16,-26 0-16,0 0 15,0 27-15,-26-27 16,-27 0-16,27 0 16,0 0-16,26 0 0,-27 0 15,27 0 1,-52 0-16,26 0 0,-27 0 15,27 0-15,-27 0 16,1 0-16,-1 0 16,1 0-16,-27 0 15,26 0-15,1 0 16,-27 0-16,0 0 16,1 0-16,-1-27 15,0 27 16,0 0-15,1 0 0,-1 0-1,0 0-15,0 0 0,1 0 16,-1 0-16,0 0 16,0 0-16,0 0 15,1 0 1,-1 0-1,0 0 1,0 0 15,1 0 1,-1 0-17,0 0-15,0 0 0,1 0 16,-1 0-16,-131 0 344</inkml:trace>
  <inkml:trace contextRef="#ctx0" brushRef="#br1" timeOffset="-169662.78">12280 11440 0,'-26'-26'0,"26"0"15,-27 26-15,27 52 63,27 27-63,-1 0 15,0 26-15,-26-27 16,26 1-16,-26-26 16,0 25-16,0-51 15,0-1-15,0 0 16,0 0-16,0-52 31</inkml:trace>
  <inkml:trace contextRef="#ctx0" brushRef="#br1" timeOffset="-169129.04">12411 11545 0,'0'-26'0,"-26"0"16,26 0 0,0-1-1,52 27-15,1-26 16,-1 26-16,1 0 0,-27 0 16,26 26-16,-25 27 15,-1-27-15,0 26 16,-26 1-16,0-27 15,0 0-15,0 1 16,-52-1-16,-1 0 16,1-26-16,-1 26 15,1-26-15,25 0 16,1 0 0,52 0 30,27 0-46,-1 0 0,1 27 16,26-27-16,-27 0 16,1 26-16,-1-26 15,-26 26-15,27 27 16,-27-27-16,-26 0 16,0 27-16,0-27 15,0 0-15,-79 0 16,1-26-16,-27 27 15,26-27-15,0 0 16,27 0-16,-27 0 16,53-27-16,-1 27 15,27-52-15,0 26 16</inkml:trace>
  <inkml:trace contextRef="#ctx0" brushRef="#br1" timeOffset="-168829.28">13172 11283 0,'0'-26'16,"0"-1"-16,0 1 16,0 52 30,0 1-30,0 25-16,26 1 0,-26 25 16,0-25-16,0 25 15,0 1-15,0 0 16,26 0-16,1-27 16,-1 1-16,26-27 15,1 26-15,-1-52 16</inkml:trace>
  <inkml:trace contextRef="#ctx0" brushRef="#br1" timeOffset="-168197.16">13565 11545 0,'-26'0'0,"26"26"62,0 27-62,0-1 16,0 1-16,0-1 15,53-25-15,-1 25 16,-26-26-16,53 1 16,-26-1-16,-27-26 15,26 0-15,1 0 16,-27-53-16,0 27 0,1-26 15,-27-1-15,0 1 16,0-1-16,0 27 16,0 0-16,-27-1 15,1 27 17,26 53-17,0-1-15,0 1 16,0-1-16,0 1 15,0-27-15,53 27 16,-27-27-16,0-26 16,53 0-16,-1 0 15,27 0-15,-26-26 16,0-27-16,0 1 0,-27-1 16,-26 1-1,1-1-15,-27 27 0,0 0 16,-27 26-16,1 0 15,-26 0-15,25 0 16,-25 26-16,26 26 16,-1 1-16,27-1 15,0 1-15,0-1 16,0 1-16,53-1 16,-1-25-16,1-27 15,-1 26-15,53-26 16,-26 0-16,26 0 0</inkml:trace>
  <inkml:trace contextRef="#ctx0" brushRef="#br1" timeOffset="-167499.53">15743 11781 0,'-26'0'15,"105"0"79,26 0-94,26 0 16,-26 0-16,0 0 15,-26 0-15,-1 0 16,-51 27-16,25-27 16,-26 0-1</inkml:trace>
  <inkml:trace contextRef="#ctx0" brushRef="#br1" timeOffset="-164012.75">15665 9971 0,'-27'0'0,"80"0"32,26 0-17,52 0-15,0 0 16,0 0-16,0 0 15,-26 26-15,-26-26 0,-26 0 16,-27 0-16,0 26 16,27-26-1,-27 0-15</inkml:trace>
  <inkml:trace contextRef="#ctx0" brushRef="#br1" timeOffset="-162430.5">17554 9787 0,'-26'-26'0,"-1"0"0,1 26 15,0 0 16,-27 0-31,-25 0 16,-1 52-16,0 1 16,27-27-16,26 26 15,26 1-15,0-1 16,0 1-16,26-1 16,26-25-16,53-1 15,26-26-15,1 0 16,-1 0-16,0-26 15,-26-27-15,0 1 0,-53-27 16,1 0-16,-27-26 16,-26 26-16,0-25 15,0 25-15,-52 0 16,25 27-16,-25-1 16,26 53-16,0 26 31,26 53-16,0 26-15,-27 0 16,27 0-16,0 0 16,0 0-16,0-26 15,0-27-15,0 1 0,0-27 16,27 0 0,-1-26-16,0-26 15,0 0-15,27-27 16,-1 1-16,-26-1 15,1 1-15,-1-1 16,0 27-16,0 26 31,1 26-15,-1 0 0,0 27-16,0-1 15,1 1-15,-1-27 0,26 0 16,-25 1-16,25-1 15,-26-26-15,27 0 16,-27 0-16,26-26 16,1-27-16,-1-26 15,1 27-15,-27-1 16,-26-25-16,0 51 16,0 1-16,0 0 15,-26 26 1,0 0-1,-1 26-15,1 27 16,0-1-16,26 1 16,0-1-16,0 1 15,26-27-15,0 0 16,27 0-16,-1-26 0,1 0 16,-1 0-1,27-52-15,-26-1 0,-1 1 16,1 26-16,-27-27 15,0 27-15,-26 0 16,0-1-16,0 80 47,0-1-31,-26 1-16,0-27 15,26 27-15,0-27 16,0 0-1,0-52 1,0-27 0,0 1-16,26-1 15,0 1-15,-26 26 16,26-1-16,0 27 31,1 0-31,-1 27 16,0 25-16,0 1 15,1-1-15,-1 1 16,0-27-16,-26 0 16,26-26-1,1 0-15,-1-52 16,0-1 0,0 1-16,1 25 0,-27 1 15,26 0-15,0 26 31,-26 26-15,26 27-16,1 25 16,-27-51-16,26 25 15,0-26-15,-26 1 16,26-27-16,1 0 16,-1 0-16,26-27 15,1-25-15,-27-1 16,26 1-16,-52-1 15,27 27-15,-27 0 0,0 0 16,0 52 15,0 0-31,0 27 16,0-1-16,0 1 16,0-1-16,0-26 15,0 1-15,26-27 16,0 0-1,0-27-15</inkml:trace>
  <inkml:trace contextRef="#ctx0" brushRef="#br1" timeOffset="-162197.06">20047 9525 0,'-27'26'0,"27"0"16,0 27-16,27-53 15,25 26-15,1-26 16,-27 0-16,26 0 16,-25-26-16,-1 0 15,-26-27-15,0 27 16,0 0-16,0-1 16,-26 27-1,-27 0-15,1 27 16,-1-1-16,27 26 0</inkml:trace>
  <inkml:trace contextRef="#ctx0" brushRef="#br1" timeOffset="-161830.81">20729 9840 0,'0'-27'0,"0"1"15,0 0 1,-26 26 0,-27 0-16,-26 0 15,27 0-15,0 0 0,25 26 16,1 0-16,0 27 16,26-27-16,0 27 15,52-27-15,1 26 16,25-25-16,-25-1 15,-1 0-15,-25 27 16,-1-27-16,-26 0 16,-53-26 15,-25 0-31,-1 0 16,0 0-16,53-26 15,0-27-15,26 1 16</inkml:trace>
  <inkml:trace contextRef="#ctx0" brushRef="#br1" timeOffset="-161597.11">21018 9472 0,'0'-26'16,"26"52"15,0 53-16,0 0-15,1-1 16,-27 27-16,0-26 16,0 0-16,0 0 15,0-1-15,0-25 16,0-1-16,0-25 0,-27-1 16,1-26-1</inkml:trace>
  <inkml:trace contextRef="#ctx0" brushRef="#br1" timeOffset="-160880.21">20860 9892 0,'0'-26'16,"53"0"-16,52 26 16,-27-27-16,27 27 15,-26 0-15,0 0 16,-53 27-16,26-1 0,-25 26 15,-27 1 1,0-27-16,0 0 0,0 1 16,-27-54 31,27-25-32,0-1-15,0 1 16,0 26-16,27-1 15,25 27-15,-26-26 16,27 26-16,-27 0 16,0 0-16,1 0 15,-1 26 32,-26 1-47,26-1 16,-26 26-16,26-25 15,-26 25-15,27-26 16,-1 1-16,0-27 16,0 0-16,27 0 15,-1 0-15,1-27 16,-1-25-16,-26-1 16,27 1-16,-53-1 15,0 27-15,26 26 16,-26-26-16,0 52 31,0 0-31,0 53 16,-26 0-16,26 26 15,-26 0-15,-1 26 16,27-26-16,-26 0 16,0-26-16,0-27 15,-1 1-15,1-53 16,0 0 15,26-79-31,-26 0 16,26-52-16,78-26 15,54-1-15,-27-26 16</inkml:trace>
  <inkml:trace contextRef="#ctx0" brushRef="#br1" timeOffset="-156630.5">16242 14563 0,'-26'0'16,"-1"0"-1,1 0 16,79 0 16,25 0-47,54 0 16,-1 0 0,0 0-16,-26 0 0,0 0 15,-26 0-15,-27 0 16,-52 26 31</inkml:trace>
  <inkml:trace contextRef="#ctx0" brushRef="#br1" timeOffset="-156314.42">17711 14274 0,'0'-26'0,"-26"26"15,26 52 48,0 27-63,0 0 15,0 26-15,-26-53 16,26 27-16,0 0 0,0-27 16,0-26-16,26 1 15,0-1-15,27-26 16,-1-26-16</inkml:trace>
  <inkml:trace contextRef="#ctx0" brushRef="#br1" timeOffset="-155897.95">17790 14300 0,'0'-52'0,"26"52"15,27-26-15,26-1 16,-27 27-16,27 0 0,-27 0 15,1 27-15,-27 25 16,-26-26-16,0 27 16,0-1-16,-26-25 15,-27 25-15,1-26 16,-1 1-16,1-27 16,26 26-16,-1-26 15,1 0-15,26 26 16,53 0-1,25-26 1,27 27-16,0-1 16,-26 0-16,0 0 15,-27 0-15,-26 1 16,-26-1-16,0 0 0,-26 0 31,-53-26-31,1 0 16,-1 0-16,0 0 15,27 0-15,-1 0 16,1 0-16</inkml:trace>
  <inkml:trace contextRef="#ctx0" brushRef="#br1" timeOffset="-155664.23">18708 14458 0,'27'26'47,"-27"27"-47,26-1 15,-26-26-15,0 27 16,0-27-16,26 26 15,0-25 1,-26-54 0</inkml:trace>
  <inkml:trace contextRef="#ctx0" brushRef="#br1" timeOffset="-155414.2">18682 14274 0,'-52'0'0,"26"0"16,26 26-1,26 1 1,0-27 0,26 0-16,-25 0 15,-1 0-15,0-27 16,0 1-16,-26 0 16,0 0-16,-26 26 31,-26 26-16,-1 26 1,27 1-16</inkml:trace>
  <inkml:trace contextRef="#ctx0" brushRef="#br1" timeOffset="-155080.86">19050 14458 0,'-27'26'62,"1"0"-62,0 27 16,26-1-16,0-25 16,0 25-16,26-26 0,27 0 15,25-26-15,1 0 16,-26 0-16,25-26 15,-25-26-15,-1 26 16,-26-53-16,-26 26 16,0 1-16,0 26 15,0-1-15,-52 1 16,-1 0-16,1 26 16,0 0-16,-1 0 15,1 52-15,25-25 16,1-1-16</inkml:trace>
  <inkml:trace contextRef="#ctx0" brushRef="#br1" timeOffset="-154797.86">19784 14038 0,'-52'-26'0,"26"0"15,26 78 32,0 27-47,0-1 16,0 1-16,0 0 0,0 0 16,0-27-16,0 27 15,0-27-15,0-25 16,0 25-16,26-52 15,26 26-15</inkml:trace>
  <inkml:trace contextRef="#ctx0" brushRef="#br1" timeOffset="-154496.92">20047 14405 0,'0'-26'15,"-27"26"-15,1 26 31,26 27-15,0-1-16,0 1 16,0-1-16,0-25 15,26-1-15,27 0 16,-27-26-16,53 0 16,-27 0-16,1-52 15,-1 25-15,-25-25 16,-27-1-16,0 27 15,0-26-15,0 25 16,-53 27-16,1-26 16,-1 26-16,-26 0 15,27 26-15,-27 1 16,27 25-16</inkml:trace>
  <inkml:trace contextRef="#ctx0" brushRef="#br1" timeOffset="-153530.89">20755 14484 0,'0'-26'0,"-26"26"16,0-26-1,-27 26-15,1 0 0,-1 26 16,1 0-1,52 0-15,-26 1 0,26-1 16,0 0-16,26 0 16,0-26-16,26 0 15,1 0-15,-1 0 16,1-26-16,-1 0 16,-25 0-16,-27-1 15,26 1-15,-26 0 16,0 52 31,0 53-32,0 0-15,0 25 16,0-25-16,0 26 0,-26-26 16,26 0-1,0-1-15,-27-25 0,27-27 16,-26-26-16,0 0 31,-27 0-31,1-52 16,-1-1-16,1-26 15,52 27-15,0-1 16,0-25-16,52 25 16,27 1-16,0-1 15,26 1-15,0-1 16,-26 27-16,-1-26 0,1-1 15,-53 1-15,27-1 16,-53 27-16,26 0 16,-26-1-16,0 1 15,0 0 1,-26 26-16,-1 52 31,27 1-15,0-1-16,0 1 15,0-1-15,53-25 16,-27-1-16,27 0 16,-1-26-16,1 0 15,-1-26-15,-26 0 0,27-27 16,-27 1 0,0 25-16,-26 1 0,0 0 15,0 78 16,0 53-15,0 0-16,0 26 16,0 1-16,0-27 15,0 26-15,0-52 16,0-27-16,0-26 16,0-52-1,-26-53 1,0-26-1,26-26-15,0 26 0,26 0 16,0 0-16,1 0 16</inkml:trace>
  <inkml:trace contextRef="#ctx0" brushRef="#br1" timeOffset="-153063.33">16163 13198 0,'-26'0'16,"105"0"15,104-26-31,80 0 16,25 0-16,1-27 15,-79 1-15</inkml:trace>
  <inkml:trace contextRef="#ctx0" brushRef="#br1" timeOffset="-152397.39">15402 8659 0,'-52'0'16,"26"0"-16,-1 0 0,54 0 31,78 0-16,26 26-15,52-26 16,27 26-16,0-26 16,0 27-16,-26-1 15</inkml:trace>
  <inkml:trace contextRef="#ctx0" brushRef="#br1" timeOffset="-151096.97">12516 14353 0,'-26'-26'16,"26"52"46,0 53-46,0-27-16,0 27 15,0 0-15,0-27 16,0 0-16,0 1 16,0-1-16,0-25 15,26-1-15,-26 0 16,0 0-16,26-26 16</inkml:trace>
  <inkml:trace contextRef="#ctx0" brushRef="#br1" timeOffset="-150664.37">12490 14510 0,'0'-52'0,"0"26"16,26-1-16,26 1 15,27 0-15,-26 26 16,25-26-16,-25 26 15,-1 0-15,-25 26 0,-1 26 16,-26 1 0,0-1-16,0 27 0,-26-53 15,-27 27-15,1-27 16,-1 0-16,1 0 16,-1-26-16,1 0 15,25 27-15,1-27 16,0 0-16,26 26 78,26-26-62,53 26-16,-27-26 0,27 26 15,-26 1-15,-1-27 16,1 0-16,-1 26 15,-26-26-15,27 0 16,-1 0-16</inkml:trace>
  <inkml:trace contextRef="#ctx0" brushRef="#br1" timeOffset="-149994.77">13172 14825 0,'26'-26'16,"27"26"-1,25-26-15,-25 26 16,-1-27-16,1 1 0,-53 0 16,26 0-16,-26-27 15,0 27-15,-52 0 16,25 26 0,-25 0-16,-1 0 15,1 0-15,26 0 16,-27 26-16,53 0 15,-26 1-15,26 25 16,0-26-16,26 27 16,27-27-16,25 0 15,1 0-15,26-26 16,26 0-16,0 0 0,1 0 16,-1-26-16,-52 0 15,-1 0-15,-25-1 16,-27 1-16,-26 0 15,0 0-15,0 0 16,-79 26-16,1 0 16,-54 0-16,27 0 15,0 52-15,53-26 16,-1 0-16,27 1 16,26 25-16,0-26 15,79 1 1,26-27-16,26 0 15,-26-27-15,0 1 16,-26-26-16,-1-27 16,-25 0-16,-27 1 0,-26-27 15,0 0-15,0 0 16,-26 26-16,0 0 16,-1 53-16,27 0 15,-26 26-15,26 52 31,0 53-31,0 26 16,0 27-16,26-1 16,1 1-16,-1-1 15,-26 1-15,0-1 0,0 27 16,-26-27 0</inkml:trace>
  <inkml:trace contextRef="#ctx0" brushRef="#br1" timeOffset="-149414.47">15980 16058 0,'-27'0'0,"80"0"32,52 0-17,26 0-15,53 0 16,-27 0-16,-26 0 15,-26 0-15,-52 0 0</inkml:trace>
  <inkml:trace contextRef="#ctx0" brushRef="#br1" timeOffset="-148930.91">16268 17685 0,'-26'0'0,"78"0"47,53 0-47,53 0 15,-1-26-15,27 26 16,0-26-16,-27 0 15,-26-27-15</inkml:trace>
  <inkml:trace contextRef="#ctx0" brushRef="#br1" timeOffset="-145214.52">18157 12752 0,'0'-26'0,"0"52"63,0 27-48,0 25-15,0-25 16,0 26-16,0-27 16,0 27-16,0-27 15,0 27-15,0-26 16,0-1-16,0-26 16,0 1-16,27-27 15,25 0-15</inkml:trace>
  <inkml:trace contextRef="#ctx0" brushRef="#br1" timeOffset="-144997.74">18210 12700 0,'-26'0'15,"52"0"1,26 0-16,1 0 15,26 0 1,-1 0-16,-25 0 0,-1 26 16,27-26-16,-27 26 15,-25-26-15,-27 27 16</inkml:trace>
  <inkml:trace contextRef="#ctx0" brushRef="#br1" timeOffset="-144831.49">18315 13146 0,'52'0'63,"1"-26"-47,26 26-16,-1-27 0,1 27 15,0-26 1,-53 26-16</inkml:trace>
  <inkml:trace contextRef="#ctx0" brushRef="#br1" timeOffset="-144664.95">18236 13435 0,'26'0'15,"53"0"1,26 0-16,0 0 15,0-27-15,-26 27 0,-27-26 16</inkml:trace>
  <inkml:trace contextRef="#ctx0" brushRef="#br1" timeOffset="-143865.09">18918 13041 0,'0'-26'15,"0"52"16,0 0-15,0 27-16,27-1 16,-27 1-16,26-1 15,-26-26-15,0 1 16,0-54 15,0-51-15,0 25-16,0 1 0,26-1 15,0 27-15,-26 0 16,27-1-16,-1 27 16,26 27-1,1-1 1,-1 26-16,-25 1 16,25-27-16,-26 27 15,27-27-15,-27 0 16,26 0-16,1-26 15,-1 0-15,27-26 16,-26 0-16,25-27 16,-51 1-16,25-1 15,-52 1-15,0 26 0,0-1 16,0 1-16,-26 26 16,-27 0-16,1 0 15,-1 0-15,-25 0 16,51 26-16,1 1 15,0-1-15,26 26 16,0-25-16,26-1 16,27 0-16,25-26 0,-25 0 15,-27 0 1,27 0-16,-27-26 0,0 26 16,0-26-16,1-1 15,-27 1 1,0 79 15,0 25-15,0 27-16,0 0 15,0 26-15,0 1 16,0-27-16,-27 0 16,1-27-16,0-25 15,26-27-15,-26 0 16,-27-26-1,1-26-15,-1-26 16,1-27-16,25-26 16,27 26-16,0-26 0,27 0 15,51 27-15,-25-1 16,26 26-16</inkml:trace>
  <inkml:trace contextRef="#ctx0" brushRef="#br1" timeOffset="-143431.49">20099 12700 0,'0'-53'16,"-26"27"-16,0 26 31,26 26-15,0 27-1,26-1-15,0 27 16,-26 0-1,26-27-15,1 27 0,-27-27 16,26 27-16,0-26 16,0-27-16,27-26 15,-27 0-15,27 0 16,-27 0-16,26-53 16,1 1-16,-27-1 15,0 1-15,-26 26 16,0-27-16,0 27 15,0 52 32,0 0-47,0 27 16,0-1-16,0 27 16,0-53-16,0 27 15,26-27-15,1-26 16,-1 0-1,0-52-15</inkml:trace>
  <inkml:trace contextRef="#ctx0" brushRef="#br1" timeOffset="-143213.91">20676 12779 0,'-26'0'0,"0"0"0,26 26 31,26 0-16,0-26-15,1 0 16,-1 0-16,-26-26 31,0 0-15,-26 26-16,-1 0 16,-25 0-16,26 0 15,-27 26-15,27 0 16</inkml:trace>
  <inkml:trace contextRef="#ctx0" brushRef="#br1" timeOffset="-142398.23">21201 12910 0,'0'-27'15,"-26"27"1,-26 0 0,25 27-1,-25-1-15,26 0 16,-1 0-16,1 1 16,26-1-16,0 0 15,0 27-15,53-27 0,-27 26 16,26 1-16,-25-27 15,-27 27-15,0-27 16,-53-26 15,1 0-15,25 0-16,1-26 16,26-1-16,0 1 15,0 0-15,0 0 16,79-27-16,0 27 15,-1-27-15,27 1 16,-26-1-16,0 1 0,-1-1 16,-25-25-1,-27-1-15,0 27 0,1-1 16,-27 1-16,0 25 16,-27 27-1,1 53 32,0-1-47,-27 27 16,27 0-16,0-1 15,26 1-15,0 0 16,0-27-16,0-25 0,0-1 16,52-26-16,1 0 15,-1 0-15,1-53 16,26 27-16,-53-26 15,0 25-15,0 1 16,0 26-16,1 0 31,-1 26-31,26 1 16,1-1-16,-1 0 16,27-26-16,-26 0 15,-1 0-15,1-26 16,-1 0-16,1-27 15,-27 27-15,-26-27 0,0 27 16,0 0 0,0 0-16,-79 26 0</inkml:trace>
  <inkml:trace contextRef="#ctx0" brushRef="#br1" timeOffset="-141048.53">12910 7006 0,'-53'0'0,"-26"0"15,53 0-15,0 0 16,0 0-16,52 26 31,79 0-31,26 27 16,79-27-16,52-26 16,53 0-16,26 0 15,53 0-15,52 0 16,0-26-16,26 0 15,-26-1-15,-78 1 16,-53 0-16,-105 0 16,-79-1-16,-53 27 15,-25-26-15,-27 26 32,-52 0-1,-53 0-16,-26 26-15</inkml:trace>
  <inkml:trace contextRef="#ctx0" brushRef="#br1" timeOffset="-139282.03">12122 17607 0,'-26'-53'15,"0"1"-15,0-1 0,26 27 16,-27 26 31,27 26-31,0 53-16,0 0 15,0-1-15,27 1 16,-27 0-16,0-1 15,0-25-15,0-1 16,26 1-16,0-27 16</inkml:trace>
  <inkml:trace contextRef="#ctx0" brushRef="#br1" timeOffset="-139064.95">12096 17580 0,'-26'-52'0,"26"-1"15,0 27-15,26 0 16,27-27-16,25 27 16,1 26-16,-27 0 15,1 0-15,-1 26 16,-52 27-16,0-1 16,0 1-16,-26 26 15,-79-27-15,0 1 16,-26-1-16,52 1 0,-26-27 15</inkml:trace>
  <inkml:trace contextRef="#ctx0" brushRef="#br1" timeOffset="-138815.27">12595 17712 0,'0'52'63,"0"1"-63,0-1 16,0 0-16,0 1 0,0-1 15,0-25-15,0-1 16,52-26-16,-26 0 15</inkml:trace>
  <inkml:trace contextRef="#ctx0" brushRef="#br1" timeOffset="-138565.17">12621 17449 0,'-26'0'0,"78"0"31,1 0-31,25 0 16,-51 0 0,-1 0-16,-26-26 15,0 0-15,0-1 16,0 1-16,-53 0 16,27 26-16,0 0 15,-27 0-15,27 26 16,-26 27-16,-1-1 15</inkml:trace>
  <inkml:trace contextRef="#ctx0" brushRef="#br1" timeOffset="-137946.64">12910 17764 0,'0'26'16,"0"1"-1,0 25-15,0-26 16,26 27-16,-26-27 16,0-52 31,0-1-47,26-51 15,-26 25-15,26-25 16,0 25-16,27 27 15,-27 0-15,0-1 16,1 27-16,-1 0 0,26 0 16,-25 53-16,-1-1 15,0 1-15,0-1 16,1 1-16,25-27 16,-26 0-16,1 0 15,-1-26-15,0 0 16,26 0-16,1 0 15,-1-52-15,1 0 16,-27-1-16,0-26 16,-26 27-16,0-1 15,0 1-15,-26-1 16,0 27-16,0 0 0,26 0 16,-27 26-16,27 26 46,0 0-30,-26 27-16,26 25 16,0-25-16,0 26 15,0-27-15,0 1 16,0-1-16,0 0 16,0-25-16,0 25 15,0-26-15,26-26 16,1 0-1</inkml:trace>
  <inkml:trace contextRef="#ctx0" brushRef="#br1" timeOffset="-137647.83">14143 17580 0,'-26'0'31,"-27"0"-31,-26 27 16,1-1-16,-1 0 15,26 0-15,1 1 16,26-1-16,-1-26 16,1 26-16,26 0 15,0 1 1,0 25 0,53-26-16,25 27 15,1-1-15,26-26 0,0 1 16,0-1-16,26 0 15,-26 0-15,-26-26 16,0 0-16,-27 0 16,1 0-16,-27 0 15</inkml:trace>
  <inkml:trace contextRef="#ctx0" brushRef="#br1" timeOffset="-123282.93">7898 5405 0,'-27'-26'0,"80"26"62,104 0-46,53 0-16,79-26 16,26-1-16,26 27 15,26-26-15,-26 0 16,-52 26-16,-27-26 16,-130 26-16,-27 0 0,-79 0 15,-26-27 16,-26 27-15,-27 0-16,-78 0 16,-27 0-16,1 27 15,-53-1-15,-26 0 16,0-26-16,-27 26 16,27 1-16,26-27 15,27 26-15,25-26 16,53 0-16,27 0 15,51 26-15,106-26 16,52 0 0</inkml:trace>
  <inkml:trace contextRef="#ctx0" brushRef="#br1" timeOffset="-122549.42">12332 5510 0,'-52'-26'0,"-27"26"15,27 0-15,25 0 16,1-26-16,79 26 31,52 0-15,104 26-16,1-26 15,27 0-15,-1 0 16,-53 0-16,27-26 0,-52-1 16,-80 27-16,1-26 15,-131 26 1,-106 0-1,-52 0-15,-26 0 16,-26 0-16,52 26 16,26 1-16,27-1 15,52-26-15,26 26 16,53-26-16,26 26 16,0 1-16,52-27 15,53 26-15,0-26 16,53 0-16,-1 0 15,-26 0-15,0 0 16</inkml:trace>
  <inkml:trace contextRef="#ctx0" brushRef="#br1" timeOffset="-116016.79">6087 8501 0,'-52'-26'0,"-1"26"16,27 0-16,131 0 31,79 0-31,52 0 16,26 0-16,1 0 15,-1 0-15,-26 0 0,-26-26 16,0 26-16,-26 0 15,-53 0-15,-52 0 16,-27 0-16,-104 0 16,-80 0-1</inkml:trace>
  <inkml:trace contextRef="#ctx0" brushRef="#br1" timeOffset="-115816.61">6035 8738 0,'-105'0'15,"79"0"-15,26 26 16,78-26 0,80 26-16,78-26 15,0 0-15,26 0 16,1 0-16,25-26 0,-51 26 16,-28-26-16,-25 26 15,-53-27-15,-26 27 16,-26 0-16,26-26 15</inkml:trace>
  <inkml:trace contextRef="#ctx0" brushRef="#br1" timeOffset="-115133.35">11834 8082 0,'-184'0'15,"0"-27"-15,1 27 0,51 0 16,54 0-16,51-26 15,80 26 1,104 26-16,106-26 16,52 27-16,26-27 15,26 0-15,-52 0 16,-26 0-16,-53 0 16,26 0-16,-52 0 15,0 0-15,-53 0 16,-52-27-16,-52 27 15,-27 0-15,-52 0 16,-105 0 0,-79 0-16,-53 0 15,-25 0-15,-1 0 16</inkml:trace>
  <inkml:trace contextRef="#ctx0" brushRef="#br1" timeOffset="-114950.33">12149 8082 0,'-184'26'0,"53"-26"0,52 0 16,26 0-16,53 26 31,79-26-31,52 0 16,79 0-16,26 0 15,1 0-15,-27 0 16,-1 0-16,1 0 16,-26 0-16,-27 0 15,-52 0-15,-26 0 16</inkml:trace>
  <inkml:trace contextRef="#ctx0" brushRef="#br1" timeOffset="-100734.29">9000 9026 0,'-53'0'93,"1"0"-77,-27 0-16,27 0 16,-1 0-16,1 0 15,-1 26-15,1-26 0,-1 0 16,27 0-16,-26 0 15,25 27-15,-25-27 16,26 0-16,-27 0 16,27 26-16,-27-26 15,27 0-15,0 26 16,0-26-16,-1 0 16,1 26-16,0-26 15,0 0-15,-1 27 16,1-27-16,0 0 15,0 0-15,-1 26 16,1-26-16,0 0 0,0 26 16,-27 0-16,1 1 15,26 25-15,-27-26 16,27 27-16,0-1 16,-27 1-16,27 26 15,0-1-15,-1 1 16,1 0-16,-26 26 15,25 0-15,1 26 16,-26 0-16,25 0 16,-25 0-16,26 27 15,-27-27-15,27 53 16,0-1-16,-27-25 16,27 52-16,-26-27 0,25 1 15,1 26-15,-26-26 16,25-1-16,1 1 15,0 0-15,0-1 16,-1 1-16,1 0 16,0-1-16,0 1 15,26-26-15,0-1 16,-26 0-16,26 1 16,0-27-16,-27 26 15,27 1-15,-26-27 16,26-26-16,0 26 15,0-52-15,-26 0 16,26-27-16,0 1 0,0-1 16,0-26-16,0 1 15,0-1-15,-26 0 32,26 0-17,0 1 1,0-1-1,0 0 1,0 0 0,0 1-16,0-1 15,52-26-15,1 26 16,51-26-16,28 0 16,-1 0-16,53 0 15,-1 0-15,-25 0 16,-1-26-16,-26 26 0,0 0 15,-52-26-15,-26 26 16,-1 0-16,-26 0 16,1 0-1,-27-27 110,-53 1-125,1 0 16,-1 0-16,1-1 16</inkml:trace>
  <inkml:trace contextRef="#ctx0" brushRef="#br1" timeOffset="-96284.85">17187 8108 0,'0'26'62,"0"27"-46,0-1-16,0-26 15,0 1-15,0-1 16,0 0-16,0-78 62,-27 25-62,27-25 0,0-1 16,0 27 0,0 0-16,0 0 0,0-1 31,27 27-15,-1 27-1,26-1-15,-25 0 16,-1 0-16,0 27 15,0-27-15,-26 0 16,0 1 0,26-27 15,-26-27-15,27-25-16,-27-27 15,26 27-15,0-1 0,0 27 16,-26-27-16,27 53 15,-27-26-15,26 26 16,0 26 15,0 27-15,1-1-16,-27-25 16,26 25-16,-26 1 15,0-1-15,26-26 16,-26 1-16,0-1 15,26-26 1,1 0 0,25-53-16</inkml:trace>
  <inkml:trace contextRef="#ctx0" brushRef="#br1" timeOffset="-96051.25">18000 7845 0,'-26'0'15,"-27"27"1,-25 25 0,-27 27-16,0 0 15,0 26-15,26-27 16,26 27-16,-25-26 16,25 0-16,1-1 15,-1-25-15,53-27 0,-26-26 16,0 0-16,0-26 15,26-27-15</inkml:trace>
  <inkml:trace contextRef="#ctx0" brushRef="#br1" timeOffset="-95867.5">17134 7977 0,'0'-53'16,"26"27"-16,1 26 15,-1 0 1,26 26-16,1 27 15,25-1-15,27 27 0,-26-27 16,26 27 0,0 0-16,0-27 0,-26 1 15,-1-1-15,1-26 16,-53 1-16</inkml:trace>
  <inkml:trace contextRef="#ctx0" brushRef="#br1" timeOffset="-94534.73">7320 8108 0,'-26'0'16,"0"0"-1,78 0 32,53 0-31,27 0-16,51 0 15,27 0-15,-26 0 16,26-26-16,0-1 16</inkml:trace>
  <inkml:trace contextRef="#ctx0" brushRef="#br1" timeOffset="-93984.85">12280 8370 0,'0'-26'15,"52"26"1,53 0-16,53 0 16,-1 0-16,27 0 15,-27-26-15,-26 26 16,1 0-16</inkml:trace>
  <inkml:trace contextRef="#ctx0" brushRef="#br1" timeOffset="-84001.13">13119 15586 0,'-26'-26'0,"0"26"15,-27 0-15,1 0 16,0 0-16,-27 0 15,0 26-15,0 53 16,-26 0-16,27 26 16,25 0-16,1-1 15,25-25-15,27 0 0,0 0 16,0-27-16,79 1 16,0-27-1,26 0-15,0-26 0,0 0 16,-26-26-16,-1-27 15,-25 27-15,-27-26 16,0 25-16,-26-25 16,0 26-16,-52-1 15,-27 27-15,0 0 16,1 0-16,-1 0 16,0 0-16,27 0 15,25 27-15,1-27 16,26 26-1,0 0 1,26-26-16,1 0 16,25 0-16,27 0 15,-27 0-15,27 0 16,0 0-16,-1 0 16,-25 0-16,-1-26 15,-25 26-15,-1 0 16,-26-26-16,26 26 15,-26 26 64,-26 0-79,0 27 15,-1 25 1,1 1-16,0 0 0,26-27 15,-26 27-15,26-27 16,0 1-16,0-27 16,0 0-16,0 1 15,26-27 1</inkml:trace>
  <inkml:trace contextRef="#ctx0" brushRef="#br1" timeOffset="-83585.4">13277 16190 0,'0'-27'0,"0"1"15,0 0 1,0 0 0,26 26-16,0 0 15,1 0-15,-1 0 16,26 0-16,1 52 0,-27 1 16,26-1-16,-52 1 15,27-27-15,-27 0 16,0 0-1,0-52 32,-27-26-47,1-27 16,26 0-16,53 0 16,52 1-16,0 25 15,0 27-15,-53 26 16</inkml:trace>
  <inkml:trace contextRef="#ctx0" brushRef="#br1" timeOffset="-82518.78">13880 16268 0,'0'27'0,"53"-27"47,-1-27-47,27-25 15,-53 26-15,1-27 16,-1 1-16,-26 25 16,0-25-16,0 26 15,-26 26 1,-27 0 0,1 52-16,-1 1 15,27-1 1,-27 1-16,53-27 0,0 26 15,0-25-15,0-1 16,53 0-16,-1-26 16,27 0-16,0 0 15,-27 0-15,-26 0 16,1 0-16,-1 0 16,0-26 30,27 0-46,-1-1 0,-26 1 16,27 0-16,-1 0 16,-25-27-16,-27 27 15,0 0-15,0-27 16,0 27-16,-27 0 16,1 26-1,0 0-15,-27 0 16,27 52-16,-26 1 15,25-1-15,1 1 16,0-1-16,26 1 16,0-27-16,26 26 15,27-52-15,-1 27 16,1-27-16,-1 0 16,1-27-16,-1 1 15,1-26-15,-27-1 0,0-26 16,-26 27-16,0-1 15,0 1-15,0 0 16,0 25-16,0 1 16,0 0-16,0 78 62,0 27-62,-26 0 16,0-27-16,-1 1 15,1-1-15,26-26 16,0 1-16,-26-27 0,26-53 47,26 1-47,27-27 16,-27 26-16,26 1 15,-25 26-15,25 0 16,-26-1-16,0 27 15,1 0-15,-1 0 16,0 27-16,0-1 16,1 26-16,-1 27 15,0-27-15,0 1 16,1-27-16,-27 0 16,26 1-16,0-27 0,0 0 31,1 0-31,-1-27 15,53-51-15,-27 25 16,1-26-16,-1 1 16,0-1-16,1 27 15</inkml:trace>
  <inkml:trace contextRef="#ctx0" brushRef="#br1" timeOffset="-80952.16">5562 7242 0,'-105'0'16,"27"0"-16,25-26 0,27 26 16,52 0 15,79 26-31,26 0 15,79 0-15,53-26 16,25 27-16,53-27 16,-26 0-16,0-27 15,-105 27-15,-52-26 16,-106 26-16,-52-26 16,-79 26-1,-78 0-15,-53 0 16,-26 0-16</inkml:trace>
  <inkml:trace contextRef="#ctx0" brushRef="#br1" timeOffset="-80569.05">6113 7242 0,'-209'26'16,"25"-26"-16,0 26 0,53 1 15,26-1-15,53-26 16,25 26-16,27 0 16,105-26-1,53 0-15,104 0 16,27 0-16,52-52 15,0-1-15,0 27 16,-52 0-16,-79 0 16,-105-1-16,-79 27 15,-105-26 1,-78 26 0,-27 0-16,0 0 15,-26 0-15,27 0 0,-27 26 16,26 1-16,0-1 15,27 0-15,26 27 16,52-27-16,27 0 16,52 0-16,0 1 15,131-1-15,52-26 16,80 0-16,104-53 16,27 1-16,-1-1 15,-25 1-15,-53 26 16,-105-27-16,-53 27 15</inkml:trace>
  <inkml:trace contextRef="#ctx0" brushRef="#br1" timeOffset="-79201.59">18131 15980 0,'0'-26'0,"0"78"63,0 0-63,0 53 15,0-26-15,0 0 0,26 0 16,1-27 0,-1 27-16,0-53 0,0 0 15,1-26 1</inkml:trace>
  <inkml:trace contextRef="#ctx0" brushRef="#br1" timeOffset="-79034.99">18131 16006 0,'-26'0'16,"78"52"31,27 1-47,26-1 15,0-25-15,-26 25 16,26-26-16,0 1 0,0-27 16</inkml:trace>
  <inkml:trace contextRef="#ctx0" brushRef="#br1" timeOffset="-78835.75">19286 15849 0,'-53'-27'0,"1"27"16,-1 0-16,-25 0 16,-1 27-16,0 25 15,0 27-15,27-1 16,-1 1-16,1 0 0,26-27 16,26 1-16,0-1 15</inkml:trace>
  <inkml:trace contextRef="#ctx0" brushRef="#br1" timeOffset="-78602.39">19128 15954 0,'0'-27'0,"0"1"16,0 0-16,0 52 46,0 27-30,0-1-16,0 27 16,0-1-16,0-25 0,0 26 15,0-27-15,0 27 16,27-27-16,-27-25 16,0-1-16</inkml:trace>
  <inkml:trace contextRef="#ctx0" brushRef="#br1" timeOffset="-77952.44">19732 16163 0,'0'-26'16,"0"0"-16,0-27 0,-26 27 15,-1 26-15,-25-26 16,26 26-16,-1 0 15,1 0-15,-53 26 16,27 27-16,-1-1 16,1 1-16,52-1 15,0-26-15,0 1 16,52-1-16,1-26 16,26 0-16,-27 0 15,27-26-15,-27-27 16,-25 1-16,-1-1 15,0 27-15,-26-27 16,0 27-16,0 0 16,0 52 15,0 27-31,0-1 16,0 1-16,0-1 15,0 1-15,26-1 16,27-26-16,-1-26 15,1 0-15,-1 0 16,1-52-16,-1-1 16,-26 1-16,1-27 15,-27-26-15,0 27 16,0-27-16,0 26 16,-27 0-16,1 27 0,0-1 15,0 27-15,26 78 47,0 27-31,0 26-16,0 0 15,0-26-15,0 26 16,0-53-16,26 1 16,0-1-16,0 1 15,1-1-15,-1-26 16,-26 1-16</inkml:trace>
  <inkml:trace contextRef="#ctx0" brushRef="#br1" timeOffset="-77400.37">19889 16032 0,'-26'0'0,"26"-26"15,0 0-15,79 26 16,-1-26-16,27-1 15,0 1-15,-26 26 16,0-26-16,-27 26 16,-25-26-16,-27-27 15,0 27-15,0-27 16,0 1-16,-27-1 16,1 1-16,0 26 0,0-1 15,-1 1-15,27 52 47,-26 53-47,26 26 16,0 0-16,-26 26 15,26-52-15,0 0 16,0-1-16,0-25 16,0-27-16,0 0 15,26-26-15,0 0 31,1-26-31,-1-53 16,26 27-16,-25-1 0,-27 1 16,26 26-1,0 26-15,0 0 32,-26 26-32,26 53 15,1-27-15,-1 1 16,-26-1-16,26 1 15,0-27-15,-26 26 16,0-25-16,0-1 16</inkml:trace>
  <inkml:trace contextRef="#ctx0" brushRef="#br1" timeOffset="-74119.57">12254 8738 0,'0'-53'0,"0"1"16,0-1-16,0 1 15,0 25-15,0 1 16,0 52 31,26 27-32,-26 26-15,0-1 0,26 1 16,-26 0 0,0 0-16,0-1 0,0-52 15,0 27-15,0-27 16</inkml:trace>
  <inkml:trace contextRef="#ctx0" brushRef="#br1" timeOffset="-73652.72">12306 8528 0,'0'-27'15,"26"1"-15,0 0 0,1 0 16,25 26-16,1 0 16,-1 0-16,1 0 15,-27 26-15,-26 0 16,0 27-16,0-1 15,0 1-15,-26-27 16,-27 26-16,1-25 16,25-1-16,-25-26 15,26 0-15,26 26 16,-27-26 0,80 0 30,-1 0-46,27 0 16,0 0-16,-27 0 0,1 0 16,-1 26-16,-25 1 15,-1-1-15,0 0 16,-26 0-16,0 1 16,-52-27-1,-27 0-15,0 26 16,0-26-16,27 0 15,-1 0-15,27 0 16,0 0-16,0-26 16</inkml:trace>
  <inkml:trace contextRef="#ctx0" brushRef="#br1" timeOffset="-73402.77">12988 8213 0,'0'-26'0,"0"-1"16,0 54 31,0 25-47,0 27 15,0-1-15,26 27 16,-26-26-16,0 0 15,0 0-15,0-1 0,27 1 16,-27-26 0,26-27-16,0-26 0</inkml:trace>
  <inkml:trace contextRef="#ctx0" brushRef="#br1" timeOffset="-72986.03">13513 8580 0,'0'-52'16,"0"25"-16,-26 1 16,0 26-1,-1 0-15,1 0 16,-26 26 0,-1 27-16,1-1 0,25 1 15,27-1-15,0 1 16,0-27-16,53 0 15,-27-26 1,27 0-16,-1-52 16,-26 26-16,27-27 15,-27 1-15,0 25 16,-26-25-16,0 26 16,0 52 30,0 26-30,0 1-16,0-1 0,26 27 16,-26-26-16,0-1 15,27 1-15,-1-1 16,0-52-16,0 0 16</inkml:trace>
  <inkml:trace contextRef="#ctx0" brushRef="#br1" timeOffset="-72519.07">13959 8528 0,'0'-53'0,"0"27"15,-26 26-15,26-26 16,-26 26 15,-1 26-31,-25 26 16,26 1-16,-1-1 15,1 1-15,26-1 16,0 1-16,0-1 16,26-25-16,53-1 15,0 0-15,26-26 16,0 0-16,-27 0 16,-25-52-16,-1-1 15,-25 1-15,-1-27 16,-26 26-16,0-25 15,0-1-15,0 26 16,-26 1-16,-1 0 16,27 25-16,-26 54 47,26 51-47,0 1 15,0 0-15,0-1 16,0 1-16,0 0 15,0-27-15,0 27 16,0-53-16,0 1 16,0-1-16,26-26 15,1 0-15</inkml:trace>
  <inkml:trace contextRef="#ctx0" brushRef="#br1" timeOffset="-72236.15">14720 8423 0,'0'-27'16,"-26"27"0,-27 0-16,1 27 15,-27 25-15,0-26 16,27 1-16,26-1 16,-27 0-16,53 0 15,0 1 1,0-1-16,53 0 0,52 0 15,0 27 1,0-27-16,0 27 0,-27-27 16,1 0-16,0 0 15,-27 1-15,-26-1 16,1 0-16</inkml:trace>
  <inkml:trace contextRef="#ctx0" brushRef="#br1" timeOffset="-71352.86">17843 7845 0,'0'-26'16,"0"0"0,-27 26-16,1 0 15,0 0-15,-27 79 16,-25-27 0,-1 53-16,26 0 0,1-26 15,26 26-15,26-27 16,0 27-16,0-52 15,52-1-15,27-25 16,26-27-16,-26 0 16,26 0-16,0-27 15,-27-25-15,-25-27 16,25 27-16,-51-1 16,-1 1-16,0-1 15,-26 27-15,0 0 16,-26 78 15,0 1-15,-1 25-16,27 1 15,0-26-15,0 25 0,27-25 16,25-27-16,27 0 16,-27-26-16,53 0 15,-52 0-15,-1-26 16,1-26-16,-53-27 15,26 0-15,-26 0 16,0 27-16,-52 0 16,-1-1-16,1 27 0,-1 26 15,-26 0 1,27 0-16,-27 26 0,27 53 16,25-27-16</inkml:trace>
  <inkml:trace contextRef="#ctx0" brushRef="#br1" timeOffset="-70786.41">18813 8318 0,'0'-26'15,"27"26"16,-1 52-31,0 0 16,0 1-16,-26-1 16,27 1-16,-27-27 0,0-52 47,0-27-32,0 1-15,0-1 16,0 1-16,52 0 15,-26 52-15,1-27 16,-1 27-16,0 0 16,0 0-16,1 27 15,-1 25-15,-26 0 16,26 27-16,-26-53 16,26 27-16,-26-27 0,0 0 15,27-26 1,-1-52-1,0-1 1,26 1-16,-25-1 16,-1 1-16,0 0 15,0 25-15,1 27 16,-27 27 15,26-1-31,0 26 16,-26 27-16,26-27 0,-26-25 15,27 25 1,25-26-16,-26-26 0</inkml:trace>
  <inkml:trace contextRef="#ctx0" brushRef="#br1" timeOffset="-70369.8">19863 8423 0,'0'-79'16,"26"53"-16,-26-27 15,0 27-15,0 0 16,0 78 15,0 1-15,0 25-16,-26 27 15,0 27-15,26-27 16,-26 0-16,26 26 0,0-53 16,0 27-1,0-52-15,0-27 0,26 0 16,-26 1-16,0-54 15,0-25 1,-53-27-16,27-26 16,26 0-16,0-26 15,0 26-15,0 0 16,53 26-16,-1 1 16,27 25-16,26 27 15,-27 26-15,-25 0 16,-1 0-16,-25 26 15,-1 27-15,-26-1 16,0 1-16,0-1 16,-53 1-16,1-1 0,-27-26 15,0 1-15,27-1 16</inkml:trace>
  <inkml:trace contextRef="#ctx0" brushRef="#br1" timeOffset="-69750.94">20388 8396 0,'0'-26'16,"0"52"15,0 27-31,26-1 16,-26 1-16,26-27 15,1 27-15,-1-27 16,0-26-16,0 26 16,0-26-16,27-26 15,-27 0-15,0-27 16,1 1-16,-1-1 16,-26 27-16,26 0 15,-26-1-15,0 54 47,0 51-47,0-25 16,26-1-16,27 1 15,-27-1-15,27-52 16,-1 27-16,1-27 16,-1 0-16,1-53 15,-1 1-15,-26-27 16,0 26-16,-26-52 15,0 1-15,0 25 16,0-26-16,0 26 16,0 27-16,-26 25 15,26 1-15,-26 26 16,0 53 0,26 25-1,0 1-15,0 26 16,0-26-16,0 26 15,0 0-15,0-27 16,0-25-16,0-1 16,26 1-16,-26-27 15,26 0-15,0-26 16,1 0-16</inkml:trace>
  <inkml:trace contextRef="#ctx0" brushRef="#br1" timeOffset="-69601.91">21280 8396 0,'-26'-26'0,"-27"0"16,158 0 15,26 26-15,53 0-16,0 0 15</inkml:trace>
  <inkml:trace contextRef="#ctx0" brushRef="#br1" timeOffset="-68986.57">21936 8554 0,'-26'0'0,"26"26"31,52-26-15,1 0-16,-1 0 16,1-26-16,-1-27 15,-26 27-15,-26-26 16,0 25-16,0 1 16,-26-26-16,-26 52 15,-1-26-15,1 26 16,-1 0-16,1 26 15,-1 26-15,27 1 16,0-1-16,26 27 0,0 0 16,0-27-16,52 1 15,27-27-15,0 0 16,-1-26-16,1 0 16,0-26-16,0-27 15,-1 1-15,-25-27 16,-1 0-16,-26 27 15,27-1-15,-27 1 16,0 26-16,1 26 16,-1 0-16,26 0 15,1 0-15,-27 52 16,27 1-16,-27 25 0,0-25 16,-26 26-16,0-27 15,0-26-15,0 1 16,-26-54 15,0-25-31,26-27 16,26 0-16,53-26 15,78 27-15,53-27 16,-26 26-16,-1 27 16</inkml:trace>
  <inkml:trace contextRef="#ctx0" brushRef="#br1" timeOffset="-63586.65">5615 6140 0,'-53'0'16,"1"-26"-16,26 26 15,-1 0-15,106 0 63,52 26-63,27-26 0,25 0 16,27 0-16,27-26 15</inkml:trace>
  <inkml:trace contextRef="#ctx0" brushRef="#br1" timeOffset="-63203.28">7924 6035 0,'-53'0'15,"27"0"-15,0 0 16,52 0 15,27 0-31,78 26 16,26-26 0,27 0-16,0 0 0,-1 0 15,1 0-15,-53 0 16</inkml:trace>
  <inkml:trace contextRef="#ctx0" brushRef="#br1" timeOffset="-61752.6">7976 10548 0,'-52'0'0,"26"0"16,-1 0-16,1 0 15,52 0 32,27 0-31,52 0-16,26 0 15,27-26-15,-27 0 16,-26 26-16,-27 0 16,-25-27-16,-27 27 15,27 0-15,-27-26 0,0 26 16</inkml:trace>
  <inkml:trace contextRef="#ctx0" brushRef="#br1" timeOffset="-61403.44">8580 10207 0,'-26'0'16,"52"26"46,26 1-62,1 25 16,-1 0-16,1-25 15,-1 25-15,1-26 16,-27-26-16,27 0 0,-27 0 16,0 0-16,0 0 15,1-26-15,-1 0 16,-52 26 15,-27 0-15,-26 52-16,-26 1 15,-26 26-15,52 26 16,-26 0-16,27-1 16,-1 1-16</inkml:trace>
  <inkml:trace contextRef="#ctx0" brushRef="#br1" timeOffset="-60319.55">10994 9630 0,'0'-53'0,"-26"27"16,0 0-16,26 0 16,-27 26-1,27 26 1,0 26 0,0 1-16,0 25 15,0-25-15,0-1 16,0 1-16,27-27 15,-27 0-15,0 1 16,26-27-16,-26-27 47,0-25-47,0-1 16,0 1-16,0-27 15,0 27-15,0-1 16,26 27-16,26-26 15,1 52-15,-1-27 0,1 27 16,-27 0 0,27 0-16,-27 27 15,-26-1-15,0 0 16,-26 0-16,-53 1 16,0-1-16,27 0 15,-27 0-15,27 0 16,25 1-16</inkml:trace>
  <inkml:trace contextRef="#ctx0" brushRef="#br1" timeOffset="-60120.17">11361 9446 0,'0'-26'0,"-52"52"47,-27 27-47,0-1 16,1 27-16,-1-1 15,0-25-15,27-1 16,-1-25-16</inkml:trace>
  <inkml:trace contextRef="#ctx0" brushRef="#br1" timeOffset="-59920.15">10758 9499 0,'-26'-53'0,"26"27"16,0 0-1,0 52 1,26 53 0,53-1-16,-1 1 15,1 0-15,26-27 16,0 27-16,0-27 15,-26-25-15,26-1 16</inkml:trace>
  <inkml:trace contextRef="#ctx0" brushRef="#br1" timeOffset="-59336.95">11807 9472 0,'0'-26'0,"0"0"16,0 78 31,0 1-31,0 26-16,0-27 15,0 27-15,-26-27 16,26-26-16,0 27 15,0-27-15,-26-26 32,0-52-17,26-1 1,-27 1-16,27-27 16,0 27-16,0-1 15,0 1-15,27 25 16,25 1-16,-26 26 15,1-26-15,-1 26 16,0 0-16,0 26 16,-26 0-16,0 1 15,0 25-15,0-26 0,0 27 16,0-27 0,0 0-16,0 0 0,27 1 15,25-1-15,1 0 16,-1 0-16,-26 1 15,-26-1-15,0 0 16,-26-26-16,-53 26 16,27 1-16,-27-27 15,53 26-15,0-26 16</inkml:trace>
  <inkml:trace contextRef="#ctx0" brushRef="#br1" timeOffset="-59136.99">12070 9394 0,'-26'26'31,"-53"26"-31,26 27 15,1 26-15,-1-26 16,1-1-16,-1 1 16,1 0-16,0-27 15</inkml:trace>
  <inkml:trace contextRef="#ctx0" brushRef="#br1" timeOffset="-58953.85">11545 9499 0,'0'-53'0,"0"27"16,26 26 0,1 26-1,25 53-15,27 0 16,26-1-16,-27 27 16,27-26-16,-26 0 15,0-1-15,-27 1 16,1-26-16</inkml:trace>
  <inkml:trace contextRef="#ctx0" brushRef="#br1" timeOffset="-56920.51">12647 9892 0,'-26'-26'16,"26"0"-16,-26 26 15,26 26 48,52 26-63,1-25 16,25 25-16,-25-26 15,26 27-15,-27-27 16,-26 0-16,0 1 15,1-27 1</inkml:trace>
  <inkml:trace contextRef="#ctx0" brushRef="#br1" timeOffset="-56620.66">13382 9761 0,'0'-26'0,"-26"26"16,-1 0 0,-25 0-16,-1 0 15,1 0-15,-1 52 16,27-26-16,-26 27 16,25-1-16,1 1 15,26 26-15,0-1 16,0 1-16,0 0 15,26-1-15,-26 1 16,27-53-16,-1 27 0,-26-27 16,26-26-16,-26 26 15,26-26-15,1 0 16</inkml:trace>
  <inkml:trace contextRef="#ctx0" brushRef="#br1" timeOffset="-56070.09">13356 10233 0,'26'0'16,"0"0"0,27 0-16,-27-26 15,0-26-15,-26 25 16,0-25-16,0 26 15,0-1-15,0 1 16,-26 26-16,0 0 16,-1 0-16,1 0 15,-26 26-15,25 27 16,1-1-16,26 1 16,0-1-16,0 1 15,26-27-15,27 0 16,26-26-16,-1 0 15,27 0-15,-26-26 16,0-26-16,-1-1 0,-25-26 16,-53 1-1,26-1-15,-26-26 0,0 26 16,0 27-16,-26-1 16,0 1-16,26 26 15,-27 26-15,27 52 47,0 27-47,0 26 16,0-27-16,0 27 15,0-26-15,0 0 16,0 0-16,0-27 0,0 0 16,0-25-1,0-1-15,53-26 0,-27 0 16</inkml:trace>
  <inkml:trace contextRef="#ctx0" brushRef="#br1" timeOffset="-55835.05">14195 9708 0,'0'-52'0,"0"-27"16,0 53-16,0 0 15,-26 26-15,26 52 31,0 27-15,0 0-16,0-1 16,-26 1-16,26 0 0,0 0 15,0-27-15,0 1 16,0-27-16,0 26 16,0-25-1,26-27 1</inkml:trace>
  <inkml:trace contextRef="#ctx0" brushRef="#br1" timeOffset="-55550.81">14379 9918 0,'0'-26'0,"0"0"0,-26 52 32,-1 27-17,1-1-15,26 1 16,0-1-16,0 1 15,0-27-15,26 0 16,1-26-16,25 0 16,1 0-16,-27 0 15,26-52-15,-52-1 16,27 1-16,-27-1 16,0 27-16,-27-27 15,-25 27-15,-1 0 16,27 26-16,0 0 15,-27 0-15,27 26 16,0 0-16</inkml:trace>
  <inkml:trace contextRef="#ctx0" brushRef="#br1" timeOffset="-55003.36">14668 9892 0,'0'-26'16,"0"78"31,26 1-47,-26-1 0,26 1 16,-26-27-16,26 0 15,-26 1-15,27-27 16,-1 0-1,0-53-15,0 27 16,0-27-16,1 1 16,-1 26-16,0-1 15,-26 80 32,0-1-31,0 1-16,0-1 15,0-25-15,26 25 0,1-52 16,25 26 0,1-26-16,-27 0 0,26 0 15,1-26-15,-27-26 16,27-1-16,-53 1 16,26-27-16,-26 26 15,0-25-15,0-1 16,-26 26-16,-1 27 15,1 0-15,0 0 16,-27 26-16,-25 0 16,-1 26-16,0 26 15</inkml:trace>
  <inkml:trace contextRef="#ctx0" brushRef="#br1" timeOffset="-53287.4">12595 12883 0,'0'-26'15,"0"-26"-15,0 26 16,-27 52 31,1 52-47,0 27 16,0 0-16,-1 0 15,27 0-15,0 0 16,0 0-16,0 0 0,0-26 15,0-27 1,-26-25-16,26-1 0</inkml:trace>
  <inkml:trace contextRef="#ctx0" brushRef="#br1" timeOffset="-53070.32">12516 12962 0,'0'-52'16,"26"-1"-16,27 1 15,-1 26-15,27 26 16,0-27-16,-1 27 16,1 27-16,-27 25 15,-52-26-15,0 27 16,0-1-16,-52 1 0,-27-1 16,-26 1-16,-26-1 15,52-26-15,1 1 16,25-1-16</inkml:trace>
  <inkml:trace contextRef="#ctx0" brushRef="#br1" timeOffset="-52437.47">13172 12988 0,'0'-26'0,"0"0"16,0 52 15,0 0-31,-26 27 16,26 26-16,0-27 15,0-26-15,0 1 16,0-1-16,26 0 16,0-26-16,27 0 15,-1-26-15,-26 0 16,27-27-16,-27 1 15,0-1-15,-26 27 16,0 0-16,27 26 16,-27-27-16,0 54 47,0 25-47,0 1 0,26-1 15,0-26-15,0 27 16,0-27-16,1 0 15,-1-26 1,-26-26-16,26 0 16,-26-53-16,26 27 15,1-1-15,-1 1 16,-26 25-16,26 1 16,0 26-1,1 53 1,-1-1-1,26 1-15,-52-1 16,27 1-16,-27-27 0,0-79 47,0 1-31,0-1-16,0-25 15,26 25-15,26 27 16,1 0-16,-1 26 15,1 0-15</inkml:trace>
  <inkml:trace contextRef="#ctx0" brushRef="#br1" timeOffset="-52020.86">14300 12988 0,'0'-26'0,"0"52"47,0 27-47,0 26 16,0-1-16,0 1 15,0 0-15,0 0 16,0-1-16,-26 1 16,26-27-16,-26-25 15,26-80 16,0-26-15,0-25-16,0-1 16,0 0-16,26 26 0,0 0 15,27 27-15,-27 25 16,26 1-16,-25 26 16,-1 0-16,0 0 15,0 0-15,1 26 16,-27 27-16,0-27 15,0 27-15,0-27 16,-53 0-16,-26 0 16,27 27-16,-27-53 15</inkml:trace>
  <inkml:trace contextRef="#ctx0" brushRef="#br1" timeOffset="-51504.08">14799 12569 0,'0'-27'0,"0"1"16,26 0-16,-26 52 62,0 0-46,0 53-16,0 0 0,0 0 16,0-27-16,0 27 15,0-27-15,0 1 16,26-1-16,0-26 16,27 1-16,-27-27 15,27 0-15,25 0 16,-25-27-16,26 1 15,-27-26-15,1-1 16,-1 1-16,-26-1 16,-26 1-16,0 26 15,-26 26 1,-26 0-16,25 26 16,-25 0-1,26 26-15,26 1 0,0-1 16,0 1-16,26-27 15,26 0-15,1 1 16,-1-27-16,27 0 16,-27 0-16,27-27 15,-26 1-15,-53-26 16</inkml:trace>
  <inkml:trace contextRef="#ctx0" brushRef="#br1" timeOffset="-41120.61">18315 17554 0,'0'-26'0,"-26"0"16,26 52 46,0 26-46,-27 27-16,27 26 15,0-26-15,0-27 16,0 1-16,0-1 16,0 1-16,0-1 15,0-26-15,0 1 16,27-27-16,-1-27 0</inkml:trace>
  <inkml:trace contextRef="#ctx0" brushRef="#br1" timeOffset="-40838.12">18708 17502 0,'0'-53'16,"0"1"-16,0 25 15,0 54 48,0 25-63,27 27 15,-1 0-15,-26-27 0,26 27 16,-26 0-16,0-27 16,0 27-16,0-27 15,0 27-15,0-27 16,0 1-16,0-27 16,0 0-16,-26 1 15,0-27-15</inkml:trace>
  <inkml:trace contextRef="#ctx0" brushRef="#br1" timeOffset="-40254.86">18157 17974 0,'0'-26'16,"27"26"-1,51-27-15,27 1 16,0 0-16,27 0 15,-1 26-15,-53-26 16,27 26-16,-26-27 16,-26 27-16,-1-26 15,-26 26-15,1-26 16,-27 0 0,0-1-16,0 1 31,0 52 188,0 1-204,0 25-15,0 27 16,0-27-16,0 1 15,0-1-15,0 1 16,0-27-16,0 0 16,0 0-16,26-26 31</inkml:trace>
  <inkml:trace contextRef="#ctx0" brushRef="#br1" timeOffset="-39938.1">18918 17370 0,'27'27'32,"-1"-27"-17,26 26-15,-25-26 16,-1 0-16,0 0 15,0 0-15,1-26 16,-1-1-16,0-25 16,-26 26-16,0-1 15,0 1-15,0 0 16,-26 26 0,0 0-16,-27 0 0,-26 52 15,27-25-15,52-1 16,-26 26-16</inkml:trace>
  <inkml:trace contextRef="#ctx0" brushRef="#br1" timeOffset="-39371.47">19679 17764 0,'27'0'0,"25"0"15,1-26-15,-27 0 16,26-1-16,-25 1 0,-27 0 16,0-27-1,0 27-15,0 0 16,-53 26-1,1 0-15,-27 0 16,26 26-16,27 0 16,0 27-16,26-1 15,0-25-15,26 25 16,27 1-16,-1-1 16,1 0-16,-1 1 15,1-1-15,-53-25 16,26-1-16,-52 0 31,-53-26-31,0 0 16,-26 0-16,26 0 15,53-52-15,0-1 16</inkml:trace>
  <inkml:trace contextRef="#ctx0" brushRef="#br1" timeOffset="-37121.39">20519 17580 0,'0'-52'16,"0"26"0,0 78 46,-26 1-62,26 25 16,0 1-16,0 0 15,0-1-15,0-25 0,26-1 16,0 1-16,-26-1 16,26-25-16,-26-1 15,0 0-15</inkml:trace>
  <inkml:trace contextRef="#ctx0" brushRef="#br1" timeOffset="-36688.35">20073 17869 0,'52'0'31,"53"0"-15,27 0-16,25-26 15,-26 26-15,-26-26 16,0-1-16,-26 27 15,-53 0-15,0-26 16,-78 52 47,26 27-63,-1-27 15,27 26-15,0 1 16,0-1-16,0 1 15,53-27-15,-27-26 16,27 0-16,-27 0 0,0 0 16,0-26-16,1-27 15,-27 1-15,0-1 16,0-25-16,0 52 16,0-1-16,0 1 15,-27 0-15,1 26 16,0 0-16,0 26 15</inkml:trace>
  <inkml:trace contextRef="#ctx0" brushRef="#br1" timeOffset="-35968.85">21254 17738 0,'0'-26'0,"26"26"15,0-27-15,53 27 16,-27 0-16,1 0 15,-1 27-15,1 25 16,-27 1-16,-26-1 16,0-26-16,0 0 15,0 1-15,0-54 47,-52-25-47,25 0 16,1-27-16,26 26 15,0 1-15,53-1 16,-1 27-16,1 26 0,25 0 16,-25 0-16,-27 0 15,0 0-15,-26 26 78,53 27-78,-27-27 16,26 0-16,-25 1 16,25 25-16,-26-52 15,27 26-15,-1-26 0,-25 0 16,25 0-16,1-52 16,-27 26-16,26-27 15,-25 1-15,-27 25 16,0 1-16,0 0 15,0 52 32,0 53-47,0 26 16,0 78-16,0 1 16,0 52-16,0 0 15,0-26-15,0-26 16,0-26-16,0-54 15,0-51-15,-27-27 0,27 0 16,-52-26-16,-27-52 16,-26-53-16,-52-79 15,78 1-15,79-54 16,79 28-16,157 25 16,105 26-16,53 53 15,-27 27-15</inkml:trace>
  <inkml:trace contextRef="#ctx0" brushRef="#br1" timeOffset="-34788.75">17790 11283 0,'0'-53'15,"-26"27"-15,0 0 0,-1 26 16,1 52 15,26 27-15,-26 52-16,0 0 16,26 1-16,-27-27 15,27 0-15,0 0 16,0-27-16,27-25 15,-1-27-15,0-26 16,0 0-16</inkml:trace>
  <inkml:trace contextRef="#ctx0" brushRef="#br1" timeOffset="-34587.95">17711 11335 0,'0'-26'15,"0"0"-15,0 0 16,53-1-16,-1 27 15,27 0-15,0 0 16,-27 53-16,1-1 16,-53 1-16,0 26 15,-27-27-15,-51 0 16,-1 1-16,0-27 16,1 0-16,25 1 15,27-27-15</inkml:trace>
  <inkml:trace contextRef="#ctx0" brushRef="#br1" timeOffset="-33938.66">18341 11309 0,'26'-26'0,"-26"-27"16,27 1-16,-27-27 16,0 53-16,0-27 15,0 27-15,0 0 16,0 78 31,0 1-47,0 52 15,0 0-15,0 0 0,0-26 16,0-1-16,0 1 16,0-53-16,0 0 15,0 1-15,0-54 32,0 1-17,0-26-15,0-1 16,0 1-16,26-1 15,0 27-15,0 0 16,27 0-16,-1 26 16,-25 0-16,25 0 15,-26 0-15,27 52 0,-1-26 16,-26 27-16,1-27 16,-27 26-16,0-25 15,0 25-15,0-26 16,-53 1-16</inkml:trace>
  <inkml:trace contextRef="#ctx0" brushRef="#br1" timeOffset="-32938.67">19128 11257 0,'0'-27'0,"27"54"47,25-1-31,1 0-16,-1 0 15,-26 1-15,27-1 16,-27-26-16,0 0 16,0 0-16,1 0 15,-1 0 1,-26-53-16,26 27 16,-26-26-16,0 25 15,0-25-15,0 26 16,0-1-16,0 54 31,0 25-15,0 27-16,-26 0 15,0 26-15,-1-1 16,1-25-16,0 26 16,0-26-16,26-27 15,-27 27-15,27-26 16,0-27-16</inkml:trace>
  <inkml:trace contextRef="#ctx0" brushRef="#br1" timeOffset="-32438.15">20178 11309 0,'0'-52'0,"0"-1"16,0 27-16,-26 26 15,-1 0 1,-25 0-16,-1 26 16,-25 27-16,25-1 15,27-26-15,26 27 16,0-1-16,0 1 16,79-1-16,-27 1 15,27-27-15,-27 26 16,-25-25-16,-27-1 0,0 0 15,-27 0 1,-51-26 0,-1 0-16,27 0 0,-1 0 15,27-26-15,26-26 16,0 25-16,26-25 16,27 26-16,25-27 15,27 1-15,-26 26 16,0-1-16,-27 1 15,1 26-15,-27-26 16,0 26-16,0 0 16,1 0-16,-1 0 15,0 52-15,0-25 0,-26 25 16,26 0-16,-26-25 16,0 25-16,0-26 15,0 1-15,0-1 16,-26-26-16</inkml:trace>
  <inkml:trace contextRef="#ctx0" brushRef="#br1" timeOffset="-32188.66">20467 10968 0,'0'26'31,"0"0"-16,52 27-15,0-53 16,1 26-16,-27-26 0,0 0 16,-26-52-1,0 25-15,0-25 16,0 26-16,0-1 16,-52 1-16,-1 26 15,1 0-15,-27 26 16,1 53-16,25 0 15</inkml:trace>
  <inkml:trace contextRef="#ctx0" brushRef="#br1" timeOffset="-31739.01">21175 11309 0,'0'-52'0,"0"25"16,-26 27-16,0 0 16,-27 0-16,1 0 15,-1 53-15,1-1 16,-1 27-16,27 0 16,0-27-16,26 1 15,26-1-15,26-26 16,27 1-16,-26-27 15,25 0-15,1 0 0,0-53 16,-27 1-16,27-27 16,-53 0-16,27 27 15,-53-1-15,0 1 16,0 26 0,0 78-1,0 1 1,0 25-16,0 1 15,26 0-15,26-27 16,-25 27-16,-1-27 16,-26-25-16,0-1 15,-26 0-15,-53 0 16,-52 1-16,26-27 0</inkml:trace>
  <inkml:trace contextRef="#ctx0" brushRef="#br1" timeOffset="-31605.36">22802 11834 0,'52'0'0,"-78"0"47,-53 0-47,-78-26 16</inkml:trace>
</inkml:ink>
</file>

<file path=ppt/ink/ink13.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4T10:20:11.126"/>
    </inkml:context>
    <inkml:brush xml:id="br0">
      <inkml:brushProperty name="width" value="0.05292" units="cm"/>
      <inkml:brushProperty name="height" value="0.05292" units="cm"/>
    </inkml:brush>
  </inkml:definitions>
  <inkml:trace contextRef="#ctx0" brushRef="#br0">2781 2204 0,'-26'0'15,"-27"0"-15,27 0 16,0 0-16,0 26 16,-27 0-16,1 1 0,-27-1 15,26 26-15,-25-25 16</inkml:trace>
  <inkml:trace contextRef="#ctx0" brushRef="#br0" timeOffset="348.9">1574 2624 0,'-105'26'16,"0"26"-16,0 1 16,0-1-16,26 1 15,1-27-15,25 0 16,27 1-16,131-106 31,79 0-31,78-52 16,105-26-16,1 25 15,25-25-15,-52 26 16,1 0-16,-54-1 16,-25 27-16,-80 27 15,-25-1-15,-27 26 16,-79 27-16,-25 0 16,-1 26-16,-52 0 62,-1 26-62,-51 27 16,-1-27-16</inkml:trace>
  <inkml:trace contextRef="#ctx0" brushRef="#br0" timeOffset="15164.25">6612 6481 0,'-26'0'0,"-27"0"15,27 0-15,105-79 32,52-26-17,105-26-15,26-26 16,53 25-16,0 1 16,-26-26-16,26 26 15,-27-27-15,-25 27 16,-1 0-16,-78 52 15,-27 0-15,-78 27 16,0-1-16,-53 27 0,0 26 16,-26-26-16,26 26 15,-52 0 32</inkml:trace>
  <inkml:trace contextRef="#ctx0" brushRef="#br0" timeOffset="21798.66">7137 9131 0,'-79'26'0,"27"-26"15,25 27-15,80-80 16,104-52 0,53-78-16,79-27 15,-1-27-15,27-25 16,0-27-16,0 1 15,-26 52-15,-53 52 16,-52 79-16,-53 26 16,-79 53-16,-26 0 15,-26 52 32,-26 0-31,-52 1-16</inkml:trace>
  <inkml:trace contextRef="#ctx0" brushRef="#br0" timeOffset="27731.31">3385 11703 0,'-105'26'15,"26"0"-15,0 53 16,27-53-16,25 27 15,106-80 17,105-78-32,104-52 15,80-79-15,-1-53 16,0 1-16,1-27 16,-27 0-16,-52 52 0,-53 80 15,-79 52-15,-78 52 16,-53 53-16,-26-1 15,-105 106 1,0 0 0,-52 26-16,26 0 15</inkml:trace>
  <inkml:trace contextRef="#ctx0" brushRef="#br0" timeOffset="32329.9">682 14694 0,'-131'52'0,"26"1"16,78-27-16,132-105 31,132-52-31,104-79 16,131-78-16,27-27 0,52-26 15,-27-27-15,-51 54 16,-27 51-16,-105 53 16,-79 53-16,-131 104 15,-52 1-15,-131 131 31,-53-1-31,-79 1 16</inkml:trace>
</inkml:ink>
</file>

<file path=ppt/ink/ink14.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4T10:23:33.312"/>
    </inkml:context>
    <inkml:brush xml:id="br0">
      <inkml:brushProperty name="width" value="0.05292" units="cm"/>
      <inkml:brushProperty name="height" value="0.05292" units="cm"/>
    </inkml:brush>
  </inkml:definitions>
  <inkml:trace contextRef="#ctx0" brushRef="#br0">10233 7740 0,'0'-26'31,"0"79"-15,0-1-1,0 27 1,0 0-16,0-1 0,0 1 16,0 26-16,0-26 15,0-1-15,0 1 16,0-26-16,0-1 16,0 1-16,0-27 15</inkml:trace>
  <inkml:trace contextRef="#ctx0" brushRef="#br0" timeOffset="233.63">10128 7898 0,'53'-26'0,"25"-27"0,1 27 15,0 26-15,26 0 16,-27 0-16,1 0 16,-26 26-16,-53 27 15,0-1-15,0 1 16,-27-1-16,-25 1 16,-27-27-16,0 26 15,1-25-15,25-1 16</inkml:trace>
  <inkml:trace contextRef="#ctx0" brushRef="#br0" timeOffset="1002.17">10259 9656 0,'27'-26'0,"-80"26"47,-26 52-47,1 1 15,-1 25-15,26 1 0,1 0 16,52 0-16,-26-1 16,26 1-16,0-26 15,52-1-15,1-26 16,25 0-16,1-26 16,-26 0-16,25 0 15,1-26-15,0-26 16,-1-1-16,-25-25 15,-27-1-15,0 0 16,-26 0-16,0 1 16,0 25-16,-26 27 15,-53 0-15,27-1 16,-27 27-16,1 0 0,25 0 16,1 0-16,25 27 15,1 25 1,26-26-16,0 27 0,0-1 15,26 1-15,1-1 16,25 27-16,1-26 16,-27-1-16,26 27 15,-26-27-15,1 27 16,-1 0-16,-26-1 16,0-25-16,0 26 15,0-27-15,0 1 0,0-1 16,0-26-1,0 0-15</inkml:trace>
  <inkml:trace contextRef="#ctx0" brushRef="#br0" timeOffset="1683.4">10049 11362 0,'0'-27'15,"0"54"32,27 25-47,-27 27 16,26-27-16,-26 27 15,26-27-15,-26 1 16,0 26-16,0-53 16,0 26-16,0-25 15,0-1-15,-26-26 16,0-26 0,-1-53-16,1 26 15,0-25-15,0-1 16,26 26-16,0-25 15,0 25-15,0 1 0,52-1 16,27 1-16,-27 26 16,27-1-16,-26 27 15,25 0-15,-25 27 16,-27 25-16,0 1 16,-26-1-16,0 27 15,-26-1-15,-27-25 16,-25-1-16,25-25 15,-25 25-15,51-52 16,-25 26-16,52 1 63,26-1-63,27 0 15,-1 0-15,1 27 16,-1-1-16,0 1 15,-25-1-15,25 1 16,-26-1-16,27 1 16,-53-1-16,0 1 15</inkml:trace>
  <inkml:trace contextRef="#ctx0" brushRef="#br0" timeOffset="2134.31">10286 13120 0,'26'-27'16,"0"-25"-16,-26 26 15,26-1-15,-26 1 16,0 0-16,-52 26 16,-27 0-1,0 26-15,1 0 16,-1 1-16,53 25 0,26-26 16,0 27-16,0-27 15,78 0-15,1 27 16,-26-1-16,25 1 15,1-1-15,-53 1 16,27-1-16,-53-26 16,0 27-16,0-27 15,0 0-15,-53-26 16,-25 27-16,-27-27 16,0 0-16,0-27 15,26 1-15,0-26 16,27-1-16,26 27 0,26 0 15</inkml:trace>
  <inkml:trace contextRef="#ctx0" brushRef="#br0" timeOffset="2516.84">10128 14904 0,'0'-26'15,"0"-1"1,0 54 15,0 25-31,0 1 16,0 25-16,-26 1 16,26-26-16,0-1 15,0 27-15,0-53 16,0 26-16,0-25 15</inkml:trace>
  <inkml:trace contextRef="#ctx0" brushRef="#br0" timeOffset="2716.8">9551 14904 0,'0'-26'15,"79"26"1,52-27 0,26 27-16,1-26 15,-1 0-15,-26 26 0,0-26 16,-26 26-16,-26 0 16</inkml:trace>
  <inkml:trace contextRef="#ctx0" brushRef="#br0" timeOffset="3050.34">9708 16242 0,'0'26'31,"0"27"-31,-26 26 16,26-1-16,-26-25 15,26 26-15,0-27 16,0 0-16,0-25 16,0-1-16</inkml:trace>
  <inkml:trace contextRef="#ctx0" brushRef="#br0" timeOffset="3250.04">9682 16347 0,'-26'0'16,"26"53"15,52-1-15,1 1-16,-1-1 16,27-26-16,-27 1 15,27-1-15,-26-26 16,-1 0-16</inkml:trace>
  <inkml:trace contextRef="#ctx0" brushRef="#br0" timeOffset="3433.41">10495 16295 0,'-26'-27'16,"0"27"-16,-27 0 15,1 0-15,0 27 16,-1 25-16,1 1 15,-1-27-15,27 26 16,26 1-16,0-27 16,0 27-16,0-27 15,0 0-15</inkml:trace>
  <inkml:trace contextRef="#ctx0" brushRef="#br0" timeOffset="3633.42">10469 16373 0,'0'-26'16,"0"52"15,0 27-31,0-1 16,0 27-16,-26 26 16,0-26-16,26-1 15,0 1-15,0 0 16,0-27-16,52 1 0</inkml:trace>
  <inkml:trace contextRef="#ctx0" brushRef="#br0" timeOffset="3851.96">11256 17003 0,'27'0'16,"25"0"-16,27 0 0,26 0 15,0 0-15,26 0 16,26 0 0,-25-26-16,-27 26 0,0-26 15,-1-1-15</inkml:trace>
  <inkml:trace contextRef="#ctx0" brushRef="#br0" timeOffset="4183.25">11624 15088 0,'-26'-27'16,"-1"27"-16,80 0 31,52 0-16,26 0-15,26 0 16,-25 0-16,25-26 0,-26 0 16,0-27-1,1 27-15</inkml:trace>
  <inkml:trace contextRef="#ctx0" brushRef="#br0" timeOffset="4516.51">11046 13146 0,'27'0'16,"25"-26"-16,53 26 15,26 0-15,53 0 16,0-27-16,-1 1 15,27 26-15,-26-26 16</inkml:trace>
  <inkml:trace contextRef="#ctx0" brushRef="#br0" timeOffset="4917.7">11676 11467 0,'53'0'16,"52"0"-1,26 0-15,0 0 16,27 0-16,25 0 16,1 0-16,-27-27 15</inkml:trace>
  <inkml:trace contextRef="#ctx0" brushRef="#br0" timeOffset="5333.18">11440 10076 0,'26'0'31,"27"0"-15,26 0-16,52 0 0,0-26 15,26 26-15,1 0 16,25-27-16,1 1 16</inkml:trace>
  <inkml:trace contextRef="#ctx0" brushRef="#br0" timeOffset="5783.28">11650 8344 0,'-26'0'0,"52"0"32,53 0-17,52 0-15,26 0 16,27 0-16,26 0 15,0 0-15,0 0 16,-53 0-16</inkml:trace>
  <inkml:trace contextRef="#ctx0" brushRef="#br0" timeOffset="10518.36">12910 4670 0,'-27'0'0,"1"-26"16,0 26-16,0 0 15,-27 0-15,1 0 16,25 0-16,-25 0 15,-1 0-15,1 0 16,26 0-16,-1 0 16,80 0 46,26 26-62,26-26 16,0 0-16,0 0 15,-1 27-15,1-27 0,0 26 16,0-26-16,0 0 16,-26 0-16,26 0 15,0 0-15,0 0 16,26 0-16,0 0 16,-26 0-16,26 0 15,-26 0-15,0 0 16,0 0-16,-26 0 15,26 0-15,-26-26 16,26 26-16,0-27 16,-27 27-16,1 0 15,0 0-15,-27-26 0,27 26 16,-27 0 0,-25 0-16,25 0 0,1 0 15,-27 0-15,26 0 16,-25 0-16,25 0 15,1 0-15,-1 0 16,1 0-16,25 0 16,1 0-16,-27 0 15,1 0-15,-1 0 16,1 0-16,-1 0 16,27 0-16,-53 0 15,27 0-15,-1 0 16,-25 0-16,25 0 15,0 0-15,1 0 0,-1 0 16,1 0-16,-1 0 16,1 0-16,-1 0 15,1 0-15,-1 0 16,1 0-16,-27 0 16,27 0-16,-27 0 15,26 0-15,1 0 16,-1 0-16,-26 0 15,27 0-15,-27 0 16,27 0-16,-27 0 16,26 26-16,1-26 0,-1 0 15,27 0 1,-26 0-16,-27 0 0,26 0 16,-26 0-16,1 0 15,-1 0-15,-52 0 125,-53 0-125,0 0 16,1 27-16,-1-27 0,0 26 15,-26-26-15,-26 26 16</inkml:trace>
  <inkml:trace contextRef="#ctx0" brushRef="#br0" timeOffset="11949.53">13093 9656 0,'0'52'47,"0"1"-31,0 26-16,0-1 15,0 1-15,0 0 16,0-27-16,0 27 16,0 0-16,0-27 15,0-26-15,0 1 16</inkml:trace>
  <inkml:trace contextRef="#ctx0" brushRef="#br0" timeOffset="12399.78">13041 9761 0,'0'-53'0,"0"27"15,26 0-15,53 0 16,-1 0-16,1 26 16,0 0-16,-27 26 15,1 0-15,-27 26 16,-26 1-16,0-1 15,0 1-15,-52-1 16,-27-25-16,0 25 0,0-26 16,27-26-1,26 27-15,-1-27 0,27 26 63,53-26-63,26 0 15,-1 0-15,1 26 16,0-26-16,-27 53 16,1-27-16,-27 0 15,0 0-15,-26 1 16,0-1-16,-26 0 16,-27-26-16,-25 26 15,-27-26-15,26 26 16,0-26-16,27 0 15,-1 0-15,1 0 16,26 0-16,26-26 0</inkml:trace>
  <inkml:trace contextRef="#ctx0" brushRef="#br0" timeOffset="12682.48">13880 9499 0,'0'-27'16,"27"54"15,-1 25-15,0 27-16,0-27 15,1 27-15,-1 0 16,-26-1-16,0-25 15,0 26-15,0-27 16,0 1-16,0-27 16,0 0-16,0 0 15</inkml:trace>
  <inkml:trace contextRef="#ctx0" brushRef="#br0" timeOffset="13399.09">14563 9892 0,'0'-26'0,"0"0"16,-27-1-16,1 27 15,-26 0-15,25 0 16,-25 0-16,-1 0 16,1 53-16,26-27 15,-1 27-15,27-1 16,0 1-16,0-27 15,0 0-15,27 0 16,25 1-16,-26-27 16,1 0-16,25 0 15,-26-53-15,1 27 0,-1-27 16,0 1-16,0 26 16,-26-27-16,27 53 15,-27-26-15,0 52 47,0 0-47,0 27 16,26-1-16,-26 1 15,26-27-15,-26 27 0,26-27 16,1 0 0,-1-26-1,26 0 1,-25 0-16,25-52 0,-26-1 15,0 27 1,1-27-16,-1 1 0,-26-1 16,0 27-16,0-26 15,0-1-15,0 1 16,0 25-16,0-25 16,0 26-16,0 0 15,0 52 63,0 0-62,0 0 15,0 0 0</inkml:trace>
  <inkml:trace contextRef="#ctx0" brushRef="#br0" timeOffset="13999.3">15009 9735 0,'0'-27'15,"0"1"17,-27 26-17,1 0 1,-26 26-16,25 27 15,1-27-15,0 27 16,26-27-16,0 26 16,0 1-16,0-1 15,26 1-15,27-27 0,-1 0 16,1-26-16,-1 27 16,27-27-16,0 0 15,-1-53-15,-25 1 16,-1-1-16,1-26 15,-27 1-15,0-1 16,-26 0-16,0 1 16,0 25-16,0 27 15,0 0-15,0-1 16,0 80 46,0-1-46,0 27-16,0 0 0,0-27 16,0 27-16,0-27 15,0 27-15,0-26 16,-26-1-16,26-26 16,0 1-16,0-1 15,0 0-15,26-26 31</inkml:trace>
  <inkml:trace contextRef="#ctx0" brushRef="#br0" timeOffset="14266.09">15796 9761 0,'-26'0'15,"-27"0"-15,-26 26 16,1 0-16,25 27 15,1-27-15,26 0 16,-1-26-16,27 27 16,0-1-16,53-26 15,52 26-15,26 0 16,-26-26-16,0 27 16,-26-1-16,-27 0 15,1 0-15,-1 1 16,-26-1-16,0 0 15,1 0-15,25-26 0</inkml:trace>
  <inkml:trace contextRef="#ctx0" brushRef="#br0" timeOffset="14951.93">16767 9997 0,'-27'-26'0,"1"26"16,105 0 15,0 26-15,26-26-16,26 0 15,-26 0-15,0 0 16,-27 0-16,1 0 15,-53 0-15,1 0 16</inkml:trace>
  <inkml:trace contextRef="#ctx0" brushRef="#br0" timeOffset="15348.86">18079 9656 0,'-27'-26'15,"1"26"-15,26-26 0,0 52 63,0 26-48,0 1-15,0-1 16,26-26-16,-26 27 16,0-27-16,27 0 15,-1 1-15,-26-1 16,26 0-16,0 0 16,1 1-16,-1-27 15,-26 26-15</inkml:trace>
  <inkml:trace contextRef="#ctx0" brushRef="#br0" timeOffset="15882.47">18262 9761 0,'0'-26'15,"0"-1"1,0 54 46,0-1-62,0 26 16,27 1-16,-1-1 16,0 1-16,0-27 15,1 27-15,-1-53 0,-26 26 16,26-26-16,-26-26 31,0-1-15,0-51-16,26 25 15,-26 1-15,0-1 16,0 1-16,0 25 16,27 27 15</inkml:trace>
  <inkml:trace contextRef="#ctx0" brushRef="#br0" timeOffset="16115.96">18761 9525 0,'-53'26'47,"-25"53"-31,25-27-16,-25 27 15,-1 0-15,0-1 16,0 1-16,1 0 16,25 0-16,-26-53 15,27 26-15,26-52 16</inkml:trace>
  <inkml:trace contextRef="#ctx0" brushRef="#br0" timeOffset="16300.23">17711 9525 0,'53'0'31,"26"52"-31,52 1 15,0 25-15,0 1 16,0-26-16,1-1 16,-1 1-16,0-27 0,0 0 15</inkml:trace>
  <inkml:trace contextRef="#ctx0" brushRef="#br0" timeOffset="16817.87">19679 9708 0,'0'-26'15,"0"0"17,0 52-1,27 27-16,25-1-15,-26 1 16,1-27-16,25 26 16,-26-25-16,1-1 15,-27 0-15,26-26 16,-26-26 0,0 0-1,26-27-15,-26-26 16,26 27-16,-26-1 15,0 1-15,0 26 16,0 52 31</inkml:trace>
  <inkml:trace contextRef="#ctx0" brushRef="#br0" timeOffset="17050.07">20230 9499 0,'-26'52'47,"0"1"-47,-27-1 16,1 27-16,-27-27 15,27 1-15,-1 25 16,-25-51-16,51 25 16,-25 1-16,26-53 0</inkml:trace>
  <inkml:trace contextRef="#ctx0" brushRef="#br0" timeOffset="17232.47">19574 9577 0,'79'0'31,"26"53"-31,0-1 16,26 1-16,-26-1 16,0 1-16,0-1 15,-26-26-15</inkml:trace>
  <inkml:trace contextRef="#ctx0" brushRef="#br0" timeOffset="23381.8">17528 5510 0,'-27'0'15,"27"-26"-15,-26 26 16,26-26-1,-26 26-15,0 0 16,-1 0 0,1 0-16,-26 0 15,-1 0-15,1 0 0,26 0 16,-1 0 0,27 26 30,53-26-46,26 0 16,-1 0-16,53 0 16,27 0-16,26 0 15,-1 0-15,53 0 16,-52 0-16,0-26 16,-53 26-16,0 0 15,-26 0-15,0 0 16,26 0-16,-26 0 0,26 0 15,-26 26-15,27-26 16,-1 0-16,0 0 16,-26 26-16,0-26 15,0 0-15,-26 0 16,-1 0-16,27 0 16,0 0-16,0 0 15,0 0-15,0 0 16,0 0-16,-26 26 15,-27-26-15,1 0 16,-27 0-16,26 0 16,-25 0-16,25 0 15,-26 0-15,27 0 16,-27 0-16,27 0 0,-1 0 16,-26 0-16,1 0 15,-1 0-15,0 0 16,27 0-16,-27 0 15,26 0-15,1 0 16,25 0-16,-25 0 16,26 0-16,-27 0 15,1 0-15,-27 0 16,0 0-16,0 0 16,1 0-1,-1 0 1,0 0-1,-26 27 79,-26-27-78,-53 26-16,-26-26 15</inkml:trace>
  <inkml:trace contextRef="#ctx0" brushRef="#br0" timeOffset="24432.19">17974 7950 0,'26'-26'0,"-26"0"16,0 0-16,0-1 15,0 1-15,0 79 79,0-1-79,-26 1 15,26 25-15,0-25 16,0 26-16,0-27 0,0 1 15,0 25-15,0-52 16,26 27-16,-26-27 16,52 0-16,-25-26 15,25 0-15</inkml:trace>
  <inkml:trace contextRef="#ctx0" brushRef="#br0" timeOffset="24682.08">18341 8003 0,'0'-53'0,"0"27"16,0 0 0,0 52 15,0 27-15,0-1-16,0 27 15,0-27-15,0 27 16,0 0-16,0-27 15,0 27-15,0-27 16,-26 1-16,26-27 16,-26 0-16,-1-26 15</inkml:trace>
  <inkml:trace contextRef="#ctx0" brushRef="#br0" timeOffset="27149.17">3411 6087 0,'-26'0'16,"-1"0"15,1 0-15,0 0-16,0 0 15,-1 0 1,1 0-16,0 0 0,0 0 16,78 0 62,1 0-78,52 0 15,-1 27-15,1-27 16,27 0-16,-1 0 16,0 0-16,-26 0 15,-26 0-15,-27 0 0,1 0 16,-27 0-1,0 0-15,-78 0 125,25 26-125</inkml:trace>
  <inkml:trace contextRef="#ctx0" brushRef="#br0" timeOffset="28898.16">13093 16505 0,'0'52'93,"0"1"-93,0 25 16,0 1-16,0-27 16,0 27-16,0-53 15,0 1-15,0-1 16</inkml:trace>
  <inkml:trace contextRef="#ctx0" brushRef="#br0" timeOffset="29383.9">13041 16557 0,'0'-52'16,"0"-1"-16,26 1 0,26 25 15,1 1-15,26 0 16,-27 0-16,27 26 16,-27 0-16,1 0 15,-1 26-15,-26 26 16,-26 1-16,0-1 16,0 27-16,-26-26 15,0-27-15,-26 26 16,-1-26-16,1 1 15,25-27-15,80 0 79,-1 0-79,27 0 15,-27 0-15,1 26 16,-1 0-16,-25 27 15,-1-27-15,0 26 16,-26-25-16,0 25 16,-79-26-16,1 1 15,-1-1-15,0 0 16,1-26-16,-27 0 16,26 0-16,0-26 15,27-27-15,-1 27 0,53 0 16,0-27-16,0 27 15,26 26-15</inkml:trace>
  <inkml:trace contextRef="#ctx0" brushRef="#br0" timeOffset="29698.59">14090 15822 0,'0'-26'16,"0"79"31,0-1-32,0 27-15,0-1 16,0 27-16,0 0 15,0-26-15,0 0 16,0 0-16,0-27 16,0 1-16,27-27 15,-27 0-15,26 0 16,0-26 0</inkml:trace>
  <inkml:trace contextRef="#ctx0" brushRef="#br0" timeOffset="30348.74">14353 16400 0,'0'-27'16,"0"1"-16,0 52 62,0 1-62,0 25 16,0 1-16,0-1 15,0 1-15,26-1 0,0-26 16,0 0 0,1-26-16,-1 0 0,26 0 15,1 0-15,-1-52 16,1 26-16,-27-27 16,0 1-16,1 26 15,-27-27-15,0 27 16,0 0-1,0 52 48,0 26-47,26 1-16,0-27 15,0 27-15,27-27 0,-27 0 16,26 0-16,1-26 15,-1 0-15,1 0 16,26 0-16,-27-52 16,1-1-16,-27 1 15,0-1-15,0 1 16,-26 26-16,0-1 16,0 1-16,-26 26 15,0 0 1,0 26-16,-1 1 15,27 25-15,-26 27 16,26-53-16,26 27 0,1-1 16,25-26-16,1 0 15,25-26-15,1 0 16,0 0-16,-1 0 16,1-26-16</inkml:trace>
  <inkml:trace contextRef="#ctx0" brushRef="#br0" timeOffset="30711.76">16399 16583 0,'-52'0'0,"26"0"15,78 0 32,27 0-31,26 0-16,0 0 15,0 0-15,-27 0 16,27 0-16,-26 0 16,-26 0-16,-1 0 15,-26 0-15</inkml:trace>
  <inkml:trace contextRef="#ctx0" brushRef="#br0" timeOffset="31098.18">18052 16452 0,'-26'-26'0,"0"0"16,26 52 46,0 0-46,0 27-16,26-1 0,0 27 16,-26-53-16,0 26 15,0-25-15,27-1 16,-27 0-16,26-26 16</inkml:trace>
  <inkml:trace contextRef="#ctx0" brushRef="#br0" timeOffset="31448.29">18262 16478 0,'0'-26'0,"27"26"63,-1 26-63,0 1 0,27-1 15,-1 26-15,-26 1 16,1-1-16,-1-26 16,0 1-16,-26-80 47,0 1-32,26-27-15,-26 27 16,0 25-16,0-25 15,27 52-15,-27-26 0</inkml:trace>
  <inkml:trace contextRef="#ctx0" brushRef="#br0" timeOffset="31665.42">18761 16137 0,'-26'26'31,"-53"27"-31,27 52 16,-27 0-16,0-26 15,0 26-15,1-1 0,-1 1 16,26-26-16,1-26 15,-1-1-15,27-26 16,0-26-16,0 0 16,0-26-16</inkml:trace>
  <inkml:trace contextRef="#ctx0" brushRef="#br0" timeOffset="31848.64">17659 16347 0,'26'0'0,"53"0"16,78 26-16,1 27 0,52 26 16,-27-1-16,-25 1 15,25 0-15,-25-27 16,-1 1-16,27-1 16,-53-52-16</inkml:trace>
  <inkml:trace contextRef="#ctx0" brushRef="#br0" timeOffset="36533.99">3385 6953 0,'-27'-26'15,"1"26"-15,-26 0 16,-1 0-16,27 0 16,0 0-16,-27 0 15,27 0-15,0 26 16,-27-26-16,27 0 16,0 0-16,-27 0 15,27 0 1,52 0 62,53 0-62,0 0-16,52 0 15,-26 0-15,52 0 16,-26 0-16,27 0 15,-1 0-15,-26 0 16,1 0-16,-27 0 16,0 27-16,26-27 15,-26 0-15,0 0 16,26 0-16,-26 0 16,26 0-16,-26 0 0,0-27 15,-26 27-15,-1-26 16,-25 26-16,-27 0 15,0 0-15,-52 0 110,0 0-95,-27 0-15,27 26 16,0-26-16,0 0 16</inkml:trace>
  <inkml:trace contextRef="#ctx0" brushRef="#br0" timeOffset="37448.44">13539 13067 0,'-26'-52'15,"26"-1"-15,-26 27 16,0-27-16,26 27 16,-27 26-1,27 26 17,0 27-32,0 26 15,-26 26-15,26 0 16,0 0-16,0-27 15,0 27-15,0-26 16,0-27-16,0 1 16,0-27-16,26-26 31,-26-26-31</inkml:trace>
  <inkml:trace contextRef="#ctx0" brushRef="#br0" timeOffset="37650.12">13461 13277 0,'-27'-79'0,"1"27"15,26-27-15,0 27 16,26 25-16,27-25 16,25 26-16,1 26 15,-26 0-15,25 0 16,-25 26-16,-1 0 16,-25 27-16,-27-1 15,0-26-15,0 27 16,-79-1-16,0-25 15,-26 25-15,-26-26 16,26 1-16,26-1 16</inkml:trace>
  <inkml:trace contextRef="#ctx0" brushRef="#br0" timeOffset="37899.65">13933 13303 0,'0'-26'16,"26"26"-1,0 53 17,-26-1-32,0 27 15,0 26-15,0-27 16,0-25-16,0-1 15,0-25-15,27-27 16</inkml:trace>
  <inkml:trace contextRef="#ctx0" brushRef="#br0" timeOffset="38164.56">14143 12883 0,'-26'0'0,"26"27"31,0-1-31,0 0 16,26-26-1,0 0 1,-26-26 0,0 0-1,0-1-15,0 1 16,-26 26-16,0 0 15,-1 0-15,1 0 16,-26 26-16,-1 27 16,27 26-16</inkml:trace>
  <inkml:trace contextRef="#ctx0" brushRef="#br0" timeOffset="38781.83">14169 13330 0,'26'0'0,"-26"-27"15,0 54 17,0 25-32,0 1 15,0 51-15,-26-51 16,26-1-16,-26 1 16,26-27-16,0-78 46,26-1-46,-26-26 0,26 1 16,-26 25 0,26 27-16,-26 0 0,27 26 15,-1 0 1,0 0 0,0 26-16,27 0 15,-1 27-15,-25-1 16,-1-26-16,26 27 15,-25-27-15,-1-26 16,26 0 0,-25 0-16,25-26 15,-26-27-15,27 1 0,-27-27 16,0 1 0,0-1-16,-26 0 0,0 27 15,0-1-15,0 27 16,0 0-16,0 52 62,0 26-62,0 27 16,0 0-16,0 0 16,0-1-16,0 1 15,0 0-15,0-27 16,0 1-16,0-27 15,27-26 1,25-53-16</inkml:trace>
  <inkml:trace contextRef="#ctx0" brushRef="#br0" timeOffset="39014.5">15297 13303 0,'0'-26'15,"-26"26"1,-26 0-16,-1 0 15,1 0-15,25 26 16,-25-26-16,26 27 16,26-1-16,0 0 15,0 0-15,0 27 16,0-1-16,52 1 0,1-1 16,-1 1-16,1-27 15,25 26-15,-25-25 16,26-27-16,-1 26 15,1-26-15</inkml:trace>
  <inkml:trace contextRef="#ctx0" brushRef="#br0" timeOffset="39309.87">16268 13592 0,'53'0'16,"-1"0"-1,79 0-15,1 0 16,25 0-16,27 0 16,-1 0-16,-51 0 15,-1 0-15,-53 0 16,-25 0-16,-27 0 15</inkml:trace>
  <inkml:trace contextRef="#ctx0" brushRef="#br0" timeOffset="40397.79">18472 13277 0,'0'-26'0,"0"0"31,0 78 16,0 1-47,0 25 0,0-25 16,0 25-16,0-25 15,0-27-15,0 0 16,0 1-16,0-80 31,0-26-15,0-25-16,0 25 15,-26-26-15,26 52 16,0 1-16,0 26 16,0-1-16,0 80 47,0 26-32,26-1-15,-26 27 0,0-26 16,27 0-16,-27-1 15,0-51-15,0-1 16,0 0-16,0-52 31,0-27-31,0-25 16,0-27-16,0 26 16,0 0-16,0 1 15,0 51-15,0 1 16,0 0-16,0 52 31,0 53-15,0-27-16,0 53 15,0-26-15,0 0 16,0-27-16,0 1 16,0-27-16,0 0 15,0-78 16,0-27-31,0 0 16,0-26-16,0 0 16,0 27-16,0 25 15,0 27-15,0 0 16,0 52 15,0 26-31,0 27 16,0 0-16,0-27 15,0 27-15,0 0 16,0-53-16,0 26 16,0-104 15,0-27-15,0 1-16,0-27 15,0 52-15,-27-26 16,27 53-16,0 0 15,0 52 17,0 27-32,0-1 15,0 27-15,0 0 16,0-27-16,0 0 16,0 1-16,0-27 15,0 0-15,0 1 16,-26-80 15</inkml:trace>
  <inkml:trace contextRef="#ctx0" brushRef="#br0" timeOffset="80895.23">17738 7085 0,'26'0'31,"53"0"-15,-1 0-16,27 0 16,-26 0-16,0 0 15,-27 0-15,1 0 16,-27 0-16</inkml:trace>
  <inkml:trace contextRef="#ctx0" brushRef="#br0" timeOffset="81027.86">17895 7111 0,'-52'0'16,"25"0"-16,80 26 31,52-26-31,26 26 15,53-26-15,-1 0 16,-25 0-16</inkml:trace>
  <inkml:trace contextRef="#ctx0" brushRef="#br0" timeOffset="81811.64">18052 11545 0,'-26'0'0,"26"53"78,26-1-62,27 1-16,-27-1 15,0 1-15,1-1 16,25-26-16,-26 1 16,1-1-16,-1-26 15,0 0-15</inkml:trace>
  <inkml:trace contextRef="#ctx0" brushRef="#br0" timeOffset="82029.1">18551 11467 0,'-26'-27'0,"26"1"16,-26 26-16,26 26 47,-27 27-31,27-1-16,-26 1 15,0-1-15,26 27 0,-26-27 16,26 1-1,0 26-15,0-53 0,0 26 16,0-25-16</inkml:trace>
  <inkml:trace contextRef="#ctx0" brushRef="#br0" timeOffset="82312.14">18840 11519 0,'0'-26'16,"0"52"46,0 26-62,0 1 16,0-1-16,0 1 15,0-1-15,0-25 16,0 25-16,0-26 16,0 1-16</inkml:trace>
  <inkml:trace contextRef="#ctx0" brushRef="#br0" timeOffset="82611.39">18997 11335 0,'0'-26'16,"-26"26"-16,0 0 31,-27 53-31,-26-1 16,-26 27-16,27 26 15,-1-27-15,0 1 16,1 0-16,-1 0 16,0-1-16,0 1 0,27-26 15,-27-27-15,27-26 16</inkml:trace>
  <inkml:trace contextRef="#ctx0" brushRef="#br0" timeOffset="82811.41">17711 11545 0,'79'0'15,"52"26"1,53 27-1,26 26-15,0-1 0,-27 27 16,1-26-16,0 0 16,-27-27-16,-52 27 15,-26-53-15</inkml:trace>
  <inkml:trace contextRef="#ctx0" brushRef="#br0" timeOffset="91427.84">11256 7111 0,'-26'0'0,"52"0"62,27 0-62,52 0 16,79 0-16,25 0 16,54 0-16,-1 0 15,1 0-15,-27 0 16,-26 0-16,-79 0 16,-52 0-16,-53 0 0,-79 0 62,27 0-62,0 0 16</inkml:trace>
  <inkml:trace contextRef="#ctx0" brushRef="#br0" timeOffset="92144.14">15455 7111 0,'-184'0'0,"53"0"16,52 0-16,53 0 16,78 0-1,80 0 1,104 0-16,52 0 15,27-26-15,26 26 16,0-27-16,-26 1 16,26 26-16,1-26 15,-28 26-15,-77 0 16,-54 0-16,-104-26 16,-53 26-16,-52 0 46,-26 0-46,-1 0 16</inkml:trace>
  <inkml:trace contextRef="#ctx0" brushRef="#br0" timeOffset="96460.83">17344 6166 0,'-105'0'0,"26"0"16,27 0-16,26 0 16,52 0 15,53 26-31,52 1 16,52-1-16,-25 0 15,26 0-15,25-26 16,-25 27-16,0-27 15,0 0-15,-53 0 16,-53 0-16,-25-27 0,-27 27 16,-26-26-1,-52 0-15,-27 26 16,-52-26-16</inkml:trace>
  <inkml:trace contextRef="#ctx0" brushRef="#br0" timeOffset="96755.45">17160 6271 0,'-26'0'0,"0"26"15,105 1 1,26-27 0,52 0-16,27 0 15,-1 0-15,1 0 0,0 0 16,-1 0-16,-25 0 15,-27 0-15,-26 0 16,-26 0-16,-27 0 16,-26 0-1</inkml:trace>
  <inkml:trace contextRef="#ctx0" brushRef="#br0" timeOffset="97646.71">1836 7294 0,'-26'0'16,"0"0"-16,26-26 31,26 26-31,27 0 16,-1 0-16,53 0 15,-26-26-15,-1 26 16,1 0-16,0 0 15,0 0-15,-53-26 16,0 26-16</inkml:trace>
  <inkml:trace contextRef="#ctx0" brushRef="#br0" timeOffset="97827.11">1994 7321 0,'-79'26'0,"27"0"16,-1-26-16,27 26 0,52-26 31,53 0-15,52-26-16,-26 0 15,26 0-15,-26-1 16,-26 1-16</inkml:trace>
  <inkml:trace contextRef="#ctx0" brushRef="#br0" timeOffset="103260.32">13539 14694 0,'0'-26'0,"-26"0"15,26 52 32,26 26-31,0-26-16,27 53 16,-27-53-16,27 27 15,-1-1-15,1-25 16,-1-27-16,-26 0 15</inkml:trace>
  <inkml:trace contextRef="#ctx0" brushRef="#br0" timeOffset="103510.39">14274 14563 0,'-26'-26'15,"-1"26"-15,-25 0 16,26 0-16,-53 0 15,27 0-15,-1 52 16,1-26-16,-1 53 16,27 0-16,0-1 15,-1 1-15,27 0 16,0 0-16,0-1 16,0 1-16,27-26 15,-1-1-15,0-26 16,0 27-16,27-53 0,-27 26 15,0-26-15</inkml:trace>
  <inkml:trace contextRef="#ctx0" brushRef="#br0" timeOffset="104060.25">14143 15166 0,'52'0'31,"-26"0"-31,27-26 0,-27 0 16,0 0-1,1-1-15,-27-25 0,0-1 16,0 27-16,-27 0 16,1 26-16,0 0 15,0 0 1,-27 0-16,27 26 15,0 27-15,26-1 16,0 1-16,0-1 16,26-26-16,26 27 15,27-53-15,0 26 16,0-26-16,-1 0 16,1-52-16,-26-1 15,-1 1-15,-26-27 0,-26-26 16,0 26-1,0-26-15,0 27 0,0 25 16,0 1-16,0 25 16,0 80 31,0 26-47,0-1 15,0 27-15,0-26 16,0 0-16,0-1 15,27 1-15,-27-26 16,0-1-16,26-26 0,0-26 16,26 0-16,1-26 15</inkml:trace>
  <inkml:trace contextRef="#ctx0" brushRef="#br0" timeOffset="104293.64">15140 14615 0,'0'-52'0,"0"-1"15,0 27-15,0 0 16,0 52 15,0 27-15,0 25-16,0 27 16,0-26-16,0 0 15,0-1-15,0 1 16,0-26-16,0-1 0,0 1 15,0-27 1,0 0-16,26-26 0,0 0 16</inkml:trace>
  <inkml:trace contextRef="#ctx0" brushRef="#br0" timeOffset="104576.7">15376 14878 0,'0'-27'0,"0"80"31,0-1-15,0 27-16,26-26 15,1-1-15,-1-26 0,0 1 16,0-27 0,0 0-16,27 0 0,-27-53 15,0 1-15,1-27 16,-27 26-16,0 1 15,-27-1-15,1 27 16,-26 0-16,25 0 16,1 26-1,0 26-15,0 26 16,0 1-16</inkml:trace>
  <inkml:trace contextRef="#ctx0" brushRef="#br0" timeOffset="105026.97">15901 14878 0,'0'-27'15,"0"54"1,0 25 0,0 1-16,0-1 15,0 1-15,0-27 16,26-26-1,0 0 1,27-53-16,-27 1 16,27-1-16,-27 27 15,0 0 1,0 52 15,0 0-31,-26 27 16,27-1-16,-1 1 15,0-1-15,0 1 16,1-27-16,-1-26 16,0 0-1,27-26-15,-1-27 16,-26 1-16,27-27 16,-53 27-16,0-1 0,0 1 15,0-1 1,-26 27-16,-1 26 15,1 0-15</inkml:trace>
  <inkml:trace contextRef="#ctx0" brushRef="#br0" timeOffset="105294.35">17265 15140 0,'53'0'31,"25"0"-15,80 0-16,-27 0 16,53 0-16,-53 0 15,0 0-15,-26-26 16,-79 26-16,1 0 15,-54 0 17,-25 26-32</inkml:trace>
  <inkml:trace contextRef="#ctx0" brushRef="#br0" timeOffset="105726.88">18866 14983 0,'0'-27'0,"-26"1"16,52 52 46,26 27-62,27-1 16,-26 1-16,25-1 0,-25-25 15,-27-1-15,27 0 16,-27-26 15,-26-26-15,26-53-16,0 0 15,0 1-15,-26-1 16,0 26-16,0 27 16,0 0-16,0 78 47,0-25-47,0 25 0</inkml:trace>
  <inkml:trace contextRef="#ctx0" brushRef="#br0" timeOffset="106509.72">19601 14851 0,'0'-26'0,"0"0"16,0 52 31,0 53-32,0 0-15,0-1 16,0-25-16,0-1 0,0 1 16,0-27-1,0-52 32,-27-53-47,27 0 16,-26-26-16,0 27 15,26 25-15,0 27 16,-26 0-16,26 52 47,0 0-31,26 53-16,26 0 15,-52-1-15,27 1 0,-27-53 16,0 27-16,0-27 15,0-78 32,0-27-47,-27 0 16,1-26-16,26 26 16,-26 27-16,26 26 15,0-1-15,0 54 47,0 25-47,0 27 16,26 0-16,0-1 15,1-25-15,-27-1 0,0 1 16,0-27-16,0-52 47,0-27-32,0-52-15,-27 27 16,27-1-16,0 26 16,0 27-16,0 52 47,0 27-47,0 26 15,0-1-15,27 1 16,-1 0-16,-26-27 0,0 27 15,-79-53-15</inkml:trace>
  <inkml:trace contextRef="#ctx0" brushRef="#br0" timeOffset="117825.65">20388 11388 0,'26'-26'0,"-26"-1"16,0 1-16,0 0 0,0 0 16,0-1 15,26 27 16,1 27-16,-1-1-15,0 26-16,0 1 15,0-1-15,1 1 16,-1 25-16,-26-25 16,26 26-16,-26-27 0,0-26 15,26 27 1,-26-27-16,0 0 0,0 1 15,0-1 1,0 0 0,27-26-16,-27 26 15,26-26-15,0 0 16</inkml:trace>
  <inkml:trace contextRef="#ctx0" brushRef="#br0" timeOffset="118342.73">20965 11414 0,'0'-26'0,"0"0"15,0-1 1,26 54 62,27 25-62,-1 1-16,1-1 15,-27 0-15,26 27 16,-25-26-16,25-1 16,-26-26-16,1 27 15,-27-27-15,26-26 0,0-52 47,0-27-31,1-26-16,-27 26 15,0-26-15,26 53 16,-26-27-16,0 27 16,0 25-16,0 1 15,0 52 79,-26-26-78</inkml:trace>
  <inkml:trace contextRef="#ctx0" brushRef="#br0" timeOffset="120993.53">19916 16190 0,'-27'-27'0,"27"1"32,0 52-1,0 27-15,53-1-16,-27 27 15,26 0-15,-25 26 16,-1-26-16,26-1 15,-25 1-15,-1-27 16,0-25-16,0-1 16,1-26-1,-1 0 1,0-53 0,27 1-16,-1-53 15,1 0-15,-27 0 0,-26 0 16,0 0-16,0 26 15,0 27-15,0 26 16,0-1-16</inkml:trace>
  <inkml:trace contextRef="#ctx0" brushRef="#br0" timeOffset="121858.94">19732 16347 0,'0'-52'0,"0"25"15,0 1-15,0 0 16,52 52 62,1 0-78,-1 27 16,1-1-16,25 1 0,-51 26 15,25-27-15,-26 1 16,1-1-16,-1-26 15,-26 27-15,26-27 16,-26 0-16,0-52 63,0-27-48,-52-25-15,-1-27 16,1 0-16,-1 26 15,1 0-15,26 1 0,-1 51 16,1 1 0,26 0-16,0 78 62,26 1-62,27 26 16,-1 26-16,1-27 15,-1 1-15,1 0 16,-1-27-16,-26 1 16,1-1-16,-1-26 15,0-26-15,-26 27 16,26-27 0,27 0-16,-1 0 15,27-53-15</inkml:trace>
  <inkml:trace contextRef="#ctx0" brushRef="#br0" timeOffset="122892.18">20965 16032 0,'0'-26'31,"0"78"31,-52 1-62,25 26 16,-25-1-16,26 27 16,-27-26-16,1 26 15,-1-26-15,1-1 16,25 1-16,1-26 15,0-27-15,26 0 16,-26-26-16,26-26 47,26-27-47,0-25 16,0-27-16,27 0 15,-1-26-15,1 26 16,-1 26-16,-25 0 0,-1 27 15,0 25-15,-26 1 16,0 79 31,-26-1-31,-27 53-16,-25-26 15,25 26-15,27 0 16,-27-26-16,27-1 15,0-25-15,0-1 0,26-26 16,0-78 31,26-53-47,26 0 16,27 0-16,-53 0 15,27 0-15,-27 26 16,0 27-16,1 26 15,-27-1-15,0 54 47,0 51-31,-53 27-16,27-26 16,-27 26-16,27 0 15,-26-26-15,25-1 0,1-25 16,0-27-1,26 0-15,0-52 32,0-26-17,52-53-15,-25 0 16,25 0-16,-26 0 16,27 26-16,-53 27 15,0-1-15,26 53 16,-52 26 15,-27 53-31,1 0 16,-1 0-16,1-1 15,0 1-15,-1 0 16,27-1-16,0-25 16,-1-1-16,1-25 15,0 25-15,26-26 16,-26-26-1,26-26-15</inkml:trace>
  <inkml:trace contextRef="#ctx0" brushRef="#br0" timeOffset="123444.42">19601 16295 0,'-27'-27'0,"80"80"63,26 26-48,-1-1-15,1 1 16,0-26-16,-27 25 15,27-25-15,-53-1 0,27-26 16,-27 27 0,0-53-16,-26 26 0,-26-52 47,-27-53-47,1 0 15,-27 1-15,1-27 16,25 0-16,-26 26 15,53 0-15,-26 27 16,25 26-16,27-1 16,0 54 31,27-1-47,25 53 15,27-1-15,0 27 0,-1-26 16,1 0-16,-27-1 15,1-25-15,-27-1 16,0-25-16,1-1 16,-1-26-1,0 0-15,53 0 16,-27-53-16</inkml:trace>
  <inkml:trace contextRef="#ctx0" brushRef="#br0" timeOffset="123742.45">21018 16190 0,'0'-53'0,"0"1"15,0 25-15,0 1 16,-27 79 46,-25 25-62,-1 27 16,1 0-16,-1-26 16,1 26-16,-1-26 15,1-1-15,-1-25 16,1-1-16,26-25 16,0-1-16,26 0 0,-27-26 15,1 0 1</inkml:trace>
  <inkml:trace contextRef="#ctx0" brushRef="#br0" timeOffset="126942.19">21332 9341 0,'0'-26'0,"0"52"63,0 27-47,0-1-16,0 27 15,0 0-15,0-1 16,0 1-16,0-27 15,0 1-15,0-1 16,0 1-16,0-27 0,0 0 16</inkml:trace>
  <inkml:trace contextRef="#ctx0" brushRef="#br0" timeOffset="127225.24">21621 9472 0,'0'-26'0,"0"0"16,0 0-16,0-1 15,0 54 48,0 25-63,0 1 15,0 25-15,26 1 16,-26-27-16,0 27 16,0 0-16,0-27 15,0 1-15,0-27 16,27 0-16,-27 1 16,26-27-16,0 0 15,27 0-15</inkml:trace>
  <inkml:trace contextRef="#ctx0" brushRef="#br0" timeOffset="127575.88">22198 9525 0,'0'-26'0,"0"-1"15,0-25-15,-26 26 16,26-1-16,-26 1 16,26 0-1,0 52 48,0 27-63,0 25 15,-26 27-15,26 0 16,0 0-16,-27-26 16,27 0-16,-26 26 15,-26-27-15,25 1 16,1-26-16,0-1 16</inkml:trace>
  <inkml:trace contextRef="#ctx0" brushRef="#br0" timeOffset="139957.94">11571 5484 0,'-52'0'0,"-1"-26"15,27 26-15,0-27 16,105 27 31,-1 0-47,27 0 15,0 0-15,0 0 16,0 0-16,0 0 16,-26 0-16,-27 0 15,1 0-15,-27-26 16,-52 26 0</inkml:trace>
  <inkml:trace contextRef="#ctx0" brushRef="#br0" timeOffset="140257.76">11624 5405 0,'52'0'63,"1"0"-63,25 0 15,27 0-15,-26 0 16,0 0-16,-27 0 15,1 0-15,-1 0 16,-25 26-16,-1-26 0,26 0 109</inkml:trace>
  <inkml:trace contextRef="#ctx0" brushRef="#br0" timeOffset="140841.26">16085 5563 0,'-79'0'16,"0"-27"-16,0 27 15,53 0-15,0 0 16,52 0 15,53 0-31,26 0 16,26 0-16,0 0 15,0 0-15,1 0 16,-1 0-16,-26 0 16,-27 0-16,-25 0 15,-27 0-15,-105 0 32,1 0-32</inkml:trace>
  <inkml:trace contextRef="#ctx0" brushRef="#br0" timeOffset="141057.89">15953 5589 0,'-52'0'0,"26"0"16,52 0 15,26 0-15,53 0-16,0 0 15,0 0-15,-26 0 16,52 0-16,-26 0 15,0 0-15,-26 0 16,-1 0-16,-25 0 16,-27 0-16</inkml:trace>
  <inkml:trace contextRef="#ctx0" brushRef="#br0" timeOffset="146540.89">14012 7898 0,'0'-26'15,"-53"26"17,1 0-17,-27 52-15,0-26 16,0 1-16,27 25 15,26-26-15,-27 1 16,27 25-16,26-26 16,0 1-16,0 25 15,0-26-15,26-26 16,27 27-16,-1-1 16,27-26-16,26 0 15,-26 0-15,-1 0 16,1 0-16,0-26 15,-27 26-15,-26-53 16,1 27-16,-1-27 0,-26 27 16,0 0-1,0 0-15,-53 26 0,1-27 16,-27 27-16,1 0 16,-1 0-16,26 27 15,1-1-15,-1-26 16,53 26-16,0 0 15,53 1 1,26-27 0,-1 0-16,27 0 15,-52 0-15,25 0 16,-25 0-16,-27 0 16,0 0-16,1-27 15,-27 54 63,0-1-62,0 26-16,0 1 16,0-1-16,0 1 15,0 25-15,0-25 16,26-1-16,-26-25 15,0-1-15,0 0 16</inkml:trace>
  <inkml:trace contextRef="#ctx0" brushRef="#br0" timeOffset="146874.24">14431 8134 0,'0'-26'0,"0"0"31,53 26-31,-1 0 16,1 0-16,-1 0 16,1 26-16,-27 0 0,0 0 15,1 1 1,-27 25-16,26-26 0,-26 1 15,-26-27 32,-1-27-47,1 1 16,26-26-16,0 25 16,0-25-16,0 26 15,53-27-15,-1 53 16,27 0-16,-27 0 15</inkml:trace>
  <inkml:trace contextRef="#ctx0" brushRef="#br0" timeOffset="147757.39">15087 8134 0,'27'0'47,"-1"0"-32,26 0-15,1-26 16,-1 26-16,-25-26 16,-1-1-16,-26 1 15,0 0-15,0 0 16,-26 26 0,-1 0-1,1 0-15,0 0 0,0 0 16,-27 26-16,1 26 15,52 1-15,-27-27 16,27 27-16,0-27 16,0 0-16,0 0 15,27 1-15,25-27 16,27 0-16,0 0 16,-1 0-16,-25 0 15,25-27-15,-25 1 16,-27 0-16,27 0 15,-27-27-15,-26 27 16,0 0-16,0-1 16,0 1-1,-26 26 1,-1 26 0,1 27-16,0-27 15,26 27-15,0-1 16,0-26-16,26 1 15,27-27-15,-1 0 16,1 0-16,-1 0 16,1-27-16,-1 1 15,-26-26-15,1-1 16,-27 27-16,0-27 16,0 27-16,-27 79 46,1-27-30,0 0-16,0 27 16,-1-27-1,27-52 32,0-27-47,0 27 16,0-27-16,53 27 15,-27 0-15,27 0 16,-1 26-16,1 0 16,-1 0-16,-26 26 15,27 26-15,-27 1 0,-26-1 16,26 1-16,-26-1 16,0-25-16,0-1 15,0 0-15,0 0 16</inkml:trace>
  <inkml:trace contextRef="#ctx0" brushRef="#br0" timeOffset="147940.99">16478 8239 0,'26'0'0,"53"0"16,52 0-16,27-26 16,-1 26-16,-26 0 15,-26-26-15,-52-1 16</inkml:trace>
  <inkml:trace contextRef="#ctx0" brushRef="#br0" timeOffset="152240.31">13356 11125 0,'0'-26'0,"0"0"15,0 0 1,0 78 15,0 27-31,0 0 16,26 26-16,0-27 15,-26 27-15,26-26 0,-26 26 16,0-53-16,-26 27 16,-26-26-16,-1-27 15,1 0-15</inkml:trace>
  <inkml:trace contextRef="#ctx0" brushRef="#br0" timeOffset="152640.31">13251 11283 0,'26'-53'16,"26"1"-16,27-1 15,26 1-15,26 26 0,0 26 16,-26 0-1,-52 26-15,-1 26 0,-52 27 16,0 0-16,-26 0 16,-53-1-16,1-25 15,-1-1-15,0-26 16,27 1-16,-1-27 16,27 26-16,0-26 15,52 0 63,26 26-62,27 0-16,-26 1 0,-1-1 16,1 0-16,-1 0 15,1 1-15,-27-1 16,26 0-16,-25-26 15,25 0-15</inkml:trace>
  <inkml:trace contextRef="#ctx0" brushRef="#br0" timeOffset="153340.35">14221 11808 0,'0'-27'16,"27"27"-16,-1 0 0,26-26 15,1 0 1,-1 26-16,-25-26 0,25-1 15,-26 1-15,-26 0 16,0 0 0,0-1-1,-26 27-15,0-26 16,0 26-16,-1 0 16,-25 0-16,26 26 15,26 1-15,0-1 16,0 0-16,0 27 15,26-27-15,26 0 16,27 0-16,26 1 0,26-27 16,0 0-16,1-27 15,-1 1 1,0-26-16,-26 25 0,0-25 16,-53-1-16,-25 27 15,-27 0-15,0 0 16,-27 26-16,-51 0 15,-1 0-15,-26 26 16,26 0-16,1 0 16,51 1-16,1-1 15,26 0-15,0 0 16,26-26-16,53 0 16,26 0-16,0 0 15,0-52-15,0-1 0,-26 1 16,-27 0-1,1-27-15,-27 0 0,-26-26 16,0 0-16,0 0 16,0 26-16,-26 27 15,-1 26-15,1 26 16,26-26-16,-26 52 16,0 52-1,-1 27-15,1 27 16,26 25-16,0 1 15,0-27-15,0 26 16,0 1-16,0-27 16,0-26-16,0 0 15,0-27-15,26-25 16,1-27-16,25 0 0,27-26 16</inkml:trace>
  <inkml:trace contextRef="#ctx0" brushRef="#br0" timeOffset="153507.22">16767 11781 0,'0'-26'16,"78"0"-1,80 0-15,131-27 0,52 1 16,-26-1-16,-27-25 15</inkml:trace>
</inkml:ink>
</file>

<file path=ppt/ink/ink15.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4T10:26:25.051"/>
    </inkml:context>
    <inkml:brush xml:id="br0">
      <inkml:brushProperty name="width" value="0.05292" units="cm"/>
      <inkml:brushProperty name="height" value="0.05292" units="cm"/>
    </inkml:brush>
  </inkml:definitions>
  <inkml:trace contextRef="#ctx0" brushRef="#br0">4592 3227 0,'-79'53'15,"0"-53"-15,53 26 16,52-78 0,158-53-16,78-79 15,106-26-15,104-52 16,26-27-16,1 0 0,-1 1 16,-78 51-16,-52 54 15,-106 52-15,-131 52 16</inkml:trace>
  <inkml:trace contextRef="#ctx0" brushRef="#br0" timeOffset="5515.89">8580 5773 0,'-26'0'16,"78"-53"-1,79-78-15,158-27 0,157-52 16,79-52-16,78 0 16,1-27-16,-27-26 15,-78 53-15,-1-1 16,-78 80-16</inkml:trace>
  <inkml:trace contextRef="#ctx0" brushRef="#br0" timeOffset="9549.7">1023 7845 0,'-131'27'0,"26"-1"16,52 0-16,80-52 31,130-105-31,158-53 16,157-78-16,158-53 15,52-26-15,27 0 0,-53 26 16,-132 52-16,-130 80 16</inkml:trace>
  <inkml:trace contextRef="#ctx0" brushRef="#br0" timeOffset="26081.41">892 11020 0,'-131'79'0,"52"-53"15,26 27 1,27-53-16,52-26 0,132-106 15,130-51-15,132-106 16,131-26-16,79-52 16,0 0-16,26 25 15,0 54-15,-53 25 16,-130 1-16</inkml:trace>
  <inkml:trace contextRef="#ctx0" brushRef="#br0" timeOffset="30564.5">6796 13330 0,'-132'52'0,"28"1"16,25-1-16,26-26 15,80-78 1,182-79-16,133-132 15,182-104-15,185-132 0,78-26 16,53-26-16,-1 27 16,-78 104-16,-131 52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7505FF-8B11-4D48-9C41-9D2AC2739953}" type="datetimeFigureOut">
              <a:rPr lang="en-IN" smtClean="0"/>
              <a:t>14-03-2024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3B4AC6-3570-45B7-A134-9FABAE5B8706}" type="slidenum">
              <a:rPr lang="en-IN" smtClean="0"/>
              <a:t>‹#›</a:t>
            </a:fld>
            <a:endParaRPr lang="en-IN"/>
          </a:p>
        </p:txBody>
      </p:sp>
    </p:spTree>
    <p:extLst>
      <p:ext uri="{BB962C8B-B14F-4D97-AF65-F5344CB8AC3E}">
        <p14:creationId xmlns:p14="http://schemas.microsoft.com/office/powerpoint/2010/main" val="1465688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Monday- Swift- blue</a:t>
            </a:r>
          </a:p>
          <a:p>
            <a:r>
              <a:rPr lang="en-IN" dirty="0"/>
              <a:t>Tuesday- pulsar- Red</a:t>
            </a:r>
          </a:p>
          <a:p>
            <a:r>
              <a:rPr lang="en-IN" dirty="0"/>
              <a:t>Wed- AUDI- Brown </a:t>
            </a:r>
          </a:p>
          <a:p>
            <a:r>
              <a:rPr lang="en-IN" dirty="0"/>
              <a:t>Thus- </a:t>
            </a:r>
            <a:r>
              <a:rPr lang="en-IN" dirty="0" err="1"/>
              <a:t>Hondacity</a:t>
            </a:r>
            <a:r>
              <a:rPr lang="en-IN" dirty="0"/>
              <a:t>- silver</a:t>
            </a:r>
          </a:p>
          <a:p>
            <a:r>
              <a:rPr lang="en-IN" dirty="0"/>
              <a:t>Fri- Alto- White</a:t>
            </a:r>
          </a:p>
          <a:p>
            <a:r>
              <a:rPr lang="en-IN" dirty="0"/>
              <a:t>Sat- BMW- Black</a:t>
            </a:r>
          </a:p>
          <a:p>
            <a:r>
              <a:rPr lang="en-IN" dirty="0"/>
              <a:t>Sun- </a:t>
            </a:r>
            <a:r>
              <a:rPr lang="en-IN" dirty="0" err="1"/>
              <a:t>Activa</a:t>
            </a:r>
            <a:r>
              <a:rPr lang="en-IN" dirty="0"/>
              <a:t>- Green</a:t>
            </a:r>
          </a:p>
        </p:txBody>
      </p:sp>
      <p:sp>
        <p:nvSpPr>
          <p:cNvPr id="4" name="Slide Number Placeholder 3"/>
          <p:cNvSpPr>
            <a:spLocks noGrp="1"/>
          </p:cNvSpPr>
          <p:nvPr>
            <p:ph type="sldNum" sz="quarter" idx="5"/>
          </p:nvPr>
        </p:nvSpPr>
        <p:spPr/>
        <p:txBody>
          <a:bodyPr/>
          <a:lstStyle/>
          <a:p>
            <a:fld id="{1D3B4AC6-3570-45B7-A134-9FABAE5B8706}" type="slidenum">
              <a:rPr lang="en-IN" smtClean="0"/>
              <a:t>2</a:t>
            </a:fld>
            <a:endParaRPr lang="en-IN"/>
          </a:p>
        </p:txBody>
      </p:sp>
    </p:spTree>
    <p:extLst>
      <p:ext uri="{BB962C8B-B14F-4D97-AF65-F5344CB8AC3E}">
        <p14:creationId xmlns:p14="http://schemas.microsoft.com/office/powerpoint/2010/main" val="2957352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IN" dirty="0"/>
              <a:t>Monday</a:t>
            </a:r>
          </a:p>
          <a:p>
            <a:pPr marL="228600" indent="-228600">
              <a:buAutoNum type="arabicPeriod"/>
            </a:pPr>
            <a:r>
              <a:rPr lang="en-IN" dirty="0"/>
              <a:t>Green</a:t>
            </a:r>
          </a:p>
          <a:p>
            <a:pPr marL="228600" indent="-228600">
              <a:buAutoNum type="arabicPeriod"/>
            </a:pPr>
            <a:r>
              <a:rPr lang="en-IN" dirty="0"/>
              <a:t>BMW</a:t>
            </a:r>
          </a:p>
          <a:p>
            <a:pPr marL="228600" indent="-228600">
              <a:buAutoNum type="arabicPeriod"/>
            </a:pPr>
            <a:r>
              <a:rPr lang="en-IN" dirty="0"/>
              <a:t>Swift- Black</a:t>
            </a:r>
          </a:p>
          <a:p>
            <a:pPr marL="228600" indent="-228600">
              <a:buAutoNum type="arabicPeriod"/>
            </a:pPr>
            <a:r>
              <a:rPr lang="en-IN" dirty="0"/>
              <a:t>Audi</a:t>
            </a:r>
          </a:p>
        </p:txBody>
      </p:sp>
      <p:sp>
        <p:nvSpPr>
          <p:cNvPr id="4" name="Slide Number Placeholder 3"/>
          <p:cNvSpPr>
            <a:spLocks noGrp="1"/>
          </p:cNvSpPr>
          <p:nvPr>
            <p:ph type="sldNum" sz="quarter" idx="5"/>
          </p:nvPr>
        </p:nvSpPr>
        <p:spPr/>
        <p:txBody>
          <a:bodyPr/>
          <a:lstStyle/>
          <a:p>
            <a:fld id="{1D3B4AC6-3570-45B7-A134-9FABAE5B8706}" type="slidenum">
              <a:rPr lang="en-IN" smtClean="0"/>
              <a:t>3</a:t>
            </a:fld>
            <a:endParaRPr lang="en-IN"/>
          </a:p>
        </p:txBody>
      </p:sp>
    </p:spTree>
    <p:extLst>
      <p:ext uri="{BB962C8B-B14F-4D97-AF65-F5344CB8AC3E}">
        <p14:creationId xmlns:p14="http://schemas.microsoft.com/office/powerpoint/2010/main" val="4080828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 </a:t>
            </a:r>
            <a:r>
              <a:rPr lang="en-IN" dirty="0" err="1"/>
              <a:t>Realiance</a:t>
            </a:r>
            <a:r>
              <a:rPr lang="en-IN" dirty="0"/>
              <a:t> – England </a:t>
            </a:r>
          </a:p>
          <a:p>
            <a:r>
              <a:rPr lang="en-IN" dirty="0"/>
              <a:t>Q- Microsoft- </a:t>
            </a:r>
            <a:r>
              <a:rPr lang="en-IN" dirty="0" err="1"/>
              <a:t>Rusiia</a:t>
            </a:r>
            <a:endParaRPr lang="en-IN" dirty="0"/>
          </a:p>
          <a:p>
            <a:r>
              <a:rPr lang="en-IN" dirty="0"/>
              <a:t>R- </a:t>
            </a:r>
            <a:r>
              <a:rPr lang="en-IN" dirty="0" err="1"/>
              <a:t>samsunng</a:t>
            </a:r>
            <a:r>
              <a:rPr lang="en-IN" dirty="0"/>
              <a:t>- India</a:t>
            </a:r>
            <a:br>
              <a:rPr lang="en-IN" dirty="0"/>
            </a:br>
            <a:r>
              <a:rPr lang="en-IN" dirty="0"/>
              <a:t>S- Google- </a:t>
            </a:r>
            <a:r>
              <a:rPr lang="en-IN" dirty="0" err="1"/>
              <a:t>china</a:t>
            </a:r>
            <a:br>
              <a:rPr lang="en-IN" dirty="0"/>
            </a:br>
            <a:r>
              <a:rPr lang="en-IN" dirty="0"/>
              <a:t>T- LG- US</a:t>
            </a:r>
            <a:br>
              <a:rPr lang="en-IN" dirty="0"/>
            </a:br>
            <a:r>
              <a:rPr lang="en-IN" dirty="0"/>
              <a:t>U- Sony- Japan</a:t>
            </a:r>
            <a:br>
              <a:rPr lang="en-IN" dirty="0"/>
            </a:br>
            <a:r>
              <a:rPr lang="en-IN" dirty="0"/>
              <a:t>V- Apple- Canada</a:t>
            </a:r>
          </a:p>
          <a:p>
            <a:endParaRPr lang="en-IN" dirty="0"/>
          </a:p>
          <a:p>
            <a:endParaRPr lang="en-IN" dirty="0"/>
          </a:p>
        </p:txBody>
      </p:sp>
      <p:sp>
        <p:nvSpPr>
          <p:cNvPr id="4" name="Slide Number Placeholder 3"/>
          <p:cNvSpPr>
            <a:spLocks noGrp="1"/>
          </p:cNvSpPr>
          <p:nvPr>
            <p:ph type="sldNum" sz="quarter" idx="5"/>
          </p:nvPr>
        </p:nvSpPr>
        <p:spPr/>
        <p:txBody>
          <a:bodyPr/>
          <a:lstStyle/>
          <a:p>
            <a:fld id="{1D3B4AC6-3570-45B7-A134-9FABAE5B8706}" type="slidenum">
              <a:rPr lang="en-IN" smtClean="0"/>
              <a:t>4</a:t>
            </a:fld>
            <a:endParaRPr lang="en-IN"/>
          </a:p>
        </p:txBody>
      </p:sp>
    </p:spTree>
    <p:extLst>
      <p:ext uri="{BB962C8B-B14F-4D97-AF65-F5344CB8AC3E}">
        <p14:creationId xmlns:p14="http://schemas.microsoft.com/office/powerpoint/2010/main" val="825499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2. C</a:t>
            </a:r>
          </a:p>
          <a:p>
            <a:r>
              <a:rPr lang="en-IN" dirty="0"/>
              <a:t>3. C</a:t>
            </a:r>
          </a:p>
          <a:p>
            <a:r>
              <a:rPr lang="en-IN" dirty="0"/>
              <a:t>4. D</a:t>
            </a:r>
          </a:p>
          <a:p>
            <a:r>
              <a:rPr lang="en-IN" dirty="0"/>
              <a:t>5. A</a:t>
            </a:r>
          </a:p>
        </p:txBody>
      </p:sp>
      <p:sp>
        <p:nvSpPr>
          <p:cNvPr id="4" name="Slide Number Placeholder 3"/>
          <p:cNvSpPr>
            <a:spLocks noGrp="1"/>
          </p:cNvSpPr>
          <p:nvPr>
            <p:ph type="sldNum" sz="quarter" idx="5"/>
          </p:nvPr>
        </p:nvSpPr>
        <p:spPr/>
        <p:txBody>
          <a:bodyPr/>
          <a:lstStyle/>
          <a:p>
            <a:fld id="{1D3B4AC6-3570-45B7-A134-9FABAE5B8706}" type="slidenum">
              <a:rPr lang="en-IN" smtClean="0"/>
              <a:t>5</a:t>
            </a:fld>
            <a:endParaRPr lang="en-IN"/>
          </a:p>
        </p:txBody>
      </p:sp>
    </p:spTree>
    <p:extLst>
      <p:ext uri="{BB962C8B-B14F-4D97-AF65-F5344CB8AC3E}">
        <p14:creationId xmlns:p14="http://schemas.microsoft.com/office/powerpoint/2010/main" val="42792226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 – 32- R and D</a:t>
            </a:r>
            <a:br>
              <a:rPr lang="en-IN" dirty="0"/>
            </a:br>
            <a:r>
              <a:rPr lang="en-IN" dirty="0"/>
              <a:t>M- 35- Marketing</a:t>
            </a:r>
            <a:br>
              <a:rPr lang="en-IN" dirty="0"/>
            </a:br>
            <a:r>
              <a:rPr lang="en-IN" dirty="0"/>
              <a:t>N- 28- operation</a:t>
            </a:r>
            <a:br>
              <a:rPr lang="en-IN" dirty="0"/>
            </a:br>
            <a:r>
              <a:rPr lang="en-IN" dirty="0"/>
              <a:t>P- 30- production</a:t>
            </a:r>
            <a:br>
              <a:rPr lang="en-IN" dirty="0"/>
            </a:br>
            <a:r>
              <a:rPr lang="en-IN" dirty="0"/>
              <a:t>Q- 40- </a:t>
            </a:r>
            <a:r>
              <a:rPr lang="en-IN" dirty="0" err="1"/>
              <a:t>packeging</a:t>
            </a:r>
            <a:br>
              <a:rPr lang="en-IN" dirty="0"/>
            </a:br>
            <a:r>
              <a:rPr lang="en-IN" dirty="0"/>
              <a:t>R- 37- HR</a:t>
            </a:r>
            <a:br>
              <a:rPr lang="en-IN" dirty="0"/>
            </a:br>
            <a:r>
              <a:rPr lang="en-IN" dirty="0"/>
              <a:t>S- 45- Finance</a:t>
            </a:r>
          </a:p>
        </p:txBody>
      </p:sp>
      <p:sp>
        <p:nvSpPr>
          <p:cNvPr id="4" name="Slide Number Placeholder 3"/>
          <p:cNvSpPr>
            <a:spLocks noGrp="1"/>
          </p:cNvSpPr>
          <p:nvPr>
            <p:ph type="sldNum" sz="quarter" idx="5"/>
          </p:nvPr>
        </p:nvSpPr>
        <p:spPr/>
        <p:txBody>
          <a:bodyPr/>
          <a:lstStyle/>
          <a:p>
            <a:fld id="{1D3B4AC6-3570-45B7-A134-9FABAE5B8706}" type="slidenum">
              <a:rPr lang="en-IN" smtClean="0"/>
              <a:t>6</a:t>
            </a:fld>
            <a:endParaRPr lang="en-IN"/>
          </a:p>
        </p:txBody>
      </p:sp>
    </p:spTree>
    <p:extLst>
      <p:ext uri="{BB962C8B-B14F-4D97-AF65-F5344CB8AC3E}">
        <p14:creationId xmlns:p14="http://schemas.microsoft.com/office/powerpoint/2010/main" val="31212903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 Rabri</a:t>
            </a:r>
          </a:p>
          <a:p>
            <a:r>
              <a:rPr lang="en-IN" dirty="0"/>
              <a:t>Q- Barfi</a:t>
            </a:r>
          </a:p>
          <a:p>
            <a:r>
              <a:rPr lang="en-IN" dirty="0"/>
              <a:t>R- Ladoo</a:t>
            </a:r>
          </a:p>
          <a:p>
            <a:r>
              <a:rPr lang="en-IN" dirty="0"/>
              <a:t>T- </a:t>
            </a:r>
            <a:r>
              <a:rPr lang="en-IN" dirty="0" err="1"/>
              <a:t>Jilebi</a:t>
            </a:r>
            <a:endParaRPr lang="en-IN" dirty="0"/>
          </a:p>
          <a:p>
            <a:r>
              <a:rPr lang="en-IN" dirty="0"/>
              <a:t>S- </a:t>
            </a:r>
            <a:r>
              <a:rPr lang="en-IN" dirty="0" err="1"/>
              <a:t>Faluda</a:t>
            </a:r>
            <a:endParaRPr lang="en-IN" dirty="0"/>
          </a:p>
        </p:txBody>
      </p:sp>
      <p:sp>
        <p:nvSpPr>
          <p:cNvPr id="4" name="Slide Number Placeholder 3"/>
          <p:cNvSpPr>
            <a:spLocks noGrp="1"/>
          </p:cNvSpPr>
          <p:nvPr>
            <p:ph type="sldNum" sz="quarter" idx="5"/>
          </p:nvPr>
        </p:nvSpPr>
        <p:spPr/>
        <p:txBody>
          <a:bodyPr/>
          <a:lstStyle/>
          <a:p>
            <a:fld id="{1D3B4AC6-3570-45B7-A134-9FABAE5B8706}" type="slidenum">
              <a:rPr lang="en-IN" smtClean="0"/>
              <a:t>9</a:t>
            </a:fld>
            <a:endParaRPr lang="en-IN"/>
          </a:p>
        </p:txBody>
      </p:sp>
    </p:spTree>
    <p:extLst>
      <p:ext uri="{BB962C8B-B14F-4D97-AF65-F5344CB8AC3E}">
        <p14:creationId xmlns:p14="http://schemas.microsoft.com/office/powerpoint/2010/main" val="2586227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IN" dirty="0"/>
              <a:t>S</a:t>
            </a:r>
          </a:p>
          <a:p>
            <a:pPr marL="228600" indent="-228600">
              <a:buAutoNum type="arabicPeriod"/>
            </a:pPr>
            <a:r>
              <a:rPr lang="en-IN" dirty="0"/>
              <a:t>2. D</a:t>
            </a:r>
          </a:p>
          <a:p>
            <a:pPr marL="228600" indent="-228600">
              <a:buAutoNum type="arabicPeriod"/>
            </a:pPr>
            <a:r>
              <a:rPr lang="en-IN" dirty="0"/>
              <a:t>3. D</a:t>
            </a:r>
          </a:p>
        </p:txBody>
      </p:sp>
      <p:sp>
        <p:nvSpPr>
          <p:cNvPr id="4" name="Slide Number Placeholder 3"/>
          <p:cNvSpPr>
            <a:spLocks noGrp="1"/>
          </p:cNvSpPr>
          <p:nvPr>
            <p:ph type="sldNum" sz="quarter" idx="5"/>
          </p:nvPr>
        </p:nvSpPr>
        <p:spPr/>
        <p:txBody>
          <a:bodyPr/>
          <a:lstStyle/>
          <a:p>
            <a:fld id="{1D3B4AC6-3570-45B7-A134-9FABAE5B8706}" type="slidenum">
              <a:rPr lang="en-IN" smtClean="0"/>
              <a:t>10</a:t>
            </a:fld>
            <a:endParaRPr lang="en-IN"/>
          </a:p>
        </p:txBody>
      </p:sp>
    </p:spTree>
    <p:extLst>
      <p:ext uri="{BB962C8B-B14F-4D97-AF65-F5344CB8AC3E}">
        <p14:creationId xmlns:p14="http://schemas.microsoft.com/office/powerpoint/2010/main" val="12720190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4. D</a:t>
            </a:r>
          </a:p>
          <a:p>
            <a:r>
              <a:rPr lang="en-IN" dirty="0"/>
              <a:t>5. C</a:t>
            </a:r>
          </a:p>
        </p:txBody>
      </p:sp>
      <p:sp>
        <p:nvSpPr>
          <p:cNvPr id="4" name="Slide Number Placeholder 3"/>
          <p:cNvSpPr>
            <a:spLocks noGrp="1"/>
          </p:cNvSpPr>
          <p:nvPr>
            <p:ph type="sldNum" sz="quarter" idx="5"/>
          </p:nvPr>
        </p:nvSpPr>
        <p:spPr/>
        <p:txBody>
          <a:bodyPr/>
          <a:lstStyle/>
          <a:p>
            <a:fld id="{1D3B4AC6-3570-45B7-A134-9FABAE5B8706}" type="slidenum">
              <a:rPr lang="en-IN" smtClean="0"/>
              <a:t>11</a:t>
            </a:fld>
            <a:endParaRPr lang="en-IN"/>
          </a:p>
        </p:txBody>
      </p:sp>
    </p:spTree>
    <p:extLst>
      <p:ext uri="{BB962C8B-B14F-4D97-AF65-F5344CB8AC3E}">
        <p14:creationId xmlns:p14="http://schemas.microsoft.com/office/powerpoint/2010/main" val="5758992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 Japan</a:t>
            </a:r>
          </a:p>
          <a:p>
            <a:r>
              <a:rPr lang="en-IN" dirty="0"/>
              <a:t>Q- Nepal</a:t>
            </a:r>
          </a:p>
          <a:p>
            <a:r>
              <a:rPr lang="en-IN" dirty="0"/>
              <a:t>R- Canada</a:t>
            </a:r>
          </a:p>
          <a:p>
            <a:r>
              <a:rPr lang="en-IN" dirty="0"/>
              <a:t>S- Turkey</a:t>
            </a:r>
          </a:p>
          <a:p>
            <a:r>
              <a:rPr lang="en-IN" dirty="0"/>
              <a:t>T- France</a:t>
            </a:r>
          </a:p>
          <a:p>
            <a:r>
              <a:rPr lang="en-IN" dirty="0"/>
              <a:t>U- Brazil</a:t>
            </a:r>
          </a:p>
          <a:p>
            <a:r>
              <a:rPr lang="en-IN" dirty="0"/>
              <a:t>V- England</a:t>
            </a:r>
          </a:p>
        </p:txBody>
      </p:sp>
      <p:sp>
        <p:nvSpPr>
          <p:cNvPr id="4" name="Slide Number Placeholder 3"/>
          <p:cNvSpPr>
            <a:spLocks noGrp="1"/>
          </p:cNvSpPr>
          <p:nvPr>
            <p:ph type="sldNum" sz="quarter" idx="5"/>
          </p:nvPr>
        </p:nvSpPr>
        <p:spPr/>
        <p:txBody>
          <a:bodyPr/>
          <a:lstStyle/>
          <a:p>
            <a:fld id="{1D3B4AC6-3570-45B7-A134-9FABAE5B8706}" type="slidenum">
              <a:rPr lang="en-IN" smtClean="0"/>
              <a:t>12</a:t>
            </a:fld>
            <a:endParaRPr lang="en-IN"/>
          </a:p>
        </p:txBody>
      </p:sp>
    </p:spTree>
    <p:extLst>
      <p:ext uri="{BB962C8B-B14F-4D97-AF65-F5344CB8AC3E}">
        <p14:creationId xmlns:p14="http://schemas.microsoft.com/office/powerpoint/2010/main" val="2888854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IN" dirty="0"/>
              <a:t>D</a:t>
            </a:r>
          </a:p>
          <a:p>
            <a:pPr marL="228600" indent="-228600">
              <a:buAutoNum type="arabicPeriod"/>
            </a:pPr>
            <a:r>
              <a:rPr lang="en-IN" dirty="0"/>
              <a:t>D</a:t>
            </a:r>
          </a:p>
          <a:p>
            <a:pPr marL="228600" indent="-228600">
              <a:buAutoNum type="arabicPeriod"/>
            </a:pPr>
            <a:r>
              <a:rPr lang="en-IN" dirty="0"/>
              <a:t>C</a:t>
            </a:r>
          </a:p>
          <a:p>
            <a:pPr marL="228600" indent="-228600">
              <a:buAutoNum type="arabicPeriod"/>
            </a:pPr>
            <a:r>
              <a:rPr lang="en-IN" dirty="0"/>
              <a:t>A</a:t>
            </a:r>
          </a:p>
          <a:p>
            <a:pPr marL="228600" indent="-228600">
              <a:buAutoNum type="arabicPeriod"/>
            </a:pPr>
            <a:r>
              <a:rPr lang="en-IN" dirty="0"/>
              <a:t>A</a:t>
            </a:r>
          </a:p>
        </p:txBody>
      </p:sp>
      <p:sp>
        <p:nvSpPr>
          <p:cNvPr id="4" name="Slide Number Placeholder 3"/>
          <p:cNvSpPr>
            <a:spLocks noGrp="1"/>
          </p:cNvSpPr>
          <p:nvPr>
            <p:ph type="sldNum" sz="quarter" idx="5"/>
          </p:nvPr>
        </p:nvSpPr>
        <p:spPr/>
        <p:txBody>
          <a:bodyPr/>
          <a:lstStyle/>
          <a:p>
            <a:fld id="{1D3B4AC6-3570-45B7-A134-9FABAE5B8706}" type="slidenum">
              <a:rPr lang="en-IN" smtClean="0"/>
              <a:t>13</a:t>
            </a:fld>
            <a:endParaRPr lang="en-IN"/>
          </a:p>
        </p:txBody>
      </p:sp>
    </p:spTree>
    <p:extLst>
      <p:ext uri="{BB962C8B-B14F-4D97-AF65-F5344CB8AC3E}">
        <p14:creationId xmlns:p14="http://schemas.microsoft.com/office/powerpoint/2010/main" val="16800547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a:t>
            </a:r>
          </a:p>
          <a:p>
            <a:r>
              <a:rPr lang="en-IN" dirty="0"/>
              <a:t>T</a:t>
            </a:r>
          </a:p>
          <a:p>
            <a:r>
              <a:rPr lang="en-IN" dirty="0"/>
              <a:t>Q</a:t>
            </a:r>
          </a:p>
          <a:p>
            <a:r>
              <a:rPr lang="en-IN" dirty="0"/>
              <a:t>N</a:t>
            </a:r>
          </a:p>
          <a:p>
            <a:r>
              <a:rPr lang="en-IN" dirty="0"/>
              <a:t>M</a:t>
            </a:r>
          </a:p>
          <a:p>
            <a:r>
              <a:rPr lang="en-IN" dirty="0"/>
              <a:t>R</a:t>
            </a:r>
          </a:p>
          <a:p>
            <a:r>
              <a:rPr lang="en-IN" dirty="0"/>
              <a:t>O</a:t>
            </a:r>
          </a:p>
        </p:txBody>
      </p:sp>
      <p:sp>
        <p:nvSpPr>
          <p:cNvPr id="4" name="Slide Number Placeholder 3"/>
          <p:cNvSpPr>
            <a:spLocks noGrp="1"/>
          </p:cNvSpPr>
          <p:nvPr>
            <p:ph type="sldNum" sz="quarter" idx="5"/>
          </p:nvPr>
        </p:nvSpPr>
        <p:spPr/>
        <p:txBody>
          <a:bodyPr/>
          <a:lstStyle/>
          <a:p>
            <a:fld id="{1D3B4AC6-3570-45B7-A134-9FABAE5B8706}" type="slidenum">
              <a:rPr lang="en-IN" smtClean="0"/>
              <a:t>14</a:t>
            </a:fld>
            <a:endParaRPr lang="en-IN"/>
          </a:p>
        </p:txBody>
      </p:sp>
    </p:spTree>
    <p:extLst>
      <p:ext uri="{BB962C8B-B14F-4D97-AF65-F5344CB8AC3E}">
        <p14:creationId xmlns:p14="http://schemas.microsoft.com/office/powerpoint/2010/main" val="9894243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 black computer</a:t>
            </a:r>
          </a:p>
          <a:p>
            <a:r>
              <a:rPr lang="en-IN" dirty="0"/>
              <a:t>T- yellow- chemistry</a:t>
            </a:r>
          </a:p>
          <a:p>
            <a:r>
              <a:rPr lang="en-IN" dirty="0"/>
              <a:t>U- Blue- Physics</a:t>
            </a:r>
          </a:p>
          <a:p>
            <a:r>
              <a:rPr lang="en-IN" dirty="0"/>
              <a:t>V- Purple- English</a:t>
            </a:r>
          </a:p>
          <a:p>
            <a:r>
              <a:rPr lang="en-IN" dirty="0"/>
              <a:t>W- Red- Biology</a:t>
            </a:r>
          </a:p>
          <a:p>
            <a:r>
              <a:rPr lang="en-IN" dirty="0"/>
              <a:t>X- Green - Maths</a:t>
            </a:r>
          </a:p>
          <a:p>
            <a:r>
              <a:rPr lang="en-IN" dirty="0"/>
              <a:t>Y- Pink- history</a:t>
            </a:r>
          </a:p>
        </p:txBody>
      </p:sp>
      <p:sp>
        <p:nvSpPr>
          <p:cNvPr id="4" name="Slide Number Placeholder 3"/>
          <p:cNvSpPr>
            <a:spLocks noGrp="1"/>
          </p:cNvSpPr>
          <p:nvPr>
            <p:ph type="sldNum" sz="quarter" idx="5"/>
          </p:nvPr>
        </p:nvSpPr>
        <p:spPr/>
        <p:txBody>
          <a:bodyPr/>
          <a:lstStyle/>
          <a:p>
            <a:fld id="{1D3B4AC6-3570-45B7-A134-9FABAE5B8706}" type="slidenum">
              <a:rPr lang="en-IN" smtClean="0"/>
              <a:t>16</a:t>
            </a:fld>
            <a:endParaRPr lang="en-IN"/>
          </a:p>
        </p:txBody>
      </p:sp>
    </p:spTree>
    <p:extLst>
      <p:ext uri="{BB962C8B-B14F-4D97-AF65-F5344CB8AC3E}">
        <p14:creationId xmlns:p14="http://schemas.microsoft.com/office/powerpoint/2010/main" val="9541396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IN" dirty="0"/>
              <a:t>C</a:t>
            </a:r>
          </a:p>
          <a:p>
            <a:pPr marL="228600" indent="-228600">
              <a:buAutoNum type="arabicPeriod"/>
            </a:pPr>
            <a:r>
              <a:rPr lang="en-IN" dirty="0"/>
              <a:t>C</a:t>
            </a:r>
          </a:p>
          <a:p>
            <a:pPr marL="228600" indent="-228600">
              <a:buAutoNum type="arabicPeriod"/>
            </a:pPr>
            <a:r>
              <a:rPr lang="en-IN" dirty="0"/>
              <a:t>D</a:t>
            </a:r>
          </a:p>
          <a:p>
            <a:pPr marL="228600" indent="-228600">
              <a:buAutoNum type="arabicPeriod"/>
            </a:pPr>
            <a:r>
              <a:rPr lang="en-IN" dirty="0"/>
              <a:t>B</a:t>
            </a:r>
          </a:p>
          <a:p>
            <a:pPr marL="228600" indent="-228600">
              <a:buAutoNum type="arabicPeriod"/>
            </a:pPr>
            <a:r>
              <a:rPr lang="en-IN" dirty="0"/>
              <a:t>a</a:t>
            </a:r>
          </a:p>
        </p:txBody>
      </p:sp>
      <p:sp>
        <p:nvSpPr>
          <p:cNvPr id="4" name="Slide Number Placeholder 3"/>
          <p:cNvSpPr>
            <a:spLocks noGrp="1"/>
          </p:cNvSpPr>
          <p:nvPr>
            <p:ph type="sldNum" sz="quarter" idx="5"/>
          </p:nvPr>
        </p:nvSpPr>
        <p:spPr/>
        <p:txBody>
          <a:bodyPr/>
          <a:lstStyle/>
          <a:p>
            <a:fld id="{1D3B4AC6-3570-45B7-A134-9FABAE5B8706}" type="slidenum">
              <a:rPr lang="en-IN" smtClean="0"/>
              <a:t>17</a:t>
            </a:fld>
            <a:endParaRPr lang="en-IN"/>
          </a:p>
        </p:txBody>
      </p:sp>
    </p:spTree>
    <p:extLst>
      <p:ext uri="{BB962C8B-B14F-4D97-AF65-F5344CB8AC3E}">
        <p14:creationId xmlns:p14="http://schemas.microsoft.com/office/powerpoint/2010/main" val="38014779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 green – II</a:t>
            </a:r>
          </a:p>
          <a:p>
            <a:r>
              <a:rPr lang="en-IN" dirty="0"/>
              <a:t>Q- Black- III</a:t>
            </a:r>
          </a:p>
          <a:p>
            <a:r>
              <a:rPr lang="en-IN" dirty="0"/>
              <a:t>R Red- Iv</a:t>
            </a:r>
          </a:p>
          <a:p>
            <a:r>
              <a:rPr lang="en-IN" dirty="0"/>
              <a:t>S- Pink- I</a:t>
            </a:r>
          </a:p>
          <a:p>
            <a:r>
              <a:rPr lang="en-IN" dirty="0"/>
              <a:t>T- Yellow- VI</a:t>
            </a:r>
          </a:p>
          <a:p>
            <a:r>
              <a:rPr lang="en-IN" dirty="0"/>
              <a:t>M- Blue- V</a:t>
            </a:r>
          </a:p>
        </p:txBody>
      </p:sp>
      <p:sp>
        <p:nvSpPr>
          <p:cNvPr id="4" name="Slide Number Placeholder 3"/>
          <p:cNvSpPr>
            <a:spLocks noGrp="1"/>
          </p:cNvSpPr>
          <p:nvPr>
            <p:ph type="sldNum" sz="quarter" idx="5"/>
          </p:nvPr>
        </p:nvSpPr>
        <p:spPr/>
        <p:txBody>
          <a:bodyPr/>
          <a:lstStyle/>
          <a:p>
            <a:fld id="{1D3B4AC6-3570-45B7-A134-9FABAE5B8706}" type="slidenum">
              <a:rPr lang="en-IN" smtClean="0"/>
              <a:t>18</a:t>
            </a:fld>
            <a:endParaRPr lang="en-IN"/>
          </a:p>
        </p:txBody>
      </p:sp>
    </p:spTree>
    <p:extLst>
      <p:ext uri="{BB962C8B-B14F-4D97-AF65-F5344CB8AC3E}">
        <p14:creationId xmlns:p14="http://schemas.microsoft.com/office/powerpoint/2010/main" val="21953118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IN" dirty="0"/>
              <a:t>C</a:t>
            </a:r>
          </a:p>
          <a:p>
            <a:pPr marL="228600" indent="-228600">
              <a:buAutoNum type="arabicPeriod"/>
            </a:pPr>
            <a:r>
              <a:rPr lang="en-IN" dirty="0"/>
              <a:t>D</a:t>
            </a:r>
          </a:p>
          <a:p>
            <a:pPr marL="228600" indent="-228600">
              <a:buAutoNum type="arabicPeriod"/>
            </a:pPr>
            <a:r>
              <a:rPr lang="en-IN" dirty="0"/>
              <a:t>A</a:t>
            </a:r>
          </a:p>
          <a:p>
            <a:pPr marL="228600" indent="-228600">
              <a:buAutoNum type="arabicPeriod"/>
            </a:pPr>
            <a:r>
              <a:rPr lang="en-IN" dirty="0"/>
              <a:t>A</a:t>
            </a:r>
          </a:p>
          <a:p>
            <a:pPr marL="228600" indent="-228600">
              <a:buAutoNum type="arabicPeriod"/>
            </a:pPr>
            <a:r>
              <a:rPr lang="en-IN" dirty="0"/>
              <a:t>D</a:t>
            </a:r>
          </a:p>
        </p:txBody>
      </p:sp>
      <p:sp>
        <p:nvSpPr>
          <p:cNvPr id="4" name="Slide Number Placeholder 3"/>
          <p:cNvSpPr>
            <a:spLocks noGrp="1"/>
          </p:cNvSpPr>
          <p:nvPr>
            <p:ph type="sldNum" sz="quarter" idx="5"/>
          </p:nvPr>
        </p:nvSpPr>
        <p:spPr/>
        <p:txBody>
          <a:bodyPr/>
          <a:lstStyle/>
          <a:p>
            <a:fld id="{1D3B4AC6-3570-45B7-A134-9FABAE5B8706}" type="slidenum">
              <a:rPr lang="en-IN" smtClean="0"/>
              <a:t>19</a:t>
            </a:fld>
            <a:endParaRPr lang="en-IN"/>
          </a:p>
        </p:txBody>
      </p:sp>
    </p:spTree>
    <p:extLst>
      <p:ext uri="{BB962C8B-B14F-4D97-AF65-F5344CB8AC3E}">
        <p14:creationId xmlns:p14="http://schemas.microsoft.com/office/powerpoint/2010/main" val="6978366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 Pear- Mumbai</a:t>
            </a:r>
          </a:p>
          <a:p>
            <a:r>
              <a:rPr lang="en-IN" dirty="0"/>
              <a:t>B- Mango- Chennai</a:t>
            </a:r>
          </a:p>
          <a:p>
            <a:r>
              <a:rPr lang="en-IN" dirty="0"/>
              <a:t>C- Guava- Delhi</a:t>
            </a:r>
          </a:p>
          <a:p>
            <a:r>
              <a:rPr lang="en-IN" dirty="0"/>
              <a:t>D- Orange- </a:t>
            </a:r>
            <a:r>
              <a:rPr lang="en-IN" dirty="0" err="1"/>
              <a:t>Hyd</a:t>
            </a:r>
            <a:endParaRPr lang="en-IN" dirty="0"/>
          </a:p>
          <a:p>
            <a:r>
              <a:rPr lang="en-IN" dirty="0"/>
              <a:t>E- Banana- Kolkata</a:t>
            </a:r>
          </a:p>
          <a:p>
            <a:r>
              <a:rPr lang="en-IN" dirty="0"/>
              <a:t>F- Water- Pune</a:t>
            </a:r>
          </a:p>
          <a:p>
            <a:r>
              <a:rPr lang="en-IN" dirty="0"/>
              <a:t>G- Apple- cochin</a:t>
            </a:r>
          </a:p>
        </p:txBody>
      </p:sp>
      <p:sp>
        <p:nvSpPr>
          <p:cNvPr id="4" name="Slide Number Placeholder 3"/>
          <p:cNvSpPr>
            <a:spLocks noGrp="1"/>
          </p:cNvSpPr>
          <p:nvPr>
            <p:ph type="sldNum" sz="quarter" idx="5"/>
          </p:nvPr>
        </p:nvSpPr>
        <p:spPr/>
        <p:txBody>
          <a:bodyPr/>
          <a:lstStyle/>
          <a:p>
            <a:fld id="{1D3B4AC6-3570-45B7-A134-9FABAE5B8706}" type="slidenum">
              <a:rPr lang="en-IN" smtClean="0"/>
              <a:t>20</a:t>
            </a:fld>
            <a:endParaRPr lang="en-IN"/>
          </a:p>
        </p:txBody>
      </p:sp>
    </p:spTree>
    <p:extLst>
      <p:ext uri="{BB962C8B-B14F-4D97-AF65-F5344CB8AC3E}">
        <p14:creationId xmlns:p14="http://schemas.microsoft.com/office/powerpoint/2010/main" val="38895499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a:t>
            </a:r>
          </a:p>
          <a:p>
            <a:r>
              <a:rPr lang="en-IN" dirty="0"/>
              <a:t>C</a:t>
            </a:r>
          </a:p>
          <a:p>
            <a:r>
              <a:rPr lang="en-IN" dirty="0"/>
              <a:t>D</a:t>
            </a:r>
          </a:p>
          <a:p>
            <a:r>
              <a:rPr lang="en-IN" dirty="0"/>
              <a:t>D</a:t>
            </a:r>
          </a:p>
          <a:p>
            <a:r>
              <a:rPr lang="en-IN" dirty="0"/>
              <a:t>B</a:t>
            </a:r>
          </a:p>
        </p:txBody>
      </p:sp>
      <p:sp>
        <p:nvSpPr>
          <p:cNvPr id="4" name="Slide Number Placeholder 3"/>
          <p:cNvSpPr>
            <a:spLocks noGrp="1"/>
          </p:cNvSpPr>
          <p:nvPr>
            <p:ph type="sldNum" sz="quarter" idx="5"/>
          </p:nvPr>
        </p:nvSpPr>
        <p:spPr/>
        <p:txBody>
          <a:bodyPr/>
          <a:lstStyle/>
          <a:p>
            <a:fld id="{1D3B4AC6-3570-45B7-A134-9FABAE5B8706}" type="slidenum">
              <a:rPr lang="en-IN" smtClean="0"/>
              <a:t>21</a:t>
            </a:fld>
            <a:endParaRPr lang="en-IN"/>
          </a:p>
        </p:txBody>
      </p:sp>
    </p:spTree>
    <p:extLst>
      <p:ext uri="{BB962C8B-B14F-4D97-AF65-F5344CB8AC3E}">
        <p14:creationId xmlns:p14="http://schemas.microsoft.com/office/powerpoint/2010/main" val="1812497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5EC91FF-D30B-443C-A8C3-B4DA415C6005}" type="datetime1">
              <a:rPr lang="en-IN" smtClean="0"/>
              <a:t>14-03-2024</a:t>
            </a:fld>
            <a:endParaRPr lang="en-IN"/>
          </a:p>
        </p:txBody>
      </p:sp>
      <p:sp>
        <p:nvSpPr>
          <p:cNvPr id="5" name="Footer Placeholder 4"/>
          <p:cNvSpPr>
            <a:spLocks noGrp="1"/>
          </p:cNvSpPr>
          <p:nvPr>
            <p:ph type="ftr" sz="quarter" idx="11"/>
          </p:nvPr>
        </p:nvSpPr>
        <p:spPr/>
        <p:txBody>
          <a:bodyPr/>
          <a:lstStyle/>
          <a:p>
            <a:r>
              <a:rPr lang="en-IN"/>
              <a:t>TOPIC NAME</a:t>
            </a:r>
          </a:p>
        </p:txBody>
      </p:sp>
      <p:sp>
        <p:nvSpPr>
          <p:cNvPr id="6" name="Slide Number Placeholder 5"/>
          <p:cNvSpPr>
            <a:spLocks noGrp="1"/>
          </p:cNvSpPr>
          <p:nvPr>
            <p:ph type="sldNum" sz="quarter" idx="12"/>
          </p:nvPr>
        </p:nvSpPr>
        <p:spPr/>
        <p:txBody>
          <a:bodyPr/>
          <a:lstStyle/>
          <a:p>
            <a:fld id="{E6BE162A-C06E-41B6-AEA8-5AD0FEF31657}" type="slidenum">
              <a:rPr lang="en-IN" smtClean="0"/>
              <a:t>‹#›</a:t>
            </a:fld>
            <a:endParaRPr lang="en-IN"/>
          </a:p>
        </p:txBody>
      </p:sp>
    </p:spTree>
    <p:extLst>
      <p:ext uri="{BB962C8B-B14F-4D97-AF65-F5344CB8AC3E}">
        <p14:creationId xmlns:p14="http://schemas.microsoft.com/office/powerpoint/2010/main" val="230881201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880584-61E1-412D-BF33-619697A9787D}" type="datetime1">
              <a:rPr lang="en-IN" smtClean="0"/>
              <a:t>14-03-2024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TOPIC NAME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BE162A-C06E-41B6-AEA8-5AD0FEF31657}" type="slidenum">
              <a:rPr lang="en-IN" smtClean="0"/>
              <a:t>‹#›</a:t>
            </a:fld>
            <a:endParaRPr lang="en-IN"/>
          </a:p>
        </p:txBody>
      </p:sp>
    </p:spTree>
    <p:extLst>
      <p:ext uri="{BB962C8B-B14F-4D97-AF65-F5344CB8AC3E}">
        <p14:creationId xmlns:p14="http://schemas.microsoft.com/office/powerpoint/2010/main" val="617965813"/>
      </p:ext>
    </p:extLst>
  </p:cSld>
  <p:clrMap bg1="lt1" tx1="dk1" bg2="lt2" tx2="dk2" accent1="accent1" accent2="accent2" accent3="accent3" accent4="accent4" accent5="accent5" accent6="accent6" hlink="hlink" folHlink="folHlink"/>
  <p:sldLayoutIdLst>
    <p:sldLayoutId id="2147483650" r:id="rId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65"/>
        <p:cNvGrpSpPr/>
        <p:nvPr/>
      </p:nvGrpSpPr>
      <p:grpSpPr>
        <a:xfrm>
          <a:off x="0" y="0"/>
          <a:ext cx="0" cy="0"/>
          <a:chOff x="0" y="0"/>
          <a:chExt cx="0" cy="0"/>
        </a:xfrm>
      </p:grpSpPr>
      <p:sp>
        <p:nvSpPr>
          <p:cNvPr id="7" name="Content Placeholder 2">
            <a:extLst>
              <a:ext uri="{FF2B5EF4-FFF2-40B4-BE49-F238E27FC236}">
                <a16:creationId xmlns:a16="http://schemas.microsoft.com/office/drawing/2014/main" id="{8F1BEF18-5773-3E45-AEA4-82B57D60CAD9}"/>
              </a:ext>
            </a:extLst>
          </p:cNvPr>
          <p:cNvSpPr>
            <a:spLocks noGrp="1"/>
          </p:cNvSpPr>
          <p:nvPr>
            <p:ph idx="1"/>
          </p:nvPr>
        </p:nvSpPr>
        <p:spPr>
          <a:xfrm>
            <a:off x="1331640" y="2332037"/>
            <a:ext cx="8229600" cy="4525963"/>
          </a:xfrm>
        </p:spPr>
        <p:txBody>
          <a:bodyPr>
            <a:normAutofit/>
          </a:bodyPr>
          <a:lstStyle/>
          <a:p>
            <a:pPr marL="0" indent="0">
              <a:buNone/>
            </a:pPr>
            <a:r>
              <a:rPr lang="en-US" sz="5400" b="1">
                <a:solidFill>
                  <a:schemeClr val="tx2">
                    <a:lumMod val="75000"/>
                  </a:schemeClr>
                </a:solidFill>
                <a:latin typeface="Goudy Old Style" panose="02020502050305020303" pitchFamily="18" charset="0"/>
                <a:ea typeface="Bahnschrift Light" panose="02000000000000000000" pitchFamily="2" charset="0"/>
                <a:cs typeface="Aparajita" panose="02020603050405020304" pitchFamily="18" charset="0"/>
              </a:rPr>
              <a:t>      Puzzle </a:t>
            </a:r>
            <a:r>
              <a:rPr lang="en-US" sz="5400" b="1" dirty="0">
                <a:solidFill>
                  <a:schemeClr val="tx2">
                    <a:lumMod val="75000"/>
                  </a:schemeClr>
                </a:solidFill>
                <a:latin typeface="Goudy Old Style" panose="02020502050305020303" pitchFamily="18" charset="0"/>
                <a:ea typeface="Bahnschrift Light" panose="02000000000000000000" pitchFamily="2" charset="0"/>
                <a:cs typeface="Aparajita" panose="02020603050405020304" pitchFamily="18" charset="0"/>
              </a:rPr>
              <a:t>Test</a:t>
            </a:r>
          </a:p>
        </p:txBody>
      </p:sp>
    </p:spTree>
    <p:extLst>
      <p:ext uri="{BB962C8B-B14F-4D97-AF65-F5344CB8AC3E}">
        <p14:creationId xmlns:p14="http://schemas.microsoft.com/office/powerpoint/2010/main" val="1882896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281B5-1383-9D49-8BA4-2261084076A0}"/>
              </a:ext>
            </a:extLst>
          </p:cNvPr>
          <p:cNvSpPr>
            <a:spLocks noGrp="1"/>
          </p:cNvSpPr>
          <p:nvPr>
            <p:ph type="title"/>
          </p:nvPr>
        </p:nvSpPr>
        <p:spPr>
          <a:xfrm>
            <a:off x="611559" y="1556791"/>
            <a:ext cx="8442633" cy="1085489"/>
          </a:xfrm>
        </p:spPr>
        <p:txBody>
          <a:bodyPr>
            <a:noAutofit/>
          </a:bodyPr>
          <a:lstStyle/>
          <a:p>
            <a:pPr algn="l"/>
            <a:r>
              <a:rPr lang="en-US" sz="2000" dirty="0"/>
              <a:t>Shyam has seven vehicles namely, Alto, Swift, Honda City, </a:t>
            </a:r>
            <a:r>
              <a:rPr lang="en-US" sz="2000" dirty="0" err="1"/>
              <a:t>Activa</a:t>
            </a:r>
            <a:r>
              <a:rPr lang="en-US" sz="2000" dirty="0"/>
              <a:t>, Pulsar, BMW and Audi. He uses different vehicle on different days of the same week from Monday to Sunday to go to office, but not necessarily in the same order. Each vehicle has different color, that is, black, brown, white, red, silver, blue and green, but not necessarily in the same order. Audi is brown and he rides it on Wednesday. He does not ride BMW on Sunday and it is not white. He rides Swift immediately before Pulsar. The one which is green is not used on any of the days on or before Friday. Swift is not used on any day after Audi. White vehicle is used immediately after Honda City. Pulsar is not silver. He does not ride blue vehicle immediately before or after Audi. </a:t>
            </a:r>
            <a:r>
              <a:rPr lang="en-US" sz="2000" dirty="0" err="1"/>
              <a:t>Activa</a:t>
            </a:r>
            <a:r>
              <a:rPr lang="en-US" sz="2000" dirty="0"/>
              <a:t> is not used on any of the days before that of Alto. The one which has black color is used on Saturday.</a:t>
            </a:r>
          </a:p>
        </p:txBody>
      </p:sp>
      <p:sp>
        <p:nvSpPr>
          <p:cNvPr id="4" name="Footer Placeholder 3">
            <a:extLst>
              <a:ext uri="{FF2B5EF4-FFF2-40B4-BE49-F238E27FC236}">
                <a16:creationId xmlns:a16="http://schemas.microsoft.com/office/drawing/2014/main" id="{074E6047-FCB4-EC42-8BA7-35FE359BC693}"/>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A9056BF3-BA45-BC40-97A8-9418DD684A87}"/>
              </a:ext>
            </a:extLst>
          </p:cNvPr>
          <p:cNvSpPr>
            <a:spLocks noGrp="1"/>
          </p:cNvSpPr>
          <p:nvPr>
            <p:ph type="sldNum" sz="quarter" idx="12"/>
          </p:nvPr>
        </p:nvSpPr>
        <p:spPr/>
        <p:txBody>
          <a:bodyPr/>
          <a:lstStyle/>
          <a:p>
            <a:fld id="{E6BE162A-C06E-41B6-AEA8-5AD0FEF31657}" type="slidenum">
              <a:rPr lang="en-IN" smtClean="0"/>
              <a:t>2</a:t>
            </a:fld>
            <a:endParaRPr lang="en-IN"/>
          </a:p>
        </p:txBody>
      </p:sp>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1BE63DF1-6F47-75E2-5D04-2CDC50D65491}"/>
                  </a:ext>
                </a:extLst>
              </p14:cNvPr>
              <p14:cNvContentPartPr/>
              <p14:nvPr/>
            </p14:nvContentPartPr>
            <p14:xfrm>
              <a:off x="632880" y="1350720"/>
              <a:ext cx="8388360" cy="5488560"/>
            </p14:xfrm>
          </p:contentPart>
        </mc:Choice>
        <mc:Fallback>
          <p:pic>
            <p:nvPicPr>
              <p:cNvPr id="6" name="Ink 5">
                <a:extLst>
                  <a:ext uri="{FF2B5EF4-FFF2-40B4-BE49-F238E27FC236}">
                    <a16:creationId xmlns:a16="http://schemas.microsoft.com/office/drawing/2014/main" id="{1BE63DF1-6F47-75E2-5D04-2CDC50D65491}"/>
                  </a:ext>
                </a:extLst>
              </p:cNvPr>
              <p:cNvPicPr/>
              <p:nvPr/>
            </p:nvPicPr>
            <p:blipFill>
              <a:blip r:embed="rId4"/>
              <a:stretch>
                <a:fillRect/>
              </a:stretch>
            </p:blipFill>
            <p:spPr>
              <a:xfrm>
                <a:off x="623520" y="1341360"/>
                <a:ext cx="8407080" cy="5507280"/>
              </a:xfrm>
              <a:prstGeom prst="rect">
                <a:avLst/>
              </a:prstGeom>
            </p:spPr>
          </p:pic>
        </mc:Fallback>
      </mc:AlternateContent>
    </p:spTree>
    <p:extLst>
      <p:ext uri="{BB962C8B-B14F-4D97-AF65-F5344CB8AC3E}">
        <p14:creationId xmlns:p14="http://schemas.microsoft.com/office/powerpoint/2010/main" val="2997441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537B6-EC7E-5E47-A798-1FDA538475D4}"/>
              </a:ext>
            </a:extLst>
          </p:cNvPr>
          <p:cNvSpPr>
            <a:spLocks noGrp="1"/>
          </p:cNvSpPr>
          <p:nvPr>
            <p:ph type="title"/>
          </p:nvPr>
        </p:nvSpPr>
        <p:spPr>
          <a:xfrm>
            <a:off x="359229" y="780823"/>
            <a:ext cx="8588828" cy="4803548"/>
          </a:xfrm>
        </p:spPr>
        <p:txBody>
          <a:bodyPr>
            <a:noAutofit/>
          </a:bodyPr>
          <a:lstStyle/>
          <a:p>
            <a:pPr algn="l"/>
            <a:r>
              <a:rPr lang="en-US" sz="2400"/>
              <a:t>1. On which of the following day, does he ride Swift?</a:t>
            </a:r>
            <a:br>
              <a:rPr lang="en-US" sz="2400"/>
            </a:br>
            <a:r>
              <a:rPr lang="en-US" sz="2400"/>
              <a:t>A) Monday      B) Tuesday    C) Wednesday    D) Thursday </a:t>
            </a:r>
            <a:br>
              <a:rPr lang="en-US" sz="2400"/>
            </a:br>
            <a:br>
              <a:rPr lang="en-US" sz="2400"/>
            </a:br>
            <a:r>
              <a:rPr lang="en-US" sz="2400"/>
              <a:t>2. What is the color of Activa?</a:t>
            </a:r>
            <a:br>
              <a:rPr lang="en-US" sz="2400"/>
            </a:br>
            <a:r>
              <a:rPr lang="en-US" sz="2400"/>
              <a:t>A) Blue      B) Green    C) Red     D) Black</a:t>
            </a:r>
            <a:br>
              <a:rPr lang="en-US" sz="2400"/>
            </a:br>
            <a:br>
              <a:rPr lang="en-US" sz="2400"/>
            </a:br>
            <a:r>
              <a:rPr lang="en-US" sz="2400"/>
              <a:t>3. Which of the following vechile, does he ride on Saturday?</a:t>
            </a:r>
            <a:br>
              <a:rPr lang="en-US" sz="2400"/>
            </a:br>
            <a:r>
              <a:rPr lang="en-US" sz="2400"/>
              <a:t>A) Audi     B) Alto     C) BMW      D) Pulsar</a:t>
            </a:r>
            <a:br>
              <a:rPr lang="en-US" sz="2400"/>
            </a:br>
            <a:br>
              <a:rPr lang="en-US" sz="2400"/>
            </a:br>
            <a:r>
              <a:rPr lang="en-US" sz="2400"/>
              <a:t>4. Which of the following does not belong to the group?</a:t>
            </a:r>
            <a:br>
              <a:rPr lang="en-US" sz="2400"/>
            </a:br>
            <a:r>
              <a:rPr lang="en-US" sz="2400"/>
              <a:t>A) Alto-White      B) Audi-Brown     C) Activa-Green     D) Swift-Black</a:t>
            </a:r>
            <a:br>
              <a:rPr lang="en-US" sz="2400"/>
            </a:br>
            <a:br>
              <a:rPr lang="en-US" sz="2400"/>
            </a:br>
            <a:r>
              <a:rPr lang="en-US" sz="2400"/>
              <a:t>5. Which of the following vechile is of brown color?</a:t>
            </a:r>
            <a:br>
              <a:rPr lang="en-US" sz="2400"/>
            </a:br>
            <a:r>
              <a:rPr lang="en-US" sz="2400"/>
              <a:t>A) Audi       B) Alto       C) BMW      D) Pulsar</a:t>
            </a:r>
          </a:p>
        </p:txBody>
      </p:sp>
      <p:sp>
        <p:nvSpPr>
          <p:cNvPr id="4" name="Footer Placeholder 3">
            <a:extLst>
              <a:ext uri="{FF2B5EF4-FFF2-40B4-BE49-F238E27FC236}">
                <a16:creationId xmlns:a16="http://schemas.microsoft.com/office/drawing/2014/main" id="{C3C9AF68-189A-374E-80DD-2F6C35EC672C}"/>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069D5AB2-D259-444E-AC1F-FC37170755FF}"/>
              </a:ext>
            </a:extLst>
          </p:cNvPr>
          <p:cNvSpPr>
            <a:spLocks noGrp="1"/>
          </p:cNvSpPr>
          <p:nvPr>
            <p:ph type="sldNum" sz="quarter" idx="12"/>
          </p:nvPr>
        </p:nvSpPr>
        <p:spPr/>
        <p:txBody>
          <a:bodyPr/>
          <a:lstStyle/>
          <a:p>
            <a:fld id="{E6BE162A-C06E-41B6-AEA8-5AD0FEF31657}" type="slidenum">
              <a:rPr lang="en-IN" smtClean="0"/>
              <a:t>3</a:t>
            </a:fld>
            <a:endParaRPr lang="en-IN"/>
          </a:p>
        </p:txBody>
      </p:sp>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4C7CF9DE-930C-9DD0-CB44-5428CB3F77E4}"/>
                  </a:ext>
                </a:extLst>
              </p14:cNvPr>
              <p14:cNvContentPartPr/>
              <p14:nvPr/>
            </p14:nvContentPartPr>
            <p14:xfrm>
              <a:off x="217080" y="651600"/>
              <a:ext cx="7236360" cy="5233680"/>
            </p14:xfrm>
          </p:contentPart>
        </mc:Choice>
        <mc:Fallback>
          <p:pic>
            <p:nvPicPr>
              <p:cNvPr id="6" name="Ink 5">
                <a:extLst>
                  <a:ext uri="{FF2B5EF4-FFF2-40B4-BE49-F238E27FC236}">
                    <a16:creationId xmlns:a16="http://schemas.microsoft.com/office/drawing/2014/main" id="{4C7CF9DE-930C-9DD0-CB44-5428CB3F77E4}"/>
                  </a:ext>
                </a:extLst>
              </p:cNvPr>
              <p:cNvPicPr/>
              <p:nvPr/>
            </p:nvPicPr>
            <p:blipFill>
              <a:blip r:embed="rId4"/>
              <a:stretch>
                <a:fillRect/>
              </a:stretch>
            </p:blipFill>
            <p:spPr>
              <a:xfrm>
                <a:off x="207720" y="642240"/>
                <a:ext cx="7255080" cy="5252400"/>
              </a:xfrm>
              <a:prstGeom prst="rect">
                <a:avLst/>
              </a:prstGeom>
            </p:spPr>
          </p:pic>
        </mc:Fallback>
      </mc:AlternateContent>
    </p:spTree>
    <p:extLst>
      <p:ext uri="{BB962C8B-B14F-4D97-AF65-F5344CB8AC3E}">
        <p14:creationId xmlns:p14="http://schemas.microsoft.com/office/powerpoint/2010/main" val="3788440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FBF45-4039-4239-B901-F0E06A6549AE}"/>
              </a:ext>
            </a:extLst>
          </p:cNvPr>
          <p:cNvSpPr>
            <a:spLocks noGrp="1"/>
          </p:cNvSpPr>
          <p:nvPr>
            <p:ph type="title"/>
          </p:nvPr>
        </p:nvSpPr>
        <p:spPr>
          <a:xfrm>
            <a:off x="793612" y="1412776"/>
            <a:ext cx="7954852" cy="864096"/>
          </a:xfrm>
        </p:spPr>
        <p:txBody>
          <a:bodyPr>
            <a:noAutofit/>
          </a:bodyPr>
          <a:lstStyle/>
          <a:p>
            <a:pPr algn="l"/>
            <a:r>
              <a:rPr lang="en-US" sz="1800" dirty="0">
                <a:latin typeface="+mn-lt"/>
              </a:rPr>
              <a:t> A group of seven friends, P, Q, R, S, T, U and V belongs to different countries India, Russia, US, China, Japan, England and Canada, and works for different companies viz Google, Microsoft, Samsung, Apple, Sony, LG and Reliance, but not necessarily in the same order. R works for Samsung and is neither belongs to Canada nor Japan. T belongs to US and works for LG. P belongs to England and does not work for Google or Sony. The one who belongs to Russia works for Microsoft. The one who works for Google belongs to China. U works for Sony. V works for Apple and belongs to Canada. S does not belong to Russia. Who amongst the following belongs to Russia?</a:t>
            </a:r>
            <a:br>
              <a:rPr lang="en-US" sz="1800" dirty="0">
                <a:latin typeface="+mn-lt"/>
              </a:rPr>
            </a:br>
            <a:r>
              <a:rPr lang="en-US" sz="1800" dirty="0">
                <a:latin typeface="+mn-lt"/>
              </a:rPr>
              <a:t>A) R	B) Q	C) U	D) S</a:t>
            </a:r>
            <a:endParaRPr lang="en-IN" sz="1800" dirty="0">
              <a:latin typeface="+mn-lt"/>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AFC06E89-CC8A-6443-570E-2FABB3EDFFDF}"/>
                  </a:ext>
                </a:extLst>
              </p14:cNvPr>
              <p14:cNvContentPartPr/>
              <p14:nvPr/>
            </p14:nvContentPartPr>
            <p14:xfrm>
              <a:off x="1464120" y="1558440"/>
              <a:ext cx="7680240" cy="5092200"/>
            </p14:xfrm>
          </p:contentPart>
        </mc:Choice>
        <mc:Fallback>
          <p:pic>
            <p:nvPicPr>
              <p:cNvPr id="3" name="Ink 2">
                <a:extLst>
                  <a:ext uri="{FF2B5EF4-FFF2-40B4-BE49-F238E27FC236}">
                    <a16:creationId xmlns:a16="http://schemas.microsoft.com/office/drawing/2014/main" id="{AFC06E89-CC8A-6443-570E-2FABB3EDFFDF}"/>
                  </a:ext>
                </a:extLst>
              </p:cNvPr>
              <p:cNvPicPr/>
              <p:nvPr/>
            </p:nvPicPr>
            <p:blipFill>
              <a:blip r:embed="rId4"/>
              <a:stretch>
                <a:fillRect/>
              </a:stretch>
            </p:blipFill>
            <p:spPr>
              <a:xfrm>
                <a:off x="1454760" y="1549080"/>
                <a:ext cx="7698960" cy="5110920"/>
              </a:xfrm>
              <a:prstGeom prst="rect">
                <a:avLst/>
              </a:prstGeom>
            </p:spPr>
          </p:pic>
        </mc:Fallback>
      </mc:AlternateContent>
    </p:spTree>
    <p:extLst>
      <p:ext uri="{BB962C8B-B14F-4D97-AF65-F5344CB8AC3E}">
        <p14:creationId xmlns:p14="http://schemas.microsoft.com/office/powerpoint/2010/main" val="2759030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0EF23-1CC4-4CED-8743-EC5E3E329814}"/>
              </a:ext>
            </a:extLst>
          </p:cNvPr>
          <p:cNvSpPr>
            <a:spLocks noGrp="1"/>
          </p:cNvSpPr>
          <p:nvPr>
            <p:ph type="title"/>
          </p:nvPr>
        </p:nvSpPr>
        <p:spPr>
          <a:xfrm>
            <a:off x="683568" y="2492896"/>
            <a:ext cx="7886700" cy="1325563"/>
          </a:xfrm>
        </p:spPr>
        <p:txBody>
          <a:bodyPr>
            <a:noAutofit/>
          </a:bodyPr>
          <a:lstStyle/>
          <a:p>
            <a:pPr algn="l"/>
            <a:r>
              <a:rPr lang="en-US" sz="2000" dirty="0">
                <a:latin typeface="+mn-lt"/>
              </a:rPr>
              <a:t>2. R belongs to which of the following country?</a:t>
            </a:r>
            <a:br>
              <a:rPr lang="en-US" sz="2000" dirty="0">
                <a:latin typeface="+mn-lt"/>
              </a:rPr>
            </a:br>
            <a:r>
              <a:rPr lang="en-US" sz="2000" dirty="0">
                <a:latin typeface="+mn-lt"/>
              </a:rPr>
              <a:t>A) China	     B) Russia	C) India 	    D) None</a:t>
            </a:r>
            <a:br>
              <a:rPr lang="en-US" sz="2000" dirty="0">
                <a:latin typeface="+mn-lt"/>
              </a:rPr>
            </a:br>
            <a:br>
              <a:rPr lang="en-US" sz="2000" dirty="0">
                <a:latin typeface="+mn-lt"/>
              </a:rPr>
            </a:br>
            <a:r>
              <a:rPr lang="en-US" sz="2000" dirty="0">
                <a:latin typeface="+mn-lt"/>
              </a:rPr>
              <a:t>3. which of the following combination is correct</a:t>
            </a:r>
            <a:br>
              <a:rPr lang="en-US" sz="2000" dirty="0">
                <a:latin typeface="+mn-lt"/>
              </a:rPr>
            </a:br>
            <a:r>
              <a:rPr lang="en-US" sz="2000" dirty="0">
                <a:latin typeface="+mn-lt"/>
              </a:rPr>
              <a:t>A) P-England-Microsoft</a:t>
            </a:r>
            <a:br>
              <a:rPr lang="en-US" sz="2000" dirty="0">
                <a:latin typeface="+mn-lt"/>
              </a:rPr>
            </a:br>
            <a:r>
              <a:rPr lang="en-US" sz="2000" dirty="0">
                <a:latin typeface="+mn-lt"/>
              </a:rPr>
              <a:t>B) S-Japan-Google</a:t>
            </a:r>
            <a:br>
              <a:rPr lang="en-US" sz="2000" dirty="0">
                <a:latin typeface="+mn-lt"/>
              </a:rPr>
            </a:br>
            <a:r>
              <a:rPr lang="en-US" sz="2000" dirty="0">
                <a:latin typeface="+mn-lt"/>
              </a:rPr>
              <a:t>C) U-Russia-Sony</a:t>
            </a:r>
            <a:br>
              <a:rPr lang="en-US" sz="2000" dirty="0">
                <a:latin typeface="+mn-lt"/>
              </a:rPr>
            </a:br>
            <a:r>
              <a:rPr lang="en-US" sz="2000" dirty="0">
                <a:latin typeface="+mn-lt"/>
              </a:rPr>
              <a:t>D) V-Canada-Apple</a:t>
            </a:r>
            <a:br>
              <a:rPr lang="en-US" sz="2000" dirty="0">
                <a:latin typeface="+mn-lt"/>
              </a:rPr>
            </a:br>
            <a:br>
              <a:rPr lang="en-US" sz="2000" dirty="0">
                <a:latin typeface="+mn-lt"/>
              </a:rPr>
            </a:br>
            <a:r>
              <a:rPr lang="en-US" sz="2000" dirty="0">
                <a:latin typeface="+mn-lt"/>
              </a:rPr>
              <a:t>4. The person belongs to which country who works for Reliance?</a:t>
            </a:r>
            <a:br>
              <a:rPr lang="en-US" sz="2000" dirty="0">
                <a:latin typeface="+mn-lt"/>
              </a:rPr>
            </a:br>
            <a:r>
              <a:rPr lang="en-US" sz="2000" dirty="0">
                <a:latin typeface="+mn-lt"/>
              </a:rPr>
              <a:t>A) Japan      B) Russia    C) China    D) England</a:t>
            </a:r>
            <a:br>
              <a:rPr lang="en-US" sz="2000" dirty="0">
                <a:latin typeface="+mn-lt"/>
              </a:rPr>
            </a:br>
            <a:br>
              <a:rPr lang="en-US" sz="2000" dirty="0">
                <a:latin typeface="+mn-lt"/>
              </a:rPr>
            </a:br>
            <a:r>
              <a:rPr lang="en-US" sz="2000" dirty="0">
                <a:latin typeface="+mn-lt"/>
              </a:rPr>
              <a:t>5. Which company does Q work</a:t>
            </a:r>
            <a:br>
              <a:rPr lang="en-US" sz="2000" dirty="0">
                <a:latin typeface="+mn-lt"/>
              </a:rPr>
            </a:br>
            <a:r>
              <a:rPr lang="en-US" sz="2000" dirty="0">
                <a:latin typeface="+mn-lt"/>
              </a:rPr>
              <a:t>A) Microsoft       B) Reliance    C) Google    D) None</a:t>
            </a:r>
            <a:br>
              <a:rPr lang="en-US" sz="2000" dirty="0">
                <a:latin typeface="+mn-lt"/>
              </a:rPr>
            </a:br>
            <a:br>
              <a:rPr lang="en-US" sz="2000" dirty="0">
                <a:latin typeface="+mn-lt"/>
              </a:rPr>
            </a:br>
            <a:endParaRPr lang="en-IN" sz="2000" dirty="0">
              <a:latin typeface="+mn-lt"/>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B1865754-1DEE-D03D-BF3A-957FE69D8A69}"/>
                  </a:ext>
                </a:extLst>
              </p14:cNvPr>
              <p14:cNvContentPartPr/>
              <p14:nvPr/>
            </p14:nvContentPartPr>
            <p14:xfrm>
              <a:off x="207720" y="623520"/>
              <a:ext cx="4666680" cy="5082480"/>
            </p14:xfrm>
          </p:contentPart>
        </mc:Choice>
        <mc:Fallback>
          <p:pic>
            <p:nvPicPr>
              <p:cNvPr id="3" name="Ink 2">
                <a:extLst>
                  <a:ext uri="{FF2B5EF4-FFF2-40B4-BE49-F238E27FC236}">
                    <a16:creationId xmlns:a16="http://schemas.microsoft.com/office/drawing/2014/main" id="{B1865754-1DEE-D03D-BF3A-957FE69D8A69}"/>
                  </a:ext>
                </a:extLst>
              </p:cNvPr>
              <p:cNvPicPr/>
              <p:nvPr/>
            </p:nvPicPr>
            <p:blipFill>
              <a:blip r:embed="rId4"/>
              <a:stretch>
                <a:fillRect/>
              </a:stretch>
            </p:blipFill>
            <p:spPr>
              <a:xfrm>
                <a:off x="198360" y="614160"/>
                <a:ext cx="4685400" cy="5101200"/>
              </a:xfrm>
              <a:prstGeom prst="rect">
                <a:avLst/>
              </a:prstGeom>
            </p:spPr>
          </p:pic>
        </mc:Fallback>
      </mc:AlternateContent>
    </p:spTree>
    <p:extLst>
      <p:ext uri="{BB962C8B-B14F-4D97-AF65-F5344CB8AC3E}">
        <p14:creationId xmlns:p14="http://schemas.microsoft.com/office/powerpoint/2010/main" val="599309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58C8F-A432-3347-9770-E8036D95470D}"/>
              </a:ext>
            </a:extLst>
          </p:cNvPr>
          <p:cNvSpPr>
            <a:spLocks noGrp="1"/>
          </p:cNvSpPr>
          <p:nvPr>
            <p:ph type="title"/>
          </p:nvPr>
        </p:nvSpPr>
        <p:spPr/>
        <p:txBody>
          <a:bodyPr>
            <a:normAutofit fontScale="90000"/>
          </a:bodyPr>
          <a:lstStyle/>
          <a:p>
            <a:br>
              <a:rPr lang="en-US"/>
            </a:br>
            <a:endParaRPr lang="en-US"/>
          </a:p>
        </p:txBody>
      </p:sp>
      <p:sp>
        <p:nvSpPr>
          <p:cNvPr id="4" name="Footer Placeholder 3">
            <a:extLst>
              <a:ext uri="{FF2B5EF4-FFF2-40B4-BE49-F238E27FC236}">
                <a16:creationId xmlns:a16="http://schemas.microsoft.com/office/drawing/2014/main" id="{0BB01710-E609-B243-A7DB-25ED1C1CDD98}"/>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A67D2106-CA22-B342-B714-F82EB3B81963}"/>
              </a:ext>
            </a:extLst>
          </p:cNvPr>
          <p:cNvSpPr>
            <a:spLocks noGrp="1"/>
          </p:cNvSpPr>
          <p:nvPr>
            <p:ph type="sldNum" sz="quarter" idx="12"/>
          </p:nvPr>
        </p:nvSpPr>
        <p:spPr/>
        <p:txBody>
          <a:bodyPr/>
          <a:lstStyle/>
          <a:p>
            <a:fld id="{E6BE162A-C06E-41B6-AEA8-5AD0FEF31657}" type="slidenum">
              <a:rPr lang="en-IN" smtClean="0"/>
              <a:t>6</a:t>
            </a:fld>
            <a:endParaRPr lang="en-IN"/>
          </a:p>
        </p:txBody>
      </p:sp>
      <p:sp>
        <p:nvSpPr>
          <p:cNvPr id="7" name="TextBox 6">
            <a:extLst>
              <a:ext uri="{FF2B5EF4-FFF2-40B4-BE49-F238E27FC236}">
                <a16:creationId xmlns:a16="http://schemas.microsoft.com/office/drawing/2014/main" id="{E4FAAE6E-2CD1-514B-BDEA-D6FA4B886427}"/>
              </a:ext>
            </a:extLst>
          </p:cNvPr>
          <p:cNvSpPr txBox="1"/>
          <p:nvPr/>
        </p:nvSpPr>
        <p:spPr>
          <a:xfrm>
            <a:off x="1043608" y="274638"/>
            <a:ext cx="7416824" cy="2308324"/>
          </a:xfrm>
          <a:prstGeom prst="rect">
            <a:avLst/>
          </a:prstGeom>
          <a:noFill/>
        </p:spPr>
        <p:txBody>
          <a:bodyPr wrap="square">
            <a:spAutoFit/>
          </a:bodyPr>
          <a:lstStyle/>
          <a:p>
            <a:r>
              <a:rPr lang="en-US" dirty="0"/>
              <a:t>There are seven people — L, M, N, P, Q, R and S whose age are 28, 30, 32, 35, 37, 40, and 45 but not necessarily in the same order. They work in different departments, viz HR, Operations, Marketing, Finance, R&amp;D, Production, Packaging but not necessarily in the same order. N whose age is 28 works neither in HR nor in R&amp;D. P works in Production and he is 30. Q and R are not 32 and neither of them works in R&amp;D. M whose age is 35 works in Marketing. The one whose age is 40 works in the Packaging Department. S whose age is 45 works in Finance. Q's age is not 37.</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5BFB6C27-0B5C-B126-39F5-A2B8E042ADBD}"/>
                  </a:ext>
                </a:extLst>
              </p14:cNvPr>
              <p14:cNvContentPartPr/>
              <p14:nvPr/>
            </p14:nvContentPartPr>
            <p14:xfrm>
              <a:off x="1010520" y="1369800"/>
              <a:ext cx="8417160" cy="5422320"/>
            </p14:xfrm>
          </p:contentPart>
        </mc:Choice>
        <mc:Fallback>
          <p:pic>
            <p:nvPicPr>
              <p:cNvPr id="3" name="Ink 2">
                <a:extLst>
                  <a:ext uri="{FF2B5EF4-FFF2-40B4-BE49-F238E27FC236}">
                    <a16:creationId xmlns:a16="http://schemas.microsoft.com/office/drawing/2014/main" id="{5BFB6C27-0B5C-B126-39F5-A2B8E042ADBD}"/>
                  </a:ext>
                </a:extLst>
              </p:cNvPr>
              <p:cNvPicPr/>
              <p:nvPr/>
            </p:nvPicPr>
            <p:blipFill>
              <a:blip r:embed="rId4"/>
              <a:stretch>
                <a:fillRect/>
              </a:stretch>
            </p:blipFill>
            <p:spPr>
              <a:xfrm>
                <a:off x="1001160" y="1360440"/>
                <a:ext cx="8435880" cy="5441040"/>
              </a:xfrm>
              <a:prstGeom prst="rect">
                <a:avLst/>
              </a:prstGeom>
            </p:spPr>
          </p:pic>
        </mc:Fallback>
      </mc:AlternateContent>
    </p:spTree>
    <p:extLst>
      <p:ext uri="{BB962C8B-B14F-4D97-AF65-F5344CB8AC3E}">
        <p14:creationId xmlns:p14="http://schemas.microsoft.com/office/powerpoint/2010/main" val="2499650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5529E-9336-8543-8B59-E49D81479258}"/>
              </a:ext>
            </a:extLst>
          </p:cNvPr>
          <p:cNvSpPr>
            <a:spLocks noGrp="1"/>
          </p:cNvSpPr>
          <p:nvPr>
            <p:ph type="title"/>
          </p:nvPr>
        </p:nvSpPr>
        <p:spPr>
          <a:xfrm>
            <a:off x="457200" y="2455863"/>
            <a:ext cx="8229600" cy="1143000"/>
          </a:xfrm>
        </p:spPr>
        <p:txBody>
          <a:bodyPr>
            <a:normAutofit fontScale="90000"/>
          </a:bodyPr>
          <a:lstStyle/>
          <a:p>
            <a:pPr algn="l"/>
            <a:r>
              <a:rPr lang="en-US" sz="2800" dirty="0"/>
              <a:t>1. What is Q’s Age?</a:t>
            </a:r>
            <a:br>
              <a:rPr lang="en-US" sz="2800" dirty="0"/>
            </a:br>
            <a:r>
              <a:rPr lang="en-US" sz="2800" dirty="0"/>
              <a:t>A) 40     B) 32     C) 45     D) None</a:t>
            </a:r>
            <a:br>
              <a:rPr lang="en-US" sz="2800" dirty="0"/>
            </a:br>
            <a:br>
              <a:rPr lang="en-US" sz="2800" dirty="0"/>
            </a:br>
            <a:r>
              <a:rPr lang="en-US" sz="2800" dirty="0"/>
              <a:t>2. N works in which of the following Department?</a:t>
            </a:r>
            <a:br>
              <a:rPr lang="en-US" sz="2800" dirty="0"/>
            </a:br>
            <a:r>
              <a:rPr lang="en-US" sz="2800" dirty="0"/>
              <a:t>A) Packaging     B) Operations     C) Production     D) Finance</a:t>
            </a:r>
            <a:br>
              <a:rPr lang="en-US" sz="2800" dirty="0"/>
            </a:br>
            <a:br>
              <a:rPr lang="en-US" sz="2800" dirty="0"/>
            </a:br>
            <a:r>
              <a:rPr lang="en-US" sz="2800" dirty="0"/>
              <a:t>3. Which of the following statement Is true?</a:t>
            </a:r>
            <a:br>
              <a:rPr lang="en-US" sz="2800" dirty="0"/>
            </a:br>
            <a:r>
              <a:rPr lang="en-US" sz="2800" dirty="0"/>
              <a:t>A) L is 37 and works in HR Department </a:t>
            </a:r>
            <a:br>
              <a:rPr lang="en-US" sz="2800" dirty="0"/>
            </a:br>
            <a:r>
              <a:rPr lang="en-US" sz="2800" dirty="0"/>
              <a:t>B) R is 32 and works in R&amp;D Department </a:t>
            </a:r>
            <a:br>
              <a:rPr lang="en-US" sz="2800" dirty="0"/>
            </a:br>
            <a:r>
              <a:rPr lang="en-US" sz="2800" dirty="0"/>
              <a:t>C) Q is 40 and works in Packaging Department</a:t>
            </a:r>
            <a:br>
              <a:rPr lang="en-US" sz="2800" dirty="0"/>
            </a:br>
            <a:r>
              <a:rPr lang="en-US" sz="2800" dirty="0"/>
              <a:t>D) All are true</a:t>
            </a:r>
            <a:br>
              <a:rPr lang="en-US" sz="2800" dirty="0"/>
            </a:br>
            <a:br>
              <a:rPr lang="en-US" sz="2800" dirty="0"/>
            </a:br>
            <a:endParaRPr lang="en-US" sz="2800" dirty="0"/>
          </a:p>
        </p:txBody>
      </p:sp>
      <p:sp>
        <p:nvSpPr>
          <p:cNvPr id="4" name="Footer Placeholder 3">
            <a:extLst>
              <a:ext uri="{FF2B5EF4-FFF2-40B4-BE49-F238E27FC236}">
                <a16:creationId xmlns:a16="http://schemas.microsoft.com/office/drawing/2014/main" id="{470EA55F-6F08-EF46-8974-042395A2069F}"/>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48D2B470-ADC1-6044-A903-FB831D9B4F0A}"/>
              </a:ext>
            </a:extLst>
          </p:cNvPr>
          <p:cNvSpPr>
            <a:spLocks noGrp="1"/>
          </p:cNvSpPr>
          <p:nvPr>
            <p:ph type="sldNum" sz="quarter" idx="12"/>
          </p:nvPr>
        </p:nvSpPr>
        <p:spPr/>
        <p:txBody>
          <a:bodyPr/>
          <a:lstStyle/>
          <a:p>
            <a:fld id="{E6BE162A-C06E-41B6-AEA8-5AD0FEF31657}" type="slidenum">
              <a:rPr lang="en-IN" smtClean="0"/>
              <a:t>7</a:t>
            </a:fld>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783516A4-D051-CB97-B33C-669D65940D36}"/>
                  </a:ext>
                </a:extLst>
              </p14:cNvPr>
              <p14:cNvContentPartPr/>
              <p14:nvPr/>
            </p14:nvContentPartPr>
            <p14:xfrm>
              <a:off x="103680" y="680040"/>
              <a:ext cx="3315960" cy="3656160"/>
            </p14:xfrm>
          </p:contentPart>
        </mc:Choice>
        <mc:Fallback>
          <p:pic>
            <p:nvPicPr>
              <p:cNvPr id="3" name="Ink 2">
                <a:extLst>
                  <a:ext uri="{FF2B5EF4-FFF2-40B4-BE49-F238E27FC236}">
                    <a16:creationId xmlns:a16="http://schemas.microsoft.com/office/drawing/2014/main" id="{783516A4-D051-CB97-B33C-669D65940D36}"/>
                  </a:ext>
                </a:extLst>
              </p:cNvPr>
              <p:cNvPicPr/>
              <p:nvPr/>
            </p:nvPicPr>
            <p:blipFill>
              <a:blip r:embed="rId3"/>
              <a:stretch>
                <a:fillRect/>
              </a:stretch>
            </p:blipFill>
            <p:spPr>
              <a:xfrm>
                <a:off x="94320" y="670680"/>
                <a:ext cx="3334680" cy="3674880"/>
              </a:xfrm>
              <a:prstGeom prst="rect">
                <a:avLst/>
              </a:prstGeom>
            </p:spPr>
          </p:pic>
        </mc:Fallback>
      </mc:AlternateContent>
    </p:spTree>
    <p:extLst>
      <p:ext uri="{BB962C8B-B14F-4D97-AF65-F5344CB8AC3E}">
        <p14:creationId xmlns:p14="http://schemas.microsoft.com/office/powerpoint/2010/main" val="3883130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D70B2-B787-194A-B0D2-E8D9E6BE04A1}"/>
              </a:ext>
            </a:extLst>
          </p:cNvPr>
          <p:cNvSpPr>
            <a:spLocks noGrp="1"/>
          </p:cNvSpPr>
          <p:nvPr>
            <p:ph type="title"/>
          </p:nvPr>
        </p:nvSpPr>
        <p:spPr>
          <a:xfrm>
            <a:off x="309813" y="-126917"/>
            <a:ext cx="8229600" cy="4624387"/>
          </a:xfrm>
        </p:spPr>
        <p:txBody>
          <a:bodyPr>
            <a:noAutofit/>
          </a:bodyPr>
          <a:lstStyle/>
          <a:p>
            <a:pPr algn="l"/>
            <a:r>
              <a:rPr lang="en-US" sz="2400" dirty="0"/>
              <a:t>4. What is the difference between the age of Q and L?</a:t>
            </a:r>
            <a:br>
              <a:rPr lang="en-US" sz="2400" dirty="0"/>
            </a:br>
            <a:r>
              <a:rPr lang="en-US" sz="2400" dirty="0"/>
              <a:t>A) 5     B) 8      C) 2    D) None</a:t>
            </a:r>
            <a:br>
              <a:rPr lang="en-US" sz="2400" dirty="0"/>
            </a:br>
            <a:br>
              <a:rPr lang="en-US" sz="2400" dirty="0"/>
            </a:br>
            <a:r>
              <a:rPr lang="en-US" sz="2400" dirty="0"/>
              <a:t>5. Which of the following statement is True</a:t>
            </a:r>
            <a:br>
              <a:rPr lang="en-US" sz="2400" dirty="0"/>
            </a:br>
            <a:r>
              <a:rPr lang="en-US" sz="2400" dirty="0"/>
              <a:t>A) S-40-packaging </a:t>
            </a:r>
            <a:br>
              <a:rPr lang="en-US" sz="2400" dirty="0"/>
            </a:br>
            <a:r>
              <a:rPr lang="en-US" sz="2400" dirty="0"/>
              <a:t>B) Q-40-Marketing</a:t>
            </a:r>
            <a:br>
              <a:rPr lang="en-US" sz="2400" dirty="0"/>
            </a:br>
            <a:r>
              <a:rPr lang="en-US" sz="2400" dirty="0"/>
              <a:t>C) P-32-Production</a:t>
            </a:r>
            <a:br>
              <a:rPr lang="en-US" sz="2400" dirty="0"/>
            </a:br>
            <a:r>
              <a:rPr lang="en-US" sz="2400" dirty="0"/>
              <a:t>D) L-32-R&amp;D</a:t>
            </a:r>
            <a:br>
              <a:rPr lang="en-US" sz="2400" dirty="0"/>
            </a:br>
            <a:endParaRPr lang="en-US" sz="2400" dirty="0"/>
          </a:p>
        </p:txBody>
      </p:sp>
      <p:sp>
        <p:nvSpPr>
          <p:cNvPr id="4" name="Footer Placeholder 3">
            <a:extLst>
              <a:ext uri="{FF2B5EF4-FFF2-40B4-BE49-F238E27FC236}">
                <a16:creationId xmlns:a16="http://schemas.microsoft.com/office/drawing/2014/main" id="{20C65188-7959-4746-82EC-712E082153E1}"/>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D501B642-983C-5E4E-B4AF-8F9DC6F96504}"/>
              </a:ext>
            </a:extLst>
          </p:cNvPr>
          <p:cNvSpPr>
            <a:spLocks noGrp="1"/>
          </p:cNvSpPr>
          <p:nvPr>
            <p:ph type="sldNum" sz="quarter" idx="12"/>
          </p:nvPr>
        </p:nvSpPr>
        <p:spPr/>
        <p:txBody>
          <a:bodyPr/>
          <a:lstStyle/>
          <a:p>
            <a:fld id="{E6BE162A-C06E-41B6-AEA8-5AD0FEF31657}" type="slidenum">
              <a:rPr lang="en-IN" smtClean="0"/>
              <a:t>8</a:t>
            </a:fld>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39EE15E7-90BF-E2D2-C6E9-1F3200FA1071}"/>
                  </a:ext>
                </a:extLst>
              </p14:cNvPr>
              <p14:cNvContentPartPr/>
              <p14:nvPr/>
            </p14:nvContentPartPr>
            <p14:xfrm>
              <a:off x="-132480" y="604440"/>
              <a:ext cx="1899000" cy="3042000"/>
            </p14:xfrm>
          </p:contentPart>
        </mc:Choice>
        <mc:Fallback>
          <p:pic>
            <p:nvPicPr>
              <p:cNvPr id="3" name="Ink 2">
                <a:extLst>
                  <a:ext uri="{FF2B5EF4-FFF2-40B4-BE49-F238E27FC236}">
                    <a16:creationId xmlns:a16="http://schemas.microsoft.com/office/drawing/2014/main" id="{39EE15E7-90BF-E2D2-C6E9-1F3200FA1071}"/>
                  </a:ext>
                </a:extLst>
              </p:cNvPr>
              <p:cNvPicPr/>
              <p:nvPr/>
            </p:nvPicPr>
            <p:blipFill>
              <a:blip r:embed="rId3"/>
              <a:stretch>
                <a:fillRect/>
              </a:stretch>
            </p:blipFill>
            <p:spPr>
              <a:xfrm>
                <a:off x="-141840" y="595080"/>
                <a:ext cx="1917720" cy="3060720"/>
              </a:xfrm>
              <a:prstGeom prst="rect">
                <a:avLst/>
              </a:prstGeom>
            </p:spPr>
          </p:pic>
        </mc:Fallback>
      </mc:AlternateContent>
    </p:spTree>
    <p:extLst>
      <p:ext uri="{BB962C8B-B14F-4D97-AF65-F5344CB8AC3E}">
        <p14:creationId xmlns:p14="http://schemas.microsoft.com/office/powerpoint/2010/main" val="2700455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405F7-68B2-40E5-A3C0-B025115421C5}"/>
              </a:ext>
            </a:extLst>
          </p:cNvPr>
          <p:cNvSpPr>
            <a:spLocks noGrp="1"/>
          </p:cNvSpPr>
          <p:nvPr>
            <p:ph type="title"/>
          </p:nvPr>
        </p:nvSpPr>
        <p:spPr>
          <a:xfrm>
            <a:off x="611560" y="913606"/>
            <a:ext cx="7525464" cy="912813"/>
          </a:xfrm>
        </p:spPr>
        <p:txBody>
          <a:bodyPr>
            <a:noAutofit/>
          </a:bodyPr>
          <a:lstStyle/>
          <a:p>
            <a:pPr algn="l"/>
            <a:r>
              <a:rPr lang="en-US" sz="1800" dirty="0"/>
              <a:t>Five boxes P, Q, R, S, and T contain five different sweets i.e. </a:t>
            </a:r>
            <a:r>
              <a:rPr lang="en-US" sz="1800" dirty="0" err="1"/>
              <a:t>Ladoo</a:t>
            </a:r>
            <a:r>
              <a:rPr lang="en-US" sz="1800" dirty="0"/>
              <a:t>, Jalebi, Barfi, </a:t>
            </a:r>
            <a:r>
              <a:rPr lang="en-US" sz="1800" dirty="0" err="1"/>
              <a:t>Rabri</a:t>
            </a:r>
            <a:r>
              <a:rPr lang="en-US" sz="1800" dirty="0"/>
              <a:t>, and </a:t>
            </a:r>
            <a:r>
              <a:rPr lang="en-US" sz="1800" dirty="0" err="1"/>
              <a:t>Faluda</a:t>
            </a:r>
            <a:r>
              <a:rPr lang="en-US" sz="1800" dirty="0"/>
              <a:t> but not necessarily in the same order, are placed one above the other in a sweet shop. S does not contain </a:t>
            </a:r>
            <a:r>
              <a:rPr lang="en-US" sz="1800" dirty="0" err="1"/>
              <a:t>Rabri</a:t>
            </a:r>
            <a:r>
              <a:rPr lang="en-US" sz="1800" dirty="0"/>
              <a:t>. The box which contains </a:t>
            </a:r>
            <a:r>
              <a:rPr lang="en-US" sz="1800" dirty="0" err="1"/>
              <a:t>Rabri</a:t>
            </a:r>
            <a:r>
              <a:rPr lang="en-US" sz="1800" dirty="0"/>
              <a:t> is not placed at the bottom. Q contains Barfi. Two boxes are placed between the box containing Jalebi and P, which does not contain </a:t>
            </a:r>
            <a:r>
              <a:rPr lang="en-US" sz="1800" dirty="0" err="1"/>
              <a:t>Ladoo</a:t>
            </a:r>
            <a:r>
              <a:rPr lang="en-US" sz="1800" dirty="0"/>
              <a:t>. The box containing </a:t>
            </a:r>
            <a:r>
              <a:rPr lang="en-US" sz="1800" dirty="0" err="1"/>
              <a:t>Ladoo</a:t>
            </a:r>
            <a:r>
              <a:rPr lang="en-US" sz="1800" dirty="0"/>
              <a:t>, is placed above S. S does not contain Jalebi and is not placed near to P. R is placed immediately above the box containing Jalebi. </a:t>
            </a:r>
            <a:endParaRPr lang="en-IN" sz="1800" dirty="0"/>
          </a:p>
        </p:txBody>
      </p:sp>
      <p:sp>
        <p:nvSpPr>
          <p:cNvPr id="3" name="Content Placeholder 2">
            <a:extLst>
              <a:ext uri="{FF2B5EF4-FFF2-40B4-BE49-F238E27FC236}">
                <a16:creationId xmlns:a16="http://schemas.microsoft.com/office/drawing/2014/main" id="{3456D696-D4DC-4F2E-8DB0-B578A9324A06}"/>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916B906A-58A0-4BD1-8C24-92BE8C325953}"/>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D568FFD6-475D-4555-8CE0-6D846ECF6E8F}"/>
              </a:ext>
            </a:extLst>
          </p:cNvPr>
          <p:cNvSpPr>
            <a:spLocks noGrp="1"/>
          </p:cNvSpPr>
          <p:nvPr>
            <p:ph type="sldNum" sz="quarter" idx="12"/>
          </p:nvPr>
        </p:nvSpPr>
        <p:spPr/>
        <p:txBody>
          <a:bodyPr/>
          <a:lstStyle/>
          <a:p>
            <a:fld id="{E6BE162A-C06E-41B6-AEA8-5AD0FEF31657}" type="slidenum">
              <a:rPr lang="en-IN" smtClean="0"/>
              <a:t>9</a:t>
            </a:fld>
            <a:endParaRPr lang="en-IN"/>
          </a:p>
        </p:txBody>
      </p:sp>
    </p:spTree>
    <p:extLst>
      <p:ext uri="{BB962C8B-B14F-4D97-AF65-F5344CB8AC3E}">
        <p14:creationId xmlns:p14="http://schemas.microsoft.com/office/powerpoint/2010/main" val="4241894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9072FF-F47F-4041-9F91-ADCF7007CF33}"/>
              </a:ext>
            </a:extLst>
          </p:cNvPr>
          <p:cNvSpPr>
            <a:spLocks noGrp="1"/>
          </p:cNvSpPr>
          <p:nvPr>
            <p:ph idx="1"/>
          </p:nvPr>
        </p:nvSpPr>
        <p:spPr>
          <a:xfrm>
            <a:off x="457200" y="836712"/>
            <a:ext cx="8229600" cy="4525963"/>
          </a:xfrm>
        </p:spPr>
        <p:txBody>
          <a:bodyPr>
            <a:normAutofit/>
          </a:bodyPr>
          <a:lstStyle/>
          <a:p>
            <a:pPr marL="514350" indent="-514350">
              <a:buAutoNum type="arabicPeriod"/>
            </a:pPr>
            <a:r>
              <a:rPr lang="en-US" sz="2000" dirty="0"/>
              <a:t>Which of the following boxes contain </a:t>
            </a:r>
            <a:r>
              <a:rPr lang="en-US" sz="2000" dirty="0" err="1"/>
              <a:t>Faluda</a:t>
            </a:r>
            <a:r>
              <a:rPr lang="en-US" sz="2000" dirty="0"/>
              <a:t>?</a:t>
            </a:r>
          </a:p>
          <a:p>
            <a:pPr marL="514350" indent="-514350">
              <a:buAutoNum type="alphaUcParenR"/>
            </a:pPr>
            <a:r>
              <a:rPr lang="en-US" sz="2000" dirty="0"/>
              <a:t>P		B) S		C) R		D) T</a:t>
            </a:r>
          </a:p>
          <a:p>
            <a:pPr marL="0" indent="0">
              <a:buNone/>
            </a:pPr>
            <a:endParaRPr lang="en-US" sz="2000" dirty="0"/>
          </a:p>
          <a:p>
            <a:pPr marL="0" indent="0">
              <a:buNone/>
            </a:pPr>
            <a:r>
              <a:rPr lang="en-US" sz="2000" dirty="0"/>
              <a:t>2. The box at the top contains which of the following sweets?</a:t>
            </a:r>
          </a:p>
          <a:p>
            <a:pPr marL="514350" indent="-514350">
              <a:buAutoNum type="alphaUcParenR"/>
            </a:pPr>
            <a:r>
              <a:rPr lang="en-US" sz="2000" dirty="0"/>
              <a:t>Jalebi	B) Barfi	C) </a:t>
            </a:r>
            <a:r>
              <a:rPr lang="en-US" sz="2000" dirty="0" err="1"/>
              <a:t>Faluda</a:t>
            </a:r>
            <a:r>
              <a:rPr lang="en-US" sz="2000" dirty="0"/>
              <a:t>	D) </a:t>
            </a:r>
            <a:r>
              <a:rPr lang="en-US" sz="2000" dirty="0" err="1"/>
              <a:t>Rabri</a:t>
            </a:r>
            <a:endParaRPr lang="en-US" sz="2000" dirty="0"/>
          </a:p>
          <a:p>
            <a:pPr marL="0" indent="0">
              <a:buNone/>
            </a:pPr>
            <a:endParaRPr lang="en-US" sz="2000" dirty="0"/>
          </a:p>
          <a:p>
            <a:pPr marL="0" indent="0">
              <a:buNone/>
            </a:pPr>
            <a:r>
              <a:rPr lang="en-US" sz="2000" dirty="0"/>
              <a:t>3. Which of the following boxes is placed immediately below the box containing </a:t>
            </a:r>
            <a:r>
              <a:rPr lang="en-US" sz="2000" dirty="0" err="1"/>
              <a:t>ladoo</a:t>
            </a:r>
            <a:r>
              <a:rPr lang="en-US" sz="2000" dirty="0"/>
              <a:t>?</a:t>
            </a:r>
          </a:p>
          <a:p>
            <a:pPr marL="0" indent="0">
              <a:buNone/>
            </a:pPr>
            <a:r>
              <a:rPr lang="en-US" sz="2000" dirty="0"/>
              <a:t>A) R		B) S		C) P		D) T</a:t>
            </a:r>
            <a:endParaRPr lang="en-IN" sz="2000" dirty="0"/>
          </a:p>
        </p:txBody>
      </p:sp>
      <p:sp>
        <p:nvSpPr>
          <p:cNvPr id="4" name="Footer Placeholder 3">
            <a:extLst>
              <a:ext uri="{FF2B5EF4-FFF2-40B4-BE49-F238E27FC236}">
                <a16:creationId xmlns:a16="http://schemas.microsoft.com/office/drawing/2014/main" id="{F478348E-0F01-4DE5-8B9E-C8696B43E844}"/>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FC799682-CD8C-4245-9D5E-B2319072173E}"/>
              </a:ext>
            </a:extLst>
          </p:cNvPr>
          <p:cNvSpPr>
            <a:spLocks noGrp="1"/>
          </p:cNvSpPr>
          <p:nvPr>
            <p:ph type="sldNum" sz="quarter" idx="12"/>
          </p:nvPr>
        </p:nvSpPr>
        <p:spPr/>
        <p:txBody>
          <a:bodyPr/>
          <a:lstStyle/>
          <a:p>
            <a:fld id="{E6BE162A-C06E-41B6-AEA8-5AD0FEF31657}" type="slidenum">
              <a:rPr lang="en-IN" smtClean="0"/>
              <a:t>10</a:t>
            </a:fld>
            <a:endParaRPr lang="en-IN"/>
          </a:p>
        </p:txBody>
      </p:sp>
    </p:spTree>
    <p:extLst>
      <p:ext uri="{BB962C8B-B14F-4D97-AF65-F5344CB8AC3E}">
        <p14:creationId xmlns:p14="http://schemas.microsoft.com/office/powerpoint/2010/main" val="1164279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53B4F9-CB4B-4171-9CC7-4B833B969193}"/>
              </a:ext>
            </a:extLst>
          </p:cNvPr>
          <p:cNvSpPr>
            <a:spLocks noGrp="1"/>
          </p:cNvSpPr>
          <p:nvPr>
            <p:ph idx="1"/>
          </p:nvPr>
        </p:nvSpPr>
        <p:spPr>
          <a:xfrm>
            <a:off x="611560" y="620688"/>
            <a:ext cx="8229600" cy="4525963"/>
          </a:xfrm>
        </p:spPr>
        <p:txBody>
          <a:bodyPr>
            <a:noAutofit/>
          </a:bodyPr>
          <a:lstStyle/>
          <a:p>
            <a:pPr marL="0" indent="0">
              <a:buNone/>
            </a:pPr>
            <a:r>
              <a:rPr lang="en-US" sz="2400" dirty="0"/>
              <a:t>4. Find the correct combination?</a:t>
            </a:r>
          </a:p>
          <a:p>
            <a:pPr marL="514350" indent="-514350">
              <a:buAutoNum type="alphaUcParenR"/>
            </a:pPr>
            <a:r>
              <a:rPr lang="en-US" sz="2400" dirty="0"/>
              <a:t>Q-</a:t>
            </a:r>
            <a:r>
              <a:rPr lang="en-US" sz="2400" dirty="0" err="1"/>
              <a:t>Rabri</a:t>
            </a:r>
            <a:r>
              <a:rPr lang="en-US" sz="2400" dirty="0"/>
              <a:t>		</a:t>
            </a:r>
          </a:p>
          <a:p>
            <a:pPr marL="514350" indent="-514350">
              <a:buAutoNum type="alphaUcParenR"/>
            </a:pPr>
            <a:r>
              <a:rPr lang="en-US" sz="2400" dirty="0"/>
              <a:t>P-Barfi</a:t>
            </a:r>
          </a:p>
          <a:p>
            <a:pPr marL="514350" indent="-514350">
              <a:buAutoNum type="alphaUcParenR"/>
            </a:pPr>
            <a:r>
              <a:rPr lang="en-US" sz="2400" dirty="0"/>
              <a:t>S-</a:t>
            </a:r>
            <a:r>
              <a:rPr lang="en-US" sz="2400" dirty="0" err="1"/>
              <a:t>Jilebi</a:t>
            </a:r>
            <a:endParaRPr lang="en-US" sz="2400" dirty="0"/>
          </a:p>
          <a:p>
            <a:pPr marL="514350" indent="-514350">
              <a:buAutoNum type="alphaUcParenR"/>
            </a:pPr>
            <a:r>
              <a:rPr lang="en-US" sz="2400" dirty="0"/>
              <a:t>R-</a:t>
            </a:r>
            <a:r>
              <a:rPr lang="en-US" sz="2400" dirty="0" err="1"/>
              <a:t>Ladoo</a:t>
            </a:r>
            <a:endParaRPr lang="en-US" sz="2400" dirty="0"/>
          </a:p>
          <a:p>
            <a:pPr marL="514350" indent="-514350">
              <a:buAutoNum type="alphaUcParenR"/>
            </a:pPr>
            <a:endParaRPr lang="en-US" sz="2400" dirty="0"/>
          </a:p>
          <a:p>
            <a:pPr marL="0" indent="0">
              <a:buNone/>
            </a:pPr>
            <a:r>
              <a:rPr lang="en-US" sz="2400" dirty="0"/>
              <a:t>5. Find the correct statement?</a:t>
            </a:r>
          </a:p>
          <a:p>
            <a:pPr marL="514350" indent="-514350">
              <a:buAutoNum type="alphaUcParenR"/>
            </a:pPr>
            <a:r>
              <a:rPr lang="en-US" sz="2400" dirty="0"/>
              <a:t>One box is kept below S</a:t>
            </a:r>
          </a:p>
          <a:p>
            <a:pPr marL="514350" indent="-514350">
              <a:buAutoNum type="alphaUcParenR"/>
            </a:pPr>
            <a:r>
              <a:rPr lang="en-US" sz="2400" dirty="0"/>
              <a:t>S contains Jalebi</a:t>
            </a:r>
          </a:p>
          <a:p>
            <a:pPr marL="514350" indent="-514350">
              <a:buAutoNum type="alphaUcParenR"/>
            </a:pPr>
            <a:r>
              <a:rPr lang="en-US" sz="2400" dirty="0"/>
              <a:t>S is placed immediately below T</a:t>
            </a:r>
          </a:p>
          <a:p>
            <a:pPr marL="514350" indent="-514350">
              <a:buAutoNum type="alphaUcParenR"/>
            </a:pPr>
            <a:r>
              <a:rPr lang="en-US" sz="2400" dirty="0"/>
              <a:t>Three boxes are kept above S</a:t>
            </a:r>
          </a:p>
          <a:p>
            <a:pPr marL="514350" indent="-514350">
              <a:buAutoNum type="alphaUcParenR"/>
            </a:pPr>
            <a:endParaRPr lang="en-IN" sz="2400" dirty="0"/>
          </a:p>
        </p:txBody>
      </p:sp>
      <p:sp>
        <p:nvSpPr>
          <p:cNvPr id="4" name="Footer Placeholder 3">
            <a:extLst>
              <a:ext uri="{FF2B5EF4-FFF2-40B4-BE49-F238E27FC236}">
                <a16:creationId xmlns:a16="http://schemas.microsoft.com/office/drawing/2014/main" id="{553F686A-0867-4122-A24B-795053F5CF77}"/>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C6A60B64-506A-416E-8CE5-6E55BCA1C0D6}"/>
              </a:ext>
            </a:extLst>
          </p:cNvPr>
          <p:cNvSpPr>
            <a:spLocks noGrp="1"/>
          </p:cNvSpPr>
          <p:nvPr>
            <p:ph type="sldNum" sz="quarter" idx="12"/>
          </p:nvPr>
        </p:nvSpPr>
        <p:spPr/>
        <p:txBody>
          <a:bodyPr/>
          <a:lstStyle/>
          <a:p>
            <a:fld id="{E6BE162A-C06E-41B6-AEA8-5AD0FEF31657}" type="slidenum">
              <a:rPr lang="en-IN" smtClean="0"/>
              <a:t>11</a:t>
            </a:fld>
            <a:endParaRPr lang="en-IN"/>
          </a:p>
        </p:txBody>
      </p:sp>
    </p:spTree>
    <p:extLst>
      <p:ext uri="{BB962C8B-B14F-4D97-AF65-F5344CB8AC3E}">
        <p14:creationId xmlns:p14="http://schemas.microsoft.com/office/powerpoint/2010/main" val="2759064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D12B8-48B1-4391-A79F-AE821DCF0281}"/>
              </a:ext>
            </a:extLst>
          </p:cNvPr>
          <p:cNvSpPr>
            <a:spLocks noGrp="1"/>
          </p:cNvSpPr>
          <p:nvPr>
            <p:ph type="title"/>
          </p:nvPr>
        </p:nvSpPr>
        <p:spPr>
          <a:xfrm>
            <a:off x="628650" y="980728"/>
            <a:ext cx="7886700" cy="1325563"/>
          </a:xfrm>
        </p:spPr>
        <p:txBody>
          <a:bodyPr>
            <a:noAutofit/>
          </a:bodyPr>
          <a:lstStyle/>
          <a:p>
            <a:pPr algn="l"/>
            <a:r>
              <a:rPr lang="en-US" sz="2000" dirty="0">
                <a:latin typeface="+mn-lt"/>
              </a:rPr>
              <a:t>Direction: Study the following data carefully and answer the questions accordingly. Seven people P, Q, R, S, T, U, and V visit seven different counties for a health survey. These countries are Turkey, England, Japan, Nepal, Canada, France, and Brazil. Q does not visit England. Q and V do not visit Brazil and Turkey. R visits Canada. S does not visit Brazil. P and T visit Japan and France respectively.</a:t>
            </a:r>
            <a:endParaRPr lang="en-IN" sz="2000" dirty="0">
              <a:latin typeface="+mn-lt"/>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054EBE24-E289-315C-62B9-6F244C8C3A67}"/>
                  </a:ext>
                </a:extLst>
              </p14:cNvPr>
              <p14:cNvContentPartPr/>
              <p14:nvPr/>
            </p14:nvContentPartPr>
            <p14:xfrm>
              <a:off x="443880" y="1360080"/>
              <a:ext cx="7925760" cy="5413320"/>
            </p14:xfrm>
          </p:contentPart>
        </mc:Choice>
        <mc:Fallback>
          <p:pic>
            <p:nvPicPr>
              <p:cNvPr id="3" name="Ink 2">
                <a:extLst>
                  <a:ext uri="{FF2B5EF4-FFF2-40B4-BE49-F238E27FC236}">
                    <a16:creationId xmlns:a16="http://schemas.microsoft.com/office/drawing/2014/main" id="{054EBE24-E289-315C-62B9-6F244C8C3A67}"/>
                  </a:ext>
                </a:extLst>
              </p:cNvPr>
              <p:cNvPicPr/>
              <p:nvPr/>
            </p:nvPicPr>
            <p:blipFill>
              <a:blip r:embed="rId4"/>
              <a:stretch>
                <a:fillRect/>
              </a:stretch>
            </p:blipFill>
            <p:spPr>
              <a:xfrm>
                <a:off x="434520" y="1350720"/>
                <a:ext cx="7944480" cy="5432040"/>
              </a:xfrm>
              <a:prstGeom prst="rect">
                <a:avLst/>
              </a:prstGeom>
            </p:spPr>
          </p:pic>
        </mc:Fallback>
      </mc:AlternateContent>
    </p:spTree>
    <p:extLst>
      <p:ext uri="{BB962C8B-B14F-4D97-AF65-F5344CB8AC3E}">
        <p14:creationId xmlns:p14="http://schemas.microsoft.com/office/powerpoint/2010/main" val="755504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572F2-CD93-40EB-BEBC-4ADE6C143047}"/>
              </a:ext>
            </a:extLst>
          </p:cNvPr>
          <p:cNvSpPr>
            <a:spLocks noGrp="1"/>
          </p:cNvSpPr>
          <p:nvPr>
            <p:ph type="title"/>
          </p:nvPr>
        </p:nvSpPr>
        <p:spPr>
          <a:xfrm>
            <a:off x="628650" y="1164116"/>
            <a:ext cx="7886700" cy="2875224"/>
          </a:xfrm>
        </p:spPr>
        <p:txBody>
          <a:bodyPr>
            <a:normAutofit fontScale="90000"/>
          </a:bodyPr>
          <a:lstStyle/>
          <a:p>
            <a:pPr algn="l"/>
            <a:r>
              <a:rPr lang="en-US" sz="2000" dirty="0">
                <a:latin typeface="+mn-lt"/>
              </a:rPr>
              <a:t>1. Who visits Turkey</a:t>
            </a:r>
            <a:br>
              <a:rPr lang="en-US" sz="2000" dirty="0">
                <a:latin typeface="+mn-lt"/>
              </a:rPr>
            </a:br>
            <a:r>
              <a:rPr lang="en-US" sz="2000" dirty="0">
                <a:latin typeface="+mn-lt"/>
              </a:rPr>
              <a:t>A) V	B) T	C) U	D) S</a:t>
            </a:r>
            <a:br>
              <a:rPr lang="en-US" sz="2000" dirty="0">
                <a:latin typeface="+mn-lt"/>
              </a:rPr>
            </a:br>
            <a:br>
              <a:rPr lang="en-US" sz="2000" dirty="0">
                <a:latin typeface="+mn-lt"/>
              </a:rPr>
            </a:br>
            <a:r>
              <a:rPr lang="en-US" sz="2000" dirty="0">
                <a:latin typeface="+mn-lt"/>
              </a:rPr>
              <a:t>2. Who visits England?</a:t>
            </a:r>
            <a:br>
              <a:rPr lang="en-US" sz="2000" dirty="0">
                <a:latin typeface="+mn-lt"/>
              </a:rPr>
            </a:br>
            <a:r>
              <a:rPr lang="en-US" sz="2000" dirty="0">
                <a:latin typeface="+mn-lt"/>
              </a:rPr>
              <a:t>A) Q 	B) U	C) S	D) V</a:t>
            </a:r>
            <a:br>
              <a:rPr lang="en-US" sz="2000" dirty="0">
                <a:latin typeface="+mn-lt"/>
              </a:rPr>
            </a:br>
            <a:br>
              <a:rPr lang="en-US" sz="2000" dirty="0">
                <a:latin typeface="+mn-lt"/>
              </a:rPr>
            </a:br>
            <a:r>
              <a:rPr lang="en-US" sz="2000" dirty="0">
                <a:latin typeface="+mn-lt"/>
              </a:rPr>
              <a:t>3. which of the following combination is correct?</a:t>
            </a:r>
            <a:br>
              <a:rPr lang="en-US" sz="2000" dirty="0">
                <a:latin typeface="+mn-lt"/>
              </a:rPr>
            </a:br>
            <a:r>
              <a:rPr lang="en-US" sz="2000" dirty="0">
                <a:latin typeface="+mn-lt"/>
              </a:rPr>
              <a:t>A) Q visits Brazil</a:t>
            </a:r>
            <a:br>
              <a:rPr lang="en-US" sz="2000" dirty="0">
                <a:latin typeface="+mn-lt"/>
              </a:rPr>
            </a:br>
            <a:r>
              <a:rPr lang="en-US" sz="2000" dirty="0">
                <a:latin typeface="+mn-lt"/>
              </a:rPr>
              <a:t>B) T does not visit France</a:t>
            </a:r>
            <a:br>
              <a:rPr lang="en-US" sz="2000" dirty="0">
                <a:latin typeface="+mn-lt"/>
              </a:rPr>
            </a:br>
            <a:r>
              <a:rPr lang="en-US" sz="2000" dirty="0">
                <a:latin typeface="+mn-lt"/>
              </a:rPr>
              <a:t>C) V does not Visit Turkey</a:t>
            </a:r>
            <a:br>
              <a:rPr lang="en-US" sz="2000" dirty="0">
                <a:latin typeface="+mn-lt"/>
              </a:rPr>
            </a:br>
            <a:r>
              <a:rPr lang="en-US" sz="2000" dirty="0">
                <a:latin typeface="+mn-lt"/>
              </a:rPr>
              <a:t>D) U visits Canada</a:t>
            </a:r>
            <a:br>
              <a:rPr lang="en-US" sz="2000" dirty="0">
                <a:latin typeface="+mn-lt"/>
              </a:rPr>
            </a:br>
            <a:br>
              <a:rPr lang="en-US" sz="2000" dirty="0">
                <a:latin typeface="+mn-lt"/>
              </a:rPr>
            </a:br>
            <a:r>
              <a:rPr lang="en-US" sz="2000" dirty="0">
                <a:latin typeface="+mn-lt"/>
              </a:rPr>
              <a:t>4. who among the following visits Japan?</a:t>
            </a:r>
            <a:br>
              <a:rPr lang="en-US" sz="2000" dirty="0">
                <a:latin typeface="+mn-lt"/>
              </a:rPr>
            </a:br>
            <a:r>
              <a:rPr lang="en-US" sz="2000" dirty="0">
                <a:latin typeface="+mn-lt"/>
              </a:rPr>
              <a:t>A) P	B) T	C) V	D) S</a:t>
            </a:r>
            <a:br>
              <a:rPr lang="en-US" sz="2000" dirty="0">
                <a:latin typeface="+mn-lt"/>
              </a:rPr>
            </a:br>
            <a:br>
              <a:rPr lang="en-US" sz="2000" dirty="0">
                <a:latin typeface="+mn-lt"/>
              </a:rPr>
            </a:br>
            <a:r>
              <a:rPr lang="en-US" sz="2000" dirty="0">
                <a:latin typeface="+mn-lt"/>
              </a:rPr>
              <a:t>5. U visits which of the following countries</a:t>
            </a:r>
            <a:br>
              <a:rPr lang="en-US" sz="2000" dirty="0">
                <a:latin typeface="+mn-lt"/>
              </a:rPr>
            </a:br>
            <a:r>
              <a:rPr lang="en-US" sz="2000" dirty="0">
                <a:latin typeface="+mn-lt"/>
              </a:rPr>
              <a:t>A) Brazil	B) Japan	C) Canada	D) Turkey</a:t>
            </a:r>
            <a:endParaRPr lang="en-IN" sz="2000" dirty="0">
              <a:latin typeface="+mn-lt"/>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79104B51-F58C-96E7-194F-2E6DE27FFE70}"/>
                  </a:ext>
                </a:extLst>
              </p14:cNvPr>
              <p14:cNvContentPartPr/>
              <p14:nvPr/>
            </p14:nvContentPartPr>
            <p14:xfrm>
              <a:off x="302040" y="2097000"/>
              <a:ext cx="1341720" cy="3287520"/>
            </p14:xfrm>
          </p:contentPart>
        </mc:Choice>
        <mc:Fallback>
          <p:pic>
            <p:nvPicPr>
              <p:cNvPr id="3" name="Ink 2">
                <a:extLst>
                  <a:ext uri="{FF2B5EF4-FFF2-40B4-BE49-F238E27FC236}">
                    <a16:creationId xmlns:a16="http://schemas.microsoft.com/office/drawing/2014/main" id="{79104B51-F58C-96E7-194F-2E6DE27FFE70}"/>
                  </a:ext>
                </a:extLst>
              </p:cNvPr>
              <p:cNvPicPr/>
              <p:nvPr/>
            </p:nvPicPr>
            <p:blipFill>
              <a:blip r:embed="rId4"/>
              <a:stretch>
                <a:fillRect/>
              </a:stretch>
            </p:blipFill>
            <p:spPr>
              <a:xfrm>
                <a:off x="292680" y="2087640"/>
                <a:ext cx="1360440" cy="3306240"/>
              </a:xfrm>
              <a:prstGeom prst="rect">
                <a:avLst/>
              </a:prstGeom>
            </p:spPr>
          </p:pic>
        </mc:Fallback>
      </mc:AlternateContent>
    </p:spTree>
    <p:extLst>
      <p:ext uri="{BB962C8B-B14F-4D97-AF65-F5344CB8AC3E}">
        <p14:creationId xmlns:p14="http://schemas.microsoft.com/office/powerpoint/2010/main" val="2391988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4A4CF-CC26-4390-802B-B1BDBF962A5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4A437F4-244E-4042-84B5-AA4369DFC6AE}"/>
              </a:ext>
            </a:extLst>
          </p:cNvPr>
          <p:cNvSpPr>
            <a:spLocks noGrp="1"/>
          </p:cNvSpPr>
          <p:nvPr>
            <p:ph idx="1"/>
          </p:nvPr>
        </p:nvSpPr>
        <p:spPr>
          <a:xfrm>
            <a:off x="539552" y="290652"/>
            <a:ext cx="8229600" cy="4525963"/>
          </a:xfrm>
        </p:spPr>
        <p:txBody>
          <a:bodyPr>
            <a:normAutofit/>
          </a:bodyPr>
          <a:lstStyle/>
          <a:p>
            <a:pPr marL="0" indent="0">
              <a:buNone/>
            </a:pPr>
            <a:r>
              <a:rPr lang="en-US" sz="2000" dirty="0"/>
              <a:t>Direction: Study the following information carefully and answer the given questions. Amongst seven friends - M, N, 0, P, Q, R and T each have different weights. Only two persons are heavier than Q. P is heavier than R and T. M is not the fourth lightest person. R is heavier than 0 but lighter than M. P is just heavier than Q. M is lighter than N but heavier than 0. </a:t>
            </a:r>
            <a:endParaRPr lang="en-IN" sz="2000" dirty="0"/>
          </a:p>
        </p:txBody>
      </p:sp>
      <p:sp>
        <p:nvSpPr>
          <p:cNvPr id="4" name="Footer Placeholder 3">
            <a:extLst>
              <a:ext uri="{FF2B5EF4-FFF2-40B4-BE49-F238E27FC236}">
                <a16:creationId xmlns:a16="http://schemas.microsoft.com/office/drawing/2014/main" id="{D1CE7E4A-92CC-49E1-A538-05F13C297E5D}"/>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FBE2B759-5017-4E59-9317-E5F8FEAFA8A1}"/>
              </a:ext>
            </a:extLst>
          </p:cNvPr>
          <p:cNvSpPr>
            <a:spLocks noGrp="1"/>
          </p:cNvSpPr>
          <p:nvPr>
            <p:ph type="sldNum" sz="quarter" idx="12"/>
          </p:nvPr>
        </p:nvSpPr>
        <p:spPr/>
        <p:txBody>
          <a:bodyPr/>
          <a:lstStyle/>
          <a:p>
            <a:fld id="{E6BE162A-C06E-41B6-AEA8-5AD0FEF31657}" type="slidenum">
              <a:rPr lang="en-IN" smtClean="0"/>
              <a:t>14</a:t>
            </a:fld>
            <a:endParaRPr lang="en-IN"/>
          </a:p>
        </p:txBody>
      </p:sp>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915D70C8-6463-E9A4-8755-217E8263EDC8}"/>
                  </a:ext>
                </a:extLst>
              </p14:cNvPr>
              <p14:cNvContentPartPr/>
              <p14:nvPr/>
            </p14:nvContentPartPr>
            <p14:xfrm>
              <a:off x="434520" y="1190160"/>
              <a:ext cx="8586720" cy="5601960"/>
            </p14:xfrm>
          </p:contentPart>
        </mc:Choice>
        <mc:Fallback>
          <p:pic>
            <p:nvPicPr>
              <p:cNvPr id="6" name="Ink 5">
                <a:extLst>
                  <a:ext uri="{FF2B5EF4-FFF2-40B4-BE49-F238E27FC236}">
                    <a16:creationId xmlns:a16="http://schemas.microsoft.com/office/drawing/2014/main" id="{915D70C8-6463-E9A4-8755-217E8263EDC8}"/>
                  </a:ext>
                </a:extLst>
              </p:cNvPr>
              <p:cNvPicPr/>
              <p:nvPr/>
            </p:nvPicPr>
            <p:blipFill>
              <a:blip r:embed="rId4"/>
              <a:stretch>
                <a:fillRect/>
              </a:stretch>
            </p:blipFill>
            <p:spPr>
              <a:xfrm>
                <a:off x="425160" y="1180800"/>
                <a:ext cx="8605440" cy="5620680"/>
              </a:xfrm>
              <a:prstGeom prst="rect">
                <a:avLst/>
              </a:prstGeom>
            </p:spPr>
          </p:pic>
        </mc:Fallback>
      </mc:AlternateContent>
    </p:spTree>
    <p:extLst>
      <p:ext uri="{BB962C8B-B14F-4D97-AF65-F5344CB8AC3E}">
        <p14:creationId xmlns:p14="http://schemas.microsoft.com/office/powerpoint/2010/main" val="3457921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43BDBB-61A6-4B1E-B55E-9C3D33DA3E9D}"/>
              </a:ext>
            </a:extLst>
          </p:cNvPr>
          <p:cNvSpPr>
            <a:spLocks noGrp="1"/>
          </p:cNvSpPr>
          <p:nvPr>
            <p:ph idx="1"/>
          </p:nvPr>
        </p:nvSpPr>
        <p:spPr>
          <a:xfrm>
            <a:off x="436605" y="620688"/>
            <a:ext cx="8229600" cy="4525963"/>
          </a:xfrm>
        </p:spPr>
        <p:txBody>
          <a:bodyPr>
            <a:normAutofit/>
          </a:bodyPr>
          <a:lstStyle/>
          <a:p>
            <a:pPr marL="514350" indent="-514350">
              <a:buAutoNum type="arabicPeriod"/>
            </a:pPr>
            <a:r>
              <a:rPr lang="en-US" sz="2000" dirty="0"/>
              <a:t>If the weight of M and Q are 49kg and 63kg respectively then what may be possible weight of T? </a:t>
            </a:r>
          </a:p>
          <a:p>
            <a:pPr marL="514350" indent="-514350">
              <a:buAutoNum type="alphaUcParenR"/>
            </a:pPr>
            <a:r>
              <a:rPr lang="en-US" sz="2000" dirty="0"/>
              <a:t>56 kg	B) 65 kg	C) 45 kg	D) 28 kg</a:t>
            </a:r>
          </a:p>
          <a:p>
            <a:pPr marL="0" indent="0">
              <a:buNone/>
            </a:pPr>
            <a:endParaRPr lang="en-US" sz="2000" dirty="0"/>
          </a:p>
          <a:p>
            <a:pPr marL="0" indent="0">
              <a:buNone/>
            </a:pPr>
            <a:r>
              <a:rPr lang="en-US" sz="2000" dirty="0"/>
              <a:t>2. How many persons are heavier than R?</a:t>
            </a:r>
          </a:p>
          <a:p>
            <a:pPr marL="514350" indent="-514350">
              <a:buAutoNum type="alphaUcParenR"/>
            </a:pPr>
            <a:r>
              <a:rPr lang="en-US" sz="2000" dirty="0"/>
              <a:t>Three	B) Two	C) one	D) More than four</a:t>
            </a:r>
          </a:p>
          <a:p>
            <a:pPr marL="0" indent="0">
              <a:buNone/>
            </a:pPr>
            <a:endParaRPr lang="en-US" sz="2000" dirty="0"/>
          </a:p>
          <a:p>
            <a:pPr marL="0" indent="0">
              <a:buNone/>
            </a:pPr>
            <a:r>
              <a:rPr lang="en-US" sz="2000" dirty="0"/>
              <a:t>3. Who is just lighter than Q?</a:t>
            </a:r>
          </a:p>
          <a:p>
            <a:pPr marL="457200" indent="-457200">
              <a:buAutoNum type="alphaUcParenR"/>
            </a:pPr>
            <a:r>
              <a:rPr lang="en-US" sz="2000" dirty="0"/>
              <a:t>P		B) M		C) N	D) T</a:t>
            </a:r>
          </a:p>
          <a:p>
            <a:pPr marL="0" indent="0">
              <a:buNone/>
            </a:pPr>
            <a:endParaRPr lang="en-US" sz="2000" dirty="0"/>
          </a:p>
          <a:p>
            <a:pPr marL="0" indent="0">
              <a:buNone/>
            </a:pPr>
            <a:r>
              <a:rPr lang="en-US" sz="2000" dirty="0"/>
              <a:t>4. Who is heaviest?</a:t>
            </a:r>
          </a:p>
          <a:p>
            <a:pPr marL="0" indent="0">
              <a:buNone/>
            </a:pPr>
            <a:r>
              <a:rPr lang="en-US" sz="2000" dirty="0"/>
              <a:t>A) N		B)  T		C) R	D) O</a:t>
            </a:r>
            <a:endParaRPr lang="en-IN" sz="2000" dirty="0"/>
          </a:p>
        </p:txBody>
      </p:sp>
      <p:sp>
        <p:nvSpPr>
          <p:cNvPr id="4" name="Footer Placeholder 3">
            <a:extLst>
              <a:ext uri="{FF2B5EF4-FFF2-40B4-BE49-F238E27FC236}">
                <a16:creationId xmlns:a16="http://schemas.microsoft.com/office/drawing/2014/main" id="{B5D446BD-D561-4E4F-AAED-69FA9BB63037}"/>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BBF5786E-10F4-4107-9FC6-2E87237E300F}"/>
              </a:ext>
            </a:extLst>
          </p:cNvPr>
          <p:cNvSpPr>
            <a:spLocks noGrp="1"/>
          </p:cNvSpPr>
          <p:nvPr>
            <p:ph type="sldNum" sz="quarter" idx="12"/>
          </p:nvPr>
        </p:nvSpPr>
        <p:spPr/>
        <p:txBody>
          <a:bodyPr/>
          <a:lstStyle/>
          <a:p>
            <a:fld id="{E6BE162A-C06E-41B6-AEA8-5AD0FEF31657}" type="slidenum">
              <a:rPr lang="en-IN" smtClean="0"/>
              <a:t>15</a:t>
            </a:fld>
            <a:endParaRPr lang="en-IN"/>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D676416A-BAF6-4462-D814-5F3BDB666771}"/>
                  </a:ext>
                </a:extLst>
              </p14:cNvPr>
              <p14:cNvContentPartPr/>
              <p14:nvPr/>
            </p14:nvContentPartPr>
            <p14:xfrm>
              <a:off x="94320" y="1058040"/>
              <a:ext cx="5743800" cy="4109400"/>
            </p14:xfrm>
          </p:contentPart>
        </mc:Choice>
        <mc:Fallback>
          <p:pic>
            <p:nvPicPr>
              <p:cNvPr id="2" name="Ink 1">
                <a:extLst>
                  <a:ext uri="{FF2B5EF4-FFF2-40B4-BE49-F238E27FC236}">
                    <a16:creationId xmlns:a16="http://schemas.microsoft.com/office/drawing/2014/main" id="{D676416A-BAF6-4462-D814-5F3BDB666771}"/>
                  </a:ext>
                </a:extLst>
              </p:cNvPr>
              <p:cNvPicPr/>
              <p:nvPr/>
            </p:nvPicPr>
            <p:blipFill>
              <a:blip r:embed="rId3"/>
              <a:stretch>
                <a:fillRect/>
              </a:stretch>
            </p:blipFill>
            <p:spPr>
              <a:xfrm>
                <a:off x="84960" y="1048680"/>
                <a:ext cx="5762520" cy="4128120"/>
              </a:xfrm>
              <a:prstGeom prst="rect">
                <a:avLst/>
              </a:prstGeom>
            </p:spPr>
          </p:pic>
        </mc:Fallback>
      </mc:AlternateContent>
    </p:spTree>
    <p:extLst>
      <p:ext uri="{BB962C8B-B14F-4D97-AF65-F5344CB8AC3E}">
        <p14:creationId xmlns:p14="http://schemas.microsoft.com/office/powerpoint/2010/main" val="1301465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10145-C52C-4B96-9001-8F430535EA02}"/>
              </a:ext>
            </a:extLst>
          </p:cNvPr>
          <p:cNvSpPr>
            <a:spLocks noGrp="1"/>
          </p:cNvSpPr>
          <p:nvPr>
            <p:ph type="title"/>
          </p:nvPr>
        </p:nvSpPr>
        <p:spPr>
          <a:xfrm>
            <a:off x="539552" y="1124744"/>
            <a:ext cx="8315907" cy="1325563"/>
          </a:xfrm>
        </p:spPr>
        <p:txBody>
          <a:bodyPr>
            <a:noAutofit/>
          </a:bodyPr>
          <a:lstStyle/>
          <a:p>
            <a:pPr algn="l"/>
            <a:r>
              <a:rPr lang="en-US" sz="2000" dirty="0">
                <a:latin typeface="+mn-lt"/>
              </a:rPr>
              <a:t>Seven friends S, T, U, V, W, X, and Y like seven different subjects, viz English, Computer, Physics, Chemistry, Biology, Math and History but not necessarily in the same order. Each of them likes different </a:t>
            </a:r>
            <a:r>
              <a:rPr lang="en-US" sz="2000" dirty="0" err="1">
                <a:latin typeface="+mn-lt"/>
              </a:rPr>
              <a:t>colours</a:t>
            </a:r>
            <a:r>
              <a:rPr lang="en-US" sz="2000" dirty="0">
                <a:latin typeface="+mn-lt"/>
              </a:rPr>
              <a:t>, viz Red, Pink, Blue, Green, Yellow, Black, and Purple but not necessarily in the same order. U likes Blue but he does not like Computer or History. T likes Chemistry but he does not like either Purple or Black. W likes Biology and Red </a:t>
            </a:r>
            <a:r>
              <a:rPr lang="en-US" sz="2000" dirty="0" err="1">
                <a:latin typeface="+mn-lt"/>
              </a:rPr>
              <a:t>Colour</a:t>
            </a:r>
            <a:r>
              <a:rPr lang="en-US" sz="2000" dirty="0">
                <a:latin typeface="+mn-lt"/>
              </a:rPr>
              <a:t>. The one who likes Green also likes Math. V likes English. Y like Pink </a:t>
            </a:r>
            <a:r>
              <a:rPr lang="en-US" sz="2000" dirty="0" err="1">
                <a:latin typeface="+mn-lt"/>
              </a:rPr>
              <a:t>Colour</a:t>
            </a:r>
            <a:r>
              <a:rPr lang="en-US" sz="2000" dirty="0">
                <a:latin typeface="+mn-lt"/>
              </a:rPr>
              <a:t>. S does not like Math. The one who likes Black also likes Computer. </a:t>
            </a:r>
            <a:br>
              <a:rPr lang="en-US" sz="2000" dirty="0">
                <a:latin typeface="+mn-lt"/>
              </a:rPr>
            </a:br>
            <a:endParaRPr lang="en-IN" sz="2000" dirty="0">
              <a:latin typeface="+mn-lt"/>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A4A41CD3-114F-BF9E-3776-66890AA30B8B}"/>
                  </a:ext>
                </a:extLst>
              </p14:cNvPr>
              <p14:cNvContentPartPr/>
              <p14:nvPr/>
            </p14:nvContentPartPr>
            <p14:xfrm>
              <a:off x="1879560" y="1624680"/>
              <a:ext cx="6660000" cy="5337360"/>
            </p14:xfrm>
          </p:contentPart>
        </mc:Choice>
        <mc:Fallback>
          <p:pic>
            <p:nvPicPr>
              <p:cNvPr id="3" name="Ink 2">
                <a:extLst>
                  <a:ext uri="{FF2B5EF4-FFF2-40B4-BE49-F238E27FC236}">
                    <a16:creationId xmlns:a16="http://schemas.microsoft.com/office/drawing/2014/main" id="{A4A41CD3-114F-BF9E-3776-66890AA30B8B}"/>
                  </a:ext>
                </a:extLst>
              </p:cNvPr>
              <p:cNvPicPr/>
              <p:nvPr/>
            </p:nvPicPr>
            <p:blipFill>
              <a:blip r:embed="rId4"/>
              <a:stretch>
                <a:fillRect/>
              </a:stretch>
            </p:blipFill>
            <p:spPr>
              <a:xfrm>
                <a:off x="1870200" y="1615320"/>
                <a:ext cx="6678720" cy="5356080"/>
              </a:xfrm>
              <a:prstGeom prst="rect">
                <a:avLst/>
              </a:prstGeom>
            </p:spPr>
          </p:pic>
        </mc:Fallback>
      </mc:AlternateContent>
    </p:spTree>
    <p:extLst>
      <p:ext uri="{BB962C8B-B14F-4D97-AF65-F5344CB8AC3E}">
        <p14:creationId xmlns:p14="http://schemas.microsoft.com/office/powerpoint/2010/main" val="4482514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6ABB5-44FE-4F0F-A8AE-27A2CD50F5E2}"/>
              </a:ext>
            </a:extLst>
          </p:cNvPr>
          <p:cNvSpPr>
            <a:spLocks noGrp="1"/>
          </p:cNvSpPr>
          <p:nvPr>
            <p:ph type="title"/>
          </p:nvPr>
        </p:nvSpPr>
        <p:spPr>
          <a:xfrm>
            <a:off x="628650" y="1997982"/>
            <a:ext cx="7886700" cy="1325563"/>
          </a:xfrm>
        </p:spPr>
        <p:txBody>
          <a:bodyPr>
            <a:noAutofit/>
          </a:bodyPr>
          <a:lstStyle/>
          <a:p>
            <a:pPr algn="l"/>
            <a:r>
              <a:rPr lang="en-US" sz="2000" dirty="0">
                <a:latin typeface="+mn-lt"/>
              </a:rPr>
              <a:t>1. Which of the following combination is true? </a:t>
            </a:r>
            <a:br>
              <a:rPr lang="en-US" sz="2000" dirty="0">
                <a:latin typeface="+mn-lt"/>
              </a:rPr>
            </a:br>
            <a:r>
              <a:rPr lang="en-US" sz="2000" dirty="0">
                <a:latin typeface="+mn-lt"/>
              </a:rPr>
              <a:t>A) X — </a:t>
            </a:r>
            <a:r>
              <a:rPr lang="en-US" sz="2000" dirty="0" err="1">
                <a:latin typeface="+mn-lt"/>
              </a:rPr>
              <a:t>Maths</a:t>
            </a:r>
            <a:r>
              <a:rPr lang="en-US" sz="2000" dirty="0">
                <a:latin typeface="+mn-lt"/>
              </a:rPr>
              <a:t>- Green               B) Y — Computer — Black </a:t>
            </a:r>
            <a:br>
              <a:rPr lang="en-US" sz="2000" dirty="0">
                <a:latin typeface="+mn-lt"/>
              </a:rPr>
            </a:br>
            <a:r>
              <a:rPr lang="en-US" sz="2000" dirty="0">
                <a:latin typeface="+mn-lt"/>
              </a:rPr>
              <a:t>C) Y — History — Green          D) U — History — Pink </a:t>
            </a:r>
            <a:br>
              <a:rPr lang="en-US" sz="2000" dirty="0">
                <a:latin typeface="+mn-lt"/>
              </a:rPr>
            </a:br>
            <a:br>
              <a:rPr lang="en-US" sz="2000" dirty="0">
                <a:latin typeface="+mn-lt"/>
              </a:rPr>
            </a:br>
            <a:r>
              <a:rPr lang="en-US" sz="2000" dirty="0">
                <a:latin typeface="+mn-lt"/>
              </a:rPr>
              <a:t>2. S likes which of the following </a:t>
            </a:r>
            <a:r>
              <a:rPr lang="en-US" sz="2000" dirty="0" err="1">
                <a:latin typeface="+mn-lt"/>
              </a:rPr>
              <a:t>colour</a:t>
            </a:r>
            <a:br>
              <a:rPr lang="en-US" sz="2000" dirty="0">
                <a:latin typeface="+mn-lt"/>
              </a:rPr>
            </a:br>
            <a:r>
              <a:rPr lang="en-US" sz="2000" dirty="0">
                <a:latin typeface="+mn-lt"/>
              </a:rPr>
              <a:t>A) Blue     B) Green    C) Black    D) None</a:t>
            </a:r>
            <a:br>
              <a:rPr lang="en-US" sz="2000" dirty="0">
                <a:latin typeface="+mn-lt"/>
              </a:rPr>
            </a:br>
            <a:br>
              <a:rPr lang="en-US" sz="2000" dirty="0">
                <a:latin typeface="+mn-lt"/>
              </a:rPr>
            </a:br>
            <a:r>
              <a:rPr lang="en-US" sz="2000" dirty="0">
                <a:latin typeface="+mn-lt"/>
              </a:rPr>
              <a:t>3. who among the following likes green </a:t>
            </a:r>
            <a:r>
              <a:rPr lang="en-US" sz="2000" dirty="0" err="1">
                <a:latin typeface="+mn-lt"/>
              </a:rPr>
              <a:t>colour</a:t>
            </a:r>
            <a:r>
              <a:rPr lang="en-US" sz="2000" dirty="0">
                <a:latin typeface="+mn-lt"/>
              </a:rPr>
              <a:t>?</a:t>
            </a:r>
            <a:br>
              <a:rPr lang="en-US" sz="2000" dirty="0">
                <a:latin typeface="+mn-lt"/>
              </a:rPr>
            </a:br>
            <a:r>
              <a:rPr lang="en-US" sz="2000" dirty="0">
                <a:latin typeface="+mn-lt"/>
              </a:rPr>
              <a:t>A) S     B) T     C) W    D) X</a:t>
            </a:r>
            <a:br>
              <a:rPr lang="en-US" sz="2000" dirty="0">
                <a:latin typeface="+mn-lt"/>
              </a:rPr>
            </a:br>
            <a:br>
              <a:rPr lang="en-US" sz="2000" dirty="0">
                <a:latin typeface="+mn-lt"/>
              </a:rPr>
            </a:br>
            <a:r>
              <a:rPr lang="en-US" sz="2000" dirty="0">
                <a:latin typeface="+mn-lt"/>
              </a:rPr>
              <a:t>4. who among the following likes computer?</a:t>
            </a:r>
            <a:br>
              <a:rPr lang="en-US" sz="2000" dirty="0">
                <a:latin typeface="+mn-lt"/>
              </a:rPr>
            </a:br>
            <a:r>
              <a:rPr lang="en-US" sz="2000" dirty="0">
                <a:latin typeface="+mn-lt"/>
              </a:rPr>
              <a:t>A) T      B) S      C) X    D) Y</a:t>
            </a:r>
            <a:br>
              <a:rPr lang="en-US" sz="2000" dirty="0">
                <a:latin typeface="+mn-lt"/>
              </a:rPr>
            </a:br>
            <a:br>
              <a:rPr lang="en-US" sz="2000" dirty="0">
                <a:latin typeface="+mn-lt"/>
              </a:rPr>
            </a:br>
            <a:r>
              <a:rPr lang="en-US" sz="2000" dirty="0">
                <a:latin typeface="+mn-lt"/>
              </a:rPr>
              <a:t>5. Y likes which of the following subject</a:t>
            </a:r>
            <a:br>
              <a:rPr lang="en-US" sz="2000" dirty="0">
                <a:latin typeface="+mn-lt"/>
              </a:rPr>
            </a:br>
            <a:r>
              <a:rPr lang="en-US" sz="2000" dirty="0">
                <a:latin typeface="+mn-lt"/>
              </a:rPr>
              <a:t>A) History     B) English    C) Chemistry   D) </a:t>
            </a:r>
            <a:r>
              <a:rPr lang="en-US" sz="2000" dirty="0" err="1">
                <a:latin typeface="+mn-lt"/>
              </a:rPr>
              <a:t>Maths</a:t>
            </a:r>
            <a:endParaRPr lang="en-IN" sz="2000" dirty="0">
              <a:latin typeface="+mn-lt"/>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087D253A-34A6-AAB4-1DB2-59EC9DFC998E}"/>
                  </a:ext>
                </a:extLst>
              </p14:cNvPr>
              <p14:cNvContentPartPr/>
              <p14:nvPr/>
            </p14:nvContentPartPr>
            <p14:xfrm>
              <a:off x="150840" y="519480"/>
              <a:ext cx="3391560" cy="4817880"/>
            </p14:xfrm>
          </p:contentPart>
        </mc:Choice>
        <mc:Fallback>
          <p:pic>
            <p:nvPicPr>
              <p:cNvPr id="3" name="Ink 2">
                <a:extLst>
                  <a:ext uri="{FF2B5EF4-FFF2-40B4-BE49-F238E27FC236}">
                    <a16:creationId xmlns:a16="http://schemas.microsoft.com/office/drawing/2014/main" id="{087D253A-34A6-AAB4-1DB2-59EC9DFC998E}"/>
                  </a:ext>
                </a:extLst>
              </p:cNvPr>
              <p:cNvPicPr/>
              <p:nvPr/>
            </p:nvPicPr>
            <p:blipFill>
              <a:blip r:embed="rId4"/>
              <a:stretch>
                <a:fillRect/>
              </a:stretch>
            </p:blipFill>
            <p:spPr>
              <a:xfrm>
                <a:off x="141480" y="510120"/>
                <a:ext cx="3410280" cy="4836600"/>
              </a:xfrm>
              <a:prstGeom prst="rect">
                <a:avLst/>
              </a:prstGeom>
            </p:spPr>
          </p:pic>
        </mc:Fallback>
      </mc:AlternateContent>
    </p:spTree>
    <p:extLst>
      <p:ext uri="{BB962C8B-B14F-4D97-AF65-F5344CB8AC3E}">
        <p14:creationId xmlns:p14="http://schemas.microsoft.com/office/powerpoint/2010/main" val="33782680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392E9-AA24-4E62-9F26-A29DB569C565}"/>
              </a:ext>
            </a:extLst>
          </p:cNvPr>
          <p:cNvSpPr>
            <a:spLocks noGrp="1"/>
          </p:cNvSpPr>
          <p:nvPr>
            <p:ph type="title"/>
          </p:nvPr>
        </p:nvSpPr>
        <p:spPr/>
        <p:txBody>
          <a:bodyPr/>
          <a:lstStyle/>
          <a:p>
            <a:endParaRPr lang="en-IN"/>
          </a:p>
        </p:txBody>
      </p:sp>
      <p:sp>
        <p:nvSpPr>
          <p:cNvPr id="5" name="TextBox 4">
            <a:extLst>
              <a:ext uri="{FF2B5EF4-FFF2-40B4-BE49-F238E27FC236}">
                <a16:creationId xmlns:a16="http://schemas.microsoft.com/office/drawing/2014/main" id="{803DD333-A8EA-45A5-88EC-E24CB7F4E444}"/>
              </a:ext>
            </a:extLst>
          </p:cNvPr>
          <p:cNvSpPr txBox="1"/>
          <p:nvPr/>
        </p:nvSpPr>
        <p:spPr>
          <a:xfrm>
            <a:off x="628650" y="548680"/>
            <a:ext cx="7886699" cy="2031325"/>
          </a:xfrm>
          <a:prstGeom prst="rect">
            <a:avLst/>
          </a:prstGeom>
          <a:noFill/>
        </p:spPr>
        <p:txBody>
          <a:bodyPr wrap="square">
            <a:spAutoFit/>
          </a:bodyPr>
          <a:lstStyle/>
          <a:p>
            <a:r>
              <a:rPr lang="en-IN" dirty="0"/>
              <a:t>Direction: Study the following information carefully and answer the questions given below. P, Q, R, S, T and M are six students of a school, each studies in class I-VI. Each of them has a favourite colour from red, black, blue, yellow, pink and green, not necessarily in the same order. Q likes black and does not study in Class IV or V. The one who studies in Class IV does not like green. P studies in Class II. M likes blue and does not study in Class IV. The one who likes yellow studies in Class VI. S likes pink and studies in Class I. R does not study in Class VI. </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3B3C0E93-804E-5AA6-22E0-85105F6A83D7}"/>
                  </a:ext>
                </a:extLst>
              </p14:cNvPr>
              <p14:cNvContentPartPr/>
              <p14:nvPr/>
            </p14:nvContentPartPr>
            <p14:xfrm>
              <a:off x="642240" y="1671840"/>
              <a:ext cx="7415640" cy="4487400"/>
            </p14:xfrm>
          </p:contentPart>
        </mc:Choice>
        <mc:Fallback>
          <p:pic>
            <p:nvPicPr>
              <p:cNvPr id="3" name="Ink 2">
                <a:extLst>
                  <a:ext uri="{FF2B5EF4-FFF2-40B4-BE49-F238E27FC236}">
                    <a16:creationId xmlns:a16="http://schemas.microsoft.com/office/drawing/2014/main" id="{3B3C0E93-804E-5AA6-22E0-85105F6A83D7}"/>
                  </a:ext>
                </a:extLst>
              </p:cNvPr>
              <p:cNvPicPr/>
              <p:nvPr/>
            </p:nvPicPr>
            <p:blipFill>
              <a:blip r:embed="rId4"/>
              <a:stretch>
                <a:fillRect/>
              </a:stretch>
            </p:blipFill>
            <p:spPr>
              <a:xfrm>
                <a:off x="632880" y="1662480"/>
                <a:ext cx="7434360" cy="4506120"/>
              </a:xfrm>
              <a:prstGeom prst="rect">
                <a:avLst/>
              </a:prstGeom>
            </p:spPr>
          </p:pic>
        </mc:Fallback>
      </mc:AlternateContent>
    </p:spTree>
    <p:extLst>
      <p:ext uri="{BB962C8B-B14F-4D97-AF65-F5344CB8AC3E}">
        <p14:creationId xmlns:p14="http://schemas.microsoft.com/office/powerpoint/2010/main" val="34155004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B4036-C7AD-499D-9EAF-4DD0FE168260}"/>
              </a:ext>
            </a:extLst>
          </p:cNvPr>
          <p:cNvSpPr>
            <a:spLocks noGrp="1"/>
          </p:cNvSpPr>
          <p:nvPr>
            <p:ph type="title"/>
          </p:nvPr>
        </p:nvSpPr>
        <p:spPr>
          <a:xfrm>
            <a:off x="628650" y="1882841"/>
            <a:ext cx="7886700" cy="1325563"/>
          </a:xfrm>
        </p:spPr>
        <p:txBody>
          <a:bodyPr>
            <a:noAutofit/>
          </a:bodyPr>
          <a:lstStyle/>
          <a:p>
            <a:pPr algn="l"/>
            <a:r>
              <a:rPr lang="en-US" sz="1800" dirty="0">
                <a:latin typeface="+mn-lt"/>
              </a:rPr>
              <a:t>1. In which class does R study?</a:t>
            </a:r>
            <a:br>
              <a:rPr lang="en-US" sz="1800" dirty="0">
                <a:latin typeface="+mn-lt"/>
              </a:rPr>
            </a:br>
            <a:r>
              <a:rPr lang="en-US" sz="1800" dirty="0">
                <a:latin typeface="+mn-lt"/>
              </a:rPr>
              <a:t>A) V     B) III   C) IV    D) None</a:t>
            </a:r>
            <a:br>
              <a:rPr lang="en-US" sz="1800" dirty="0">
                <a:latin typeface="+mn-lt"/>
              </a:rPr>
            </a:br>
            <a:br>
              <a:rPr lang="en-US" sz="1800" dirty="0">
                <a:latin typeface="+mn-lt"/>
              </a:rPr>
            </a:br>
            <a:r>
              <a:rPr lang="en-US" sz="1800" dirty="0">
                <a:latin typeface="+mn-lt"/>
              </a:rPr>
              <a:t>2. Which </a:t>
            </a:r>
            <a:r>
              <a:rPr lang="en-US" sz="1800" dirty="0" err="1">
                <a:latin typeface="+mn-lt"/>
              </a:rPr>
              <a:t>colour</a:t>
            </a:r>
            <a:r>
              <a:rPr lang="en-US" sz="1800" dirty="0">
                <a:latin typeface="+mn-lt"/>
              </a:rPr>
              <a:t> does R like?</a:t>
            </a:r>
            <a:br>
              <a:rPr lang="en-US" sz="1800" dirty="0">
                <a:latin typeface="+mn-lt"/>
              </a:rPr>
            </a:br>
            <a:r>
              <a:rPr lang="en-US" sz="1800" dirty="0">
                <a:latin typeface="+mn-lt"/>
              </a:rPr>
              <a:t>A) Black    B) Yellow    C) Green    D) Red</a:t>
            </a:r>
            <a:br>
              <a:rPr lang="en-US" sz="1800" dirty="0">
                <a:latin typeface="+mn-lt"/>
              </a:rPr>
            </a:br>
            <a:br>
              <a:rPr lang="en-US" sz="1800" dirty="0">
                <a:latin typeface="+mn-lt"/>
              </a:rPr>
            </a:br>
            <a:r>
              <a:rPr lang="en-US" sz="1800" dirty="0">
                <a:latin typeface="+mn-lt"/>
              </a:rPr>
              <a:t>3. which </a:t>
            </a:r>
            <a:r>
              <a:rPr lang="en-US" sz="1800" dirty="0" err="1">
                <a:latin typeface="+mn-lt"/>
              </a:rPr>
              <a:t>colour</a:t>
            </a:r>
            <a:r>
              <a:rPr lang="en-US" sz="1800" dirty="0">
                <a:latin typeface="+mn-lt"/>
              </a:rPr>
              <a:t> does P like?</a:t>
            </a:r>
            <a:br>
              <a:rPr lang="en-US" sz="1800" dirty="0">
                <a:latin typeface="+mn-lt"/>
              </a:rPr>
            </a:br>
            <a:r>
              <a:rPr lang="en-US" sz="1800" dirty="0">
                <a:latin typeface="+mn-lt"/>
              </a:rPr>
              <a:t>A) Green    B) Yellow    C) Red    D) None</a:t>
            </a:r>
            <a:br>
              <a:rPr lang="en-US" sz="1800" dirty="0">
                <a:latin typeface="+mn-lt"/>
              </a:rPr>
            </a:br>
            <a:br>
              <a:rPr lang="en-US" sz="1800" dirty="0">
                <a:latin typeface="+mn-lt"/>
              </a:rPr>
            </a:br>
            <a:r>
              <a:rPr lang="en-US" sz="1800" dirty="0">
                <a:latin typeface="+mn-lt"/>
              </a:rPr>
              <a:t>4. which of the following combination is correct?</a:t>
            </a:r>
            <a:br>
              <a:rPr lang="en-US" sz="1800" dirty="0">
                <a:latin typeface="+mn-lt"/>
              </a:rPr>
            </a:br>
            <a:r>
              <a:rPr lang="en-US" sz="1800" dirty="0">
                <a:latin typeface="+mn-lt"/>
              </a:rPr>
              <a:t>A) P-II-Yellow     B) Q-III-Green</a:t>
            </a:r>
            <a:br>
              <a:rPr lang="en-US" sz="1800" dirty="0">
                <a:latin typeface="+mn-lt"/>
              </a:rPr>
            </a:br>
            <a:r>
              <a:rPr lang="en-US" sz="1800" dirty="0">
                <a:latin typeface="+mn-lt"/>
              </a:rPr>
              <a:t>C) T-VI-Yellow     D) None</a:t>
            </a:r>
            <a:br>
              <a:rPr lang="en-US" sz="1800" dirty="0">
                <a:latin typeface="+mn-lt"/>
              </a:rPr>
            </a:br>
            <a:br>
              <a:rPr lang="en-US" sz="1800" dirty="0">
                <a:latin typeface="+mn-lt"/>
              </a:rPr>
            </a:br>
            <a:r>
              <a:rPr lang="en-US" sz="1800" dirty="0">
                <a:latin typeface="+mn-lt"/>
              </a:rPr>
              <a:t>5. in which class does M study</a:t>
            </a:r>
            <a:br>
              <a:rPr lang="en-US" sz="1800" dirty="0">
                <a:latin typeface="+mn-lt"/>
              </a:rPr>
            </a:br>
            <a:r>
              <a:rPr lang="en-US" sz="1800" dirty="0">
                <a:latin typeface="+mn-lt"/>
              </a:rPr>
              <a:t>A) IV      B) III      C) II    D) V</a:t>
            </a:r>
            <a:endParaRPr lang="en-IN" sz="1800" dirty="0">
              <a:latin typeface="+mn-lt"/>
            </a:endParaRPr>
          </a:p>
        </p:txBody>
      </p:sp>
      <p:sp>
        <p:nvSpPr>
          <p:cNvPr id="3" name="Content Placeholder 2">
            <a:extLst>
              <a:ext uri="{FF2B5EF4-FFF2-40B4-BE49-F238E27FC236}">
                <a16:creationId xmlns:a16="http://schemas.microsoft.com/office/drawing/2014/main" id="{B7303301-DCE5-47BF-A31D-261DEF1E3608}"/>
              </a:ext>
            </a:extLst>
          </p:cNvPr>
          <p:cNvSpPr>
            <a:spLocks noGrp="1"/>
          </p:cNvSpPr>
          <p:nvPr>
            <p:ph idx="1"/>
          </p:nvPr>
        </p:nvSpPr>
        <p:spPr/>
        <p:txBody>
          <a:bodyPr/>
          <a:lstStyle/>
          <a:p>
            <a:endParaRPr lang="en-IN"/>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17F3FA12-DFDB-8D3F-01D3-39C2A8B742A9}"/>
                  </a:ext>
                </a:extLst>
              </p14:cNvPr>
              <p14:cNvContentPartPr/>
              <p14:nvPr/>
            </p14:nvContentPartPr>
            <p14:xfrm>
              <a:off x="217080" y="358920"/>
              <a:ext cx="4534560" cy="4506120"/>
            </p14:xfrm>
          </p:contentPart>
        </mc:Choice>
        <mc:Fallback>
          <p:pic>
            <p:nvPicPr>
              <p:cNvPr id="4" name="Ink 3">
                <a:extLst>
                  <a:ext uri="{FF2B5EF4-FFF2-40B4-BE49-F238E27FC236}">
                    <a16:creationId xmlns:a16="http://schemas.microsoft.com/office/drawing/2014/main" id="{17F3FA12-DFDB-8D3F-01D3-39C2A8B742A9}"/>
                  </a:ext>
                </a:extLst>
              </p:cNvPr>
              <p:cNvPicPr/>
              <p:nvPr/>
            </p:nvPicPr>
            <p:blipFill>
              <a:blip r:embed="rId4"/>
              <a:stretch>
                <a:fillRect/>
              </a:stretch>
            </p:blipFill>
            <p:spPr>
              <a:xfrm>
                <a:off x="207720" y="349560"/>
                <a:ext cx="4553280" cy="4524840"/>
              </a:xfrm>
              <a:prstGeom prst="rect">
                <a:avLst/>
              </a:prstGeom>
            </p:spPr>
          </p:pic>
        </mc:Fallback>
      </mc:AlternateContent>
    </p:spTree>
    <p:extLst>
      <p:ext uri="{BB962C8B-B14F-4D97-AF65-F5344CB8AC3E}">
        <p14:creationId xmlns:p14="http://schemas.microsoft.com/office/powerpoint/2010/main" val="421026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AE442-A114-49A8-BB72-94C1E619B171}"/>
              </a:ext>
            </a:extLst>
          </p:cNvPr>
          <p:cNvSpPr>
            <a:spLocks noGrp="1"/>
          </p:cNvSpPr>
          <p:nvPr>
            <p:ph type="title"/>
          </p:nvPr>
        </p:nvSpPr>
        <p:spPr>
          <a:xfrm>
            <a:off x="535344" y="1251534"/>
            <a:ext cx="8272754" cy="1325563"/>
          </a:xfrm>
        </p:spPr>
        <p:txBody>
          <a:bodyPr>
            <a:noAutofit/>
          </a:bodyPr>
          <a:lstStyle/>
          <a:p>
            <a:pPr algn="l"/>
            <a:r>
              <a:rPr lang="en-US" sz="2000" dirty="0">
                <a:latin typeface="+mn-lt"/>
              </a:rPr>
              <a:t>Direction: Study the following information carefully and answer the questions given below. A, B, C, D, E, F, and G are seven friends. Each of them likes a particular fruit, viz. Apple, Banana, Pear, Guava, Orange, Mango, and Watermelon, and each of them has a </a:t>
            </a:r>
            <a:r>
              <a:rPr lang="en-US" sz="2000" dirty="0" err="1">
                <a:latin typeface="+mn-lt"/>
              </a:rPr>
              <a:t>favourite</a:t>
            </a:r>
            <a:r>
              <a:rPr lang="en-US" sz="2000" dirty="0">
                <a:latin typeface="+mn-lt"/>
              </a:rPr>
              <a:t> city, viz. Mumbai, Pune, Delhi, Kolkata, Chennai, Hyderabad, and Cochin. The choices of fruit and </a:t>
            </a:r>
            <a:r>
              <a:rPr lang="en-US" sz="2000" dirty="0" err="1">
                <a:latin typeface="+mn-lt"/>
              </a:rPr>
              <a:t>favourite</a:t>
            </a:r>
            <a:r>
              <a:rPr lang="en-US" sz="2000" dirty="0">
                <a:latin typeface="+mn-lt"/>
              </a:rPr>
              <a:t> city of the seven friends are not necessarily in the same order. B likes Mango and her </a:t>
            </a:r>
            <a:r>
              <a:rPr lang="en-US" sz="2000" dirty="0" err="1">
                <a:latin typeface="+mn-lt"/>
              </a:rPr>
              <a:t>favourite</a:t>
            </a:r>
            <a:r>
              <a:rPr lang="en-US" sz="2000" dirty="0">
                <a:latin typeface="+mn-lt"/>
              </a:rPr>
              <a:t> city is Chennai. The one whose </a:t>
            </a:r>
            <a:r>
              <a:rPr lang="en-US" sz="2000" dirty="0" err="1">
                <a:latin typeface="+mn-lt"/>
              </a:rPr>
              <a:t>favourite</a:t>
            </a:r>
            <a:r>
              <a:rPr lang="en-US" sz="2000" dirty="0">
                <a:latin typeface="+mn-lt"/>
              </a:rPr>
              <a:t> city is Pune likes Watermelon. E's </a:t>
            </a:r>
            <a:r>
              <a:rPr lang="en-US" sz="2000" dirty="0" err="1">
                <a:latin typeface="+mn-lt"/>
              </a:rPr>
              <a:t>favourite</a:t>
            </a:r>
            <a:r>
              <a:rPr lang="en-US" sz="2000" dirty="0">
                <a:latin typeface="+mn-lt"/>
              </a:rPr>
              <a:t> city is Kolkata. C likes Guava and his </a:t>
            </a:r>
            <a:r>
              <a:rPr lang="en-US" sz="2000" dirty="0" err="1">
                <a:latin typeface="+mn-lt"/>
              </a:rPr>
              <a:t>favourite</a:t>
            </a:r>
            <a:r>
              <a:rPr lang="en-US" sz="2000" dirty="0">
                <a:latin typeface="+mn-lt"/>
              </a:rPr>
              <a:t> city is not Mumbai. G's </a:t>
            </a:r>
            <a:r>
              <a:rPr lang="en-US" sz="2000" dirty="0" err="1">
                <a:latin typeface="+mn-lt"/>
              </a:rPr>
              <a:t>favourite</a:t>
            </a:r>
            <a:r>
              <a:rPr lang="en-US" sz="2000" dirty="0">
                <a:latin typeface="+mn-lt"/>
              </a:rPr>
              <a:t> city is Cochin and he does not like either Banana or Pear. The </a:t>
            </a:r>
            <a:r>
              <a:rPr lang="en-US" sz="2000" dirty="0" err="1">
                <a:latin typeface="+mn-lt"/>
              </a:rPr>
              <a:t>favourite</a:t>
            </a:r>
            <a:r>
              <a:rPr lang="en-US" sz="2000" dirty="0">
                <a:latin typeface="+mn-lt"/>
              </a:rPr>
              <a:t> city of the one who likes Orange is Hyderabad. E does not like Pear. A's </a:t>
            </a:r>
            <a:r>
              <a:rPr lang="en-US" sz="2000" dirty="0" err="1">
                <a:latin typeface="+mn-lt"/>
              </a:rPr>
              <a:t>favourite</a:t>
            </a:r>
            <a:r>
              <a:rPr lang="en-US" sz="2000" dirty="0">
                <a:latin typeface="+mn-lt"/>
              </a:rPr>
              <a:t> city is neither Pune nor Hyderabad. D does not like Watermelon.</a:t>
            </a:r>
            <a:endParaRPr lang="en-IN" sz="2000" dirty="0">
              <a:latin typeface="+mn-lt"/>
            </a:endParaRPr>
          </a:p>
        </p:txBody>
      </p:sp>
      <p:sp>
        <p:nvSpPr>
          <p:cNvPr id="3" name="Content Placeholder 2">
            <a:extLst>
              <a:ext uri="{FF2B5EF4-FFF2-40B4-BE49-F238E27FC236}">
                <a16:creationId xmlns:a16="http://schemas.microsoft.com/office/drawing/2014/main" id="{299778C0-719D-435A-B3EA-F8FE302F10D9}"/>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5868247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75D74-2387-4C75-88CE-437F6B394C89}"/>
              </a:ext>
            </a:extLst>
          </p:cNvPr>
          <p:cNvSpPr>
            <a:spLocks noGrp="1"/>
          </p:cNvSpPr>
          <p:nvPr>
            <p:ph type="title"/>
          </p:nvPr>
        </p:nvSpPr>
        <p:spPr>
          <a:xfrm>
            <a:off x="538259" y="615821"/>
            <a:ext cx="8067481" cy="4212771"/>
          </a:xfrm>
        </p:spPr>
        <p:txBody>
          <a:bodyPr>
            <a:noAutofit/>
          </a:bodyPr>
          <a:lstStyle/>
          <a:p>
            <a:pPr algn="l"/>
            <a:r>
              <a:rPr lang="en-US" sz="2000" dirty="0">
                <a:latin typeface="+mn-lt"/>
              </a:rPr>
              <a:t>1. Who likes Apple?</a:t>
            </a:r>
            <a:br>
              <a:rPr lang="en-US" sz="2000" dirty="0">
                <a:latin typeface="+mn-lt"/>
              </a:rPr>
            </a:br>
            <a:r>
              <a:rPr lang="en-US" sz="2000" dirty="0">
                <a:latin typeface="+mn-lt"/>
              </a:rPr>
              <a:t>A) G     B) E    C) F    D) A</a:t>
            </a:r>
            <a:br>
              <a:rPr lang="en-US" sz="2000" dirty="0">
                <a:latin typeface="+mn-lt"/>
              </a:rPr>
            </a:br>
            <a:br>
              <a:rPr lang="en-US" sz="2000" dirty="0">
                <a:latin typeface="+mn-lt"/>
              </a:rPr>
            </a:br>
            <a:r>
              <a:rPr lang="en-US" sz="2000" dirty="0">
                <a:latin typeface="+mn-lt"/>
              </a:rPr>
              <a:t>2. Which fruit does A like</a:t>
            </a:r>
            <a:br>
              <a:rPr lang="en-US" sz="2000" dirty="0">
                <a:latin typeface="+mn-lt"/>
              </a:rPr>
            </a:br>
            <a:r>
              <a:rPr lang="en-US" sz="2000" dirty="0">
                <a:latin typeface="+mn-lt"/>
              </a:rPr>
              <a:t>A) Apple    B) Orange    C) Pear    D) Watermelon</a:t>
            </a:r>
            <a:br>
              <a:rPr lang="en-US" sz="2000" dirty="0">
                <a:latin typeface="+mn-lt"/>
              </a:rPr>
            </a:br>
            <a:br>
              <a:rPr lang="en-US" sz="2000" dirty="0">
                <a:latin typeface="+mn-lt"/>
              </a:rPr>
            </a:br>
            <a:r>
              <a:rPr lang="en-US" sz="2000" dirty="0">
                <a:latin typeface="+mn-lt"/>
              </a:rPr>
              <a:t>3. which is C’s favorite City</a:t>
            </a:r>
            <a:br>
              <a:rPr lang="en-US" sz="2000" dirty="0">
                <a:latin typeface="+mn-lt"/>
              </a:rPr>
            </a:br>
            <a:r>
              <a:rPr lang="en-US" sz="2000" dirty="0">
                <a:latin typeface="+mn-lt"/>
              </a:rPr>
              <a:t>A) Mumbai     B) Pune    C) Hyderabad   D) Delhi</a:t>
            </a:r>
            <a:br>
              <a:rPr lang="en-US" sz="2000" dirty="0">
                <a:latin typeface="+mn-lt"/>
              </a:rPr>
            </a:br>
            <a:br>
              <a:rPr lang="en-US" sz="2000" dirty="0">
                <a:latin typeface="+mn-lt"/>
              </a:rPr>
            </a:br>
            <a:r>
              <a:rPr lang="en-US" sz="2000" dirty="0">
                <a:latin typeface="+mn-lt"/>
              </a:rPr>
              <a:t>4. which of the following combination is incorrect?</a:t>
            </a:r>
            <a:br>
              <a:rPr lang="en-US" sz="2000" dirty="0">
                <a:latin typeface="+mn-lt"/>
              </a:rPr>
            </a:br>
            <a:r>
              <a:rPr lang="en-US" sz="2000" dirty="0">
                <a:latin typeface="+mn-lt"/>
              </a:rPr>
              <a:t>A) C-Guava-Kolkata   B) F-Watermelon-Hyderabad    </a:t>
            </a:r>
            <a:br>
              <a:rPr lang="en-US" sz="2000" dirty="0">
                <a:latin typeface="+mn-lt"/>
              </a:rPr>
            </a:br>
            <a:r>
              <a:rPr lang="en-US" sz="2000" dirty="0">
                <a:latin typeface="+mn-lt"/>
              </a:rPr>
              <a:t>C) D-Guava- Delhi      D) All are incorrect</a:t>
            </a:r>
            <a:br>
              <a:rPr lang="en-US" sz="2000" dirty="0">
                <a:latin typeface="+mn-lt"/>
              </a:rPr>
            </a:br>
            <a:br>
              <a:rPr lang="en-US" sz="2000" dirty="0">
                <a:latin typeface="+mn-lt"/>
              </a:rPr>
            </a:br>
            <a:r>
              <a:rPr lang="en-US" sz="2000" dirty="0">
                <a:latin typeface="+mn-lt"/>
              </a:rPr>
              <a:t>5. which is F’s </a:t>
            </a:r>
            <a:r>
              <a:rPr lang="en-US" sz="2000" dirty="0" err="1">
                <a:latin typeface="+mn-lt"/>
              </a:rPr>
              <a:t>favourite</a:t>
            </a:r>
            <a:r>
              <a:rPr lang="en-US" sz="2000" dirty="0">
                <a:latin typeface="+mn-lt"/>
              </a:rPr>
              <a:t> city?</a:t>
            </a:r>
            <a:br>
              <a:rPr lang="en-US" sz="2000" dirty="0">
                <a:latin typeface="+mn-lt"/>
              </a:rPr>
            </a:br>
            <a:r>
              <a:rPr lang="en-US" sz="2000" dirty="0">
                <a:latin typeface="+mn-lt"/>
              </a:rPr>
              <a:t>A) Hyderabad    B) Pune   C) Mumbai   D) None</a:t>
            </a:r>
            <a:br>
              <a:rPr lang="en-US" sz="2000" dirty="0">
                <a:latin typeface="+mn-lt"/>
              </a:rPr>
            </a:br>
            <a:endParaRPr lang="en-IN" sz="2000" dirty="0">
              <a:latin typeface="+mn-lt"/>
            </a:endParaRPr>
          </a:p>
        </p:txBody>
      </p:sp>
    </p:spTree>
    <p:extLst>
      <p:ext uri="{BB962C8B-B14F-4D97-AF65-F5344CB8AC3E}">
        <p14:creationId xmlns:p14="http://schemas.microsoft.com/office/powerpoint/2010/main" val="33322935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9E3DB-0AAA-A444-8896-D559A0657EFF}"/>
              </a:ext>
            </a:extLst>
          </p:cNvPr>
          <p:cNvSpPr>
            <a:spLocks noGrp="1"/>
          </p:cNvSpPr>
          <p:nvPr>
            <p:ph type="title"/>
          </p:nvPr>
        </p:nvSpPr>
        <p:spPr/>
        <p:txBody>
          <a:bodyPr/>
          <a:lstStyle/>
          <a:p>
            <a:endParaRPr lang="en-US"/>
          </a:p>
        </p:txBody>
      </p:sp>
      <p:pic>
        <p:nvPicPr>
          <p:cNvPr id="6" name="Picture 6">
            <a:extLst>
              <a:ext uri="{FF2B5EF4-FFF2-40B4-BE49-F238E27FC236}">
                <a16:creationId xmlns:a16="http://schemas.microsoft.com/office/drawing/2014/main" id="{FA65E557-65C3-4D40-83B2-4B831379B4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0525" y="550192"/>
            <a:ext cx="8296275" cy="5757615"/>
          </a:xfrm>
        </p:spPr>
      </p:pic>
      <p:sp>
        <p:nvSpPr>
          <p:cNvPr id="4" name="Footer Placeholder 3">
            <a:extLst>
              <a:ext uri="{FF2B5EF4-FFF2-40B4-BE49-F238E27FC236}">
                <a16:creationId xmlns:a16="http://schemas.microsoft.com/office/drawing/2014/main" id="{BABFA5A5-60B4-3A4D-9D8F-DA7E20744579}"/>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6470F633-7091-B44D-82A4-C01B49DF24F2}"/>
              </a:ext>
            </a:extLst>
          </p:cNvPr>
          <p:cNvSpPr>
            <a:spLocks noGrp="1"/>
          </p:cNvSpPr>
          <p:nvPr>
            <p:ph type="sldNum" sz="quarter" idx="12"/>
          </p:nvPr>
        </p:nvSpPr>
        <p:spPr/>
        <p:txBody>
          <a:bodyPr/>
          <a:lstStyle/>
          <a:p>
            <a:fld id="{E6BE162A-C06E-41B6-AEA8-5AD0FEF31657}" type="slidenum">
              <a:rPr lang="en-IN" smtClean="0"/>
              <a:t>22</a:t>
            </a:fld>
            <a:endParaRPr lang="en-IN"/>
          </a:p>
        </p:txBody>
      </p:sp>
    </p:spTree>
    <p:extLst>
      <p:ext uri="{BB962C8B-B14F-4D97-AF65-F5344CB8AC3E}">
        <p14:creationId xmlns:p14="http://schemas.microsoft.com/office/powerpoint/2010/main" val="6477696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922</TotalTime>
  <Words>2683</Words>
  <Application>Microsoft Office PowerPoint</Application>
  <PresentationFormat>On-screen Show (4:3)</PresentationFormat>
  <Paragraphs>172</Paragraphs>
  <Slides>22</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Goudy Old Style</vt:lpstr>
      <vt:lpstr>Office Theme</vt:lpstr>
      <vt:lpstr>PowerPoint Presentation</vt:lpstr>
      <vt:lpstr>Shyam has seven vehicles namely, Alto, Swift, Honda City, Activa, Pulsar, BMW and Audi. He uses different vehicle on different days of the same week from Monday to Sunday to go to office, but not necessarily in the same order. Each vehicle has different color, that is, black, brown, white, red, silver, blue and green, but not necessarily in the same order. Audi is brown and he rides it on Wednesday. He does not ride BMW on Sunday and it is not white. He rides Swift immediately before Pulsar. The one which is green is not used on any of the days on or before Friday. Swift is not used on any day after Audi. White vehicle is used immediately after Honda City. Pulsar is not silver. He does not ride blue vehicle immediately before or after Audi. Activa is not used on any of the days before that of Alto. The one which has black color is used on Saturday.</vt:lpstr>
      <vt:lpstr>1. On which of the following day, does he ride Swift? A) Monday      B) Tuesday    C) Wednesday    D) Thursday   2. What is the color of Activa? A) Blue      B) Green    C) Red     D) Black  3. Which of the following vechile, does he ride on Saturday? A) Audi     B) Alto     C) BMW      D) Pulsar  4. Which of the following does not belong to the group? A) Alto-White      B) Audi-Brown     C) Activa-Green     D) Swift-Black  5. Which of the following vechile is of brown color? A) Audi       B) Alto       C) BMW      D) Pulsar</vt:lpstr>
      <vt:lpstr> A group of seven friends, P, Q, R, S, T, U and V belongs to different countries India, Russia, US, China, Japan, England and Canada, and works for different companies viz Google, Microsoft, Samsung, Apple, Sony, LG and Reliance, but not necessarily in the same order. R works for Samsung and is neither belongs to Canada nor Japan. T belongs to US and works for LG. P belongs to England and does not work for Google or Sony. The one who belongs to Russia works for Microsoft. The one who works for Google belongs to China. U works for Sony. V works for Apple and belongs to Canada. S does not belong to Russia. Who amongst the following belongs to Russia? A) R B) Q C) U D) S</vt:lpstr>
      <vt:lpstr>2. R belongs to which of the following country? A) China      B) Russia C) India      D) None  3. which of the following combination is correct A) P-England-Microsoft B) S-Japan-Google C) U-Russia-Sony D) V-Canada-Apple  4. The person belongs to which country who works for Reliance? A) Japan      B) Russia    C) China    D) England  5. Which company does Q work A) Microsoft       B) Reliance    C) Google    D) None  </vt:lpstr>
      <vt:lpstr> </vt:lpstr>
      <vt:lpstr>1. What is Q’s Age? A) 40     B) 32     C) 45     D) None  2. N works in which of the following Department? A) Packaging     B) Operations     C) Production     D) Finance  3. Which of the following statement Is true? A) L is 37 and works in HR Department  B) R is 32 and works in R&amp;D Department  C) Q is 40 and works in Packaging Department D) All are true  </vt:lpstr>
      <vt:lpstr>4. What is the difference between the age of Q and L? A) 5     B) 8      C) 2    D) None  5. Which of the following statement is True A) S-40-packaging  B) Q-40-Marketing C) P-32-Production D) L-32-R&amp;D </vt:lpstr>
      <vt:lpstr>Five boxes P, Q, R, S, and T contain five different sweets i.e. Ladoo, Jalebi, Barfi, Rabri, and Faluda but not necessarily in the same order, are placed one above the other in a sweet shop. S does not contain Rabri. The box which contains Rabri is not placed at the bottom. Q contains Barfi. Two boxes are placed between the box containing Jalebi and P, which does not contain Ladoo. The box containing Ladoo, is placed above S. S does not contain Jalebi and is not placed near to P. R is placed immediately above the box containing Jalebi. </vt:lpstr>
      <vt:lpstr>PowerPoint Presentation</vt:lpstr>
      <vt:lpstr>PowerPoint Presentation</vt:lpstr>
      <vt:lpstr>Direction: Study the following data carefully and answer the questions accordingly. Seven people P, Q, R, S, T, U, and V visit seven different counties for a health survey. These countries are Turkey, England, Japan, Nepal, Canada, France, and Brazil. Q does not visit England. Q and V do not visit Brazil and Turkey. R visits Canada. S does not visit Brazil. P and T visit Japan and France respectively.</vt:lpstr>
      <vt:lpstr>1. Who visits Turkey A) V B) T C) U D) S  2. Who visits England? A) Q  B) U C) S D) V  3. which of the following combination is correct? A) Q visits Brazil B) T does not visit France C) V does not Visit Turkey D) U visits Canada  4. who among the following visits Japan? A) P B) T C) V D) S  5. U visits which of the following countries A) Brazil B) Japan C) Canada D) Turkey</vt:lpstr>
      <vt:lpstr>PowerPoint Presentation</vt:lpstr>
      <vt:lpstr>PowerPoint Presentation</vt:lpstr>
      <vt:lpstr>Seven friends S, T, U, V, W, X, and Y like seven different subjects, viz English, Computer, Physics, Chemistry, Biology, Math and History but not necessarily in the same order. Each of them likes different colours, viz Red, Pink, Blue, Green, Yellow, Black, and Purple but not necessarily in the same order. U likes Blue but he does not like Computer or History. T likes Chemistry but he does not like either Purple or Black. W likes Biology and Red Colour. The one who likes Green also likes Math. V likes English. Y like Pink Colour. S does not like Math. The one who likes Black also likes Computer.  </vt:lpstr>
      <vt:lpstr>1. Which of the following combination is true?  A) X — Maths- Green               B) Y — Computer — Black  C) Y — History — Green          D) U — History — Pink   2. S likes which of the following colour A) Blue     B) Green    C) Black    D) None  3. who among the following likes green colour? A) S     B) T     C) W    D) X  4. who among the following likes computer? A) T      B) S      C) X    D) Y  5. Y likes which of the following subject A) History     B) English    C) Chemistry   D) Maths</vt:lpstr>
      <vt:lpstr>PowerPoint Presentation</vt:lpstr>
      <vt:lpstr>1. In which class does R study? A) V     B) III   C) IV    D) None  2. Which colour does R like? A) Black    B) Yellow    C) Green    D) Red  3. which colour does P like? A) Green    B) Yellow    C) Red    D) None  4. which of the following combination is correct? A) P-II-Yellow     B) Q-III-Green C) T-VI-Yellow     D) None  5. in which class does M study A) IV      B) III      C) II    D) V</vt:lpstr>
      <vt:lpstr>Direction: Study the following information carefully and answer the questions given below. A, B, C, D, E, F, and G are seven friends. Each of them likes a particular fruit, viz. Apple, Banana, Pear, Guava, Orange, Mango, and Watermelon, and each of them has a favourite city, viz. Mumbai, Pune, Delhi, Kolkata, Chennai, Hyderabad, and Cochin. The choices of fruit and favourite city of the seven friends are not necessarily in the same order. B likes Mango and her favourite city is Chennai. The one whose favourite city is Pune likes Watermelon. E's favourite city is Kolkata. C likes Guava and his favourite city is not Mumbai. G's favourite city is Cochin and he does not like either Banana or Pear. The favourite city of the one who likes Orange is Hyderabad. E does not like Pear. A's favourite city is neither Pune nor Hyderabad. D does not like Watermelon.</vt:lpstr>
      <vt:lpstr>1. Who likes Apple? A) G     B) E    C) F    D) A  2. Which fruit does A like A) Apple    B) Orange    C) Pear    D) Watermelon  3. which is C’s favorite City A) Mumbai     B) Pune    C) Hyderabad   D) Delhi  4. which of the following combination is incorrect? A) C-Guava-Kolkata   B) F-Watermelon-Hyderabad     C) D-Guava- Delhi      D) All are incorrect  5. which is F’s favourite city? A) Hyderabad    B) Pune   C) Mumbai   D) None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Lin</dc:creator>
  <cp:lastModifiedBy>medari anusha</cp:lastModifiedBy>
  <cp:revision>65</cp:revision>
  <dcterms:created xsi:type="dcterms:W3CDTF">2021-02-08T10:06:55Z</dcterms:created>
  <dcterms:modified xsi:type="dcterms:W3CDTF">2024-03-14T10:31:17Z</dcterms:modified>
</cp:coreProperties>
</file>