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3" r:id="rId1"/>
  </p:sldMasterIdLst>
  <p:sldIdLst>
    <p:sldId id="256" r:id="rId2"/>
    <p:sldId id="309" r:id="rId3"/>
    <p:sldId id="257" r:id="rId4"/>
    <p:sldId id="331" r:id="rId5"/>
    <p:sldId id="332" r:id="rId6"/>
    <p:sldId id="302" r:id="rId7"/>
    <p:sldId id="333" r:id="rId8"/>
    <p:sldId id="334" r:id="rId9"/>
    <p:sldId id="335" r:id="rId10"/>
    <p:sldId id="311" r:id="rId11"/>
    <p:sldId id="336" r:id="rId12"/>
    <p:sldId id="305" r:id="rId13"/>
    <p:sldId id="318" r:id="rId14"/>
    <p:sldId id="330" r:id="rId15"/>
    <p:sldId id="299" r:id="rId16"/>
    <p:sldId id="300" r:id="rId17"/>
    <p:sldId id="303" r:id="rId18"/>
    <p:sldId id="304" r:id="rId19"/>
    <p:sldId id="337" r:id="rId20"/>
    <p:sldId id="306" r:id="rId21"/>
    <p:sldId id="307" r:id="rId22"/>
    <p:sldId id="308" r:id="rId23"/>
    <p:sldId id="310" r:id="rId24"/>
    <p:sldId id="312" r:id="rId25"/>
    <p:sldId id="313" r:id="rId26"/>
    <p:sldId id="314" r:id="rId27"/>
    <p:sldId id="316" r:id="rId28"/>
    <p:sldId id="317" r:id="rId29"/>
    <p:sldId id="319" r:id="rId30"/>
    <p:sldId id="320" r:id="rId31"/>
    <p:sldId id="323" r:id="rId32"/>
    <p:sldId id="324" r:id="rId33"/>
    <p:sldId id="325" r:id="rId34"/>
    <p:sldId id="327" r:id="rId35"/>
    <p:sldId id="329" r:id="rId36"/>
    <p:sldId id="338" r:id="rId37"/>
    <p:sldId id="339" r:id="rId38"/>
    <p:sldId id="288"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AN KUMAR GANTA" userId="04d4457b2c6f4d58" providerId="LiveId" clId="{415B0607-3D18-4380-816B-9D66A004EED0}"/>
    <pc:docChg chg="custSel addSld modSld">
      <pc:chgData name="KIRAN KUMAR GANTA" userId="04d4457b2c6f4d58" providerId="LiveId" clId="{415B0607-3D18-4380-816B-9D66A004EED0}" dt="2022-12-03T13:27:18.705" v="6110" actId="20577"/>
      <pc:docMkLst>
        <pc:docMk/>
      </pc:docMkLst>
      <pc:sldChg chg="modSp mod">
        <pc:chgData name="KIRAN KUMAR GANTA" userId="04d4457b2c6f4d58" providerId="LiveId" clId="{415B0607-3D18-4380-816B-9D66A004EED0}" dt="2022-11-22T09:44:02.084" v="109" actId="113"/>
        <pc:sldMkLst>
          <pc:docMk/>
          <pc:sldMk cId="2745039445" sldId="259"/>
        </pc:sldMkLst>
        <pc:spChg chg="mod">
          <ac:chgData name="KIRAN KUMAR GANTA" userId="04d4457b2c6f4d58" providerId="LiveId" clId="{415B0607-3D18-4380-816B-9D66A004EED0}" dt="2022-11-22T09:44:02.084" v="109" actId="113"/>
          <ac:spMkLst>
            <pc:docMk/>
            <pc:sldMk cId="2745039445" sldId="259"/>
            <ac:spMk id="3" creationId="{3F7F7275-821A-7B23-BE3E-B9410147340D}"/>
          </ac:spMkLst>
        </pc:spChg>
      </pc:sldChg>
      <pc:sldChg chg="delSp modSp new mod">
        <pc:chgData name="KIRAN KUMAR GANTA" userId="04d4457b2c6f4d58" providerId="LiveId" clId="{415B0607-3D18-4380-816B-9D66A004EED0}" dt="2022-11-22T09:45:58.981" v="253" actId="113"/>
        <pc:sldMkLst>
          <pc:docMk/>
          <pc:sldMk cId="3259336835" sldId="260"/>
        </pc:sldMkLst>
        <pc:spChg chg="del mod">
          <ac:chgData name="KIRAN KUMAR GANTA" userId="04d4457b2c6f4d58" providerId="LiveId" clId="{415B0607-3D18-4380-816B-9D66A004EED0}" dt="2022-11-22T09:44:16.597" v="112" actId="478"/>
          <ac:spMkLst>
            <pc:docMk/>
            <pc:sldMk cId="3259336835" sldId="260"/>
            <ac:spMk id="2" creationId="{C99E18C2-BC0C-7ED6-C1EA-F75EE7BAD2FC}"/>
          </ac:spMkLst>
        </pc:spChg>
        <pc:spChg chg="mod">
          <ac:chgData name="KIRAN KUMAR GANTA" userId="04d4457b2c6f4d58" providerId="LiveId" clId="{415B0607-3D18-4380-816B-9D66A004EED0}" dt="2022-11-22T09:45:58.981" v="253" actId="113"/>
          <ac:spMkLst>
            <pc:docMk/>
            <pc:sldMk cId="3259336835" sldId="260"/>
            <ac:spMk id="3" creationId="{BD0CAEFC-D594-A38A-CE5E-25A0316665E1}"/>
          </ac:spMkLst>
        </pc:spChg>
      </pc:sldChg>
      <pc:sldChg chg="delSp modSp new mod">
        <pc:chgData name="KIRAN KUMAR GANTA" userId="04d4457b2c6f4d58" providerId="LiveId" clId="{415B0607-3D18-4380-816B-9D66A004EED0}" dt="2022-11-22T09:47:48.159" v="368" actId="113"/>
        <pc:sldMkLst>
          <pc:docMk/>
          <pc:sldMk cId="3231654361" sldId="261"/>
        </pc:sldMkLst>
        <pc:spChg chg="del mod">
          <ac:chgData name="KIRAN KUMAR GANTA" userId="04d4457b2c6f4d58" providerId="LiveId" clId="{415B0607-3D18-4380-816B-9D66A004EED0}" dt="2022-11-22T09:46:11.354" v="256" actId="478"/>
          <ac:spMkLst>
            <pc:docMk/>
            <pc:sldMk cId="3231654361" sldId="261"/>
            <ac:spMk id="2" creationId="{B92F98AE-B313-6351-8B77-07F241C7A521}"/>
          </ac:spMkLst>
        </pc:spChg>
        <pc:spChg chg="mod">
          <ac:chgData name="KIRAN KUMAR GANTA" userId="04d4457b2c6f4d58" providerId="LiveId" clId="{415B0607-3D18-4380-816B-9D66A004EED0}" dt="2022-11-22T09:47:48.159" v="368" actId="113"/>
          <ac:spMkLst>
            <pc:docMk/>
            <pc:sldMk cId="3231654361" sldId="261"/>
            <ac:spMk id="3" creationId="{0A237550-1DE1-9F96-6294-BBF931B4F42B}"/>
          </ac:spMkLst>
        </pc:spChg>
      </pc:sldChg>
      <pc:sldChg chg="delSp modSp new mod">
        <pc:chgData name="KIRAN KUMAR GANTA" userId="04d4457b2c6f4d58" providerId="LiveId" clId="{415B0607-3D18-4380-816B-9D66A004EED0}" dt="2022-11-22T09:49:35.756" v="490" actId="113"/>
        <pc:sldMkLst>
          <pc:docMk/>
          <pc:sldMk cId="2471644895" sldId="262"/>
        </pc:sldMkLst>
        <pc:spChg chg="del mod">
          <ac:chgData name="KIRAN KUMAR GANTA" userId="04d4457b2c6f4d58" providerId="LiveId" clId="{415B0607-3D18-4380-816B-9D66A004EED0}" dt="2022-11-22T09:48:00.071" v="371" actId="478"/>
          <ac:spMkLst>
            <pc:docMk/>
            <pc:sldMk cId="2471644895" sldId="262"/>
            <ac:spMk id="2" creationId="{000AA207-4125-EFA2-9E98-39906A0019E9}"/>
          </ac:spMkLst>
        </pc:spChg>
        <pc:spChg chg="mod">
          <ac:chgData name="KIRAN KUMAR GANTA" userId="04d4457b2c6f4d58" providerId="LiveId" clId="{415B0607-3D18-4380-816B-9D66A004EED0}" dt="2022-11-22T09:49:35.756" v="490" actId="113"/>
          <ac:spMkLst>
            <pc:docMk/>
            <pc:sldMk cId="2471644895" sldId="262"/>
            <ac:spMk id="3" creationId="{ED5E6109-DE52-D3E6-2B6D-0F9DD5E9BD64}"/>
          </ac:spMkLst>
        </pc:spChg>
      </pc:sldChg>
      <pc:sldChg chg="delSp modSp new mod">
        <pc:chgData name="KIRAN KUMAR GANTA" userId="04d4457b2c6f4d58" providerId="LiveId" clId="{415B0607-3D18-4380-816B-9D66A004EED0}" dt="2022-11-22T09:51:13.335" v="609" actId="113"/>
        <pc:sldMkLst>
          <pc:docMk/>
          <pc:sldMk cId="3406206606" sldId="263"/>
        </pc:sldMkLst>
        <pc:spChg chg="del mod">
          <ac:chgData name="KIRAN KUMAR GANTA" userId="04d4457b2c6f4d58" providerId="LiveId" clId="{415B0607-3D18-4380-816B-9D66A004EED0}" dt="2022-11-22T09:49:42.789" v="493" actId="478"/>
          <ac:spMkLst>
            <pc:docMk/>
            <pc:sldMk cId="3406206606" sldId="263"/>
            <ac:spMk id="2" creationId="{47AD252D-8EA7-E794-9CA2-A244515ADA72}"/>
          </ac:spMkLst>
        </pc:spChg>
        <pc:spChg chg="mod">
          <ac:chgData name="KIRAN KUMAR GANTA" userId="04d4457b2c6f4d58" providerId="LiveId" clId="{415B0607-3D18-4380-816B-9D66A004EED0}" dt="2022-11-22T09:51:13.335" v="609" actId="113"/>
          <ac:spMkLst>
            <pc:docMk/>
            <pc:sldMk cId="3406206606" sldId="263"/>
            <ac:spMk id="3" creationId="{83435682-F3C7-456E-8725-FBF18D75BED0}"/>
          </ac:spMkLst>
        </pc:spChg>
      </pc:sldChg>
      <pc:sldChg chg="delSp modSp new mod">
        <pc:chgData name="KIRAN KUMAR GANTA" userId="04d4457b2c6f4d58" providerId="LiveId" clId="{415B0607-3D18-4380-816B-9D66A004EED0}" dt="2022-11-22T09:52:56.447" v="734" actId="113"/>
        <pc:sldMkLst>
          <pc:docMk/>
          <pc:sldMk cId="2366335118" sldId="264"/>
        </pc:sldMkLst>
        <pc:spChg chg="del mod">
          <ac:chgData name="KIRAN KUMAR GANTA" userId="04d4457b2c6f4d58" providerId="LiveId" clId="{415B0607-3D18-4380-816B-9D66A004EED0}" dt="2022-11-22T09:51:26.456" v="612" actId="478"/>
          <ac:spMkLst>
            <pc:docMk/>
            <pc:sldMk cId="2366335118" sldId="264"/>
            <ac:spMk id="2" creationId="{700A2CCF-64AC-D193-C5D6-C51F72224C5B}"/>
          </ac:spMkLst>
        </pc:spChg>
        <pc:spChg chg="mod">
          <ac:chgData name="KIRAN KUMAR GANTA" userId="04d4457b2c6f4d58" providerId="LiveId" clId="{415B0607-3D18-4380-816B-9D66A004EED0}" dt="2022-11-22T09:52:56.447" v="734" actId="113"/>
          <ac:spMkLst>
            <pc:docMk/>
            <pc:sldMk cId="2366335118" sldId="264"/>
            <ac:spMk id="3" creationId="{12232249-F00A-336E-BF6A-27A16CE2F241}"/>
          </ac:spMkLst>
        </pc:spChg>
      </pc:sldChg>
      <pc:sldChg chg="delSp modSp new mod">
        <pc:chgData name="KIRAN KUMAR GANTA" userId="04d4457b2c6f4d58" providerId="LiveId" clId="{415B0607-3D18-4380-816B-9D66A004EED0}" dt="2022-11-22T09:54:43.339" v="856" actId="113"/>
        <pc:sldMkLst>
          <pc:docMk/>
          <pc:sldMk cId="3726046492" sldId="265"/>
        </pc:sldMkLst>
        <pc:spChg chg="del mod">
          <ac:chgData name="KIRAN KUMAR GANTA" userId="04d4457b2c6f4d58" providerId="LiveId" clId="{415B0607-3D18-4380-816B-9D66A004EED0}" dt="2022-11-22T09:53:05.392" v="737" actId="478"/>
          <ac:spMkLst>
            <pc:docMk/>
            <pc:sldMk cId="3726046492" sldId="265"/>
            <ac:spMk id="2" creationId="{A1B099E4-C240-C94B-53B7-D1EE52C04EBE}"/>
          </ac:spMkLst>
        </pc:spChg>
        <pc:spChg chg="mod">
          <ac:chgData name="KIRAN KUMAR GANTA" userId="04d4457b2c6f4d58" providerId="LiveId" clId="{415B0607-3D18-4380-816B-9D66A004EED0}" dt="2022-11-22T09:54:43.339" v="856" actId="113"/>
          <ac:spMkLst>
            <pc:docMk/>
            <pc:sldMk cId="3726046492" sldId="265"/>
            <ac:spMk id="3" creationId="{9F32EDFA-9473-79EE-0F35-48D6FE17308F}"/>
          </ac:spMkLst>
        </pc:spChg>
      </pc:sldChg>
      <pc:sldChg chg="delSp modSp new mod">
        <pc:chgData name="KIRAN KUMAR GANTA" userId="04d4457b2c6f4d58" providerId="LiveId" clId="{415B0607-3D18-4380-816B-9D66A004EED0}" dt="2022-11-22T09:56:56.173" v="987" actId="113"/>
        <pc:sldMkLst>
          <pc:docMk/>
          <pc:sldMk cId="1208186571" sldId="266"/>
        </pc:sldMkLst>
        <pc:spChg chg="del mod">
          <ac:chgData name="KIRAN KUMAR GANTA" userId="04d4457b2c6f4d58" providerId="LiveId" clId="{415B0607-3D18-4380-816B-9D66A004EED0}" dt="2022-11-22T09:55:10.225" v="859" actId="478"/>
          <ac:spMkLst>
            <pc:docMk/>
            <pc:sldMk cId="1208186571" sldId="266"/>
            <ac:spMk id="2" creationId="{51117EEC-5E2D-DC41-081A-DE5B29DCAD03}"/>
          </ac:spMkLst>
        </pc:spChg>
        <pc:spChg chg="mod">
          <ac:chgData name="KIRAN KUMAR GANTA" userId="04d4457b2c6f4d58" providerId="LiveId" clId="{415B0607-3D18-4380-816B-9D66A004EED0}" dt="2022-11-22T09:56:56.173" v="987" actId="113"/>
          <ac:spMkLst>
            <pc:docMk/>
            <pc:sldMk cId="1208186571" sldId="266"/>
            <ac:spMk id="3" creationId="{F1C208E4-8FE0-3F9B-F449-7A80C294134C}"/>
          </ac:spMkLst>
        </pc:spChg>
      </pc:sldChg>
      <pc:sldChg chg="delSp modSp new mod">
        <pc:chgData name="KIRAN KUMAR GANTA" userId="04d4457b2c6f4d58" providerId="LiveId" clId="{415B0607-3D18-4380-816B-9D66A004EED0}" dt="2022-11-22T09:59:46.615" v="1143" actId="113"/>
        <pc:sldMkLst>
          <pc:docMk/>
          <pc:sldMk cId="1105230622" sldId="267"/>
        </pc:sldMkLst>
        <pc:spChg chg="del mod">
          <ac:chgData name="KIRAN KUMAR GANTA" userId="04d4457b2c6f4d58" providerId="LiveId" clId="{415B0607-3D18-4380-816B-9D66A004EED0}" dt="2022-11-22T09:57:06.958" v="990" actId="478"/>
          <ac:spMkLst>
            <pc:docMk/>
            <pc:sldMk cId="1105230622" sldId="267"/>
            <ac:spMk id="2" creationId="{A9803699-48FA-E108-82F9-8F99BEB1DDE4}"/>
          </ac:spMkLst>
        </pc:spChg>
        <pc:spChg chg="mod">
          <ac:chgData name="KIRAN KUMAR GANTA" userId="04d4457b2c6f4d58" providerId="LiveId" clId="{415B0607-3D18-4380-816B-9D66A004EED0}" dt="2022-11-22T09:59:46.615" v="1143" actId="113"/>
          <ac:spMkLst>
            <pc:docMk/>
            <pc:sldMk cId="1105230622" sldId="267"/>
            <ac:spMk id="3" creationId="{4FE0DC40-B0EA-D63B-E4B6-70164DE9D2E3}"/>
          </ac:spMkLst>
        </pc:spChg>
      </pc:sldChg>
      <pc:sldChg chg="delSp modSp new mod">
        <pc:chgData name="KIRAN KUMAR GANTA" userId="04d4457b2c6f4d58" providerId="LiveId" clId="{415B0607-3D18-4380-816B-9D66A004EED0}" dt="2022-11-22T10:02:17.532" v="1283" actId="113"/>
        <pc:sldMkLst>
          <pc:docMk/>
          <pc:sldMk cId="921741312" sldId="268"/>
        </pc:sldMkLst>
        <pc:spChg chg="del mod">
          <ac:chgData name="KIRAN KUMAR GANTA" userId="04d4457b2c6f4d58" providerId="LiveId" clId="{415B0607-3D18-4380-816B-9D66A004EED0}" dt="2022-11-22T09:59:55.647" v="1146" actId="478"/>
          <ac:spMkLst>
            <pc:docMk/>
            <pc:sldMk cId="921741312" sldId="268"/>
            <ac:spMk id="2" creationId="{04D77D2A-BBD0-DE84-C6A0-43773C1F5757}"/>
          </ac:spMkLst>
        </pc:spChg>
        <pc:spChg chg="mod">
          <ac:chgData name="KIRAN KUMAR GANTA" userId="04d4457b2c6f4d58" providerId="LiveId" clId="{415B0607-3D18-4380-816B-9D66A004EED0}" dt="2022-11-22T10:02:17.532" v="1283" actId="113"/>
          <ac:spMkLst>
            <pc:docMk/>
            <pc:sldMk cId="921741312" sldId="268"/>
            <ac:spMk id="3" creationId="{837DD3FD-F0EB-8CF6-8476-A685D9C43EF1}"/>
          </ac:spMkLst>
        </pc:spChg>
      </pc:sldChg>
      <pc:sldChg chg="delSp modSp new mod">
        <pc:chgData name="KIRAN KUMAR GANTA" userId="04d4457b2c6f4d58" providerId="LiveId" clId="{415B0607-3D18-4380-816B-9D66A004EED0}" dt="2022-11-22T10:04:53.768" v="1456" actId="113"/>
        <pc:sldMkLst>
          <pc:docMk/>
          <pc:sldMk cId="3188229740" sldId="269"/>
        </pc:sldMkLst>
        <pc:spChg chg="del mod">
          <ac:chgData name="KIRAN KUMAR GANTA" userId="04d4457b2c6f4d58" providerId="LiveId" clId="{415B0607-3D18-4380-816B-9D66A004EED0}" dt="2022-11-22T10:02:25.180" v="1286" actId="478"/>
          <ac:spMkLst>
            <pc:docMk/>
            <pc:sldMk cId="3188229740" sldId="269"/>
            <ac:spMk id="2" creationId="{65A2866E-01DA-5730-F139-DAEA0DF26248}"/>
          </ac:spMkLst>
        </pc:spChg>
        <pc:spChg chg="mod">
          <ac:chgData name="KIRAN KUMAR GANTA" userId="04d4457b2c6f4d58" providerId="LiveId" clId="{415B0607-3D18-4380-816B-9D66A004EED0}" dt="2022-11-22T10:04:53.768" v="1456" actId="113"/>
          <ac:spMkLst>
            <pc:docMk/>
            <pc:sldMk cId="3188229740" sldId="269"/>
            <ac:spMk id="3" creationId="{4D6EDC61-D907-181C-909A-F0EF15A8407C}"/>
          </ac:spMkLst>
        </pc:spChg>
      </pc:sldChg>
      <pc:sldChg chg="delSp modSp new mod">
        <pc:chgData name="KIRAN KUMAR GANTA" userId="04d4457b2c6f4d58" providerId="LiveId" clId="{415B0607-3D18-4380-816B-9D66A004EED0}" dt="2022-11-22T10:07:37.006" v="1631" actId="123"/>
        <pc:sldMkLst>
          <pc:docMk/>
          <pc:sldMk cId="1343770880" sldId="270"/>
        </pc:sldMkLst>
        <pc:spChg chg="del mod">
          <ac:chgData name="KIRAN KUMAR GANTA" userId="04d4457b2c6f4d58" providerId="LiveId" clId="{415B0607-3D18-4380-816B-9D66A004EED0}" dt="2022-11-22T10:05:03.868" v="1459" actId="478"/>
          <ac:spMkLst>
            <pc:docMk/>
            <pc:sldMk cId="1343770880" sldId="270"/>
            <ac:spMk id="2" creationId="{70195E2B-9811-C77D-1275-65B827A46264}"/>
          </ac:spMkLst>
        </pc:spChg>
        <pc:spChg chg="mod">
          <ac:chgData name="KIRAN KUMAR GANTA" userId="04d4457b2c6f4d58" providerId="LiveId" clId="{415B0607-3D18-4380-816B-9D66A004EED0}" dt="2022-11-22T10:07:37.006" v="1631" actId="123"/>
          <ac:spMkLst>
            <pc:docMk/>
            <pc:sldMk cId="1343770880" sldId="270"/>
            <ac:spMk id="3" creationId="{1FEB0B71-DE53-634B-274E-6F27A9B49692}"/>
          </ac:spMkLst>
        </pc:spChg>
      </pc:sldChg>
      <pc:sldChg chg="delSp modSp new mod">
        <pc:chgData name="KIRAN KUMAR GANTA" userId="04d4457b2c6f4d58" providerId="LiveId" clId="{415B0607-3D18-4380-816B-9D66A004EED0}" dt="2022-11-22T10:10:35.974" v="1858" actId="123"/>
        <pc:sldMkLst>
          <pc:docMk/>
          <pc:sldMk cId="2758500736" sldId="271"/>
        </pc:sldMkLst>
        <pc:spChg chg="del mod">
          <ac:chgData name="KIRAN KUMAR GANTA" userId="04d4457b2c6f4d58" providerId="LiveId" clId="{415B0607-3D18-4380-816B-9D66A004EED0}" dt="2022-11-22T10:07:47.174" v="1634" actId="478"/>
          <ac:spMkLst>
            <pc:docMk/>
            <pc:sldMk cId="2758500736" sldId="271"/>
            <ac:spMk id="2" creationId="{EFDCD9D6-3741-07CB-6466-D105E37F06DA}"/>
          </ac:spMkLst>
        </pc:spChg>
        <pc:spChg chg="mod">
          <ac:chgData name="KIRAN KUMAR GANTA" userId="04d4457b2c6f4d58" providerId="LiveId" clId="{415B0607-3D18-4380-816B-9D66A004EED0}" dt="2022-11-22T10:10:35.974" v="1858" actId="123"/>
          <ac:spMkLst>
            <pc:docMk/>
            <pc:sldMk cId="2758500736" sldId="271"/>
            <ac:spMk id="3" creationId="{84B8E209-D197-54D2-FA90-614220DCAA3C}"/>
          </ac:spMkLst>
        </pc:spChg>
      </pc:sldChg>
      <pc:sldChg chg="delSp modSp new mod">
        <pc:chgData name="KIRAN KUMAR GANTA" userId="04d4457b2c6f4d58" providerId="LiveId" clId="{415B0607-3D18-4380-816B-9D66A004EED0}" dt="2022-11-22T10:13:59.747" v="2077" actId="123"/>
        <pc:sldMkLst>
          <pc:docMk/>
          <pc:sldMk cId="3653190127" sldId="272"/>
        </pc:sldMkLst>
        <pc:spChg chg="del mod">
          <ac:chgData name="KIRAN KUMAR GANTA" userId="04d4457b2c6f4d58" providerId="LiveId" clId="{415B0607-3D18-4380-816B-9D66A004EED0}" dt="2022-11-22T10:10:43.954" v="1861" actId="478"/>
          <ac:spMkLst>
            <pc:docMk/>
            <pc:sldMk cId="3653190127" sldId="272"/>
            <ac:spMk id="2" creationId="{78291E25-DB65-D67D-55E1-1C04E811F0A3}"/>
          </ac:spMkLst>
        </pc:spChg>
        <pc:spChg chg="mod">
          <ac:chgData name="KIRAN KUMAR GANTA" userId="04d4457b2c6f4d58" providerId="LiveId" clId="{415B0607-3D18-4380-816B-9D66A004EED0}" dt="2022-11-22T10:13:59.747" v="2077" actId="123"/>
          <ac:spMkLst>
            <pc:docMk/>
            <pc:sldMk cId="3653190127" sldId="272"/>
            <ac:spMk id="3" creationId="{506F231C-6208-F025-E6AF-A625BE35EB83}"/>
          </ac:spMkLst>
        </pc:spChg>
      </pc:sldChg>
      <pc:sldChg chg="addSp delSp modSp new mod">
        <pc:chgData name="KIRAN KUMAR GANTA" userId="04d4457b2c6f4d58" providerId="LiveId" clId="{415B0607-3D18-4380-816B-9D66A004EED0}" dt="2022-11-23T00:22:07.413" v="2634" actId="123"/>
        <pc:sldMkLst>
          <pc:docMk/>
          <pc:sldMk cId="3695859695" sldId="273"/>
        </pc:sldMkLst>
        <pc:spChg chg="del mod">
          <ac:chgData name="KIRAN KUMAR GANTA" userId="04d4457b2c6f4d58" providerId="LiveId" clId="{415B0607-3D18-4380-816B-9D66A004EED0}" dt="2022-11-22T10:14:55.718" v="2080" actId="478"/>
          <ac:spMkLst>
            <pc:docMk/>
            <pc:sldMk cId="3695859695" sldId="273"/>
            <ac:spMk id="2" creationId="{94BB2080-21D0-F1DE-A9D1-FCD4990E2124}"/>
          </ac:spMkLst>
        </pc:spChg>
        <pc:spChg chg="mod">
          <ac:chgData name="KIRAN KUMAR GANTA" userId="04d4457b2c6f4d58" providerId="LiveId" clId="{415B0607-3D18-4380-816B-9D66A004EED0}" dt="2022-11-23T00:22:07.413" v="2634" actId="123"/>
          <ac:spMkLst>
            <pc:docMk/>
            <pc:sldMk cId="3695859695" sldId="273"/>
            <ac:spMk id="3" creationId="{08FB23B5-8DA9-7542-5D8E-8BA2B36C5599}"/>
          </ac:spMkLst>
        </pc:spChg>
        <pc:spChg chg="add mod">
          <ac:chgData name="KIRAN KUMAR GANTA" userId="04d4457b2c6f4d58" providerId="LiveId" clId="{415B0607-3D18-4380-816B-9D66A004EED0}" dt="2022-11-22T10:47:23.601" v="2338" actId="20577"/>
          <ac:spMkLst>
            <pc:docMk/>
            <pc:sldMk cId="3695859695" sldId="273"/>
            <ac:spMk id="4" creationId="{0386C79C-5562-CBCF-7E50-5E77E83F5C66}"/>
          </ac:spMkLst>
        </pc:spChg>
      </pc:sldChg>
      <pc:sldChg chg="delSp modSp new mod">
        <pc:chgData name="KIRAN KUMAR GANTA" userId="04d4457b2c6f4d58" providerId="LiveId" clId="{415B0607-3D18-4380-816B-9D66A004EED0}" dt="2022-11-23T00:25:42.108" v="2859" actId="123"/>
        <pc:sldMkLst>
          <pc:docMk/>
          <pc:sldMk cId="2026968352" sldId="274"/>
        </pc:sldMkLst>
        <pc:spChg chg="del mod">
          <ac:chgData name="KIRAN KUMAR GANTA" userId="04d4457b2c6f4d58" providerId="LiveId" clId="{415B0607-3D18-4380-816B-9D66A004EED0}" dt="2022-11-23T00:22:23.940" v="2637" actId="478"/>
          <ac:spMkLst>
            <pc:docMk/>
            <pc:sldMk cId="2026968352" sldId="274"/>
            <ac:spMk id="2" creationId="{150100BA-6C40-A5E0-D970-7D222207E89F}"/>
          </ac:spMkLst>
        </pc:spChg>
        <pc:spChg chg="mod">
          <ac:chgData name="KIRAN KUMAR GANTA" userId="04d4457b2c6f4d58" providerId="LiveId" clId="{415B0607-3D18-4380-816B-9D66A004EED0}" dt="2022-11-23T00:25:42.108" v="2859" actId="123"/>
          <ac:spMkLst>
            <pc:docMk/>
            <pc:sldMk cId="2026968352" sldId="274"/>
            <ac:spMk id="3" creationId="{668703F4-1813-892A-D70C-11718D503101}"/>
          </ac:spMkLst>
        </pc:spChg>
      </pc:sldChg>
      <pc:sldChg chg="delSp modSp new mod">
        <pc:chgData name="KIRAN KUMAR GANTA" userId="04d4457b2c6f4d58" providerId="LiveId" clId="{415B0607-3D18-4380-816B-9D66A004EED0}" dt="2022-11-23T00:28:56.357" v="3087" actId="123"/>
        <pc:sldMkLst>
          <pc:docMk/>
          <pc:sldMk cId="2957383491" sldId="275"/>
        </pc:sldMkLst>
        <pc:spChg chg="del mod">
          <ac:chgData name="KIRAN KUMAR GANTA" userId="04d4457b2c6f4d58" providerId="LiveId" clId="{415B0607-3D18-4380-816B-9D66A004EED0}" dt="2022-11-23T00:25:52.933" v="2862" actId="478"/>
          <ac:spMkLst>
            <pc:docMk/>
            <pc:sldMk cId="2957383491" sldId="275"/>
            <ac:spMk id="2" creationId="{6B4DC175-5F8F-02D1-67EF-989E7DD6CB0E}"/>
          </ac:spMkLst>
        </pc:spChg>
        <pc:spChg chg="mod">
          <ac:chgData name="KIRAN KUMAR GANTA" userId="04d4457b2c6f4d58" providerId="LiveId" clId="{415B0607-3D18-4380-816B-9D66A004EED0}" dt="2022-11-23T00:28:56.357" v="3087" actId="123"/>
          <ac:spMkLst>
            <pc:docMk/>
            <pc:sldMk cId="2957383491" sldId="275"/>
            <ac:spMk id="3" creationId="{9C531A27-11BB-3D0C-6631-5379D78E199B}"/>
          </ac:spMkLst>
        </pc:spChg>
      </pc:sldChg>
      <pc:sldChg chg="delSp modSp new mod">
        <pc:chgData name="KIRAN KUMAR GANTA" userId="04d4457b2c6f4d58" providerId="LiveId" clId="{415B0607-3D18-4380-816B-9D66A004EED0}" dt="2022-11-23T00:34:22.033" v="3367" actId="14100"/>
        <pc:sldMkLst>
          <pc:docMk/>
          <pc:sldMk cId="2146524995" sldId="276"/>
        </pc:sldMkLst>
        <pc:spChg chg="del">
          <ac:chgData name="KIRAN KUMAR GANTA" userId="04d4457b2c6f4d58" providerId="LiveId" clId="{415B0607-3D18-4380-816B-9D66A004EED0}" dt="2022-11-23T00:29:08.611" v="3089" actId="478"/>
          <ac:spMkLst>
            <pc:docMk/>
            <pc:sldMk cId="2146524995" sldId="276"/>
            <ac:spMk id="2" creationId="{16BE8993-1ECF-8345-24B7-572F81021BD5}"/>
          </ac:spMkLst>
        </pc:spChg>
        <pc:spChg chg="mod">
          <ac:chgData name="KIRAN KUMAR GANTA" userId="04d4457b2c6f4d58" providerId="LiveId" clId="{415B0607-3D18-4380-816B-9D66A004EED0}" dt="2022-11-23T00:34:22.033" v="3367" actId="14100"/>
          <ac:spMkLst>
            <pc:docMk/>
            <pc:sldMk cId="2146524995" sldId="276"/>
            <ac:spMk id="3" creationId="{03CF843A-ACC6-4F63-ED60-590DDF5B439D}"/>
          </ac:spMkLst>
        </pc:spChg>
      </pc:sldChg>
      <pc:sldChg chg="delSp modSp new mod">
        <pc:chgData name="KIRAN KUMAR GANTA" userId="04d4457b2c6f4d58" providerId="LiveId" clId="{415B0607-3D18-4380-816B-9D66A004EED0}" dt="2022-11-23T00:41:50.348" v="3594" actId="123"/>
        <pc:sldMkLst>
          <pc:docMk/>
          <pc:sldMk cId="1414182164" sldId="277"/>
        </pc:sldMkLst>
        <pc:spChg chg="del mod">
          <ac:chgData name="KIRAN KUMAR GANTA" userId="04d4457b2c6f4d58" providerId="LiveId" clId="{415B0607-3D18-4380-816B-9D66A004EED0}" dt="2022-11-23T00:34:40.034" v="3370" actId="478"/>
          <ac:spMkLst>
            <pc:docMk/>
            <pc:sldMk cId="1414182164" sldId="277"/>
            <ac:spMk id="2" creationId="{6251E59C-7F51-2616-1C3F-48746BCD2CA9}"/>
          </ac:spMkLst>
        </pc:spChg>
        <pc:spChg chg="mod">
          <ac:chgData name="KIRAN KUMAR GANTA" userId="04d4457b2c6f4d58" providerId="LiveId" clId="{415B0607-3D18-4380-816B-9D66A004EED0}" dt="2022-11-23T00:41:50.348" v="3594" actId="123"/>
          <ac:spMkLst>
            <pc:docMk/>
            <pc:sldMk cId="1414182164" sldId="277"/>
            <ac:spMk id="3" creationId="{BBA4833D-A393-F722-CAA9-C34A2200418A}"/>
          </ac:spMkLst>
        </pc:spChg>
      </pc:sldChg>
      <pc:sldChg chg="delSp modSp new mod">
        <pc:chgData name="KIRAN KUMAR GANTA" userId="04d4457b2c6f4d58" providerId="LiveId" clId="{415B0607-3D18-4380-816B-9D66A004EED0}" dt="2022-11-23T00:45:58.846" v="3789" actId="123"/>
        <pc:sldMkLst>
          <pc:docMk/>
          <pc:sldMk cId="3434561862" sldId="278"/>
        </pc:sldMkLst>
        <pc:spChg chg="del mod">
          <ac:chgData name="KIRAN KUMAR GANTA" userId="04d4457b2c6f4d58" providerId="LiveId" clId="{415B0607-3D18-4380-816B-9D66A004EED0}" dt="2022-11-23T00:42:01.803" v="3597" actId="478"/>
          <ac:spMkLst>
            <pc:docMk/>
            <pc:sldMk cId="3434561862" sldId="278"/>
            <ac:spMk id="2" creationId="{51FD3476-EC2A-18A1-8DFC-50FFB694F4A4}"/>
          </ac:spMkLst>
        </pc:spChg>
        <pc:spChg chg="mod">
          <ac:chgData name="KIRAN KUMAR GANTA" userId="04d4457b2c6f4d58" providerId="LiveId" clId="{415B0607-3D18-4380-816B-9D66A004EED0}" dt="2022-11-23T00:45:58.846" v="3789" actId="123"/>
          <ac:spMkLst>
            <pc:docMk/>
            <pc:sldMk cId="3434561862" sldId="278"/>
            <ac:spMk id="3" creationId="{F1CC810F-4B1C-0B6C-E977-549B0ADCCC3B}"/>
          </ac:spMkLst>
        </pc:spChg>
      </pc:sldChg>
      <pc:sldChg chg="delSp modSp new mod">
        <pc:chgData name="KIRAN KUMAR GANTA" userId="04d4457b2c6f4d58" providerId="LiveId" clId="{415B0607-3D18-4380-816B-9D66A004EED0}" dt="2022-11-23T00:48:57.612" v="3974" actId="123"/>
        <pc:sldMkLst>
          <pc:docMk/>
          <pc:sldMk cId="3425082150" sldId="279"/>
        </pc:sldMkLst>
        <pc:spChg chg="del mod">
          <ac:chgData name="KIRAN KUMAR GANTA" userId="04d4457b2c6f4d58" providerId="LiveId" clId="{415B0607-3D18-4380-816B-9D66A004EED0}" dt="2022-11-23T00:46:06.762" v="3792" actId="478"/>
          <ac:spMkLst>
            <pc:docMk/>
            <pc:sldMk cId="3425082150" sldId="279"/>
            <ac:spMk id="2" creationId="{04D80463-BE7B-ED63-7CF7-8B00AAF58365}"/>
          </ac:spMkLst>
        </pc:spChg>
        <pc:spChg chg="mod">
          <ac:chgData name="KIRAN KUMAR GANTA" userId="04d4457b2c6f4d58" providerId="LiveId" clId="{415B0607-3D18-4380-816B-9D66A004EED0}" dt="2022-11-23T00:48:57.612" v="3974" actId="123"/>
          <ac:spMkLst>
            <pc:docMk/>
            <pc:sldMk cId="3425082150" sldId="279"/>
            <ac:spMk id="3" creationId="{98EAFA4C-BD9E-0554-C08A-C8929C9E1305}"/>
          </ac:spMkLst>
        </pc:spChg>
      </pc:sldChg>
      <pc:sldChg chg="delSp modSp new mod">
        <pc:chgData name="KIRAN KUMAR GANTA" userId="04d4457b2c6f4d58" providerId="LiveId" clId="{415B0607-3D18-4380-816B-9D66A004EED0}" dt="2022-11-23T00:51:35.466" v="4163" actId="123"/>
        <pc:sldMkLst>
          <pc:docMk/>
          <pc:sldMk cId="2076612004" sldId="280"/>
        </pc:sldMkLst>
        <pc:spChg chg="del mod">
          <ac:chgData name="KIRAN KUMAR GANTA" userId="04d4457b2c6f4d58" providerId="LiveId" clId="{415B0607-3D18-4380-816B-9D66A004EED0}" dt="2022-11-23T00:49:08.086" v="3977" actId="478"/>
          <ac:spMkLst>
            <pc:docMk/>
            <pc:sldMk cId="2076612004" sldId="280"/>
            <ac:spMk id="2" creationId="{32E994F3-2019-6BB5-6074-5471C45CE759}"/>
          </ac:spMkLst>
        </pc:spChg>
        <pc:spChg chg="mod">
          <ac:chgData name="KIRAN KUMAR GANTA" userId="04d4457b2c6f4d58" providerId="LiveId" clId="{415B0607-3D18-4380-816B-9D66A004EED0}" dt="2022-11-23T00:51:35.466" v="4163" actId="123"/>
          <ac:spMkLst>
            <pc:docMk/>
            <pc:sldMk cId="2076612004" sldId="280"/>
            <ac:spMk id="3" creationId="{C9242765-0CE3-2B9A-CE0B-990E2FFC66CC}"/>
          </ac:spMkLst>
        </pc:spChg>
      </pc:sldChg>
      <pc:sldChg chg="delSp modSp new mod">
        <pc:chgData name="KIRAN KUMAR GANTA" userId="04d4457b2c6f4d58" providerId="LiveId" clId="{415B0607-3D18-4380-816B-9D66A004EED0}" dt="2022-11-23T00:55:14.908" v="4405" actId="123"/>
        <pc:sldMkLst>
          <pc:docMk/>
          <pc:sldMk cId="2711076953" sldId="281"/>
        </pc:sldMkLst>
        <pc:spChg chg="del mod">
          <ac:chgData name="KIRAN KUMAR GANTA" userId="04d4457b2c6f4d58" providerId="LiveId" clId="{415B0607-3D18-4380-816B-9D66A004EED0}" dt="2022-11-23T00:51:44.714" v="4166" actId="478"/>
          <ac:spMkLst>
            <pc:docMk/>
            <pc:sldMk cId="2711076953" sldId="281"/>
            <ac:spMk id="2" creationId="{FF2080A3-272E-BDE3-98DB-B27B0EF8FD2A}"/>
          </ac:spMkLst>
        </pc:spChg>
        <pc:spChg chg="mod">
          <ac:chgData name="KIRAN KUMAR GANTA" userId="04d4457b2c6f4d58" providerId="LiveId" clId="{415B0607-3D18-4380-816B-9D66A004EED0}" dt="2022-11-23T00:55:14.908" v="4405" actId="123"/>
          <ac:spMkLst>
            <pc:docMk/>
            <pc:sldMk cId="2711076953" sldId="281"/>
            <ac:spMk id="3" creationId="{D50209E1-216A-4AEC-B69A-024ED48ABF25}"/>
          </ac:spMkLst>
        </pc:spChg>
      </pc:sldChg>
      <pc:sldChg chg="delSp modSp new mod">
        <pc:chgData name="KIRAN KUMAR GANTA" userId="04d4457b2c6f4d58" providerId="LiveId" clId="{415B0607-3D18-4380-816B-9D66A004EED0}" dt="2022-11-23T00:58:55.957" v="4644" actId="123"/>
        <pc:sldMkLst>
          <pc:docMk/>
          <pc:sldMk cId="2851204071" sldId="282"/>
        </pc:sldMkLst>
        <pc:spChg chg="del mod">
          <ac:chgData name="KIRAN KUMAR GANTA" userId="04d4457b2c6f4d58" providerId="LiveId" clId="{415B0607-3D18-4380-816B-9D66A004EED0}" dt="2022-11-23T00:55:24.765" v="4408" actId="478"/>
          <ac:spMkLst>
            <pc:docMk/>
            <pc:sldMk cId="2851204071" sldId="282"/>
            <ac:spMk id="2" creationId="{AE04B9A2-5ECE-C2B2-E826-56D8B800CA23}"/>
          </ac:spMkLst>
        </pc:spChg>
        <pc:spChg chg="mod">
          <ac:chgData name="KIRAN KUMAR GANTA" userId="04d4457b2c6f4d58" providerId="LiveId" clId="{415B0607-3D18-4380-816B-9D66A004EED0}" dt="2022-11-23T00:58:55.957" v="4644" actId="123"/>
          <ac:spMkLst>
            <pc:docMk/>
            <pc:sldMk cId="2851204071" sldId="282"/>
            <ac:spMk id="3" creationId="{F12BD6D4-CBAA-AEA2-A98E-E5FE37EC7961}"/>
          </ac:spMkLst>
        </pc:spChg>
      </pc:sldChg>
      <pc:sldChg chg="delSp modSp new mod">
        <pc:chgData name="KIRAN KUMAR GANTA" userId="04d4457b2c6f4d58" providerId="LiveId" clId="{415B0607-3D18-4380-816B-9D66A004EED0}" dt="2022-11-23T01:04:41.489" v="4902" actId="123"/>
        <pc:sldMkLst>
          <pc:docMk/>
          <pc:sldMk cId="554223680" sldId="283"/>
        </pc:sldMkLst>
        <pc:spChg chg="del mod">
          <ac:chgData name="KIRAN KUMAR GANTA" userId="04d4457b2c6f4d58" providerId="LiveId" clId="{415B0607-3D18-4380-816B-9D66A004EED0}" dt="2022-11-23T00:59:08.369" v="4647" actId="478"/>
          <ac:spMkLst>
            <pc:docMk/>
            <pc:sldMk cId="554223680" sldId="283"/>
            <ac:spMk id="2" creationId="{196DAEF5-56C2-DB92-93AA-6780322E9EF4}"/>
          </ac:spMkLst>
        </pc:spChg>
        <pc:spChg chg="mod">
          <ac:chgData name="KIRAN KUMAR GANTA" userId="04d4457b2c6f4d58" providerId="LiveId" clId="{415B0607-3D18-4380-816B-9D66A004EED0}" dt="2022-11-23T01:04:41.489" v="4902" actId="123"/>
          <ac:spMkLst>
            <pc:docMk/>
            <pc:sldMk cId="554223680" sldId="283"/>
            <ac:spMk id="3" creationId="{07EFD1C8-9DB6-76A3-652E-782D67431108}"/>
          </ac:spMkLst>
        </pc:spChg>
      </pc:sldChg>
      <pc:sldChg chg="delSp modSp new mod">
        <pc:chgData name="KIRAN KUMAR GANTA" userId="04d4457b2c6f4d58" providerId="LiveId" clId="{415B0607-3D18-4380-816B-9D66A004EED0}" dt="2022-11-23T01:08:07.642" v="5138" actId="123"/>
        <pc:sldMkLst>
          <pc:docMk/>
          <pc:sldMk cId="3048807994" sldId="284"/>
        </pc:sldMkLst>
        <pc:spChg chg="del mod">
          <ac:chgData name="KIRAN KUMAR GANTA" userId="04d4457b2c6f4d58" providerId="LiveId" clId="{415B0607-3D18-4380-816B-9D66A004EED0}" dt="2022-11-23T01:04:50.569" v="4905" actId="478"/>
          <ac:spMkLst>
            <pc:docMk/>
            <pc:sldMk cId="3048807994" sldId="284"/>
            <ac:spMk id="2" creationId="{3EB8A20C-1B53-A039-533F-016C23B9E282}"/>
          </ac:spMkLst>
        </pc:spChg>
        <pc:spChg chg="mod">
          <ac:chgData name="KIRAN KUMAR GANTA" userId="04d4457b2c6f4d58" providerId="LiveId" clId="{415B0607-3D18-4380-816B-9D66A004EED0}" dt="2022-11-23T01:08:07.642" v="5138" actId="123"/>
          <ac:spMkLst>
            <pc:docMk/>
            <pc:sldMk cId="3048807994" sldId="284"/>
            <ac:spMk id="3" creationId="{F1A50A26-F082-840C-73DB-10EA2A889E6D}"/>
          </ac:spMkLst>
        </pc:spChg>
      </pc:sldChg>
      <pc:sldChg chg="delSp modSp new mod">
        <pc:chgData name="KIRAN KUMAR GANTA" userId="04d4457b2c6f4d58" providerId="LiveId" clId="{415B0607-3D18-4380-816B-9D66A004EED0}" dt="2022-11-23T01:13:14.652" v="5413" actId="123"/>
        <pc:sldMkLst>
          <pc:docMk/>
          <pc:sldMk cId="3989849634" sldId="285"/>
        </pc:sldMkLst>
        <pc:spChg chg="del mod">
          <ac:chgData name="KIRAN KUMAR GANTA" userId="04d4457b2c6f4d58" providerId="LiveId" clId="{415B0607-3D18-4380-816B-9D66A004EED0}" dt="2022-11-23T01:08:17.001" v="5141" actId="478"/>
          <ac:spMkLst>
            <pc:docMk/>
            <pc:sldMk cId="3989849634" sldId="285"/>
            <ac:spMk id="2" creationId="{14128927-5B53-CE8A-5136-7B4C64070892}"/>
          </ac:spMkLst>
        </pc:spChg>
        <pc:spChg chg="mod">
          <ac:chgData name="KIRAN KUMAR GANTA" userId="04d4457b2c6f4d58" providerId="LiveId" clId="{415B0607-3D18-4380-816B-9D66A004EED0}" dt="2022-11-23T01:13:14.652" v="5413" actId="123"/>
          <ac:spMkLst>
            <pc:docMk/>
            <pc:sldMk cId="3989849634" sldId="285"/>
            <ac:spMk id="3" creationId="{E585D727-34B0-2473-5288-8831680C0560}"/>
          </ac:spMkLst>
        </pc:spChg>
      </pc:sldChg>
      <pc:sldChg chg="delSp modSp new mod">
        <pc:chgData name="KIRAN KUMAR GANTA" userId="04d4457b2c6f4d58" providerId="LiveId" clId="{415B0607-3D18-4380-816B-9D66A004EED0}" dt="2022-11-23T01:20:11.285" v="5761" actId="123"/>
        <pc:sldMkLst>
          <pc:docMk/>
          <pc:sldMk cId="2385653247" sldId="286"/>
        </pc:sldMkLst>
        <pc:spChg chg="del mod">
          <ac:chgData name="KIRAN KUMAR GANTA" userId="04d4457b2c6f4d58" providerId="LiveId" clId="{415B0607-3D18-4380-816B-9D66A004EED0}" dt="2022-11-23T01:13:23.214" v="5416" actId="478"/>
          <ac:spMkLst>
            <pc:docMk/>
            <pc:sldMk cId="2385653247" sldId="286"/>
            <ac:spMk id="2" creationId="{F5D3699B-8D4A-41D8-1DB2-8CA44D85E84E}"/>
          </ac:spMkLst>
        </pc:spChg>
        <pc:spChg chg="mod">
          <ac:chgData name="KIRAN KUMAR GANTA" userId="04d4457b2c6f4d58" providerId="LiveId" clId="{415B0607-3D18-4380-816B-9D66A004EED0}" dt="2022-11-23T01:20:11.285" v="5761" actId="123"/>
          <ac:spMkLst>
            <pc:docMk/>
            <pc:sldMk cId="2385653247" sldId="286"/>
            <ac:spMk id="3" creationId="{365A3785-C94D-22E4-D230-91E8CF97454C}"/>
          </ac:spMkLst>
        </pc:spChg>
      </pc:sldChg>
      <pc:sldChg chg="delSp modSp new mod">
        <pc:chgData name="KIRAN KUMAR GANTA" userId="04d4457b2c6f4d58" providerId="LiveId" clId="{415B0607-3D18-4380-816B-9D66A004EED0}" dt="2022-11-23T01:26:34.543" v="6035" actId="20577"/>
        <pc:sldMkLst>
          <pc:docMk/>
          <pc:sldMk cId="1075459983" sldId="287"/>
        </pc:sldMkLst>
        <pc:spChg chg="del mod">
          <ac:chgData name="KIRAN KUMAR GANTA" userId="04d4457b2c6f4d58" providerId="LiveId" clId="{415B0607-3D18-4380-816B-9D66A004EED0}" dt="2022-11-23T01:20:52.199" v="5764" actId="478"/>
          <ac:spMkLst>
            <pc:docMk/>
            <pc:sldMk cId="1075459983" sldId="287"/>
            <ac:spMk id="2" creationId="{618C51CF-C869-B4C1-72A7-13CFA0C2E98F}"/>
          </ac:spMkLst>
        </pc:spChg>
        <pc:spChg chg="mod">
          <ac:chgData name="KIRAN KUMAR GANTA" userId="04d4457b2c6f4d58" providerId="LiveId" clId="{415B0607-3D18-4380-816B-9D66A004EED0}" dt="2022-11-23T01:26:34.543" v="6035" actId="20577"/>
          <ac:spMkLst>
            <pc:docMk/>
            <pc:sldMk cId="1075459983" sldId="287"/>
            <ac:spMk id="3" creationId="{67861C45-1915-7E28-1458-CDD63317952B}"/>
          </ac:spMkLst>
        </pc:spChg>
      </pc:sldChg>
      <pc:sldChg chg="delSp modSp new mod">
        <pc:chgData name="KIRAN KUMAR GANTA" userId="04d4457b2c6f4d58" providerId="LiveId" clId="{415B0607-3D18-4380-816B-9D66A004EED0}" dt="2022-12-03T13:27:18.705" v="6110" actId="20577"/>
        <pc:sldMkLst>
          <pc:docMk/>
          <pc:sldMk cId="2121323624" sldId="288"/>
        </pc:sldMkLst>
        <pc:spChg chg="del mod">
          <ac:chgData name="KIRAN KUMAR GANTA" userId="04d4457b2c6f4d58" providerId="LiveId" clId="{415B0607-3D18-4380-816B-9D66A004EED0}" dt="2022-11-23T01:26:04.018" v="6032" actId="478"/>
          <ac:spMkLst>
            <pc:docMk/>
            <pc:sldMk cId="2121323624" sldId="288"/>
            <ac:spMk id="2" creationId="{D085BAA4-022D-23C4-1CB1-74F0D72F0B4B}"/>
          </ac:spMkLst>
        </pc:spChg>
        <pc:spChg chg="mod">
          <ac:chgData name="KIRAN KUMAR GANTA" userId="04d4457b2c6f4d58" providerId="LiveId" clId="{415B0607-3D18-4380-816B-9D66A004EED0}" dt="2022-12-03T13:27:18.705" v="6110" actId="20577"/>
          <ac:spMkLst>
            <pc:docMk/>
            <pc:sldMk cId="2121323624" sldId="288"/>
            <ac:spMk id="3" creationId="{D2CB2731-D2D5-7C95-FAB3-D88A823FF975}"/>
          </ac:spMkLst>
        </pc:spChg>
      </pc:sldChg>
    </pc:docChg>
  </pc:docChgLst>
  <pc:docChgLst>
    <pc:chgData name="KIRAN KUMAR GANTA" userId="04d4457b2c6f4d58" providerId="LiveId" clId="{7732D2CA-B0F2-4067-A0C8-DF1E5A25DBD1}"/>
    <pc:docChg chg="modSld">
      <pc:chgData name="KIRAN KUMAR GANTA" userId="04d4457b2c6f4d58" providerId="LiveId" clId="{7732D2CA-B0F2-4067-A0C8-DF1E5A25DBD1}" dt="2023-02-24T17:12:34.270" v="113" actId="14100"/>
      <pc:docMkLst>
        <pc:docMk/>
      </pc:docMkLst>
      <pc:sldChg chg="modSp mod">
        <pc:chgData name="KIRAN KUMAR GANTA" userId="04d4457b2c6f4d58" providerId="LiveId" clId="{7732D2CA-B0F2-4067-A0C8-DF1E5A25DBD1}" dt="2023-02-24T17:03:12.634" v="5" actId="20577"/>
        <pc:sldMkLst>
          <pc:docMk/>
          <pc:sldMk cId="254231029" sldId="257"/>
        </pc:sldMkLst>
        <pc:spChg chg="mod">
          <ac:chgData name="KIRAN KUMAR GANTA" userId="04d4457b2c6f4d58" providerId="LiveId" clId="{7732D2CA-B0F2-4067-A0C8-DF1E5A25DBD1}" dt="2023-02-24T17:03:12.634" v="5" actId="20577"/>
          <ac:spMkLst>
            <pc:docMk/>
            <pc:sldMk cId="254231029" sldId="257"/>
            <ac:spMk id="3" creationId="{8D25DC3E-2454-8DA3-9DD3-8254F51563EE}"/>
          </ac:spMkLst>
        </pc:spChg>
      </pc:sldChg>
      <pc:sldChg chg="modSp mod">
        <pc:chgData name="KIRAN KUMAR GANTA" userId="04d4457b2c6f4d58" providerId="LiveId" clId="{7732D2CA-B0F2-4067-A0C8-DF1E5A25DBD1}" dt="2023-02-24T17:03:31.551" v="8" actId="14100"/>
        <pc:sldMkLst>
          <pc:docMk/>
          <pc:sldMk cId="692752379" sldId="258"/>
        </pc:sldMkLst>
        <pc:spChg chg="mod">
          <ac:chgData name="KIRAN KUMAR GANTA" userId="04d4457b2c6f4d58" providerId="LiveId" clId="{7732D2CA-B0F2-4067-A0C8-DF1E5A25DBD1}" dt="2023-02-24T17:03:31.551" v="8" actId="14100"/>
          <ac:spMkLst>
            <pc:docMk/>
            <pc:sldMk cId="692752379" sldId="258"/>
            <ac:spMk id="3" creationId="{69CE144C-5F01-EF62-C9C7-477277A47638}"/>
          </ac:spMkLst>
        </pc:spChg>
      </pc:sldChg>
      <pc:sldChg chg="modSp mod">
        <pc:chgData name="KIRAN KUMAR GANTA" userId="04d4457b2c6f4d58" providerId="LiveId" clId="{7732D2CA-B0F2-4067-A0C8-DF1E5A25DBD1}" dt="2023-02-24T17:03:46.565" v="11" actId="14100"/>
        <pc:sldMkLst>
          <pc:docMk/>
          <pc:sldMk cId="2745039445" sldId="259"/>
        </pc:sldMkLst>
        <pc:spChg chg="mod">
          <ac:chgData name="KIRAN KUMAR GANTA" userId="04d4457b2c6f4d58" providerId="LiveId" clId="{7732D2CA-B0F2-4067-A0C8-DF1E5A25DBD1}" dt="2023-02-24T17:03:46.565" v="11" actId="14100"/>
          <ac:spMkLst>
            <pc:docMk/>
            <pc:sldMk cId="2745039445" sldId="259"/>
            <ac:spMk id="3" creationId="{3F7F7275-821A-7B23-BE3E-B9410147340D}"/>
          </ac:spMkLst>
        </pc:spChg>
      </pc:sldChg>
      <pc:sldChg chg="modSp mod">
        <pc:chgData name="KIRAN KUMAR GANTA" userId="04d4457b2c6f4d58" providerId="LiveId" clId="{7732D2CA-B0F2-4067-A0C8-DF1E5A25DBD1}" dt="2023-02-24T17:04:02.466" v="14" actId="14100"/>
        <pc:sldMkLst>
          <pc:docMk/>
          <pc:sldMk cId="3259336835" sldId="260"/>
        </pc:sldMkLst>
        <pc:spChg chg="mod">
          <ac:chgData name="KIRAN KUMAR GANTA" userId="04d4457b2c6f4d58" providerId="LiveId" clId="{7732D2CA-B0F2-4067-A0C8-DF1E5A25DBD1}" dt="2023-02-24T17:04:02.466" v="14" actId="14100"/>
          <ac:spMkLst>
            <pc:docMk/>
            <pc:sldMk cId="3259336835" sldId="260"/>
            <ac:spMk id="3" creationId="{BD0CAEFC-D594-A38A-CE5E-25A0316665E1}"/>
          </ac:spMkLst>
        </pc:spChg>
      </pc:sldChg>
      <pc:sldChg chg="modSp mod">
        <pc:chgData name="KIRAN KUMAR GANTA" userId="04d4457b2c6f4d58" providerId="LiveId" clId="{7732D2CA-B0F2-4067-A0C8-DF1E5A25DBD1}" dt="2023-02-24T17:04:16.622" v="17" actId="14100"/>
        <pc:sldMkLst>
          <pc:docMk/>
          <pc:sldMk cId="3231654361" sldId="261"/>
        </pc:sldMkLst>
        <pc:spChg chg="mod">
          <ac:chgData name="KIRAN KUMAR GANTA" userId="04d4457b2c6f4d58" providerId="LiveId" clId="{7732D2CA-B0F2-4067-A0C8-DF1E5A25DBD1}" dt="2023-02-24T17:04:16.622" v="17" actId="14100"/>
          <ac:spMkLst>
            <pc:docMk/>
            <pc:sldMk cId="3231654361" sldId="261"/>
            <ac:spMk id="3" creationId="{0A237550-1DE1-9F96-6294-BBF931B4F42B}"/>
          </ac:spMkLst>
        </pc:spChg>
      </pc:sldChg>
      <pc:sldChg chg="modSp mod">
        <pc:chgData name="KIRAN KUMAR GANTA" userId="04d4457b2c6f4d58" providerId="LiveId" clId="{7732D2CA-B0F2-4067-A0C8-DF1E5A25DBD1}" dt="2023-02-24T17:04:30.103" v="20" actId="14100"/>
        <pc:sldMkLst>
          <pc:docMk/>
          <pc:sldMk cId="2471644895" sldId="262"/>
        </pc:sldMkLst>
        <pc:spChg chg="mod">
          <ac:chgData name="KIRAN KUMAR GANTA" userId="04d4457b2c6f4d58" providerId="LiveId" clId="{7732D2CA-B0F2-4067-A0C8-DF1E5A25DBD1}" dt="2023-02-24T17:04:30.103" v="20" actId="14100"/>
          <ac:spMkLst>
            <pc:docMk/>
            <pc:sldMk cId="2471644895" sldId="262"/>
            <ac:spMk id="3" creationId="{ED5E6109-DE52-D3E6-2B6D-0F9DD5E9BD64}"/>
          </ac:spMkLst>
        </pc:spChg>
      </pc:sldChg>
      <pc:sldChg chg="modSp mod">
        <pc:chgData name="KIRAN KUMAR GANTA" userId="04d4457b2c6f4d58" providerId="LiveId" clId="{7732D2CA-B0F2-4067-A0C8-DF1E5A25DBD1}" dt="2023-02-24T17:04:43.647" v="23" actId="14100"/>
        <pc:sldMkLst>
          <pc:docMk/>
          <pc:sldMk cId="3406206606" sldId="263"/>
        </pc:sldMkLst>
        <pc:spChg chg="mod">
          <ac:chgData name="KIRAN KUMAR GANTA" userId="04d4457b2c6f4d58" providerId="LiveId" clId="{7732D2CA-B0F2-4067-A0C8-DF1E5A25DBD1}" dt="2023-02-24T17:04:43.647" v="23" actId="14100"/>
          <ac:spMkLst>
            <pc:docMk/>
            <pc:sldMk cId="3406206606" sldId="263"/>
            <ac:spMk id="3" creationId="{83435682-F3C7-456E-8725-FBF18D75BED0}"/>
          </ac:spMkLst>
        </pc:spChg>
      </pc:sldChg>
      <pc:sldChg chg="modSp mod">
        <pc:chgData name="KIRAN KUMAR GANTA" userId="04d4457b2c6f4d58" providerId="LiveId" clId="{7732D2CA-B0F2-4067-A0C8-DF1E5A25DBD1}" dt="2023-02-24T17:04:59.908" v="26" actId="14100"/>
        <pc:sldMkLst>
          <pc:docMk/>
          <pc:sldMk cId="2366335118" sldId="264"/>
        </pc:sldMkLst>
        <pc:spChg chg="mod">
          <ac:chgData name="KIRAN KUMAR GANTA" userId="04d4457b2c6f4d58" providerId="LiveId" clId="{7732D2CA-B0F2-4067-A0C8-DF1E5A25DBD1}" dt="2023-02-24T17:04:59.908" v="26" actId="14100"/>
          <ac:spMkLst>
            <pc:docMk/>
            <pc:sldMk cId="2366335118" sldId="264"/>
            <ac:spMk id="3" creationId="{12232249-F00A-336E-BF6A-27A16CE2F241}"/>
          </ac:spMkLst>
        </pc:spChg>
      </pc:sldChg>
      <pc:sldChg chg="modSp mod">
        <pc:chgData name="KIRAN KUMAR GANTA" userId="04d4457b2c6f4d58" providerId="LiveId" clId="{7732D2CA-B0F2-4067-A0C8-DF1E5A25DBD1}" dt="2023-02-24T17:05:19.355" v="30" actId="14100"/>
        <pc:sldMkLst>
          <pc:docMk/>
          <pc:sldMk cId="3726046492" sldId="265"/>
        </pc:sldMkLst>
        <pc:spChg chg="mod">
          <ac:chgData name="KIRAN KUMAR GANTA" userId="04d4457b2c6f4d58" providerId="LiveId" clId="{7732D2CA-B0F2-4067-A0C8-DF1E5A25DBD1}" dt="2023-02-24T17:05:19.355" v="30" actId="14100"/>
          <ac:spMkLst>
            <pc:docMk/>
            <pc:sldMk cId="3726046492" sldId="265"/>
            <ac:spMk id="3" creationId="{9F32EDFA-9473-79EE-0F35-48D6FE17308F}"/>
          </ac:spMkLst>
        </pc:spChg>
      </pc:sldChg>
      <pc:sldChg chg="modSp mod">
        <pc:chgData name="KIRAN KUMAR GANTA" userId="04d4457b2c6f4d58" providerId="LiveId" clId="{7732D2CA-B0F2-4067-A0C8-DF1E5A25DBD1}" dt="2023-02-24T17:05:39.297" v="34" actId="14100"/>
        <pc:sldMkLst>
          <pc:docMk/>
          <pc:sldMk cId="1208186571" sldId="266"/>
        </pc:sldMkLst>
        <pc:spChg chg="mod">
          <ac:chgData name="KIRAN KUMAR GANTA" userId="04d4457b2c6f4d58" providerId="LiveId" clId="{7732D2CA-B0F2-4067-A0C8-DF1E5A25DBD1}" dt="2023-02-24T17:05:39.297" v="34" actId="14100"/>
          <ac:spMkLst>
            <pc:docMk/>
            <pc:sldMk cId="1208186571" sldId="266"/>
            <ac:spMk id="3" creationId="{F1C208E4-8FE0-3F9B-F449-7A80C294134C}"/>
          </ac:spMkLst>
        </pc:spChg>
      </pc:sldChg>
      <pc:sldChg chg="modSp mod">
        <pc:chgData name="KIRAN KUMAR GANTA" userId="04d4457b2c6f4d58" providerId="LiveId" clId="{7732D2CA-B0F2-4067-A0C8-DF1E5A25DBD1}" dt="2023-02-24T17:05:59.654" v="37" actId="14100"/>
        <pc:sldMkLst>
          <pc:docMk/>
          <pc:sldMk cId="1105230622" sldId="267"/>
        </pc:sldMkLst>
        <pc:spChg chg="mod">
          <ac:chgData name="KIRAN KUMAR GANTA" userId="04d4457b2c6f4d58" providerId="LiveId" clId="{7732D2CA-B0F2-4067-A0C8-DF1E5A25DBD1}" dt="2023-02-24T17:05:59.654" v="37" actId="14100"/>
          <ac:spMkLst>
            <pc:docMk/>
            <pc:sldMk cId="1105230622" sldId="267"/>
            <ac:spMk id="3" creationId="{4FE0DC40-B0EA-D63B-E4B6-70164DE9D2E3}"/>
          </ac:spMkLst>
        </pc:spChg>
      </pc:sldChg>
      <pc:sldChg chg="modSp mod">
        <pc:chgData name="KIRAN KUMAR GANTA" userId="04d4457b2c6f4d58" providerId="LiveId" clId="{7732D2CA-B0F2-4067-A0C8-DF1E5A25DBD1}" dt="2023-02-24T17:06:15.554" v="40" actId="14100"/>
        <pc:sldMkLst>
          <pc:docMk/>
          <pc:sldMk cId="921741312" sldId="268"/>
        </pc:sldMkLst>
        <pc:spChg chg="mod">
          <ac:chgData name="KIRAN KUMAR GANTA" userId="04d4457b2c6f4d58" providerId="LiveId" clId="{7732D2CA-B0F2-4067-A0C8-DF1E5A25DBD1}" dt="2023-02-24T17:06:15.554" v="40" actId="14100"/>
          <ac:spMkLst>
            <pc:docMk/>
            <pc:sldMk cId="921741312" sldId="268"/>
            <ac:spMk id="3" creationId="{837DD3FD-F0EB-8CF6-8476-A685D9C43EF1}"/>
          </ac:spMkLst>
        </pc:spChg>
      </pc:sldChg>
      <pc:sldChg chg="modSp mod">
        <pc:chgData name="KIRAN KUMAR GANTA" userId="04d4457b2c6f4d58" providerId="LiveId" clId="{7732D2CA-B0F2-4067-A0C8-DF1E5A25DBD1}" dt="2023-02-24T17:06:38.871" v="43" actId="14100"/>
        <pc:sldMkLst>
          <pc:docMk/>
          <pc:sldMk cId="3188229740" sldId="269"/>
        </pc:sldMkLst>
        <pc:spChg chg="mod">
          <ac:chgData name="KIRAN KUMAR GANTA" userId="04d4457b2c6f4d58" providerId="LiveId" clId="{7732D2CA-B0F2-4067-A0C8-DF1E5A25DBD1}" dt="2023-02-24T17:06:38.871" v="43" actId="14100"/>
          <ac:spMkLst>
            <pc:docMk/>
            <pc:sldMk cId="3188229740" sldId="269"/>
            <ac:spMk id="3" creationId="{4D6EDC61-D907-181C-909A-F0EF15A8407C}"/>
          </ac:spMkLst>
        </pc:spChg>
      </pc:sldChg>
      <pc:sldChg chg="modSp mod">
        <pc:chgData name="KIRAN KUMAR GANTA" userId="04d4457b2c6f4d58" providerId="LiveId" clId="{7732D2CA-B0F2-4067-A0C8-DF1E5A25DBD1}" dt="2023-02-24T17:06:54.493" v="46" actId="14100"/>
        <pc:sldMkLst>
          <pc:docMk/>
          <pc:sldMk cId="1343770880" sldId="270"/>
        </pc:sldMkLst>
        <pc:spChg chg="mod">
          <ac:chgData name="KIRAN KUMAR GANTA" userId="04d4457b2c6f4d58" providerId="LiveId" clId="{7732D2CA-B0F2-4067-A0C8-DF1E5A25DBD1}" dt="2023-02-24T17:06:54.493" v="46" actId="14100"/>
          <ac:spMkLst>
            <pc:docMk/>
            <pc:sldMk cId="1343770880" sldId="270"/>
            <ac:spMk id="3" creationId="{1FEB0B71-DE53-634B-274E-6F27A9B49692}"/>
          </ac:spMkLst>
        </pc:spChg>
      </pc:sldChg>
      <pc:sldChg chg="modSp mod">
        <pc:chgData name="KIRAN KUMAR GANTA" userId="04d4457b2c6f4d58" providerId="LiveId" clId="{7732D2CA-B0F2-4067-A0C8-DF1E5A25DBD1}" dt="2023-02-24T17:07:10.669" v="49" actId="14100"/>
        <pc:sldMkLst>
          <pc:docMk/>
          <pc:sldMk cId="2758500736" sldId="271"/>
        </pc:sldMkLst>
        <pc:spChg chg="mod">
          <ac:chgData name="KIRAN KUMAR GANTA" userId="04d4457b2c6f4d58" providerId="LiveId" clId="{7732D2CA-B0F2-4067-A0C8-DF1E5A25DBD1}" dt="2023-02-24T17:07:10.669" v="49" actId="14100"/>
          <ac:spMkLst>
            <pc:docMk/>
            <pc:sldMk cId="2758500736" sldId="271"/>
            <ac:spMk id="3" creationId="{84B8E209-D197-54D2-FA90-614220DCAA3C}"/>
          </ac:spMkLst>
        </pc:spChg>
      </pc:sldChg>
      <pc:sldChg chg="modSp mod">
        <pc:chgData name="KIRAN KUMAR GANTA" userId="04d4457b2c6f4d58" providerId="LiveId" clId="{7732D2CA-B0F2-4067-A0C8-DF1E5A25DBD1}" dt="2023-02-24T17:07:27.253" v="52" actId="14100"/>
        <pc:sldMkLst>
          <pc:docMk/>
          <pc:sldMk cId="3653190127" sldId="272"/>
        </pc:sldMkLst>
        <pc:spChg chg="mod">
          <ac:chgData name="KIRAN KUMAR GANTA" userId="04d4457b2c6f4d58" providerId="LiveId" clId="{7732D2CA-B0F2-4067-A0C8-DF1E5A25DBD1}" dt="2023-02-24T17:07:27.253" v="52" actId="14100"/>
          <ac:spMkLst>
            <pc:docMk/>
            <pc:sldMk cId="3653190127" sldId="272"/>
            <ac:spMk id="3" creationId="{506F231C-6208-F025-E6AF-A625BE35EB83}"/>
          </ac:spMkLst>
        </pc:spChg>
      </pc:sldChg>
      <pc:sldChg chg="modSp mod">
        <pc:chgData name="KIRAN KUMAR GANTA" userId="04d4457b2c6f4d58" providerId="LiveId" clId="{7732D2CA-B0F2-4067-A0C8-DF1E5A25DBD1}" dt="2023-02-24T17:07:49.071" v="56" actId="14100"/>
        <pc:sldMkLst>
          <pc:docMk/>
          <pc:sldMk cId="3695859695" sldId="273"/>
        </pc:sldMkLst>
        <pc:spChg chg="mod">
          <ac:chgData name="KIRAN KUMAR GANTA" userId="04d4457b2c6f4d58" providerId="LiveId" clId="{7732D2CA-B0F2-4067-A0C8-DF1E5A25DBD1}" dt="2023-02-24T17:07:49.071" v="56" actId="14100"/>
          <ac:spMkLst>
            <pc:docMk/>
            <pc:sldMk cId="3695859695" sldId="273"/>
            <ac:spMk id="3" creationId="{08FB23B5-8DA9-7542-5D8E-8BA2B36C5599}"/>
          </ac:spMkLst>
        </pc:spChg>
      </pc:sldChg>
      <pc:sldChg chg="modSp mod">
        <pc:chgData name="KIRAN KUMAR GANTA" userId="04d4457b2c6f4d58" providerId="LiveId" clId="{7732D2CA-B0F2-4067-A0C8-DF1E5A25DBD1}" dt="2023-02-24T17:08:11.762" v="60" actId="14100"/>
        <pc:sldMkLst>
          <pc:docMk/>
          <pc:sldMk cId="2026968352" sldId="274"/>
        </pc:sldMkLst>
        <pc:spChg chg="mod">
          <ac:chgData name="KIRAN KUMAR GANTA" userId="04d4457b2c6f4d58" providerId="LiveId" clId="{7732D2CA-B0F2-4067-A0C8-DF1E5A25DBD1}" dt="2023-02-24T17:08:11.762" v="60" actId="14100"/>
          <ac:spMkLst>
            <pc:docMk/>
            <pc:sldMk cId="2026968352" sldId="274"/>
            <ac:spMk id="3" creationId="{668703F4-1813-892A-D70C-11718D503101}"/>
          </ac:spMkLst>
        </pc:spChg>
      </pc:sldChg>
      <pc:sldChg chg="modSp mod">
        <pc:chgData name="KIRAN KUMAR GANTA" userId="04d4457b2c6f4d58" providerId="LiveId" clId="{7732D2CA-B0F2-4067-A0C8-DF1E5A25DBD1}" dt="2023-02-24T17:08:29.604" v="64" actId="14100"/>
        <pc:sldMkLst>
          <pc:docMk/>
          <pc:sldMk cId="2957383491" sldId="275"/>
        </pc:sldMkLst>
        <pc:spChg chg="mod">
          <ac:chgData name="KIRAN KUMAR GANTA" userId="04d4457b2c6f4d58" providerId="LiveId" clId="{7732D2CA-B0F2-4067-A0C8-DF1E5A25DBD1}" dt="2023-02-24T17:08:29.604" v="64" actId="14100"/>
          <ac:spMkLst>
            <pc:docMk/>
            <pc:sldMk cId="2957383491" sldId="275"/>
            <ac:spMk id="3" creationId="{9C531A27-11BB-3D0C-6631-5379D78E199B}"/>
          </ac:spMkLst>
        </pc:spChg>
      </pc:sldChg>
      <pc:sldChg chg="modSp mod">
        <pc:chgData name="KIRAN KUMAR GANTA" userId="04d4457b2c6f4d58" providerId="LiveId" clId="{7732D2CA-B0F2-4067-A0C8-DF1E5A25DBD1}" dt="2023-02-24T17:08:47.273" v="68" actId="14100"/>
        <pc:sldMkLst>
          <pc:docMk/>
          <pc:sldMk cId="2146524995" sldId="276"/>
        </pc:sldMkLst>
        <pc:spChg chg="mod">
          <ac:chgData name="KIRAN KUMAR GANTA" userId="04d4457b2c6f4d58" providerId="LiveId" clId="{7732D2CA-B0F2-4067-A0C8-DF1E5A25DBD1}" dt="2023-02-24T17:08:47.273" v="68" actId="14100"/>
          <ac:spMkLst>
            <pc:docMk/>
            <pc:sldMk cId="2146524995" sldId="276"/>
            <ac:spMk id="3" creationId="{03CF843A-ACC6-4F63-ED60-590DDF5B439D}"/>
          </ac:spMkLst>
        </pc:spChg>
      </pc:sldChg>
      <pc:sldChg chg="modSp mod">
        <pc:chgData name="KIRAN KUMAR GANTA" userId="04d4457b2c6f4d58" providerId="LiveId" clId="{7732D2CA-B0F2-4067-A0C8-DF1E5A25DBD1}" dt="2023-02-24T17:09:06.537" v="72" actId="14100"/>
        <pc:sldMkLst>
          <pc:docMk/>
          <pc:sldMk cId="1414182164" sldId="277"/>
        </pc:sldMkLst>
        <pc:spChg chg="mod">
          <ac:chgData name="KIRAN KUMAR GANTA" userId="04d4457b2c6f4d58" providerId="LiveId" clId="{7732D2CA-B0F2-4067-A0C8-DF1E5A25DBD1}" dt="2023-02-24T17:09:06.537" v="72" actId="14100"/>
          <ac:spMkLst>
            <pc:docMk/>
            <pc:sldMk cId="1414182164" sldId="277"/>
            <ac:spMk id="3" creationId="{BBA4833D-A393-F722-CAA9-C34A2200418A}"/>
          </ac:spMkLst>
        </pc:spChg>
      </pc:sldChg>
      <pc:sldChg chg="modSp mod">
        <pc:chgData name="KIRAN KUMAR GANTA" userId="04d4457b2c6f4d58" providerId="LiveId" clId="{7732D2CA-B0F2-4067-A0C8-DF1E5A25DBD1}" dt="2023-02-24T17:09:32.334" v="76" actId="14100"/>
        <pc:sldMkLst>
          <pc:docMk/>
          <pc:sldMk cId="3434561862" sldId="278"/>
        </pc:sldMkLst>
        <pc:spChg chg="mod">
          <ac:chgData name="KIRAN KUMAR GANTA" userId="04d4457b2c6f4d58" providerId="LiveId" clId="{7732D2CA-B0F2-4067-A0C8-DF1E5A25DBD1}" dt="2023-02-24T17:09:32.334" v="76" actId="14100"/>
          <ac:spMkLst>
            <pc:docMk/>
            <pc:sldMk cId="3434561862" sldId="278"/>
            <ac:spMk id="3" creationId="{F1CC810F-4B1C-0B6C-E977-549B0ADCCC3B}"/>
          </ac:spMkLst>
        </pc:spChg>
      </pc:sldChg>
      <pc:sldChg chg="modSp mod">
        <pc:chgData name="KIRAN KUMAR GANTA" userId="04d4457b2c6f4d58" providerId="LiveId" clId="{7732D2CA-B0F2-4067-A0C8-DF1E5A25DBD1}" dt="2023-02-24T17:09:48.758" v="80" actId="14100"/>
        <pc:sldMkLst>
          <pc:docMk/>
          <pc:sldMk cId="3425082150" sldId="279"/>
        </pc:sldMkLst>
        <pc:spChg chg="mod">
          <ac:chgData name="KIRAN KUMAR GANTA" userId="04d4457b2c6f4d58" providerId="LiveId" clId="{7732D2CA-B0F2-4067-A0C8-DF1E5A25DBD1}" dt="2023-02-24T17:09:48.758" v="80" actId="14100"/>
          <ac:spMkLst>
            <pc:docMk/>
            <pc:sldMk cId="3425082150" sldId="279"/>
            <ac:spMk id="3" creationId="{98EAFA4C-BD9E-0554-C08A-C8929C9E1305}"/>
          </ac:spMkLst>
        </pc:spChg>
      </pc:sldChg>
      <pc:sldChg chg="modSp mod">
        <pc:chgData name="KIRAN KUMAR GANTA" userId="04d4457b2c6f4d58" providerId="LiveId" clId="{7732D2CA-B0F2-4067-A0C8-DF1E5A25DBD1}" dt="2023-02-24T17:10:06.144" v="84" actId="14100"/>
        <pc:sldMkLst>
          <pc:docMk/>
          <pc:sldMk cId="2076612004" sldId="280"/>
        </pc:sldMkLst>
        <pc:spChg chg="mod">
          <ac:chgData name="KIRAN KUMAR GANTA" userId="04d4457b2c6f4d58" providerId="LiveId" clId="{7732D2CA-B0F2-4067-A0C8-DF1E5A25DBD1}" dt="2023-02-24T17:10:06.144" v="84" actId="14100"/>
          <ac:spMkLst>
            <pc:docMk/>
            <pc:sldMk cId="2076612004" sldId="280"/>
            <ac:spMk id="3" creationId="{C9242765-0CE3-2B9A-CE0B-990E2FFC66CC}"/>
          </ac:spMkLst>
        </pc:spChg>
      </pc:sldChg>
      <pc:sldChg chg="modSp mod">
        <pc:chgData name="KIRAN KUMAR GANTA" userId="04d4457b2c6f4d58" providerId="LiveId" clId="{7732D2CA-B0F2-4067-A0C8-DF1E5A25DBD1}" dt="2023-02-24T17:10:30.935" v="89" actId="14100"/>
        <pc:sldMkLst>
          <pc:docMk/>
          <pc:sldMk cId="2711076953" sldId="281"/>
        </pc:sldMkLst>
        <pc:spChg chg="mod">
          <ac:chgData name="KIRAN KUMAR GANTA" userId="04d4457b2c6f4d58" providerId="LiveId" clId="{7732D2CA-B0F2-4067-A0C8-DF1E5A25DBD1}" dt="2023-02-24T17:10:30.935" v="89" actId="14100"/>
          <ac:spMkLst>
            <pc:docMk/>
            <pc:sldMk cId="2711076953" sldId="281"/>
            <ac:spMk id="3" creationId="{D50209E1-216A-4AEC-B69A-024ED48ABF25}"/>
          </ac:spMkLst>
        </pc:spChg>
      </pc:sldChg>
      <pc:sldChg chg="modSp mod">
        <pc:chgData name="KIRAN KUMAR GANTA" userId="04d4457b2c6f4d58" providerId="LiveId" clId="{7732D2CA-B0F2-4067-A0C8-DF1E5A25DBD1}" dt="2023-02-24T17:10:48.382" v="93" actId="14100"/>
        <pc:sldMkLst>
          <pc:docMk/>
          <pc:sldMk cId="2851204071" sldId="282"/>
        </pc:sldMkLst>
        <pc:spChg chg="mod">
          <ac:chgData name="KIRAN KUMAR GANTA" userId="04d4457b2c6f4d58" providerId="LiveId" clId="{7732D2CA-B0F2-4067-A0C8-DF1E5A25DBD1}" dt="2023-02-24T17:10:48.382" v="93" actId="14100"/>
          <ac:spMkLst>
            <pc:docMk/>
            <pc:sldMk cId="2851204071" sldId="282"/>
            <ac:spMk id="3" creationId="{F12BD6D4-CBAA-AEA2-A98E-E5FE37EC7961}"/>
          </ac:spMkLst>
        </pc:spChg>
      </pc:sldChg>
      <pc:sldChg chg="modSp mod">
        <pc:chgData name="KIRAN KUMAR GANTA" userId="04d4457b2c6f4d58" providerId="LiveId" clId="{7732D2CA-B0F2-4067-A0C8-DF1E5A25DBD1}" dt="2023-02-24T17:11:15.358" v="97" actId="14100"/>
        <pc:sldMkLst>
          <pc:docMk/>
          <pc:sldMk cId="554223680" sldId="283"/>
        </pc:sldMkLst>
        <pc:spChg chg="mod">
          <ac:chgData name="KIRAN KUMAR GANTA" userId="04d4457b2c6f4d58" providerId="LiveId" clId="{7732D2CA-B0F2-4067-A0C8-DF1E5A25DBD1}" dt="2023-02-24T17:11:15.358" v="97" actId="14100"/>
          <ac:spMkLst>
            <pc:docMk/>
            <pc:sldMk cId="554223680" sldId="283"/>
            <ac:spMk id="3" creationId="{07EFD1C8-9DB6-76A3-652E-782D67431108}"/>
          </ac:spMkLst>
        </pc:spChg>
      </pc:sldChg>
      <pc:sldChg chg="modSp mod">
        <pc:chgData name="KIRAN KUMAR GANTA" userId="04d4457b2c6f4d58" providerId="LiveId" clId="{7732D2CA-B0F2-4067-A0C8-DF1E5A25DBD1}" dt="2023-02-24T17:11:35.047" v="101" actId="14100"/>
        <pc:sldMkLst>
          <pc:docMk/>
          <pc:sldMk cId="3048807994" sldId="284"/>
        </pc:sldMkLst>
        <pc:spChg chg="mod">
          <ac:chgData name="KIRAN KUMAR GANTA" userId="04d4457b2c6f4d58" providerId="LiveId" clId="{7732D2CA-B0F2-4067-A0C8-DF1E5A25DBD1}" dt="2023-02-24T17:11:35.047" v="101" actId="14100"/>
          <ac:spMkLst>
            <pc:docMk/>
            <pc:sldMk cId="3048807994" sldId="284"/>
            <ac:spMk id="3" creationId="{F1A50A26-F082-840C-73DB-10EA2A889E6D}"/>
          </ac:spMkLst>
        </pc:spChg>
      </pc:sldChg>
      <pc:sldChg chg="modSp mod">
        <pc:chgData name="KIRAN KUMAR GANTA" userId="04d4457b2c6f4d58" providerId="LiveId" clId="{7732D2CA-B0F2-4067-A0C8-DF1E5A25DBD1}" dt="2023-02-24T17:11:55.034" v="105" actId="14100"/>
        <pc:sldMkLst>
          <pc:docMk/>
          <pc:sldMk cId="3989849634" sldId="285"/>
        </pc:sldMkLst>
        <pc:spChg chg="mod">
          <ac:chgData name="KIRAN KUMAR GANTA" userId="04d4457b2c6f4d58" providerId="LiveId" clId="{7732D2CA-B0F2-4067-A0C8-DF1E5A25DBD1}" dt="2023-02-24T17:11:55.034" v="105" actId="14100"/>
          <ac:spMkLst>
            <pc:docMk/>
            <pc:sldMk cId="3989849634" sldId="285"/>
            <ac:spMk id="3" creationId="{E585D727-34B0-2473-5288-8831680C0560}"/>
          </ac:spMkLst>
        </pc:spChg>
      </pc:sldChg>
      <pc:sldChg chg="modSp mod">
        <pc:chgData name="KIRAN KUMAR GANTA" userId="04d4457b2c6f4d58" providerId="LiveId" clId="{7732D2CA-B0F2-4067-A0C8-DF1E5A25DBD1}" dt="2023-02-24T17:12:13.890" v="109" actId="14100"/>
        <pc:sldMkLst>
          <pc:docMk/>
          <pc:sldMk cId="2385653247" sldId="286"/>
        </pc:sldMkLst>
        <pc:spChg chg="mod">
          <ac:chgData name="KIRAN KUMAR GANTA" userId="04d4457b2c6f4d58" providerId="LiveId" clId="{7732D2CA-B0F2-4067-A0C8-DF1E5A25DBD1}" dt="2023-02-24T17:12:13.890" v="109" actId="14100"/>
          <ac:spMkLst>
            <pc:docMk/>
            <pc:sldMk cId="2385653247" sldId="286"/>
            <ac:spMk id="3" creationId="{365A3785-C94D-22E4-D230-91E8CF97454C}"/>
          </ac:spMkLst>
        </pc:spChg>
      </pc:sldChg>
      <pc:sldChg chg="modSp mod">
        <pc:chgData name="KIRAN KUMAR GANTA" userId="04d4457b2c6f4d58" providerId="LiveId" clId="{7732D2CA-B0F2-4067-A0C8-DF1E5A25DBD1}" dt="2023-02-24T17:12:34.270" v="113" actId="14100"/>
        <pc:sldMkLst>
          <pc:docMk/>
          <pc:sldMk cId="1075459983" sldId="287"/>
        </pc:sldMkLst>
        <pc:spChg chg="mod">
          <ac:chgData name="KIRAN KUMAR GANTA" userId="04d4457b2c6f4d58" providerId="LiveId" clId="{7732D2CA-B0F2-4067-A0C8-DF1E5A25DBD1}" dt="2023-02-24T17:12:34.270" v="113" actId="14100"/>
          <ac:spMkLst>
            <pc:docMk/>
            <pc:sldMk cId="1075459983" sldId="287"/>
            <ac:spMk id="3" creationId="{67861C45-1915-7E28-1458-CDD63317952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41859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99174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51196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34509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7979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43441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7870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49007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40357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465625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6547809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036138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4311980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0566764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4909879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74603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19148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509A250-FF31-4206-8172-F9D3106AACB1}" type="datetimeFigureOut">
              <a:rPr lang="en-US" smtClean="0"/>
              <a:t>5/17/2026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130106805"/>
      </p:ext>
    </p:extLst>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376A0A9-866E-35A2-B545-C7DB27F4E71E}"/>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1AC1FED5-8C91-B88B-5048-E1C2B47A15F3}"/>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6" name="Title 5">
            <a:extLst>
              <a:ext uri="{FF2B5EF4-FFF2-40B4-BE49-F238E27FC236}">
                <a16:creationId xmlns:a16="http://schemas.microsoft.com/office/drawing/2014/main" id="{D527DE88-029D-7DEF-48A9-4A2AB0B5DAFD}"/>
              </a:ext>
            </a:extLst>
          </p:cNvPr>
          <p:cNvSpPr>
            <a:spLocks noGrp="1"/>
          </p:cNvSpPr>
          <p:nvPr>
            <p:ph type="ctrTitle"/>
          </p:nvPr>
        </p:nvSpPr>
        <p:spPr>
          <a:xfrm>
            <a:off x="1442869" y="1563093"/>
            <a:ext cx="9001462" cy="930049"/>
          </a:xfrm>
        </p:spPr>
        <p:txBody>
          <a:bodyPr>
            <a:normAutofit/>
          </a:bodyPr>
          <a:lstStyle/>
          <a:p>
            <a:r>
              <a:rPr lang="en-US" sz="3400" dirty="0"/>
              <a:t>Profit and loss</a:t>
            </a:r>
            <a:endParaRPr lang="en-IN" sz="3400" dirty="0"/>
          </a:p>
        </p:txBody>
      </p:sp>
    </p:spTree>
    <p:extLst>
      <p:ext uri="{BB962C8B-B14F-4D97-AF65-F5344CB8AC3E}">
        <p14:creationId xmlns:p14="http://schemas.microsoft.com/office/powerpoint/2010/main" val="3096221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26226-37B8-21DD-9279-01B83080448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153BD35-383C-99AF-19C8-AAF4C5188A5D}"/>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9B093BA2-3407-242D-10C6-B2A584613275}"/>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231308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25DC3E-2454-8DA3-9DD3-8254F51563EE}"/>
              </a:ext>
            </a:extLst>
          </p:cNvPr>
          <p:cNvSpPr>
            <a:spLocks noGrp="1"/>
          </p:cNvSpPr>
          <p:nvPr>
            <p:ph idx="1"/>
          </p:nvPr>
        </p:nvSpPr>
        <p:spPr>
          <a:xfrm>
            <a:off x="441506" y="255382"/>
            <a:ext cx="9714866" cy="4504426"/>
          </a:xfrm>
        </p:spPr>
        <p:txBody>
          <a:bodyPr>
            <a:normAutofit/>
          </a:bodyPr>
          <a:lstStyle/>
          <a:p>
            <a:pPr marL="457200" indent="-457200" algn="just">
              <a:lnSpc>
                <a:spcPct val="150000"/>
              </a:lnSpc>
              <a:buAutoNum type="arabicPeriod"/>
            </a:pPr>
            <a:r>
              <a:rPr lang="en-IN" sz="2300" b="1" dirty="0">
                <a:latin typeface="Bookman Old Style" pitchFamily="18" charset="0"/>
                <a:cs typeface="Times New Roman" panose="02020603050405020304" pitchFamily="18" charset="0"/>
              </a:rPr>
              <a:t>A man purchased a mobile for Rs.1200 and spent Rs. 200 on it’s repair . He sold it for Rs.1680. His profit percentage is :</a:t>
            </a:r>
          </a:p>
          <a:p>
            <a:pPr marL="457200" indent="-457200" algn="just">
              <a:lnSpc>
                <a:spcPct val="150000"/>
              </a:lnSpc>
              <a:buAutoNum type="alphaLcPeriod"/>
            </a:pPr>
            <a:r>
              <a:rPr lang="en-IN" sz="2300" b="1" dirty="0">
                <a:latin typeface="Bookman Old Style" pitchFamily="18" charset="0"/>
                <a:cs typeface="Times New Roman" panose="02020603050405020304" pitchFamily="18" charset="0"/>
              </a:rPr>
              <a:t>10%      </a:t>
            </a:r>
          </a:p>
          <a:p>
            <a:pPr marL="0" indent="0" algn="just">
              <a:lnSpc>
                <a:spcPct val="150000"/>
              </a:lnSpc>
              <a:buNone/>
            </a:pPr>
            <a:r>
              <a:rPr lang="en-IN" sz="2300" b="1" dirty="0">
                <a:latin typeface="Bookman Old Style" pitchFamily="18" charset="0"/>
                <a:cs typeface="Times New Roman" panose="02020603050405020304" pitchFamily="18" charset="0"/>
              </a:rPr>
              <a:t>b. 20% </a:t>
            </a:r>
          </a:p>
          <a:p>
            <a:pPr marL="0" indent="0" algn="just">
              <a:lnSpc>
                <a:spcPct val="150000"/>
              </a:lnSpc>
              <a:buNone/>
            </a:pPr>
            <a:r>
              <a:rPr lang="en-IN" sz="2300" b="1" dirty="0">
                <a:latin typeface="Bookman Old Style" pitchFamily="18" charset="0"/>
                <a:cs typeface="Times New Roman" panose="02020603050405020304" pitchFamily="18" charset="0"/>
              </a:rPr>
              <a:t> c. 8% </a:t>
            </a:r>
          </a:p>
          <a:p>
            <a:pPr marL="0" indent="0" algn="just">
              <a:lnSpc>
                <a:spcPct val="150000"/>
              </a:lnSpc>
              <a:buNone/>
            </a:pPr>
            <a:r>
              <a:rPr lang="en-IN" sz="2300" b="1" dirty="0">
                <a:latin typeface="Bookman Old Style" pitchFamily="18" charset="0"/>
                <a:cs typeface="Times New Roman" panose="02020603050405020304" pitchFamily="18" charset="0"/>
              </a:rPr>
              <a:t> d. 30%</a:t>
            </a:r>
          </a:p>
        </p:txBody>
      </p:sp>
      <p:pic>
        <p:nvPicPr>
          <p:cNvPr id="2" name="Picture 1" descr="A yellow and blue sign with words">
            <a:extLst>
              <a:ext uri="{FF2B5EF4-FFF2-40B4-BE49-F238E27FC236}">
                <a16:creationId xmlns:a16="http://schemas.microsoft.com/office/drawing/2014/main" id="{83D65938-E035-8E01-3D69-D2F21629A0F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54231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3E389-C087-D372-E292-91E6BF9B709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48AAD8-3300-08A2-950F-16846865B856}"/>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latin typeface="Bookman Old Style" pitchFamily="18" charset="0"/>
                <a:cs typeface="Times New Roman" panose="02020603050405020304" pitchFamily="18" charset="0"/>
              </a:rPr>
              <a:t>2. A shopkeeper purchased a box for Rs. 300. At what price he has to sell the box to get a gain 20%</a:t>
            </a:r>
          </a:p>
          <a:p>
            <a:pPr marL="0" indent="0" algn="just">
              <a:lnSpc>
                <a:spcPct val="150000"/>
              </a:lnSpc>
              <a:buNone/>
            </a:pPr>
            <a:r>
              <a:rPr lang="en-IN" sz="2400" b="1" dirty="0">
                <a:latin typeface="Bookman Old Style" pitchFamily="18" charset="0"/>
                <a:cs typeface="Times New Roman" panose="02020603050405020304" pitchFamily="18" charset="0"/>
              </a:rPr>
              <a:t>   a. 340      </a:t>
            </a:r>
          </a:p>
          <a:p>
            <a:pPr marL="0" indent="0" algn="just">
              <a:lnSpc>
                <a:spcPct val="150000"/>
              </a:lnSpc>
              <a:buNone/>
            </a:pPr>
            <a:r>
              <a:rPr lang="en-IN" sz="2400" b="1" dirty="0">
                <a:latin typeface="Bookman Old Style" pitchFamily="18" charset="0"/>
                <a:cs typeface="Times New Roman" panose="02020603050405020304" pitchFamily="18" charset="0"/>
              </a:rPr>
              <a:t>   b. 360       </a:t>
            </a:r>
          </a:p>
          <a:p>
            <a:pPr marL="0" indent="0" algn="just">
              <a:lnSpc>
                <a:spcPct val="150000"/>
              </a:lnSpc>
              <a:buNone/>
            </a:pPr>
            <a:r>
              <a:rPr lang="en-IN" sz="2400" b="1" dirty="0">
                <a:latin typeface="Bookman Old Style" pitchFamily="18" charset="0"/>
                <a:cs typeface="Times New Roman" panose="02020603050405020304" pitchFamily="18" charset="0"/>
              </a:rPr>
              <a:t>  c.400          </a:t>
            </a:r>
          </a:p>
          <a:p>
            <a:pPr marL="0" indent="0" algn="just">
              <a:lnSpc>
                <a:spcPct val="150000"/>
              </a:lnSpc>
              <a:buNone/>
            </a:pPr>
            <a:r>
              <a:rPr lang="en-IN" sz="2400" b="1" dirty="0">
                <a:latin typeface="Bookman Old Style" pitchFamily="18" charset="0"/>
                <a:cs typeface="Times New Roman" panose="02020603050405020304" pitchFamily="18" charset="0"/>
              </a:rPr>
              <a:t>  d. 420</a:t>
            </a:r>
          </a:p>
          <a:p>
            <a:pPr marL="0" indent="0" algn="just">
              <a:lnSpc>
                <a:spcPct val="150000"/>
              </a:lnSpc>
              <a:buNone/>
            </a:pP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DBFF822E-D114-1291-9B3E-9F1577257E59}"/>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553840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22677-9E05-B6CC-50BE-28776D941861}"/>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33D01FC-6BD6-F22C-9840-86F8B6962497}"/>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latin typeface="Bookman Old Style" pitchFamily="18" charset="0"/>
                    <a:cs typeface="Times New Roman" panose="02020603050405020304" pitchFamily="18" charset="0"/>
                  </a:rPr>
                  <a:t>3. Find the cost price of an article which is sold at 1470₹ at a profit of 16</a:t>
                </a:r>
                <a14:m>
                  <m:oMath xmlns:m="http://schemas.openxmlformats.org/officeDocument/2006/math">
                    <m:f>
                      <m:fPr>
                        <m:ctrlPr>
                          <a:rPr lang="en-IN" sz="2400" b="1" i="1">
                            <a:latin typeface="Cambria Math" panose="02040503050406030204" pitchFamily="18" charset="0"/>
                            <a:cs typeface="Times New Roman" panose="02020603050405020304" pitchFamily="18" charset="0"/>
                          </a:rPr>
                        </m:ctrlPr>
                      </m:fPr>
                      <m:num>
                        <m:r>
                          <a:rPr lang="en-US" sz="2400" b="1" i="1">
                            <a:latin typeface="Cambria Math"/>
                            <a:cs typeface="Times New Roman" panose="02020603050405020304" pitchFamily="18" charset="0"/>
                          </a:rPr>
                          <m:t>𝟐</m:t>
                        </m:r>
                      </m:num>
                      <m:den>
                        <m:r>
                          <a:rPr lang="en-US" sz="2400" b="1" i="1">
                            <a:latin typeface="Cambria Math"/>
                            <a:cs typeface="Times New Roman" panose="02020603050405020304" pitchFamily="18" charset="0"/>
                          </a:rPr>
                          <m:t>𝟑</m:t>
                        </m:r>
                      </m:den>
                    </m:f>
                  </m:oMath>
                </a14:m>
                <a:r>
                  <a:rPr lang="en-IN" sz="2400" b="1" dirty="0">
                    <a:latin typeface="Bookman Old Style" pitchFamily="18" charset="0"/>
                    <a:cs typeface="Times New Roman" panose="02020603050405020304" pitchFamily="18" charset="0"/>
                  </a:rPr>
                  <a:t> % ?</a:t>
                </a:r>
              </a:p>
              <a:p>
                <a:pPr marL="0" indent="0" algn="just">
                  <a:lnSpc>
                    <a:spcPct val="150000"/>
                  </a:lnSpc>
                  <a:buNone/>
                </a:pPr>
                <a:r>
                  <a:rPr lang="en-IN" sz="2400" b="1" dirty="0">
                    <a:latin typeface="Bookman Old Style" pitchFamily="18" charset="0"/>
                    <a:cs typeface="Times New Roman" panose="02020603050405020304" pitchFamily="18" charset="0"/>
                  </a:rPr>
                  <a:t>a)1200        </a:t>
                </a:r>
              </a:p>
              <a:p>
                <a:pPr marL="0" indent="0" algn="just">
                  <a:lnSpc>
                    <a:spcPct val="150000"/>
                  </a:lnSpc>
                  <a:buNone/>
                </a:pPr>
                <a:r>
                  <a:rPr lang="en-IN" sz="2400" b="1" dirty="0">
                    <a:latin typeface="Bookman Old Style" pitchFamily="18" charset="0"/>
                    <a:cs typeface="Times New Roman" panose="02020603050405020304" pitchFamily="18" charset="0"/>
                  </a:rPr>
                  <a:t> b)1260  </a:t>
                </a:r>
              </a:p>
              <a:p>
                <a:pPr marL="0" indent="0" algn="just">
                  <a:lnSpc>
                    <a:spcPct val="150000"/>
                  </a:lnSpc>
                  <a:buNone/>
                </a:pPr>
                <a:r>
                  <a:rPr lang="en-IN" sz="2400" b="1" dirty="0">
                    <a:latin typeface="Bookman Old Style" pitchFamily="18" charset="0"/>
                    <a:cs typeface="Times New Roman" panose="02020603050405020304" pitchFamily="18" charset="0"/>
                  </a:rPr>
                  <a:t> c)1300   </a:t>
                </a:r>
              </a:p>
              <a:p>
                <a:pPr marL="0" indent="0" algn="just">
                  <a:lnSpc>
                    <a:spcPct val="150000"/>
                  </a:lnSpc>
                  <a:buNone/>
                </a:pPr>
                <a:r>
                  <a:rPr lang="en-IN" sz="2400" b="1" dirty="0">
                    <a:latin typeface="Bookman Old Style" pitchFamily="18" charset="0"/>
                    <a:cs typeface="Times New Roman" panose="02020603050405020304" pitchFamily="18" charset="0"/>
                  </a:rPr>
                  <a:t> d)1350</a:t>
                </a:r>
              </a:p>
              <a:p>
                <a:pPr marL="0" indent="0" algn="just">
                  <a:lnSpc>
                    <a:spcPct val="150000"/>
                  </a:lnSpc>
                  <a:buNone/>
                </a:pPr>
                <a:endParaRPr lang="en-IN" sz="2300" b="1" dirty="0">
                  <a:latin typeface="Bookman Old Style"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433D01FC-6BD6-F22C-9840-86F8B6962497}"/>
                  </a:ext>
                </a:extLst>
              </p:cNvPr>
              <p:cNvSpPr>
                <a:spLocks noGrp="1" noRot="1" noChangeAspect="1" noMove="1" noResize="1" noEditPoints="1" noAdjustHandles="1" noChangeArrowheads="1" noChangeShapeType="1" noTextEdit="1"/>
              </p:cNvSpPr>
              <p:nvPr>
                <p:ph idx="1"/>
              </p:nvPr>
            </p:nvSpPr>
            <p:spPr>
              <a:xfrm>
                <a:off x="441506" y="255382"/>
                <a:ext cx="9714866" cy="4504426"/>
              </a:xfrm>
              <a:blipFill>
                <a:blip r:embed="rId2"/>
                <a:stretch>
                  <a:fillRect l="-1066" r="-1380"/>
                </a:stretch>
              </a:blipFill>
            </p:spPr>
            <p:txBody>
              <a:bodyPr/>
              <a:lstStyle/>
              <a:p>
                <a:r>
                  <a:rPr lang="en-IN">
                    <a:noFill/>
                  </a:rPr>
                  <a:t> </a:t>
                </a:r>
              </a:p>
            </p:txBody>
          </p:sp>
        </mc:Fallback>
      </mc:AlternateContent>
      <p:pic>
        <p:nvPicPr>
          <p:cNvPr id="2" name="Picture 1" descr="A yellow and blue sign with words">
            <a:extLst>
              <a:ext uri="{FF2B5EF4-FFF2-40B4-BE49-F238E27FC236}">
                <a16:creationId xmlns:a16="http://schemas.microsoft.com/office/drawing/2014/main" id="{B1E74E36-AC0F-29ED-FB9A-2577A8AF84A6}"/>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923399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91648-A72F-23C2-20A7-72411B8013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9EF341-4E26-D850-F6E3-1EA057B8599C}"/>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latin typeface="Bookman Old Style" pitchFamily="18" charset="0"/>
                <a:cs typeface="Times New Roman" panose="02020603050405020304" pitchFamily="18" charset="0"/>
              </a:rPr>
              <a:t>4.  A man sold a toy for Rs. 10620 but incurred a loss of 10%, if he wants to gain a profit of 12% then how much he has to sell?</a:t>
            </a:r>
          </a:p>
        </p:txBody>
      </p:sp>
      <p:pic>
        <p:nvPicPr>
          <p:cNvPr id="2" name="Picture 1" descr="A yellow and blue sign with words">
            <a:extLst>
              <a:ext uri="{FF2B5EF4-FFF2-40B4-BE49-F238E27FC236}">
                <a16:creationId xmlns:a16="http://schemas.microsoft.com/office/drawing/2014/main" id="{A41B29F1-AD0F-0213-2C47-4F7F4B70A1A0}"/>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595391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7C758-3760-29E1-77D8-8F2FE783A73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E4B9E2-BC45-7751-B188-8B04FA93D9A1}"/>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latin typeface="Bookman Old Style" pitchFamily="18" charset="0"/>
                <a:cs typeface="Times New Roman" panose="02020603050405020304" pitchFamily="18" charset="0"/>
              </a:rPr>
              <a:t>5. A gain of 30% is made by selling a book for Rs. 390 .At what price it should be sold to get a gain of 25% ?</a:t>
            </a:r>
          </a:p>
          <a:p>
            <a:pPr marL="0" indent="0" algn="just">
              <a:lnSpc>
                <a:spcPct val="150000"/>
              </a:lnSpc>
              <a:buNone/>
            </a:pPr>
            <a:r>
              <a:rPr lang="en-IN" sz="2400" b="1" dirty="0">
                <a:latin typeface="Bookman Old Style" pitchFamily="18" charset="0"/>
                <a:cs typeface="Times New Roman" panose="02020603050405020304" pitchFamily="18" charset="0"/>
              </a:rPr>
              <a:t>  a. 365         </a:t>
            </a:r>
          </a:p>
          <a:p>
            <a:pPr marL="0" indent="0" algn="just">
              <a:lnSpc>
                <a:spcPct val="150000"/>
              </a:lnSpc>
              <a:buNone/>
            </a:pPr>
            <a:r>
              <a:rPr lang="en-IN" sz="2400" b="1" dirty="0">
                <a:latin typeface="Bookman Old Style" pitchFamily="18" charset="0"/>
                <a:cs typeface="Times New Roman" panose="02020603050405020304" pitchFamily="18" charset="0"/>
              </a:rPr>
              <a:t>  b. 400            </a:t>
            </a:r>
          </a:p>
          <a:p>
            <a:pPr marL="0" indent="0" algn="just">
              <a:lnSpc>
                <a:spcPct val="150000"/>
              </a:lnSpc>
              <a:buNone/>
            </a:pPr>
            <a:r>
              <a:rPr lang="en-IN" sz="2400" b="1" dirty="0">
                <a:latin typeface="Bookman Old Style" pitchFamily="18" charset="0"/>
                <a:cs typeface="Times New Roman" panose="02020603050405020304" pitchFamily="18" charset="0"/>
              </a:rPr>
              <a:t>c. 375               </a:t>
            </a:r>
          </a:p>
          <a:p>
            <a:pPr marL="0" indent="0" algn="just">
              <a:lnSpc>
                <a:spcPct val="150000"/>
              </a:lnSpc>
              <a:buNone/>
            </a:pPr>
            <a:r>
              <a:rPr lang="en-IN" sz="2400" b="1" dirty="0">
                <a:latin typeface="Bookman Old Style" pitchFamily="18" charset="0"/>
                <a:cs typeface="Times New Roman" panose="02020603050405020304" pitchFamily="18" charset="0"/>
              </a:rPr>
              <a:t> d. 325</a:t>
            </a:r>
          </a:p>
          <a:p>
            <a:pPr marL="0" indent="0" algn="just">
              <a:lnSpc>
                <a:spcPct val="150000"/>
              </a:lnSpc>
              <a:buNone/>
            </a:pP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311AF7FA-85FA-644D-C08D-FDD0BA373789}"/>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946945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5CEE2-0D20-5327-A4C4-472AA637465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8A7AE4-3419-358B-ACC3-821FEB31B75E}"/>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latin typeface="Bookman Old Style" pitchFamily="18" charset="0"/>
                <a:cs typeface="Times New Roman" panose="02020603050405020304" pitchFamily="18" charset="0"/>
              </a:rPr>
              <a:t>6. By selling a watch for Rs. 480 , a profit of 20% is made . What is the gain or loss percentage , if it is sold for Rs. 380 ?</a:t>
            </a:r>
          </a:p>
          <a:p>
            <a:pPr marL="0" indent="0" algn="just">
              <a:lnSpc>
                <a:spcPct val="150000"/>
              </a:lnSpc>
              <a:buNone/>
            </a:pPr>
            <a:r>
              <a:rPr lang="en-IN" sz="2400" b="1" dirty="0">
                <a:latin typeface="Bookman Old Style" pitchFamily="18" charset="0"/>
                <a:cs typeface="Times New Roman" panose="02020603050405020304" pitchFamily="18" charset="0"/>
              </a:rPr>
              <a:t> a. 10%       </a:t>
            </a:r>
          </a:p>
          <a:p>
            <a:pPr marL="0" indent="0" algn="just">
              <a:lnSpc>
                <a:spcPct val="150000"/>
              </a:lnSpc>
              <a:buNone/>
            </a:pPr>
            <a:r>
              <a:rPr lang="en-IN" sz="2400" b="1" dirty="0">
                <a:latin typeface="Bookman Old Style" pitchFamily="18" charset="0"/>
                <a:cs typeface="Times New Roman" panose="02020603050405020304" pitchFamily="18" charset="0"/>
              </a:rPr>
              <a:t> b. 15%         </a:t>
            </a:r>
          </a:p>
          <a:p>
            <a:pPr marL="0" indent="0" algn="just">
              <a:lnSpc>
                <a:spcPct val="150000"/>
              </a:lnSpc>
              <a:buNone/>
            </a:pPr>
            <a:r>
              <a:rPr lang="en-IN" sz="2400" b="1" dirty="0">
                <a:latin typeface="Bookman Old Style" pitchFamily="18" charset="0"/>
                <a:cs typeface="Times New Roman" panose="02020603050405020304" pitchFamily="18" charset="0"/>
              </a:rPr>
              <a:t> c. 20%          </a:t>
            </a:r>
          </a:p>
          <a:p>
            <a:pPr marL="0" indent="0" algn="just">
              <a:lnSpc>
                <a:spcPct val="150000"/>
              </a:lnSpc>
              <a:buNone/>
            </a:pPr>
            <a:r>
              <a:rPr lang="en-IN" sz="2400" b="1" dirty="0">
                <a:latin typeface="Bookman Old Style" pitchFamily="18" charset="0"/>
                <a:cs typeface="Times New Roman" panose="02020603050405020304" pitchFamily="18" charset="0"/>
              </a:rPr>
              <a:t>  d. 5%</a:t>
            </a:r>
          </a:p>
          <a:p>
            <a:pPr marL="0" indent="0" algn="just">
              <a:lnSpc>
                <a:spcPct val="150000"/>
              </a:lnSpc>
              <a:buNone/>
            </a:pP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6424C488-7139-A19B-9C1A-BFE530386910}"/>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825686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FE3E7-0C5A-B825-4339-30A324B88A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E6EBD5-6A22-5E1A-7B55-9BA43C634886}"/>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latin typeface="Bookman Old Style" pitchFamily="18" charset="0"/>
                <a:cs typeface="Times New Roman" panose="02020603050405020304" pitchFamily="18" charset="0"/>
              </a:rPr>
              <a:t>7. Ravi sells a book to Raju at 20% profit . Raju sells it to Anand at a gain of 25%. If Anand pays Rs. 225 for it . What did Ravi pay for it ?</a:t>
            </a:r>
          </a:p>
          <a:p>
            <a:pPr marL="0" indent="0" algn="just">
              <a:lnSpc>
                <a:spcPct val="150000"/>
              </a:lnSpc>
              <a:buNone/>
            </a:pPr>
            <a:r>
              <a:rPr lang="en-IN" sz="2400" b="1" dirty="0">
                <a:latin typeface="Bookman Old Style" pitchFamily="18" charset="0"/>
                <a:cs typeface="Times New Roman" panose="02020603050405020304" pitchFamily="18" charset="0"/>
              </a:rPr>
              <a:t>  a. 180          </a:t>
            </a:r>
          </a:p>
          <a:p>
            <a:pPr marL="0" indent="0" algn="just">
              <a:lnSpc>
                <a:spcPct val="150000"/>
              </a:lnSpc>
              <a:buNone/>
            </a:pPr>
            <a:r>
              <a:rPr lang="en-IN" sz="2400" b="1" dirty="0">
                <a:latin typeface="Bookman Old Style" pitchFamily="18" charset="0"/>
                <a:cs typeface="Times New Roman" panose="02020603050405020304" pitchFamily="18" charset="0"/>
              </a:rPr>
              <a:t>  b. 190            </a:t>
            </a:r>
          </a:p>
          <a:p>
            <a:pPr marL="0" indent="0" algn="just">
              <a:lnSpc>
                <a:spcPct val="150000"/>
              </a:lnSpc>
              <a:buNone/>
            </a:pPr>
            <a:r>
              <a:rPr lang="en-IN" sz="2400" b="1" dirty="0">
                <a:latin typeface="Bookman Old Style" pitchFamily="18" charset="0"/>
                <a:cs typeface="Times New Roman" panose="02020603050405020304" pitchFamily="18" charset="0"/>
              </a:rPr>
              <a:t>  c. 200           </a:t>
            </a:r>
          </a:p>
          <a:p>
            <a:pPr marL="0" indent="0" algn="just">
              <a:lnSpc>
                <a:spcPct val="150000"/>
              </a:lnSpc>
              <a:buNone/>
            </a:pPr>
            <a:r>
              <a:rPr lang="en-IN" sz="2400" b="1" dirty="0">
                <a:latin typeface="Bookman Old Style" pitchFamily="18" charset="0"/>
                <a:cs typeface="Times New Roman" panose="02020603050405020304" pitchFamily="18" charset="0"/>
              </a:rPr>
              <a:t>  d. 150</a:t>
            </a:r>
          </a:p>
          <a:p>
            <a:pPr marL="0" indent="0" algn="just">
              <a:lnSpc>
                <a:spcPct val="150000"/>
              </a:lnSpc>
              <a:buNone/>
            </a:pP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5A13C54A-2443-2EE9-846A-B33E8AEA8956}"/>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346238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C0D63-29A6-215C-780A-30BEE460BA9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3BAB3F-F053-CB1E-6DBE-3F6781DF8F8F}"/>
              </a:ext>
            </a:extLst>
          </p:cNvPr>
          <p:cNvSpPr>
            <a:spLocks noGrp="1"/>
          </p:cNvSpPr>
          <p:nvPr>
            <p:ph idx="1"/>
          </p:nvPr>
        </p:nvSpPr>
        <p:spPr>
          <a:xfrm>
            <a:off x="441506" y="255381"/>
            <a:ext cx="9714866" cy="5263675"/>
          </a:xfrm>
        </p:spPr>
        <p:txBody>
          <a:bodyPr>
            <a:noAutofit/>
          </a:bodyPr>
          <a:lstStyle/>
          <a:p>
            <a:pPr marL="0" indent="0" algn="just">
              <a:lnSpc>
                <a:spcPct val="150000"/>
              </a:lnSpc>
              <a:buNone/>
            </a:pPr>
            <a:r>
              <a:rPr lang="en-IN" sz="2300" b="1" dirty="0">
                <a:latin typeface="Bookman Old Style" pitchFamily="18" charset="0"/>
                <a:cs typeface="Times New Roman" panose="02020603050405020304" pitchFamily="18" charset="0"/>
              </a:rPr>
              <a:t>8. </a:t>
            </a:r>
            <a:r>
              <a:rPr lang="en-US" sz="2300" b="1" dirty="0">
                <a:latin typeface="Bookman Old Style" pitchFamily="18" charset="0"/>
                <a:cs typeface="Times New Roman" panose="02020603050405020304" pitchFamily="18" charset="0"/>
              </a:rPr>
              <a:t>Prashant bought a laptop from an electronic shop and sold it to Satish at 25% profit. Satish sold it to Yash at 25% profit. Yash sold it to Shivansh at 20% profit for Rs. 53,250. Find the price at which Prashant bought the laptop.</a:t>
            </a:r>
          </a:p>
          <a:p>
            <a:pPr marL="0" indent="0" algn="just">
              <a:lnSpc>
                <a:spcPct val="150000"/>
              </a:lnSpc>
              <a:buNone/>
            </a:pPr>
            <a:r>
              <a:rPr lang="en-US" sz="2300" b="1" dirty="0">
                <a:latin typeface="Bookman Old Style" pitchFamily="18" charset="0"/>
                <a:cs typeface="Times New Roman" panose="02020603050405020304" pitchFamily="18" charset="0"/>
              </a:rPr>
              <a:t>A. Rs. 20,600</a:t>
            </a:r>
          </a:p>
          <a:p>
            <a:pPr marL="0" indent="0" algn="just">
              <a:lnSpc>
                <a:spcPct val="150000"/>
              </a:lnSpc>
              <a:buNone/>
            </a:pPr>
            <a:r>
              <a:rPr lang="en-US" sz="2300" b="1" dirty="0">
                <a:latin typeface="Bookman Old Style" pitchFamily="18" charset="0"/>
                <a:cs typeface="Times New Roman" panose="02020603050405020304" pitchFamily="18" charset="0"/>
              </a:rPr>
              <a:t>B.  Rs. 28,400</a:t>
            </a:r>
          </a:p>
          <a:p>
            <a:pPr marL="0" indent="0" algn="just">
              <a:lnSpc>
                <a:spcPct val="150000"/>
              </a:lnSpc>
              <a:buNone/>
            </a:pPr>
            <a:r>
              <a:rPr lang="en-US" sz="2300" b="1" dirty="0">
                <a:latin typeface="Bookman Old Style" pitchFamily="18" charset="0"/>
                <a:cs typeface="Times New Roman" panose="02020603050405020304" pitchFamily="18" charset="0"/>
              </a:rPr>
              <a:t>C.  Rs. 25,400</a:t>
            </a:r>
          </a:p>
          <a:p>
            <a:pPr marL="0" indent="0" algn="just">
              <a:lnSpc>
                <a:spcPct val="150000"/>
              </a:lnSpc>
              <a:buNone/>
            </a:pPr>
            <a:r>
              <a:rPr lang="en-US" sz="2300" b="1" dirty="0">
                <a:latin typeface="Bookman Old Style" pitchFamily="18" charset="0"/>
                <a:cs typeface="Times New Roman" panose="02020603050405020304" pitchFamily="18" charset="0"/>
              </a:rPr>
              <a:t>D. Rs. 24000</a:t>
            </a: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AEAB8FB-2DC4-90FB-F521-C7DDCCDAB5CB}"/>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37761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4CF79-EDD4-8795-737A-3C548645B92B}"/>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4F95337-5CDD-DC07-B0C9-6FAC7FDDA988}"/>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latin typeface="Bookman Old Style" pitchFamily="18" charset="0"/>
                    <a:cs typeface="Times New Roman" panose="02020603050405020304" pitchFamily="18" charset="0"/>
                  </a:rPr>
                  <a:t>9. The selling price of 6 bananas is equal to the cost price of 8 bananas . Then the percentage profit is :</a:t>
                </a:r>
              </a:p>
              <a:p>
                <a:pPr marL="0" indent="0" algn="just">
                  <a:lnSpc>
                    <a:spcPct val="150000"/>
                  </a:lnSpc>
                  <a:buNone/>
                </a:pPr>
                <a:r>
                  <a:rPr lang="en-IN" sz="2400" b="1" dirty="0">
                    <a:latin typeface="Bookman Old Style" pitchFamily="18" charset="0"/>
                    <a:cs typeface="Times New Roman" panose="02020603050405020304" pitchFamily="18" charset="0"/>
                  </a:rPr>
                  <a:t> a. 20           </a:t>
                </a:r>
              </a:p>
              <a:p>
                <a:pPr marL="0" indent="0" algn="just">
                  <a:lnSpc>
                    <a:spcPct val="150000"/>
                  </a:lnSpc>
                  <a:buNone/>
                </a:pPr>
                <a:r>
                  <a:rPr lang="en-IN" sz="2400" b="1" dirty="0">
                    <a:latin typeface="Bookman Old Style" pitchFamily="18" charset="0"/>
                    <a:cs typeface="Times New Roman" panose="02020603050405020304" pitchFamily="18" charset="0"/>
                  </a:rPr>
                  <a:t>b. 33 </a:t>
                </a:r>
                <a14:m>
                  <m:oMath xmlns:m="http://schemas.openxmlformats.org/officeDocument/2006/math">
                    <m:f>
                      <m:fPr>
                        <m:ctrlPr>
                          <a:rPr lang="en-IN" sz="2400" b="1" i="1">
                            <a:latin typeface="Cambria Math" panose="02040503050406030204" pitchFamily="18" charset="0"/>
                            <a:cs typeface="Times New Roman" panose="02020603050405020304" pitchFamily="18" charset="0"/>
                          </a:rPr>
                        </m:ctrlPr>
                      </m:fPr>
                      <m:num>
                        <m:r>
                          <a:rPr lang="en-US" sz="2400" b="1" i="1">
                            <a:latin typeface="Cambria Math"/>
                            <a:cs typeface="Times New Roman" panose="02020603050405020304" pitchFamily="18" charset="0"/>
                          </a:rPr>
                          <m:t>𝟏</m:t>
                        </m:r>
                      </m:num>
                      <m:den>
                        <m:r>
                          <a:rPr lang="en-US" sz="2400" b="1" i="1">
                            <a:latin typeface="Cambria Math"/>
                            <a:cs typeface="Times New Roman" panose="02020603050405020304" pitchFamily="18" charset="0"/>
                          </a:rPr>
                          <m:t>𝟑</m:t>
                        </m:r>
                      </m:den>
                    </m:f>
                  </m:oMath>
                </a14:m>
                <a:r>
                  <a:rPr lang="en-IN" sz="2400" b="1" dirty="0">
                    <a:latin typeface="Bookman Old Style" pitchFamily="18" charset="0"/>
                    <a:cs typeface="Times New Roman" panose="02020603050405020304" pitchFamily="18" charset="0"/>
                  </a:rPr>
                  <a:t>         </a:t>
                </a:r>
              </a:p>
              <a:p>
                <a:pPr marL="0" indent="0" algn="just">
                  <a:lnSpc>
                    <a:spcPct val="150000"/>
                  </a:lnSpc>
                  <a:buNone/>
                </a:pPr>
                <a:r>
                  <a:rPr lang="en-IN" sz="2400" b="1" dirty="0">
                    <a:latin typeface="Bookman Old Style" pitchFamily="18" charset="0"/>
                    <a:cs typeface="Times New Roman" panose="02020603050405020304" pitchFamily="18" charset="0"/>
                  </a:rPr>
                  <a:t>c. 25      </a:t>
                </a:r>
              </a:p>
              <a:p>
                <a:pPr marL="0" indent="0" algn="just">
                  <a:lnSpc>
                    <a:spcPct val="150000"/>
                  </a:lnSpc>
                  <a:buNone/>
                </a:pPr>
                <a:r>
                  <a:rPr lang="en-IN" sz="2400" b="1" dirty="0">
                    <a:latin typeface="Bookman Old Style" pitchFamily="18" charset="0"/>
                    <a:cs typeface="Times New Roman" panose="02020603050405020304" pitchFamily="18" charset="0"/>
                  </a:rPr>
                  <a:t> d. 30</a:t>
                </a:r>
              </a:p>
              <a:p>
                <a:pPr marL="0" indent="0" algn="just">
                  <a:lnSpc>
                    <a:spcPct val="150000"/>
                  </a:lnSpc>
                  <a:buNone/>
                </a:pPr>
                <a:endParaRPr lang="en-IN" sz="2400" b="1" dirty="0">
                  <a:latin typeface="Bookman Old Style"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54F95337-5CDD-DC07-B0C9-6FAC7FDDA988}"/>
                  </a:ext>
                </a:extLst>
              </p:cNvPr>
              <p:cNvSpPr>
                <a:spLocks noGrp="1" noRot="1" noChangeAspect="1" noMove="1" noResize="1" noEditPoints="1" noAdjustHandles="1" noChangeArrowheads="1" noChangeShapeType="1" noTextEdit="1"/>
              </p:cNvSpPr>
              <p:nvPr>
                <p:ph idx="1"/>
              </p:nvPr>
            </p:nvSpPr>
            <p:spPr>
              <a:xfrm>
                <a:off x="441506" y="255382"/>
                <a:ext cx="9714866" cy="4504426"/>
              </a:xfrm>
              <a:blipFill>
                <a:blip r:embed="rId2"/>
                <a:stretch>
                  <a:fillRect l="-1066" r="-1380"/>
                </a:stretch>
              </a:blipFill>
            </p:spPr>
            <p:txBody>
              <a:bodyPr/>
              <a:lstStyle/>
              <a:p>
                <a:r>
                  <a:rPr lang="en-IN">
                    <a:noFill/>
                  </a:rPr>
                  <a:t> </a:t>
                </a:r>
              </a:p>
            </p:txBody>
          </p:sp>
        </mc:Fallback>
      </mc:AlternateContent>
      <p:pic>
        <p:nvPicPr>
          <p:cNvPr id="2" name="Picture 1" descr="A yellow and blue sign with words">
            <a:extLst>
              <a:ext uri="{FF2B5EF4-FFF2-40B4-BE49-F238E27FC236}">
                <a16:creationId xmlns:a16="http://schemas.microsoft.com/office/drawing/2014/main" id="{8A337AC0-2A9C-F503-B537-FD59DEB2A709}"/>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552306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95ECB-296A-CBEF-D537-7CF26375DF1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34F245-D2FC-82AA-C310-92E2E631526B}"/>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latin typeface="Bookman Old Style" pitchFamily="18" charset="0"/>
                <a:cs typeface="Times New Roman" panose="02020603050405020304" pitchFamily="18" charset="0"/>
              </a:rPr>
              <a:t>10. </a:t>
            </a:r>
            <a:r>
              <a:rPr lang="en-US" sz="2400" b="1" dirty="0">
                <a:latin typeface="Bookman Old Style" pitchFamily="18" charset="0"/>
                <a:cs typeface="Times New Roman" panose="02020603050405020304" pitchFamily="18" charset="0"/>
              </a:rPr>
              <a:t>On selling 25 pens for Rs. 1000, there is a loss equal to the cost price of 5 pens. What is the cost price of one pen?</a:t>
            </a:r>
          </a:p>
          <a:p>
            <a:pPr marL="0" indent="0" algn="just">
              <a:lnSpc>
                <a:spcPct val="150000"/>
              </a:lnSpc>
              <a:buNone/>
            </a:pPr>
            <a:r>
              <a:rPr lang="en-US" sz="2400" b="1" dirty="0">
                <a:latin typeface="Bookman Old Style" pitchFamily="18" charset="0"/>
                <a:cs typeface="Times New Roman" panose="02020603050405020304" pitchFamily="18" charset="0"/>
              </a:rPr>
              <a:t>A. Rs. 45	</a:t>
            </a:r>
          </a:p>
          <a:p>
            <a:pPr marL="0" indent="0" algn="just">
              <a:lnSpc>
                <a:spcPct val="150000"/>
              </a:lnSpc>
              <a:buNone/>
            </a:pPr>
            <a:r>
              <a:rPr lang="en-US" sz="2400" b="1" dirty="0">
                <a:latin typeface="Bookman Old Style" pitchFamily="18" charset="0"/>
                <a:cs typeface="Times New Roman" panose="02020603050405020304" pitchFamily="18" charset="0"/>
              </a:rPr>
              <a:t>B. Rs. 50	</a:t>
            </a:r>
          </a:p>
          <a:p>
            <a:pPr marL="0" indent="0" algn="just">
              <a:lnSpc>
                <a:spcPct val="150000"/>
              </a:lnSpc>
              <a:buNone/>
            </a:pPr>
            <a:r>
              <a:rPr lang="en-US" sz="2400" b="1" dirty="0">
                <a:latin typeface="Bookman Old Style" pitchFamily="18" charset="0"/>
                <a:cs typeface="Times New Roman" panose="02020603050405020304" pitchFamily="18" charset="0"/>
              </a:rPr>
              <a:t>C. Rs. 55	</a:t>
            </a:r>
          </a:p>
          <a:p>
            <a:pPr marL="0" indent="0" algn="just">
              <a:lnSpc>
                <a:spcPct val="150000"/>
              </a:lnSpc>
              <a:buNone/>
            </a:pPr>
            <a:r>
              <a:rPr lang="en-US" sz="2400" b="1" dirty="0">
                <a:latin typeface="Bookman Old Style" pitchFamily="18" charset="0"/>
                <a:cs typeface="Times New Roman" panose="02020603050405020304" pitchFamily="18" charset="0"/>
              </a:rPr>
              <a:t>D. Rs. 60</a:t>
            </a: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2A44906F-F479-C6ED-8B39-ABF871422DC5}"/>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599092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FF7A3-9B1E-CB2A-4AA3-3F93FE57052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D647D5-C30B-0080-CE1B-ADBC123D1CFA}"/>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latin typeface="Bookman Old Style" pitchFamily="18" charset="0"/>
                <a:cs typeface="Times New Roman" panose="02020603050405020304" pitchFamily="18" charset="0"/>
              </a:rPr>
              <a:t>11. </a:t>
            </a:r>
            <a:r>
              <a:rPr lang="en-US" sz="2400" b="1" dirty="0">
                <a:latin typeface="Bookman Old Style" pitchFamily="18" charset="0"/>
                <a:cs typeface="Times New Roman" panose="02020603050405020304" pitchFamily="18" charset="0"/>
              </a:rPr>
              <a:t>By selling 40 meters of wire, a trader incurs a loss equal to the selling price of 10 meters. Find the loss percentage.</a:t>
            </a:r>
          </a:p>
          <a:p>
            <a:pPr marL="0" indent="0" algn="just">
              <a:lnSpc>
                <a:spcPct val="150000"/>
              </a:lnSpc>
              <a:buNone/>
            </a:pPr>
            <a:r>
              <a:rPr lang="en-US" sz="2400" b="1" dirty="0">
                <a:latin typeface="Bookman Old Style" pitchFamily="18" charset="0"/>
                <a:cs typeface="Times New Roman" panose="02020603050405020304" pitchFamily="18" charset="0"/>
              </a:rPr>
              <a:t>A. 20%</a:t>
            </a:r>
          </a:p>
          <a:p>
            <a:pPr marL="0" indent="0" algn="just">
              <a:lnSpc>
                <a:spcPct val="150000"/>
              </a:lnSpc>
              <a:buNone/>
            </a:pPr>
            <a:r>
              <a:rPr lang="en-US" sz="2400" b="1" dirty="0">
                <a:latin typeface="Bookman Old Style" pitchFamily="18" charset="0"/>
                <a:cs typeface="Times New Roman" panose="02020603050405020304" pitchFamily="18" charset="0"/>
              </a:rPr>
              <a:t>B. 25%</a:t>
            </a:r>
          </a:p>
          <a:p>
            <a:pPr marL="0" indent="0" algn="just">
              <a:lnSpc>
                <a:spcPct val="150000"/>
              </a:lnSpc>
              <a:buNone/>
            </a:pPr>
            <a:r>
              <a:rPr lang="en-US" sz="2400" b="1" dirty="0">
                <a:latin typeface="Bookman Old Style" pitchFamily="18" charset="0"/>
                <a:cs typeface="Times New Roman" panose="02020603050405020304" pitchFamily="18" charset="0"/>
              </a:rPr>
              <a:t>C. 30%</a:t>
            </a:r>
          </a:p>
          <a:p>
            <a:pPr marL="0" indent="0" algn="just">
              <a:lnSpc>
                <a:spcPct val="150000"/>
              </a:lnSpc>
              <a:buNone/>
            </a:pPr>
            <a:r>
              <a:rPr lang="en-US" sz="2400" b="1" dirty="0">
                <a:latin typeface="Bookman Old Style" pitchFamily="18" charset="0"/>
                <a:cs typeface="Times New Roman" panose="02020603050405020304" pitchFamily="18" charset="0"/>
              </a:rPr>
              <a:t>D. 50%</a:t>
            </a: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9EFAD071-99A8-CFFD-4632-7557F7A07FE7}"/>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017685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CE59C-09FF-94B0-3AD1-9C6D460370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50C2EB-24E3-ED1E-F4E2-EEFFB32F3292}"/>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latin typeface="Bookman Old Style" pitchFamily="18" charset="0"/>
                <a:cs typeface="Times New Roman" panose="02020603050405020304" pitchFamily="18" charset="0"/>
              </a:rPr>
              <a:t>12. If the cost price of product is Rs. 780 and profit is 120%. Find selling Price</a:t>
            </a:r>
          </a:p>
          <a:p>
            <a:pPr marL="0" indent="0" algn="just">
              <a:lnSpc>
                <a:spcPct val="150000"/>
              </a:lnSpc>
              <a:buNone/>
            </a:pPr>
            <a:r>
              <a:rPr lang="en-IN" sz="2400" b="1" dirty="0">
                <a:latin typeface="Bookman Old Style" pitchFamily="18" charset="0"/>
                <a:cs typeface="Times New Roman" panose="02020603050405020304" pitchFamily="18" charset="0"/>
              </a:rPr>
              <a:t>  </a:t>
            </a:r>
          </a:p>
        </p:txBody>
      </p:sp>
      <p:pic>
        <p:nvPicPr>
          <p:cNvPr id="2" name="Picture 1" descr="A yellow and blue sign with words">
            <a:extLst>
              <a:ext uri="{FF2B5EF4-FFF2-40B4-BE49-F238E27FC236}">
                <a16:creationId xmlns:a16="http://schemas.microsoft.com/office/drawing/2014/main" id="{E768BC0E-72AF-0418-2807-3C48C02F41A9}"/>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202366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21DC2-812C-BA53-2BAE-8F602A0D6A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F117B5-844A-E423-E297-6022F0663B04}"/>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latin typeface="Bookman Old Style" pitchFamily="18" charset="0"/>
                <a:cs typeface="Times New Roman" panose="02020603050405020304" pitchFamily="18" charset="0"/>
              </a:rPr>
              <a:t>13. The costs of two items are in the ratio 5:7. If the cost of each item is increased by Rs. 37000, the new ratio becomes 15 : 17. Find the initial cost of cheaper item?</a:t>
            </a:r>
          </a:p>
        </p:txBody>
      </p:sp>
      <p:pic>
        <p:nvPicPr>
          <p:cNvPr id="2" name="Picture 1" descr="A yellow and blue sign with words">
            <a:extLst>
              <a:ext uri="{FF2B5EF4-FFF2-40B4-BE49-F238E27FC236}">
                <a16:creationId xmlns:a16="http://schemas.microsoft.com/office/drawing/2014/main" id="{B63A0F08-A9C5-2D0D-2A90-6D1A080D896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061586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2AB41-06B8-F831-6E0D-FBD1FBF2DA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AED8F4-A2DB-9CC3-A68D-4E36427AB0BF}"/>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latin typeface="Bookman Old Style" pitchFamily="18" charset="0"/>
                <a:cs typeface="Times New Roman" panose="02020603050405020304" pitchFamily="18" charset="0"/>
              </a:rPr>
              <a:t>14.  A person sold 36 pens for Rs. 96 at a profit of 20%. He sold the remaining pens for Rs. 160 at a loss of 20%. Find the total number of pens he had?</a:t>
            </a:r>
          </a:p>
        </p:txBody>
      </p:sp>
      <p:pic>
        <p:nvPicPr>
          <p:cNvPr id="2" name="Picture 1" descr="A yellow and blue sign with words">
            <a:extLst>
              <a:ext uri="{FF2B5EF4-FFF2-40B4-BE49-F238E27FC236}">
                <a16:creationId xmlns:a16="http://schemas.microsoft.com/office/drawing/2014/main" id="{5C63E05E-D16C-EC5A-AC5E-BDDA54A5D190}"/>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507822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A7BC8-161E-C36E-FD64-C2B8B495AC0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D8C706-6598-3E36-F290-D0F8AD23835E}"/>
              </a:ext>
            </a:extLst>
          </p:cNvPr>
          <p:cNvSpPr>
            <a:spLocks noGrp="1"/>
          </p:cNvSpPr>
          <p:nvPr>
            <p:ph idx="1"/>
          </p:nvPr>
        </p:nvSpPr>
        <p:spPr>
          <a:xfrm>
            <a:off x="441506" y="255382"/>
            <a:ext cx="9714866" cy="5546704"/>
          </a:xfrm>
        </p:spPr>
        <p:txBody>
          <a:bodyPr>
            <a:noAutofit/>
          </a:bodyPr>
          <a:lstStyle/>
          <a:p>
            <a:pPr marL="0" indent="0" algn="just">
              <a:lnSpc>
                <a:spcPct val="150000"/>
              </a:lnSpc>
              <a:buNone/>
            </a:pPr>
            <a:r>
              <a:rPr lang="en-IN" sz="2400" b="1" dirty="0">
                <a:latin typeface="Bookman Old Style" pitchFamily="18" charset="0"/>
                <a:cs typeface="Times New Roman" panose="02020603050405020304" pitchFamily="18" charset="0"/>
              </a:rPr>
              <a:t>15. </a:t>
            </a:r>
            <a:r>
              <a:rPr lang="en-US" sz="2400" b="1" dirty="0">
                <a:latin typeface="Bookman Old Style" pitchFamily="18" charset="0"/>
                <a:cs typeface="Times New Roman" panose="02020603050405020304" pitchFamily="18" charset="0"/>
              </a:rPr>
              <a:t>The percentage profit earned by selling an article for Rs. 1920 is equal to the percentage loss incurred by selling the same article for Rs. 1280. At what price should the article be sold to make 25% profit?</a:t>
            </a:r>
          </a:p>
          <a:p>
            <a:pPr marL="0" indent="0" algn="just">
              <a:lnSpc>
                <a:spcPct val="150000"/>
              </a:lnSpc>
              <a:buNone/>
            </a:pPr>
            <a:r>
              <a:rPr lang="en-US" sz="2400" b="1" dirty="0">
                <a:latin typeface="Bookman Old Style" pitchFamily="18" charset="0"/>
                <a:cs typeface="Times New Roman" panose="02020603050405020304" pitchFamily="18" charset="0"/>
              </a:rPr>
              <a:t>A. Rs. 2000</a:t>
            </a:r>
          </a:p>
          <a:p>
            <a:pPr marL="0" indent="0" algn="just">
              <a:lnSpc>
                <a:spcPct val="150000"/>
              </a:lnSpc>
              <a:buNone/>
            </a:pPr>
            <a:r>
              <a:rPr lang="en-US" sz="2400" b="1" dirty="0">
                <a:latin typeface="Bookman Old Style" pitchFamily="18" charset="0"/>
                <a:cs typeface="Times New Roman" panose="02020603050405020304" pitchFamily="18" charset="0"/>
              </a:rPr>
              <a:t>B. Rs. 2200</a:t>
            </a:r>
          </a:p>
          <a:p>
            <a:pPr marL="0" indent="0" algn="just">
              <a:lnSpc>
                <a:spcPct val="150000"/>
              </a:lnSpc>
              <a:buNone/>
            </a:pPr>
            <a:r>
              <a:rPr lang="en-US" sz="2400" b="1" dirty="0">
                <a:latin typeface="Bookman Old Style" pitchFamily="18" charset="0"/>
                <a:cs typeface="Times New Roman" panose="02020603050405020304" pitchFamily="18" charset="0"/>
              </a:rPr>
              <a:t>C. Rs. 2400</a:t>
            </a:r>
          </a:p>
          <a:p>
            <a:pPr marL="0" indent="0" algn="just">
              <a:lnSpc>
                <a:spcPct val="150000"/>
              </a:lnSpc>
              <a:buNone/>
            </a:pPr>
            <a:r>
              <a:rPr lang="en-US" sz="2400" b="1" dirty="0">
                <a:latin typeface="Bookman Old Style" pitchFamily="18" charset="0"/>
                <a:cs typeface="Times New Roman" panose="02020603050405020304" pitchFamily="18" charset="0"/>
              </a:rPr>
              <a:t>D. None</a:t>
            </a: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13750A76-51C0-2815-8825-AEE5BB288444}"/>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718008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2D9C1-0F1A-73ED-7B5B-5F329E78B25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A87566-D172-6B0A-0D25-B75B6A5243BA}"/>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16. </a:t>
            </a:r>
            <a:r>
              <a:rPr lang="en-US" sz="2400" b="1" dirty="0">
                <a:effectLst/>
                <a:latin typeface="Bookman Old Style" pitchFamily="18" charset="0"/>
                <a:cs typeface="Times New Roman" panose="02020603050405020304" pitchFamily="18" charset="0"/>
              </a:rPr>
              <a:t>A trader buys articles at the rate of 12 for Rs. 10 and sells them at 10 for Rs. 12. What is his gain percent?	</a:t>
            </a:r>
          </a:p>
          <a:p>
            <a:pPr marL="0" indent="0" algn="just">
              <a:lnSpc>
                <a:spcPct val="150000"/>
              </a:lnSpc>
              <a:buNone/>
            </a:pPr>
            <a:r>
              <a:rPr lang="en-US" sz="2400" b="1" dirty="0">
                <a:effectLst/>
                <a:latin typeface="Bookman Old Style" pitchFamily="18" charset="0"/>
                <a:cs typeface="Times New Roman" panose="02020603050405020304" pitchFamily="18" charset="0"/>
              </a:rPr>
              <a:t>A. 30%	B. 34%	C. 44%	D. 40%</a:t>
            </a: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106C529-CACD-ACD8-EB04-876B67452B33}"/>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984258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1A597-CF69-6236-A86E-78C61E6FF2E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F72410-BA78-06FB-5611-184638C89333}"/>
              </a:ext>
            </a:extLst>
          </p:cNvPr>
          <p:cNvSpPr>
            <a:spLocks noGrp="1"/>
          </p:cNvSpPr>
          <p:nvPr>
            <p:ph idx="1"/>
          </p:nvPr>
        </p:nvSpPr>
        <p:spPr>
          <a:xfrm>
            <a:off x="441506" y="255382"/>
            <a:ext cx="9714866" cy="6221618"/>
          </a:xfrm>
        </p:spPr>
        <p:txBody>
          <a:bodyPr>
            <a:no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17. A shopkeeper purchased each packet of 12 articles for Rs. 51 and sold them as a packet of 15 articles , each for Rs. 71.25. if he gets a profit of Rs.90 , the number of articles he sold is:</a:t>
            </a:r>
          </a:p>
          <a:p>
            <a:pPr marL="0" indent="0" algn="just">
              <a:lnSpc>
                <a:spcPct val="150000"/>
              </a:lnSpc>
              <a:buNone/>
            </a:pPr>
            <a:r>
              <a:rPr lang="en-IN" sz="2400" b="1" dirty="0">
                <a:effectLst/>
                <a:latin typeface="Bookman Old Style" pitchFamily="18" charset="0"/>
                <a:cs typeface="Times New Roman" panose="02020603050405020304" pitchFamily="18" charset="0"/>
              </a:rPr>
              <a:t>    a. 270           </a:t>
            </a:r>
          </a:p>
          <a:p>
            <a:pPr marL="0" indent="0" algn="just">
              <a:lnSpc>
                <a:spcPct val="150000"/>
              </a:lnSpc>
              <a:buNone/>
            </a:pPr>
            <a:r>
              <a:rPr lang="en-IN" sz="2400" b="1" dirty="0">
                <a:effectLst/>
                <a:latin typeface="Bookman Old Style" pitchFamily="18" charset="0"/>
                <a:cs typeface="Times New Roman" panose="02020603050405020304" pitchFamily="18" charset="0"/>
              </a:rPr>
              <a:t>    b. 90            </a:t>
            </a:r>
          </a:p>
          <a:p>
            <a:pPr marL="0" indent="0" algn="just">
              <a:lnSpc>
                <a:spcPct val="150000"/>
              </a:lnSpc>
              <a:buNone/>
            </a:pPr>
            <a:r>
              <a:rPr lang="en-IN" sz="2400" b="1" dirty="0">
                <a:effectLst/>
                <a:latin typeface="Bookman Old Style" pitchFamily="18" charset="0"/>
                <a:cs typeface="Times New Roman" panose="02020603050405020304" pitchFamily="18" charset="0"/>
              </a:rPr>
              <a:t>   c.120           </a:t>
            </a:r>
          </a:p>
          <a:p>
            <a:pPr marL="0" indent="0" algn="just">
              <a:lnSpc>
                <a:spcPct val="150000"/>
              </a:lnSpc>
              <a:buNone/>
            </a:pPr>
            <a:r>
              <a:rPr lang="en-IN" sz="2400" b="1" dirty="0">
                <a:effectLst/>
                <a:latin typeface="Bookman Old Style" pitchFamily="18" charset="0"/>
                <a:cs typeface="Times New Roman" panose="02020603050405020304" pitchFamily="18" charset="0"/>
              </a:rPr>
              <a:t>   d. 180</a:t>
            </a:r>
          </a:p>
        </p:txBody>
      </p:sp>
      <p:pic>
        <p:nvPicPr>
          <p:cNvPr id="2" name="Picture 1" descr="A yellow and blue sign with words">
            <a:extLst>
              <a:ext uri="{FF2B5EF4-FFF2-40B4-BE49-F238E27FC236}">
                <a16:creationId xmlns:a16="http://schemas.microsoft.com/office/drawing/2014/main" id="{605B9968-AEE6-A7AA-4D3D-9BC209CCFAF0}"/>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9594835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66199-48F1-0764-A232-08E99E4106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98A2F5-A89C-247B-5343-B7CCB8082464}"/>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18. </a:t>
            </a:r>
            <a:r>
              <a:rPr lang="en-US" sz="2400" b="1" dirty="0">
                <a:effectLst/>
                <a:latin typeface="Bookman Old Style" pitchFamily="18" charset="0"/>
                <a:cs typeface="Times New Roman" panose="02020603050405020304" pitchFamily="18" charset="0"/>
              </a:rPr>
              <a:t>A dealer blends 50 kg of tea costing Rs. 80 per kg with 30 kg of tea costing Rs. 100 per kg, and sells the mixture at Rs. 90 per kg. What is the profit or loss percent?</a:t>
            </a:r>
          </a:p>
          <a:p>
            <a:pPr marL="0" indent="0" algn="just">
              <a:lnSpc>
                <a:spcPct val="150000"/>
              </a:lnSpc>
              <a:buNone/>
            </a:pPr>
            <a:r>
              <a:rPr lang="en-US" sz="2400" b="1" dirty="0">
                <a:effectLst/>
                <a:latin typeface="Bookman Old Style" pitchFamily="18" charset="0"/>
                <a:cs typeface="Times New Roman" panose="02020603050405020304" pitchFamily="18" charset="0"/>
              </a:rPr>
              <a:t>A. 1%</a:t>
            </a:r>
          </a:p>
          <a:p>
            <a:pPr marL="0" indent="0" algn="just">
              <a:lnSpc>
                <a:spcPct val="150000"/>
              </a:lnSpc>
              <a:buNone/>
            </a:pPr>
            <a:r>
              <a:rPr lang="en-US" sz="2400" b="1" dirty="0">
                <a:effectLst/>
                <a:latin typeface="Bookman Old Style" pitchFamily="18" charset="0"/>
                <a:cs typeface="Times New Roman" panose="02020603050405020304" pitchFamily="18" charset="0"/>
              </a:rPr>
              <a:t>B. 5%	</a:t>
            </a:r>
          </a:p>
          <a:p>
            <a:pPr marL="0" indent="0" algn="just">
              <a:lnSpc>
                <a:spcPct val="150000"/>
              </a:lnSpc>
              <a:buNone/>
            </a:pPr>
            <a:r>
              <a:rPr lang="en-US" sz="2400" b="1" dirty="0">
                <a:effectLst/>
                <a:latin typeface="Bookman Old Style" pitchFamily="18" charset="0"/>
                <a:cs typeface="Times New Roman" panose="02020603050405020304" pitchFamily="18" charset="0"/>
              </a:rPr>
              <a:t>C. 4%	</a:t>
            </a:r>
          </a:p>
          <a:p>
            <a:pPr marL="0" indent="0" algn="just">
              <a:lnSpc>
                <a:spcPct val="150000"/>
              </a:lnSpc>
              <a:buNone/>
            </a:pPr>
            <a:r>
              <a:rPr lang="en-US" sz="2400" b="1" dirty="0">
                <a:effectLst/>
                <a:latin typeface="Bookman Old Style" pitchFamily="18" charset="0"/>
                <a:cs typeface="Times New Roman" panose="02020603050405020304" pitchFamily="18" charset="0"/>
              </a:rPr>
              <a:t>D. 2.86%</a:t>
            </a: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3B379D19-EEAB-7B91-EBB7-44FFAF7A2127}"/>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1523229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281C2-CFAD-EB9D-315E-39861ECBAD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514D78-5E6B-3370-451E-277158A812B6}"/>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19. </a:t>
            </a:r>
            <a:r>
              <a:rPr lang="en-US" sz="2400" b="1" dirty="0">
                <a:effectLst/>
                <a:latin typeface="Bookman Old Style" pitchFamily="18" charset="0"/>
                <a:cs typeface="Times New Roman" panose="02020603050405020304" pitchFamily="18" charset="0"/>
              </a:rPr>
              <a:t>The cost price of 18 articles is equal to the selling price of x articles. If the profit is 20%, find the value of x.	</a:t>
            </a:r>
          </a:p>
          <a:p>
            <a:pPr marL="0" indent="0" algn="just">
              <a:lnSpc>
                <a:spcPct val="150000"/>
              </a:lnSpc>
              <a:buNone/>
            </a:pPr>
            <a:r>
              <a:rPr lang="en-US" sz="2400" b="1" dirty="0">
                <a:effectLst/>
                <a:latin typeface="Bookman Old Style" pitchFamily="18" charset="0"/>
                <a:cs typeface="Times New Roman" panose="02020603050405020304" pitchFamily="18" charset="0"/>
              </a:rPr>
              <a:t>A. 15</a:t>
            </a:r>
          </a:p>
          <a:p>
            <a:pPr marL="0" indent="0" algn="just">
              <a:lnSpc>
                <a:spcPct val="150000"/>
              </a:lnSpc>
              <a:buNone/>
            </a:pPr>
            <a:r>
              <a:rPr lang="en-US" sz="2400" b="1" dirty="0">
                <a:effectLst/>
                <a:latin typeface="Bookman Old Style" pitchFamily="18" charset="0"/>
                <a:cs typeface="Times New Roman" panose="02020603050405020304" pitchFamily="18" charset="0"/>
              </a:rPr>
              <a:t>B. 16</a:t>
            </a:r>
          </a:p>
          <a:p>
            <a:pPr marL="0" indent="0" algn="just">
              <a:lnSpc>
                <a:spcPct val="150000"/>
              </a:lnSpc>
              <a:buNone/>
            </a:pPr>
            <a:r>
              <a:rPr lang="en-US" sz="2400" b="1" dirty="0">
                <a:effectLst/>
                <a:latin typeface="Bookman Old Style" pitchFamily="18" charset="0"/>
                <a:cs typeface="Times New Roman" panose="02020603050405020304" pitchFamily="18" charset="0"/>
              </a:rPr>
              <a:t>C. 18</a:t>
            </a:r>
          </a:p>
          <a:p>
            <a:pPr marL="0" indent="0" algn="just">
              <a:lnSpc>
                <a:spcPct val="150000"/>
              </a:lnSpc>
              <a:buNone/>
            </a:pPr>
            <a:r>
              <a:rPr lang="en-US" sz="2400" b="1" dirty="0">
                <a:effectLst/>
                <a:latin typeface="Bookman Old Style" pitchFamily="18" charset="0"/>
                <a:cs typeface="Times New Roman" panose="02020603050405020304" pitchFamily="18" charset="0"/>
              </a:rPr>
              <a:t>D. 25</a:t>
            </a: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1A42DA10-5141-DA9D-95A4-121107DCEBBE}"/>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207890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8C44A-9FAA-22F5-4415-264C214CFD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7EAC43-ED7E-F698-A5F8-06DC4921FB16}"/>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20. </a:t>
            </a:r>
            <a:r>
              <a:rPr lang="en-US" sz="2400" b="1" dirty="0">
                <a:effectLst/>
                <a:latin typeface="Bookman Old Style" pitchFamily="18" charset="0"/>
                <a:cs typeface="Times New Roman" panose="02020603050405020304" pitchFamily="18" charset="0"/>
              </a:rPr>
              <a:t>If a shopkeeper had sold a product for ₹500 less, he would have incurred a 10% loss instead of a 10% profit. What is the cost price of the product?	</a:t>
            </a:r>
          </a:p>
          <a:p>
            <a:pPr marL="0" indent="0" algn="just">
              <a:lnSpc>
                <a:spcPct val="150000"/>
              </a:lnSpc>
              <a:buNone/>
            </a:pPr>
            <a:r>
              <a:rPr lang="en-US" sz="2400" b="1" dirty="0">
                <a:effectLst/>
                <a:latin typeface="Bookman Old Style" pitchFamily="18" charset="0"/>
                <a:cs typeface="Times New Roman" panose="02020603050405020304" pitchFamily="18" charset="0"/>
              </a:rPr>
              <a:t>A. Rs.2000	</a:t>
            </a:r>
          </a:p>
          <a:p>
            <a:pPr marL="0" indent="0" algn="just">
              <a:lnSpc>
                <a:spcPct val="150000"/>
              </a:lnSpc>
              <a:buNone/>
            </a:pPr>
            <a:r>
              <a:rPr lang="en-US" sz="2400" b="1" dirty="0">
                <a:effectLst/>
                <a:latin typeface="Bookman Old Style" pitchFamily="18" charset="0"/>
                <a:cs typeface="Times New Roman" panose="02020603050405020304" pitchFamily="18" charset="0"/>
              </a:rPr>
              <a:t>B. Rs. 5000</a:t>
            </a:r>
          </a:p>
          <a:p>
            <a:pPr marL="0" indent="0" algn="just">
              <a:lnSpc>
                <a:spcPct val="150000"/>
              </a:lnSpc>
              <a:buNone/>
            </a:pPr>
            <a:r>
              <a:rPr lang="en-US" sz="2400" b="1" dirty="0">
                <a:effectLst/>
                <a:latin typeface="Bookman Old Style" pitchFamily="18" charset="0"/>
                <a:cs typeface="Times New Roman" panose="02020603050405020304" pitchFamily="18" charset="0"/>
              </a:rPr>
              <a:t>C. Rs. 2500</a:t>
            </a:r>
          </a:p>
          <a:p>
            <a:pPr marL="0" indent="0" algn="just">
              <a:lnSpc>
                <a:spcPct val="150000"/>
              </a:lnSpc>
              <a:buNone/>
            </a:pPr>
            <a:r>
              <a:rPr lang="en-US" sz="2400" b="1" dirty="0">
                <a:effectLst/>
                <a:latin typeface="Bookman Old Style" pitchFamily="18" charset="0"/>
                <a:cs typeface="Times New Roman" panose="02020603050405020304" pitchFamily="18" charset="0"/>
              </a:rPr>
              <a:t>D. Rs. 3000</a:t>
            </a: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A956B4CE-0313-8717-68AA-F3D69C9A8F4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251812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24CD-286F-60E8-FF01-BD6702152A6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6DA7E2-EB50-1650-A1EC-8754C5E09E3C}"/>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21. </a:t>
            </a:r>
            <a:r>
              <a:rPr lang="en-US" sz="2400" b="1" dirty="0">
                <a:effectLst/>
                <a:latin typeface="Bookman Old Style" pitchFamily="18" charset="0"/>
                <a:cs typeface="Times New Roman" panose="02020603050405020304" pitchFamily="18" charset="0"/>
              </a:rPr>
              <a:t>A shopkeeper mixes 100 kg of sugar at ₹20/kg with 150 kg at ₹25/kg. If he wants to earn a 20% profit, at what price per kg should he sell the mixture?</a:t>
            </a:r>
          </a:p>
          <a:p>
            <a:pPr marL="0" indent="0" algn="just">
              <a:lnSpc>
                <a:spcPct val="150000"/>
              </a:lnSpc>
              <a:buNone/>
            </a:pPr>
            <a:r>
              <a:rPr lang="en-US" sz="2400" b="1" dirty="0">
                <a:effectLst/>
                <a:latin typeface="Bookman Old Style" pitchFamily="18" charset="0"/>
                <a:cs typeface="Times New Roman" panose="02020603050405020304" pitchFamily="18" charset="0"/>
              </a:rPr>
              <a:t>A. Rs. 27.60</a:t>
            </a:r>
          </a:p>
          <a:p>
            <a:pPr marL="0" indent="0" algn="just">
              <a:lnSpc>
                <a:spcPct val="150000"/>
              </a:lnSpc>
              <a:buNone/>
            </a:pPr>
            <a:r>
              <a:rPr lang="en-US" sz="2400" b="1" dirty="0">
                <a:effectLst/>
                <a:latin typeface="Bookman Old Style" pitchFamily="18" charset="0"/>
                <a:cs typeface="Times New Roman" panose="02020603050405020304" pitchFamily="18" charset="0"/>
              </a:rPr>
              <a:t>B. Rs.30</a:t>
            </a:r>
          </a:p>
          <a:p>
            <a:pPr marL="0" indent="0" algn="just">
              <a:lnSpc>
                <a:spcPct val="150000"/>
              </a:lnSpc>
              <a:buNone/>
            </a:pPr>
            <a:r>
              <a:rPr lang="en-US" sz="2400" b="1" dirty="0">
                <a:effectLst/>
                <a:latin typeface="Bookman Old Style" pitchFamily="18" charset="0"/>
                <a:cs typeface="Times New Roman" panose="02020603050405020304" pitchFamily="18" charset="0"/>
              </a:rPr>
              <a:t>C. Rs 24</a:t>
            </a:r>
          </a:p>
          <a:p>
            <a:pPr marL="0" indent="0" algn="just">
              <a:lnSpc>
                <a:spcPct val="150000"/>
              </a:lnSpc>
              <a:buNone/>
            </a:pPr>
            <a:r>
              <a:rPr lang="en-US" sz="2400" b="1" dirty="0">
                <a:effectLst/>
                <a:latin typeface="Bookman Old Style" pitchFamily="18" charset="0"/>
                <a:cs typeface="Times New Roman" panose="02020603050405020304" pitchFamily="18" charset="0"/>
              </a:rPr>
              <a:t>D. Rs. 35</a:t>
            </a: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F50C8D8-15D3-F6D2-3E3B-8E6D9EEB4F0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695524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5E5D4-714E-320C-5E9B-66A524AC85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61887A-B4F9-6B48-CCFB-3C125BF0E45F}"/>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22. </a:t>
            </a:r>
            <a:r>
              <a:rPr lang="en-US" sz="2400" b="1" dirty="0">
                <a:effectLst/>
                <a:latin typeface="Bookman Old Style" pitchFamily="18" charset="0"/>
                <a:cs typeface="Times New Roman" panose="02020603050405020304" pitchFamily="18" charset="0"/>
              </a:rPr>
              <a:t>A trader bought 50 liters of oil at ₹80 per liter. He sold 20 liters at a profit of 10% and the remaining at a loss of 5%. What is his overall profit or loss percentage?</a:t>
            </a:r>
          </a:p>
          <a:p>
            <a:pPr marL="0" indent="0" algn="just">
              <a:lnSpc>
                <a:spcPct val="150000"/>
              </a:lnSpc>
              <a:buNone/>
            </a:pPr>
            <a:r>
              <a:rPr lang="en-US" sz="2400" b="1" dirty="0">
                <a:effectLst/>
                <a:latin typeface="Bookman Old Style" pitchFamily="18" charset="0"/>
                <a:cs typeface="Times New Roman" panose="02020603050405020304" pitchFamily="18" charset="0"/>
              </a:rPr>
              <a:t>A. 1% Profit	</a:t>
            </a:r>
          </a:p>
          <a:p>
            <a:pPr marL="0" indent="0" algn="just">
              <a:lnSpc>
                <a:spcPct val="150000"/>
              </a:lnSpc>
              <a:buNone/>
            </a:pPr>
            <a:r>
              <a:rPr lang="en-US" sz="2400" b="1" dirty="0">
                <a:effectLst/>
                <a:latin typeface="Bookman Old Style" pitchFamily="18" charset="0"/>
                <a:cs typeface="Times New Roman" panose="02020603050405020304" pitchFamily="18" charset="0"/>
              </a:rPr>
              <a:t>B. 7%Profit	</a:t>
            </a:r>
          </a:p>
          <a:p>
            <a:pPr marL="0" indent="0" algn="just">
              <a:lnSpc>
                <a:spcPct val="150000"/>
              </a:lnSpc>
              <a:buNone/>
            </a:pPr>
            <a:r>
              <a:rPr lang="en-US" sz="2400" b="1" dirty="0">
                <a:effectLst/>
                <a:latin typeface="Bookman Old Style" pitchFamily="18" charset="0"/>
                <a:cs typeface="Times New Roman" panose="02020603050405020304" pitchFamily="18" charset="0"/>
              </a:rPr>
              <a:t>C. 5%Profit</a:t>
            </a:r>
          </a:p>
          <a:p>
            <a:pPr marL="0" indent="0" algn="just">
              <a:lnSpc>
                <a:spcPct val="150000"/>
              </a:lnSpc>
              <a:buNone/>
            </a:pPr>
            <a:r>
              <a:rPr lang="en-US" sz="2400" b="1" dirty="0">
                <a:effectLst/>
                <a:latin typeface="Bookman Old Style" pitchFamily="18" charset="0"/>
                <a:cs typeface="Times New Roman" panose="02020603050405020304" pitchFamily="18" charset="0"/>
              </a:rPr>
              <a:t>D. 6%Profit</a:t>
            </a: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53BC177F-95A5-EA0A-95EF-0CBFF0233D65}"/>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2908319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B5836-CA15-01BB-24EE-8CC054B4EF4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87F037-8725-BA04-7AC9-0E01CE7E8B76}"/>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23. </a:t>
            </a:r>
            <a:r>
              <a:rPr lang="en-US" sz="2400" b="1" dirty="0">
                <a:effectLst/>
                <a:latin typeface="Bookman Old Style" pitchFamily="18" charset="0"/>
                <a:cs typeface="Times New Roman" panose="02020603050405020304" pitchFamily="18" charset="0"/>
              </a:rPr>
              <a:t>An article is sold at a profit of 20% on the selling price. What is the profit percentage on the cost price?	</a:t>
            </a:r>
          </a:p>
          <a:p>
            <a:pPr marL="0" indent="0" algn="just">
              <a:lnSpc>
                <a:spcPct val="150000"/>
              </a:lnSpc>
              <a:buNone/>
            </a:pPr>
            <a:r>
              <a:rPr lang="en-US" sz="2400" b="1" dirty="0">
                <a:effectLst/>
                <a:latin typeface="Bookman Old Style" pitchFamily="18" charset="0"/>
                <a:cs typeface="Times New Roman" panose="02020603050405020304" pitchFamily="18" charset="0"/>
              </a:rPr>
              <a:t>A. 25%Profit</a:t>
            </a:r>
          </a:p>
          <a:p>
            <a:pPr marL="0" indent="0" algn="just">
              <a:lnSpc>
                <a:spcPct val="150000"/>
              </a:lnSpc>
              <a:buNone/>
            </a:pPr>
            <a:r>
              <a:rPr lang="en-US" sz="2400" b="1" dirty="0">
                <a:effectLst/>
                <a:latin typeface="Bookman Old Style" pitchFamily="18" charset="0"/>
                <a:cs typeface="Times New Roman" panose="02020603050405020304" pitchFamily="18" charset="0"/>
              </a:rPr>
              <a:t>B. 12%Profit</a:t>
            </a:r>
          </a:p>
          <a:p>
            <a:pPr marL="0" indent="0" algn="just">
              <a:lnSpc>
                <a:spcPct val="150000"/>
              </a:lnSpc>
              <a:buNone/>
            </a:pPr>
            <a:r>
              <a:rPr lang="en-US" sz="2400" b="1" dirty="0">
                <a:effectLst/>
                <a:latin typeface="Bookman Old Style" pitchFamily="18" charset="0"/>
                <a:cs typeface="Times New Roman" panose="02020603050405020304" pitchFamily="18" charset="0"/>
              </a:rPr>
              <a:t>C. 33.33%Profit</a:t>
            </a:r>
          </a:p>
          <a:p>
            <a:pPr marL="0" indent="0" algn="just">
              <a:lnSpc>
                <a:spcPct val="150000"/>
              </a:lnSpc>
              <a:buNone/>
            </a:pPr>
            <a:r>
              <a:rPr lang="en-US" sz="2400" b="1" dirty="0">
                <a:effectLst/>
                <a:latin typeface="Bookman Old Style" pitchFamily="18" charset="0"/>
                <a:cs typeface="Times New Roman" panose="02020603050405020304" pitchFamily="18" charset="0"/>
              </a:rPr>
              <a:t>D. 40%Profit</a:t>
            </a: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61C2CEA3-4EE3-514D-67B1-6CB042B0FF1A}"/>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091131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05740-89DB-B409-072A-6C73D5EA5AB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E7EDC6-A265-0929-4D87-5A03F1FDEC45}"/>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24. </a:t>
            </a:r>
            <a:r>
              <a:rPr lang="en-US" sz="2400" b="1" dirty="0">
                <a:effectLst/>
                <a:latin typeface="Bookman Old Style" pitchFamily="18" charset="0"/>
                <a:cs typeface="Times New Roman" panose="02020603050405020304" pitchFamily="18" charset="0"/>
              </a:rPr>
              <a:t>A trader buys 3 items for ₹1000 each. He sells the first at 10% profit, second at 10% loss, and third at no profit/loss. Find the overall profit/loss%.</a:t>
            </a:r>
          </a:p>
          <a:p>
            <a:pPr marL="0" indent="0" algn="just">
              <a:lnSpc>
                <a:spcPct val="150000"/>
              </a:lnSpc>
              <a:buNone/>
            </a:pPr>
            <a:r>
              <a:rPr lang="en-US" sz="2400" b="1" dirty="0">
                <a:effectLst/>
                <a:latin typeface="Bookman Old Style" pitchFamily="18" charset="0"/>
                <a:cs typeface="Times New Roman" panose="02020603050405020304" pitchFamily="18" charset="0"/>
              </a:rPr>
              <a:t>A. 10%Profit</a:t>
            </a:r>
          </a:p>
          <a:p>
            <a:pPr marL="0" indent="0" algn="just">
              <a:lnSpc>
                <a:spcPct val="150000"/>
              </a:lnSpc>
              <a:buNone/>
            </a:pPr>
            <a:r>
              <a:rPr lang="en-US" sz="2400" b="1" dirty="0">
                <a:effectLst/>
                <a:latin typeface="Bookman Old Style" pitchFamily="18" charset="0"/>
                <a:cs typeface="Times New Roman" panose="02020603050405020304" pitchFamily="18" charset="0"/>
              </a:rPr>
              <a:t>B. 10%Loss</a:t>
            </a:r>
          </a:p>
          <a:p>
            <a:pPr marL="0" indent="0" algn="just">
              <a:lnSpc>
                <a:spcPct val="150000"/>
              </a:lnSpc>
              <a:buNone/>
            </a:pPr>
            <a:r>
              <a:rPr lang="en-US" sz="2400" b="1" dirty="0">
                <a:effectLst/>
                <a:latin typeface="Bookman Old Style" pitchFamily="18" charset="0"/>
                <a:cs typeface="Times New Roman" panose="02020603050405020304" pitchFamily="18" charset="0"/>
              </a:rPr>
              <a:t>C. No profit no loss</a:t>
            </a:r>
          </a:p>
          <a:p>
            <a:pPr marL="0" indent="0" algn="just">
              <a:lnSpc>
                <a:spcPct val="150000"/>
              </a:lnSpc>
              <a:buNone/>
            </a:pPr>
            <a:r>
              <a:rPr lang="en-US" sz="2400" b="1" dirty="0">
                <a:effectLst/>
                <a:latin typeface="Bookman Old Style" pitchFamily="18" charset="0"/>
                <a:cs typeface="Times New Roman" panose="02020603050405020304" pitchFamily="18" charset="0"/>
              </a:rPr>
              <a:t>D. 10.5%Loss</a:t>
            </a: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465A9E0-5662-78E2-0DEF-93DDD22EEC61}"/>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2678840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D49AF-4B2A-F6B4-4DD9-25834BA093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4F1F57-1E7D-8298-0A1B-72536DA5BA82}"/>
              </a:ext>
            </a:extLst>
          </p:cNvPr>
          <p:cNvSpPr>
            <a:spLocks noGrp="1"/>
          </p:cNvSpPr>
          <p:nvPr>
            <p:ph idx="1"/>
          </p:nvPr>
        </p:nvSpPr>
        <p:spPr>
          <a:xfrm>
            <a:off x="441506" y="255382"/>
            <a:ext cx="9714866" cy="4504426"/>
          </a:xfrm>
        </p:spPr>
        <p:txBody>
          <a:bodyPr>
            <a:no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25. </a:t>
            </a:r>
            <a:r>
              <a:rPr lang="en-US" sz="2400" b="1" dirty="0">
                <a:effectLst/>
                <a:latin typeface="Bookman Old Style" pitchFamily="18" charset="0"/>
                <a:cs typeface="Times New Roman" panose="02020603050405020304" pitchFamily="18" charset="0"/>
              </a:rPr>
              <a:t>A loss of 20% is made by selling an article. Had it been sold for Rs 240 more, there would have been a profit of 10%. What would be the selling price of the article if it is sold at 25% profit.</a:t>
            </a:r>
          </a:p>
          <a:p>
            <a:pPr marL="0" indent="0" algn="just">
              <a:lnSpc>
                <a:spcPct val="150000"/>
              </a:lnSpc>
              <a:buNone/>
            </a:pPr>
            <a:r>
              <a:rPr lang="en-US" sz="2400" b="1" dirty="0">
                <a:effectLst/>
                <a:latin typeface="Bookman Old Style" pitchFamily="18" charset="0"/>
                <a:cs typeface="Times New Roman" panose="02020603050405020304" pitchFamily="18" charset="0"/>
              </a:rPr>
              <a:t>A. Rs.960	</a:t>
            </a:r>
          </a:p>
          <a:p>
            <a:pPr marL="0" indent="0" algn="just">
              <a:lnSpc>
                <a:spcPct val="150000"/>
              </a:lnSpc>
              <a:buNone/>
            </a:pPr>
            <a:r>
              <a:rPr lang="en-US" sz="2400" b="1" dirty="0">
                <a:effectLst/>
                <a:latin typeface="Bookman Old Style" pitchFamily="18" charset="0"/>
                <a:cs typeface="Times New Roman" panose="02020603050405020304" pitchFamily="18" charset="0"/>
              </a:rPr>
              <a:t>B. Rs.1000</a:t>
            </a:r>
          </a:p>
          <a:p>
            <a:pPr marL="0" indent="0" algn="just">
              <a:lnSpc>
                <a:spcPct val="150000"/>
              </a:lnSpc>
              <a:buNone/>
            </a:pPr>
            <a:r>
              <a:rPr lang="en-US" sz="2400" b="1" dirty="0">
                <a:effectLst/>
                <a:latin typeface="Bookman Old Style" pitchFamily="18" charset="0"/>
                <a:cs typeface="Times New Roman" panose="02020603050405020304" pitchFamily="18" charset="0"/>
              </a:rPr>
              <a:t>C. Rs.1040</a:t>
            </a:r>
          </a:p>
          <a:p>
            <a:pPr marL="0" indent="0" algn="just">
              <a:lnSpc>
                <a:spcPct val="150000"/>
              </a:lnSpc>
              <a:buNone/>
            </a:pPr>
            <a:r>
              <a:rPr lang="en-US" sz="2400" b="1" dirty="0">
                <a:effectLst/>
                <a:latin typeface="Bookman Old Style" pitchFamily="18" charset="0"/>
                <a:cs typeface="Times New Roman" panose="02020603050405020304" pitchFamily="18" charset="0"/>
              </a:rPr>
              <a:t>D. Rs.1080</a:t>
            </a: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73DE8C82-6024-0EB7-7B33-10542378DDB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4453683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29CF5-431B-388F-B155-F331412F402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A30F03-3693-F866-D2C8-3417B7C53A3A}"/>
              </a:ext>
            </a:extLst>
          </p:cNvPr>
          <p:cNvSpPr>
            <a:spLocks noGrp="1"/>
          </p:cNvSpPr>
          <p:nvPr>
            <p:ph idx="1"/>
          </p:nvPr>
        </p:nvSpPr>
        <p:spPr>
          <a:xfrm>
            <a:off x="441506" y="255382"/>
            <a:ext cx="9714866" cy="6058332"/>
          </a:xfrm>
        </p:spPr>
        <p:txBody>
          <a:bodyPr>
            <a:no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26. </a:t>
            </a:r>
            <a:r>
              <a:rPr lang="en-US" sz="2400" b="1" dirty="0">
                <a:effectLst/>
                <a:latin typeface="Bookman Old Style" pitchFamily="18" charset="0"/>
                <a:cs typeface="Times New Roman" panose="02020603050405020304" pitchFamily="18" charset="0"/>
              </a:rPr>
              <a:t>A person purchased 20 ice creams for Rs 15 each and sold each ice cream at a different price, every price is between 1 and 20 both inclusive then what is his loss/profit percent?</a:t>
            </a:r>
          </a:p>
          <a:p>
            <a:pPr marL="0" indent="0" algn="just">
              <a:lnSpc>
                <a:spcPct val="150000"/>
              </a:lnSpc>
              <a:buNone/>
            </a:pPr>
            <a:r>
              <a:rPr lang="en-US" sz="2400" b="1" dirty="0">
                <a:effectLst/>
                <a:latin typeface="Bookman Old Style" pitchFamily="18" charset="0"/>
                <a:cs typeface="Times New Roman" panose="02020603050405020304" pitchFamily="18" charset="0"/>
              </a:rPr>
              <a:t>A. 50%</a:t>
            </a:r>
          </a:p>
          <a:p>
            <a:pPr marL="0" indent="0" algn="just">
              <a:lnSpc>
                <a:spcPct val="150000"/>
              </a:lnSpc>
              <a:buNone/>
            </a:pPr>
            <a:r>
              <a:rPr lang="en-US" sz="2400" b="1" dirty="0">
                <a:effectLst/>
                <a:latin typeface="Bookman Old Style" pitchFamily="18" charset="0"/>
                <a:cs typeface="Times New Roman" panose="02020603050405020304" pitchFamily="18" charset="0"/>
              </a:rPr>
              <a:t>B. 40%</a:t>
            </a:r>
          </a:p>
          <a:p>
            <a:pPr marL="0" indent="0" algn="just">
              <a:lnSpc>
                <a:spcPct val="150000"/>
              </a:lnSpc>
              <a:buNone/>
            </a:pPr>
            <a:r>
              <a:rPr lang="en-US" sz="2400" b="1" dirty="0">
                <a:effectLst/>
                <a:latin typeface="Bookman Old Style" pitchFamily="18" charset="0"/>
                <a:cs typeface="Times New Roman" panose="02020603050405020304" pitchFamily="18" charset="0"/>
              </a:rPr>
              <a:t>C. 60%</a:t>
            </a:r>
          </a:p>
          <a:p>
            <a:pPr marL="0" indent="0" algn="just">
              <a:lnSpc>
                <a:spcPct val="150000"/>
              </a:lnSpc>
              <a:buNone/>
            </a:pPr>
            <a:r>
              <a:rPr lang="en-US" sz="2400" b="1" dirty="0">
                <a:effectLst/>
                <a:latin typeface="Bookman Old Style" pitchFamily="18" charset="0"/>
                <a:cs typeface="Times New Roman" panose="02020603050405020304" pitchFamily="18" charset="0"/>
              </a:rPr>
              <a:t>D. 30%</a:t>
            </a: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42196887-BBFD-8B9C-44FB-50F2D3A7A708}"/>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078470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D5A3B-24AC-186B-4C90-C899AA3E76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7CD73D-4B56-D1F7-E79E-5A7B3E882B73}"/>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latin typeface="Bookman Old Style" pitchFamily="18" charset="0"/>
                <a:cs typeface="Times New Roman" panose="02020603050405020304" pitchFamily="18" charset="0"/>
              </a:rPr>
              <a:t>27. </a:t>
            </a:r>
            <a:r>
              <a:rPr lang="en-US" sz="2400" b="1" dirty="0">
                <a:latin typeface="Bookman Old Style" pitchFamily="18" charset="0"/>
                <a:cs typeface="Times New Roman" panose="02020603050405020304" pitchFamily="18" charset="0"/>
              </a:rPr>
              <a:t>3 CDs and 2 Pen drives cost Rs. 790. 2 CDs and 3 Pen drives cost Rs.1110. What is the cost of one pen Drive?</a:t>
            </a:r>
          </a:p>
          <a:p>
            <a:pPr marL="0" indent="0" algn="just">
              <a:lnSpc>
                <a:spcPct val="150000"/>
              </a:lnSpc>
              <a:buNone/>
            </a:pPr>
            <a:r>
              <a:rPr lang="en-US" sz="2400" b="1" dirty="0">
                <a:latin typeface="Bookman Old Style" pitchFamily="18" charset="0"/>
                <a:cs typeface="Times New Roman" panose="02020603050405020304" pitchFamily="18" charset="0"/>
              </a:rPr>
              <a:t>A. 315</a:t>
            </a:r>
          </a:p>
          <a:p>
            <a:pPr marL="0" indent="0" algn="just">
              <a:lnSpc>
                <a:spcPct val="150000"/>
              </a:lnSpc>
              <a:buNone/>
            </a:pPr>
            <a:r>
              <a:rPr lang="en-US" sz="2400" b="1" dirty="0">
                <a:latin typeface="Bookman Old Style" pitchFamily="18" charset="0"/>
                <a:cs typeface="Times New Roman" panose="02020603050405020304" pitchFamily="18" charset="0"/>
              </a:rPr>
              <a:t>B. 350</a:t>
            </a:r>
          </a:p>
          <a:p>
            <a:pPr marL="0" indent="0" algn="just">
              <a:lnSpc>
                <a:spcPct val="150000"/>
              </a:lnSpc>
              <a:buNone/>
            </a:pPr>
            <a:r>
              <a:rPr lang="en-US" sz="2400" b="1" dirty="0">
                <a:latin typeface="Bookman Old Style" pitchFamily="18" charset="0"/>
                <a:cs typeface="Times New Roman" panose="02020603050405020304" pitchFamily="18" charset="0"/>
              </a:rPr>
              <a:t>C. 325</a:t>
            </a:r>
          </a:p>
          <a:p>
            <a:pPr marL="0" indent="0" algn="just">
              <a:lnSpc>
                <a:spcPct val="150000"/>
              </a:lnSpc>
              <a:buNone/>
            </a:pPr>
            <a:r>
              <a:rPr lang="en-US" sz="2400" b="1" dirty="0">
                <a:latin typeface="Bookman Old Style" pitchFamily="18" charset="0"/>
                <a:cs typeface="Times New Roman" panose="02020603050405020304" pitchFamily="18" charset="0"/>
              </a:rPr>
              <a:t>D. 300</a:t>
            </a:r>
            <a:endParaRPr lang="en-IN" sz="24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91909CA-828E-579B-266D-9BA15183D9C8}"/>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0129331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46DD1-A23A-331F-B158-151A29FD27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98D691-C01F-645A-4714-90231929986A}"/>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28. </a:t>
            </a:r>
            <a:r>
              <a:rPr lang="en-US" sz="2400" b="1" dirty="0">
                <a:effectLst/>
                <a:latin typeface="Bookman Old Style" pitchFamily="18" charset="0"/>
                <a:cs typeface="Times New Roman" panose="02020603050405020304" pitchFamily="18" charset="0"/>
              </a:rPr>
              <a:t>2 apples cost as much as 3 bananas. 3 bananas cost as much as 4 pears. 5 pears cost as much as 10 grapes. If 20 grapes cost Rs. 200, the price of one apple is:	</a:t>
            </a:r>
          </a:p>
          <a:p>
            <a:pPr marL="0" indent="0" algn="just">
              <a:lnSpc>
                <a:spcPct val="150000"/>
              </a:lnSpc>
              <a:buNone/>
            </a:pPr>
            <a:r>
              <a:rPr lang="en-US" sz="2400" b="1" dirty="0">
                <a:effectLst/>
                <a:latin typeface="Bookman Old Style" pitchFamily="18" charset="0"/>
                <a:cs typeface="Times New Roman" panose="02020603050405020304" pitchFamily="18" charset="0"/>
              </a:rPr>
              <a:t>A.Rs 20</a:t>
            </a:r>
          </a:p>
          <a:p>
            <a:pPr marL="0" indent="0" algn="just">
              <a:lnSpc>
                <a:spcPct val="150000"/>
              </a:lnSpc>
              <a:buNone/>
            </a:pPr>
            <a:r>
              <a:rPr lang="en-US" sz="2400" b="1" dirty="0">
                <a:effectLst/>
                <a:latin typeface="Bookman Old Style" pitchFamily="18" charset="0"/>
                <a:cs typeface="Times New Roman" panose="02020603050405020304" pitchFamily="18" charset="0"/>
              </a:rPr>
              <a:t>B. Rs 30</a:t>
            </a:r>
          </a:p>
          <a:p>
            <a:pPr marL="0" indent="0" algn="just">
              <a:lnSpc>
                <a:spcPct val="150000"/>
              </a:lnSpc>
              <a:buNone/>
            </a:pPr>
            <a:r>
              <a:rPr lang="en-US" sz="2400" b="1" dirty="0">
                <a:effectLst/>
                <a:latin typeface="Bookman Old Style" pitchFamily="18" charset="0"/>
                <a:cs typeface="Times New Roman" panose="02020603050405020304" pitchFamily="18" charset="0"/>
              </a:rPr>
              <a:t>C. Rs 40</a:t>
            </a:r>
          </a:p>
          <a:p>
            <a:pPr marL="0" indent="0" algn="just">
              <a:lnSpc>
                <a:spcPct val="150000"/>
              </a:lnSpc>
              <a:buNone/>
            </a:pPr>
            <a:r>
              <a:rPr lang="en-US" sz="2400" b="1" dirty="0">
                <a:effectLst/>
                <a:latin typeface="Bookman Old Style" pitchFamily="18" charset="0"/>
                <a:cs typeface="Times New Roman" panose="02020603050405020304" pitchFamily="18" charset="0"/>
              </a:rPr>
              <a:t>D. Rs 50</a:t>
            </a: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53926BD0-6B48-DB69-7D50-45DD210883E4}"/>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941840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06BA5-6175-30AD-EE2D-96DF29BB3F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EF6E39-A141-2483-F84D-961BDB3FA418}"/>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29. </a:t>
            </a:r>
            <a:r>
              <a:rPr lang="en-US" sz="2400" b="1" dirty="0">
                <a:effectLst/>
                <a:latin typeface="Bookman Old Style" pitchFamily="18" charset="0"/>
                <a:cs typeface="Times New Roman" panose="02020603050405020304" pitchFamily="18" charset="0"/>
              </a:rPr>
              <a:t>A dealer buys two mobile phones for ₹15,000 each. He gains 30% on one and loses 30% on the other. What is the net result?	</a:t>
            </a:r>
          </a:p>
          <a:p>
            <a:pPr marL="0" indent="0" algn="just">
              <a:lnSpc>
                <a:spcPct val="150000"/>
              </a:lnSpc>
              <a:buNone/>
            </a:pPr>
            <a:r>
              <a:rPr lang="en-US" sz="2400" b="1" dirty="0">
                <a:effectLst/>
                <a:latin typeface="Bookman Old Style" pitchFamily="18" charset="0"/>
                <a:cs typeface="Times New Roman" panose="02020603050405020304" pitchFamily="18" charset="0"/>
              </a:rPr>
              <a:t>A. 9% profit</a:t>
            </a:r>
          </a:p>
          <a:p>
            <a:pPr marL="0" indent="0" algn="just">
              <a:lnSpc>
                <a:spcPct val="150000"/>
              </a:lnSpc>
              <a:buNone/>
            </a:pPr>
            <a:r>
              <a:rPr lang="en-US" sz="2400" b="1" dirty="0">
                <a:effectLst/>
                <a:latin typeface="Bookman Old Style" pitchFamily="18" charset="0"/>
                <a:cs typeface="Times New Roman" panose="02020603050405020304" pitchFamily="18" charset="0"/>
              </a:rPr>
              <a:t>B. 9% loss</a:t>
            </a:r>
          </a:p>
          <a:p>
            <a:pPr marL="0" indent="0" algn="just">
              <a:lnSpc>
                <a:spcPct val="150000"/>
              </a:lnSpc>
              <a:buNone/>
            </a:pPr>
            <a:r>
              <a:rPr lang="en-US" sz="2400" b="1" dirty="0">
                <a:effectLst/>
                <a:latin typeface="Bookman Old Style" pitchFamily="18" charset="0"/>
                <a:cs typeface="Times New Roman" panose="02020603050405020304" pitchFamily="18" charset="0"/>
              </a:rPr>
              <a:t>C. 15 % profit</a:t>
            </a:r>
          </a:p>
          <a:p>
            <a:pPr marL="0" indent="0" algn="just">
              <a:lnSpc>
                <a:spcPct val="150000"/>
              </a:lnSpc>
              <a:buNone/>
            </a:pPr>
            <a:r>
              <a:rPr lang="en-US" sz="2400" b="1" dirty="0">
                <a:effectLst/>
                <a:latin typeface="Bookman Old Style" pitchFamily="18" charset="0"/>
                <a:cs typeface="Times New Roman" panose="02020603050405020304" pitchFamily="18" charset="0"/>
              </a:rPr>
              <a:t>D. No profit, No loss</a:t>
            </a:r>
          </a:p>
          <a:p>
            <a:pPr marL="0" indent="0" algn="just">
              <a:lnSpc>
                <a:spcPct val="150000"/>
              </a:lnSpc>
              <a:buNone/>
            </a:pP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1B8A5C9D-6775-F279-0EAE-96F384C6AC3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5307836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8189B-5384-0059-D439-F60698DAB6C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AE8823-4389-B22C-4C36-5144E06FA675}"/>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30. </a:t>
            </a:r>
            <a:r>
              <a:rPr lang="en-US" sz="2400" b="1" dirty="0">
                <a:effectLst/>
                <a:latin typeface="Bookman Old Style" pitchFamily="18" charset="0"/>
                <a:cs typeface="Times New Roman" panose="02020603050405020304" pitchFamily="18" charset="0"/>
              </a:rPr>
              <a:t>A real estate agent buys two sites for Rs. 18000 each. On one he gains 25% and on the other he loses 20 %. What is his loss or gain percent?</a:t>
            </a:r>
          </a:p>
          <a:p>
            <a:pPr marL="0" indent="0" algn="just">
              <a:lnSpc>
                <a:spcPct val="150000"/>
              </a:lnSpc>
              <a:buNone/>
            </a:pPr>
            <a:r>
              <a:rPr lang="en-US" sz="2400" b="1" dirty="0">
                <a:effectLst/>
                <a:latin typeface="Bookman Old Style" pitchFamily="18" charset="0"/>
                <a:cs typeface="Times New Roman" panose="02020603050405020304" pitchFamily="18" charset="0"/>
              </a:rPr>
              <a:t>A. 5%profit</a:t>
            </a:r>
          </a:p>
          <a:p>
            <a:pPr marL="0" indent="0" algn="just">
              <a:lnSpc>
                <a:spcPct val="150000"/>
              </a:lnSpc>
              <a:buNone/>
            </a:pPr>
            <a:r>
              <a:rPr lang="en-US" sz="2400" b="1" dirty="0">
                <a:effectLst/>
                <a:latin typeface="Bookman Old Style" pitchFamily="18" charset="0"/>
                <a:cs typeface="Times New Roman" panose="02020603050405020304" pitchFamily="18" charset="0"/>
              </a:rPr>
              <a:t>B. 5%loss</a:t>
            </a:r>
          </a:p>
          <a:p>
            <a:pPr marL="0" indent="0" algn="just">
              <a:lnSpc>
                <a:spcPct val="150000"/>
              </a:lnSpc>
              <a:buNone/>
            </a:pPr>
            <a:r>
              <a:rPr lang="en-US" sz="2400" b="1" dirty="0">
                <a:effectLst/>
                <a:latin typeface="Bookman Old Style" pitchFamily="18" charset="0"/>
                <a:cs typeface="Times New Roman" panose="02020603050405020304" pitchFamily="18" charset="0"/>
              </a:rPr>
              <a:t>C. 2.5%profit</a:t>
            </a:r>
          </a:p>
          <a:p>
            <a:pPr marL="0" indent="0" algn="just">
              <a:lnSpc>
                <a:spcPct val="150000"/>
              </a:lnSpc>
              <a:buNone/>
            </a:pPr>
            <a:r>
              <a:rPr lang="en-US" sz="2400" b="1" dirty="0">
                <a:effectLst/>
                <a:latin typeface="Bookman Old Style" pitchFamily="18" charset="0"/>
                <a:cs typeface="Times New Roman" panose="02020603050405020304" pitchFamily="18" charset="0"/>
              </a:rPr>
              <a:t>D. 2.5%loss</a:t>
            </a:r>
          </a:p>
          <a:p>
            <a:pPr marL="0" indent="0" algn="just">
              <a:lnSpc>
                <a:spcPct val="150000"/>
              </a:lnSpc>
              <a:buNone/>
            </a:pP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995CFD06-8739-26B5-B348-2E4663B57185}"/>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8986878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7ED15-BF74-C4BE-998D-7EAC6170459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93D280-4E7A-B3E0-7E3F-D1E0698697F3}"/>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31. </a:t>
            </a:r>
            <a:r>
              <a:rPr lang="en-US" sz="2400" b="1" dirty="0">
                <a:effectLst/>
                <a:latin typeface="Bookman Old Style" pitchFamily="18" charset="0"/>
                <a:cs typeface="Times New Roman" panose="02020603050405020304" pitchFamily="18" charset="0"/>
              </a:rPr>
              <a:t>A shopkeeper sells two refrigerators for ₹25,000 each. On one he earns a 30% profit, and on the other, a 30% loss. Calculate the net gain or loss %.	</a:t>
            </a:r>
          </a:p>
          <a:p>
            <a:pPr marL="0" indent="0" algn="just">
              <a:lnSpc>
                <a:spcPct val="150000"/>
              </a:lnSpc>
              <a:buNone/>
            </a:pPr>
            <a:r>
              <a:rPr lang="en-US" sz="2400" b="1" dirty="0">
                <a:effectLst/>
                <a:latin typeface="Bookman Old Style" pitchFamily="18" charset="0"/>
                <a:cs typeface="Times New Roman" panose="02020603050405020304" pitchFamily="18" charset="0"/>
              </a:rPr>
              <a:t>A. 10% profit</a:t>
            </a:r>
          </a:p>
          <a:p>
            <a:pPr marL="0" indent="0" algn="just">
              <a:lnSpc>
                <a:spcPct val="150000"/>
              </a:lnSpc>
              <a:buNone/>
            </a:pPr>
            <a:r>
              <a:rPr lang="en-US" sz="2400" b="1" dirty="0">
                <a:effectLst/>
                <a:latin typeface="Bookman Old Style" pitchFamily="18" charset="0"/>
                <a:cs typeface="Times New Roman" panose="02020603050405020304" pitchFamily="18" charset="0"/>
              </a:rPr>
              <a:t>B. 10% loss</a:t>
            </a:r>
          </a:p>
          <a:p>
            <a:pPr marL="0" indent="0" algn="just">
              <a:lnSpc>
                <a:spcPct val="150000"/>
              </a:lnSpc>
              <a:buNone/>
            </a:pPr>
            <a:r>
              <a:rPr lang="en-US" sz="2400" b="1" dirty="0">
                <a:effectLst/>
                <a:latin typeface="Bookman Old Style" pitchFamily="18" charset="0"/>
                <a:cs typeface="Times New Roman" panose="02020603050405020304" pitchFamily="18" charset="0"/>
              </a:rPr>
              <a:t>C. 9% profit</a:t>
            </a:r>
          </a:p>
          <a:p>
            <a:pPr marL="0" indent="0" algn="just">
              <a:lnSpc>
                <a:spcPct val="150000"/>
              </a:lnSpc>
              <a:buNone/>
            </a:pPr>
            <a:r>
              <a:rPr lang="en-US" sz="2400" b="1" dirty="0">
                <a:effectLst/>
                <a:latin typeface="Bookman Old Style" pitchFamily="18" charset="0"/>
                <a:cs typeface="Times New Roman" panose="02020603050405020304" pitchFamily="18" charset="0"/>
              </a:rPr>
              <a:t>D. 9% loss</a:t>
            </a: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E1E4AE4E-DC6F-C355-AF7B-3C3C10546F95}"/>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6094889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CA8E9-6B3D-86B3-5106-B63277CE90AF}"/>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5B6DC87-B06A-4CC5-B7A0-E49FF9A36B94}"/>
                  </a:ext>
                </a:extLst>
              </p:cNvPr>
              <p:cNvSpPr>
                <a:spLocks noGrp="1"/>
              </p:cNvSpPr>
              <p:nvPr>
                <p:ph idx="1"/>
              </p:nvPr>
            </p:nvSpPr>
            <p:spPr>
              <a:xfrm>
                <a:off x="441506" y="255381"/>
                <a:ext cx="9714866" cy="7038048"/>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32. </a:t>
                </a:r>
                <a:r>
                  <a:rPr lang="en-US" sz="2300" b="1" dirty="0">
                    <a:effectLst/>
                    <a:latin typeface="Bookman Old Style" pitchFamily="18" charset="0"/>
                    <a:cs typeface="Times New Roman" panose="02020603050405020304" pitchFamily="18" charset="0"/>
                  </a:rPr>
                  <a:t>The total cost of making shahi paneer is divided into three parts: paneer, gravy, and fuel in the ratio 2:2:1. A chef sells it at Rs 260 per plate and makes a profit of 30%. If the prices of paneer and fuel increase by 20% and 10% respectively and the chef does not want to change the selling price of the shahi paneer, what will be his new profit %?</a:t>
                </a:r>
              </a:p>
              <a:p>
                <a:pPr marL="0" indent="0" algn="just">
                  <a:lnSpc>
                    <a:spcPct val="150000"/>
                  </a:lnSpc>
                  <a:buNone/>
                </a:pPr>
                <a:r>
                  <a:rPr lang="en-US" sz="2300" b="1" dirty="0">
                    <a:effectLst/>
                    <a:latin typeface="Bookman Old Style" pitchFamily="18" charset="0"/>
                    <a:cs typeface="Times New Roman" panose="02020603050405020304" pitchFamily="18" charset="0"/>
                  </a:rPr>
                  <a:t>  A. 16</a:t>
                </a:r>
                <a14:m>
                  <m:oMath xmlns:m="http://schemas.openxmlformats.org/officeDocument/2006/math">
                    <m:f>
                      <m:fPr>
                        <m:ctrlPr>
                          <a:rPr lang="en-US" sz="2300" b="1" i="1">
                            <a:effectLst/>
                            <a:latin typeface="Cambria Math" panose="02040503050406030204" pitchFamily="18" charset="0"/>
                            <a:cs typeface="Times New Roman" panose="02020603050405020304" pitchFamily="18" charset="0"/>
                          </a:rPr>
                        </m:ctrlPr>
                      </m:fPr>
                      <m:num>
                        <m:r>
                          <a:rPr lang="en-US" sz="2300" b="1" i="1">
                            <a:effectLst/>
                            <a:latin typeface="Cambria Math" panose="02040503050406030204" pitchFamily="18" charset="0"/>
                            <a:cs typeface="Times New Roman" panose="02020603050405020304" pitchFamily="18" charset="0"/>
                          </a:rPr>
                          <m:t>𝟐</m:t>
                        </m:r>
                      </m:num>
                      <m:den>
                        <m:r>
                          <a:rPr lang="en-US" sz="2300" b="1" i="1">
                            <a:effectLst/>
                            <a:latin typeface="Cambria Math" panose="02040503050406030204" pitchFamily="18" charset="0"/>
                            <a:cs typeface="Times New Roman" panose="02020603050405020304" pitchFamily="18" charset="0"/>
                          </a:rPr>
                          <m:t>𝟑</m:t>
                        </m:r>
                      </m:den>
                    </m:f>
                  </m:oMath>
                </a14:m>
                <a:r>
                  <a:rPr lang="en-IN" sz="2300" b="1" dirty="0">
                    <a:effectLst/>
                    <a:latin typeface="Bookman Old Style" pitchFamily="18" charset="0"/>
                    <a:cs typeface="Times New Roman" panose="02020603050405020304" pitchFamily="18" charset="0"/>
                  </a:rPr>
                  <a:t> % 	</a:t>
                </a:r>
              </a:p>
              <a:p>
                <a:pPr marL="0" indent="0" algn="just">
                  <a:lnSpc>
                    <a:spcPct val="150000"/>
                  </a:lnSpc>
                  <a:buNone/>
                </a:pPr>
                <a:r>
                  <a:rPr lang="en-IN" sz="2300" b="1" dirty="0">
                    <a:effectLst/>
                    <a:latin typeface="Bookman Old Style" pitchFamily="18" charset="0"/>
                    <a:cs typeface="Times New Roman" panose="02020603050405020304" pitchFamily="18" charset="0"/>
                  </a:rPr>
                  <a:t> B. 25%	</a:t>
                </a:r>
              </a:p>
              <a:p>
                <a:pPr marL="0" indent="0" algn="just">
                  <a:lnSpc>
                    <a:spcPct val="150000"/>
                  </a:lnSpc>
                  <a:buNone/>
                </a:pPr>
                <a:r>
                  <a:rPr lang="en-IN" sz="2300" b="1" dirty="0">
                    <a:effectLst/>
                    <a:latin typeface="Bookman Old Style" pitchFamily="18" charset="0"/>
                    <a:cs typeface="Times New Roman" panose="02020603050405020304" pitchFamily="18" charset="0"/>
                  </a:rPr>
                  <a:t> C. 20%</a:t>
                </a:r>
              </a:p>
              <a:p>
                <a:pPr marL="0" indent="0" algn="just">
                  <a:lnSpc>
                    <a:spcPct val="150000"/>
                  </a:lnSpc>
                  <a:buNone/>
                </a:pPr>
                <a:r>
                  <a:rPr lang="en-IN" sz="2300" b="1" dirty="0">
                    <a:effectLst/>
                    <a:latin typeface="Bookman Old Style" pitchFamily="18" charset="0"/>
                    <a:cs typeface="Times New Roman" panose="02020603050405020304" pitchFamily="18" charset="0"/>
                  </a:rPr>
                  <a:t> D. </a:t>
                </a:r>
                <a:r>
                  <a:rPr lang="en-US" sz="2300" b="1" dirty="0">
                    <a:effectLst/>
                    <a:latin typeface="Bookman Old Style" pitchFamily="18" charset="0"/>
                    <a:cs typeface="Times New Roman" panose="02020603050405020304" pitchFamily="18" charset="0"/>
                  </a:rPr>
                  <a:t>18</a:t>
                </a:r>
                <a14:m>
                  <m:oMath xmlns:m="http://schemas.openxmlformats.org/officeDocument/2006/math">
                    <m:f>
                      <m:fPr>
                        <m:ctrlPr>
                          <a:rPr lang="en-US" sz="2300" b="1" i="1">
                            <a:effectLst/>
                            <a:latin typeface="Cambria Math" panose="02040503050406030204" pitchFamily="18" charset="0"/>
                            <a:cs typeface="Times New Roman" panose="02020603050405020304" pitchFamily="18" charset="0"/>
                          </a:rPr>
                        </m:ctrlPr>
                      </m:fPr>
                      <m:num>
                        <m:r>
                          <a:rPr lang="en-US" sz="2300" b="1" i="1">
                            <a:effectLst/>
                            <a:latin typeface="Cambria Math" panose="02040503050406030204" pitchFamily="18" charset="0"/>
                            <a:cs typeface="Times New Roman" panose="02020603050405020304" pitchFamily="18" charset="0"/>
                          </a:rPr>
                          <m:t>𝟐</m:t>
                        </m:r>
                      </m:num>
                      <m:den>
                        <m:r>
                          <a:rPr lang="en-US" sz="2300" b="1" i="1">
                            <a:effectLst/>
                            <a:latin typeface="Cambria Math" panose="02040503050406030204" pitchFamily="18" charset="0"/>
                            <a:cs typeface="Times New Roman" panose="02020603050405020304" pitchFamily="18" charset="0"/>
                          </a:rPr>
                          <m:t>𝟏𝟏</m:t>
                        </m:r>
                      </m:den>
                    </m:f>
                  </m:oMath>
                </a14:m>
                <a:r>
                  <a:rPr lang="en-IN" sz="2300" b="1" dirty="0">
                    <a:effectLst/>
                    <a:latin typeface="Bookman Old Style" pitchFamily="18" charset="0"/>
                    <a:cs typeface="Times New Roman" panose="02020603050405020304" pitchFamily="18" charset="0"/>
                  </a:rPr>
                  <a:t> % </a:t>
                </a:r>
              </a:p>
            </p:txBody>
          </p:sp>
        </mc:Choice>
        <mc:Fallback>
          <p:sp>
            <p:nvSpPr>
              <p:cNvPr id="3" name="Content Placeholder 2">
                <a:extLst>
                  <a:ext uri="{FF2B5EF4-FFF2-40B4-BE49-F238E27FC236}">
                    <a16:creationId xmlns:a16="http://schemas.microsoft.com/office/drawing/2014/main" id="{95B6DC87-B06A-4CC5-B7A0-E49FF9A36B94}"/>
                  </a:ext>
                </a:extLst>
              </p:cNvPr>
              <p:cNvSpPr>
                <a:spLocks noGrp="1" noRot="1" noChangeAspect="1" noMove="1" noResize="1" noEditPoints="1" noAdjustHandles="1" noChangeArrowheads="1" noChangeShapeType="1" noTextEdit="1"/>
              </p:cNvSpPr>
              <p:nvPr>
                <p:ph idx="1"/>
              </p:nvPr>
            </p:nvSpPr>
            <p:spPr>
              <a:xfrm>
                <a:off x="441506" y="255381"/>
                <a:ext cx="9714866" cy="7038048"/>
              </a:xfrm>
              <a:blipFill>
                <a:blip r:embed="rId2"/>
                <a:stretch>
                  <a:fillRect l="-878" r="-941"/>
                </a:stretch>
              </a:blipFill>
            </p:spPr>
            <p:txBody>
              <a:bodyPr/>
              <a:lstStyle/>
              <a:p>
                <a:r>
                  <a:rPr lang="en-IN">
                    <a:noFill/>
                  </a:rPr>
                  <a:t> </a:t>
                </a:r>
              </a:p>
            </p:txBody>
          </p:sp>
        </mc:Fallback>
      </mc:AlternateContent>
      <p:pic>
        <p:nvPicPr>
          <p:cNvPr id="2" name="Picture 1" descr="A yellow and blue sign with words">
            <a:extLst>
              <a:ext uri="{FF2B5EF4-FFF2-40B4-BE49-F238E27FC236}">
                <a16:creationId xmlns:a16="http://schemas.microsoft.com/office/drawing/2014/main" id="{8B13133F-DFC2-0CB6-7BDC-B7456A5BFAB7}"/>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904720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81B1F-5AE8-D4BA-1C8A-511E35C3A7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F6DF1D-6A26-4984-F09B-DEEE62162497}"/>
              </a:ext>
            </a:extLst>
          </p:cNvPr>
          <p:cNvSpPr>
            <a:spLocks noGrp="1"/>
          </p:cNvSpPr>
          <p:nvPr>
            <p:ph idx="1"/>
          </p:nvPr>
        </p:nvSpPr>
        <p:spPr>
          <a:xfrm>
            <a:off x="441506" y="255381"/>
            <a:ext cx="9714866" cy="5209247"/>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33. </a:t>
            </a:r>
            <a:r>
              <a:rPr lang="en-US" sz="2400" b="1" dirty="0">
                <a:effectLst/>
                <a:latin typeface="Bookman Old Style" pitchFamily="18" charset="0"/>
                <a:cs typeface="Times New Roman" panose="02020603050405020304" pitchFamily="18" charset="0"/>
              </a:rPr>
              <a:t>A dealer in stationary items purchased 20 dozens of pen from a wholesale market and sold them at the cost price of 250 pens what was his profit or loss percentage?</a:t>
            </a:r>
          </a:p>
          <a:p>
            <a:pPr marL="0" indent="0" algn="just">
              <a:lnSpc>
                <a:spcPct val="150000"/>
              </a:lnSpc>
              <a:buNone/>
            </a:pPr>
            <a:r>
              <a:rPr lang="en-US" sz="2400" b="1" dirty="0">
                <a:effectLst/>
                <a:latin typeface="Bookman Old Style" pitchFamily="18" charset="0"/>
                <a:cs typeface="Times New Roman" panose="02020603050405020304" pitchFamily="18" charset="0"/>
              </a:rPr>
              <a:t>A. 4% profit</a:t>
            </a:r>
          </a:p>
          <a:p>
            <a:pPr marL="0" indent="0" algn="just">
              <a:lnSpc>
                <a:spcPct val="150000"/>
              </a:lnSpc>
              <a:buNone/>
            </a:pPr>
            <a:r>
              <a:rPr lang="en-US" sz="2400" b="1" dirty="0">
                <a:effectLst/>
                <a:latin typeface="Bookman Old Style" pitchFamily="18" charset="0"/>
                <a:cs typeface="Times New Roman" panose="02020603050405020304" pitchFamily="18" charset="0"/>
              </a:rPr>
              <a:t>B. 4% loss</a:t>
            </a:r>
          </a:p>
          <a:p>
            <a:pPr marL="0" indent="0" algn="just">
              <a:lnSpc>
                <a:spcPct val="150000"/>
              </a:lnSpc>
              <a:buNone/>
            </a:pPr>
            <a:r>
              <a:rPr lang="en-US" sz="2400" b="1" dirty="0">
                <a:effectLst/>
                <a:latin typeface="Bookman Old Style" pitchFamily="18" charset="0"/>
                <a:cs typeface="Times New Roman" panose="02020603050405020304" pitchFamily="18" charset="0"/>
              </a:rPr>
              <a:t>C. 25/6% loss</a:t>
            </a:r>
          </a:p>
          <a:p>
            <a:pPr marL="0" indent="0" algn="just">
              <a:lnSpc>
                <a:spcPct val="150000"/>
              </a:lnSpc>
              <a:buNone/>
            </a:pPr>
            <a:r>
              <a:rPr lang="en-US" sz="2400" b="1" dirty="0">
                <a:effectLst/>
                <a:latin typeface="Bookman Old Style" pitchFamily="18" charset="0"/>
                <a:cs typeface="Times New Roman" panose="02020603050405020304" pitchFamily="18" charset="0"/>
              </a:rPr>
              <a:t>D. 25/6% profit</a:t>
            </a:r>
          </a:p>
          <a:p>
            <a:pPr marL="0" indent="0" algn="just">
              <a:lnSpc>
                <a:spcPct val="150000"/>
              </a:lnSpc>
              <a:buNone/>
            </a:pP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6F908841-FE15-1356-7464-404D5A839315}"/>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450902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F49C2-E5BC-47A2-3819-17AFAA727AF5}"/>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DD11FD0-8D15-653F-B329-9B5593DAC575}"/>
                  </a:ext>
                </a:extLst>
              </p:cNvPr>
              <p:cNvSpPr>
                <a:spLocks noGrp="1"/>
              </p:cNvSpPr>
              <p:nvPr>
                <p:ph idx="1"/>
              </p:nvPr>
            </p:nvSpPr>
            <p:spPr>
              <a:xfrm>
                <a:off x="441506" y="255381"/>
                <a:ext cx="9714866" cy="5209247"/>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34. </a:t>
                </a:r>
                <a:r>
                  <a:rPr lang="en-IN" sz="2400" b="1" dirty="0">
                    <a:latin typeface="Bookman Old Style" pitchFamily="18" charset="0"/>
                    <a:cs typeface="Times New Roman" panose="02020603050405020304" pitchFamily="18" charset="0"/>
                  </a:rPr>
                  <a:t>A dishonest dealer professes to sell goods at the cost price but he uses a weight of 800 grams per kg. what is his gain percentage ?</a:t>
                </a:r>
              </a:p>
              <a:p>
                <a:pPr marL="0" indent="0" algn="just">
                  <a:lnSpc>
                    <a:spcPct val="150000"/>
                  </a:lnSpc>
                  <a:buNone/>
                </a:pPr>
                <a:r>
                  <a:rPr lang="en-IN" sz="2400" b="1" dirty="0">
                    <a:latin typeface="Bookman Old Style" pitchFamily="18" charset="0"/>
                    <a:cs typeface="Times New Roman" panose="02020603050405020304" pitchFamily="18" charset="0"/>
                  </a:rPr>
                  <a:t> a. 20%         </a:t>
                </a:r>
              </a:p>
              <a:p>
                <a:pPr marL="0" indent="0" algn="just">
                  <a:lnSpc>
                    <a:spcPct val="150000"/>
                  </a:lnSpc>
                  <a:buNone/>
                </a:pPr>
                <a:r>
                  <a:rPr lang="en-IN" sz="2400" b="1" dirty="0">
                    <a:latin typeface="Bookman Old Style" pitchFamily="18" charset="0"/>
                    <a:cs typeface="Times New Roman" panose="02020603050405020304" pitchFamily="18" charset="0"/>
                  </a:rPr>
                  <a:t> b. 25%          </a:t>
                </a:r>
              </a:p>
              <a:p>
                <a:pPr marL="0" indent="0" algn="just">
                  <a:lnSpc>
                    <a:spcPct val="150000"/>
                  </a:lnSpc>
                  <a:buNone/>
                </a:pPr>
                <a:r>
                  <a:rPr lang="en-IN" sz="2400" b="1" dirty="0">
                    <a:latin typeface="Bookman Old Style" pitchFamily="18" charset="0"/>
                    <a:cs typeface="Times New Roman" panose="02020603050405020304" pitchFamily="18" charset="0"/>
                  </a:rPr>
                  <a:t>c. 40%      </a:t>
                </a:r>
              </a:p>
              <a:p>
                <a:pPr marL="0" indent="0" algn="just">
                  <a:lnSpc>
                    <a:spcPct val="150000"/>
                  </a:lnSpc>
                  <a:buNone/>
                </a:pPr>
                <a:r>
                  <a:rPr lang="en-IN" sz="2400" b="1" dirty="0">
                    <a:latin typeface="Bookman Old Style" pitchFamily="18" charset="0"/>
                    <a:cs typeface="Times New Roman" panose="02020603050405020304" pitchFamily="18" charset="0"/>
                  </a:rPr>
                  <a:t> d. 16</a:t>
                </a:r>
                <a14:m>
                  <m:oMath xmlns:m="http://schemas.openxmlformats.org/officeDocument/2006/math">
                    <m:f>
                      <m:fPr>
                        <m:ctrlPr>
                          <a:rPr lang="en-IN" sz="2400" b="1" i="1">
                            <a:latin typeface="Cambria Math" panose="02040503050406030204" pitchFamily="18" charset="0"/>
                            <a:cs typeface="Times New Roman" panose="02020603050405020304" pitchFamily="18" charset="0"/>
                          </a:rPr>
                        </m:ctrlPr>
                      </m:fPr>
                      <m:num>
                        <m:r>
                          <a:rPr lang="en-US" sz="2400" b="1" i="1">
                            <a:latin typeface="Cambria Math"/>
                            <a:cs typeface="Times New Roman" panose="02020603050405020304" pitchFamily="18" charset="0"/>
                          </a:rPr>
                          <m:t>𝟏</m:t>
                        </m:r>
                      </m:num>
                      <m:den>
                        <m:r>
                          <a:rPr lang="en-US" sz="2400" b="1" i="1">
                            <a:latin typeface="Cambria Math"/>
                            <a:cs typeface="Times New Roman" panose="02020603050405020304" pitchFamily="18" charset="0"/>
                          </a:rPr>
                          <m:t>𝟑</m:t>
                        </m:r>
                      </m:den>
                    </m:f>
                  </m:oMath>
                </a14:m>
                <a:r>
                  <a:rPr lang="en-IN" sz="2400" b="1" dirty="0">
                    <a:latin typeface="Bookman Old Style" pitchFamily="18" charset="0"/>
                    <a:cs typeface="Times New Roman" panose="02020603050405020304" pitchFamily="18" charset="0"/>
                  </a:rPr>
                  <a:t>%</a:t>
                </a:r>
              </a:p>
              <a:p>
                <a:pPr marL="0" indent="0" algn="just">
                  <a:lnSpc>
                    <a:spcPct val="150000"/>
                  </a:lnSpc>
                  <a:buNone/>
                </a:pPr>
                <a:endParaRPr lang="en-IN" sz="2400" b="1" dirty="0">
                  <a:effectLst/>
                  <a:latin typeface="Bookman Old Style"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1DD11FD0-8D15-653F-B329-9B5593DAC575}"/>
                  </a:ext>
                </a:extLst>
              </p:cNvPr>
              <p:cNvSpPr>
                <a:spLocks noGrp="1" noRot="1" noChangeAspect="1" noMove="1" noResize="1" noEditPoints="1" noAdjustHandles="1" noChangeArrowheads="1" noChangeShapeType="1" noTextEdit="1"/>
              </p:cNvSpPr>
              <p:nvPr>
                <p:ph idx="1"/>
              </p:nvPr>
            </p:nvSpPr>
            <p:spPr>
              <a:xfrm>
                <a:off x="441506" y="255381"/>
                <a:ext cx="9714866" cy="5209247"/>
              </a:xfrm>
              <a:blipFill>
                <a:blip r:embed="rId2"/>
                <a:stretch>
                  <a:fillRect l="-1066" r="-1380"/>
                </a:stretch>
              </a:blipFill>
            </p:spPr>
            <p:txBody>
              <a:bodyPr/>
              <a:lstStyle/>
              <a:p>
                <a:r>
                  <a:rPr lang="en-IN">
                    <a:noFill/>
                  </a:rPr>
                  <a:t> </a:t>
                </a:r>
              </a:p>
            </p:txBody>
          </p:sp>
        </mc:Fallback>
      </mc:AlternateContent>
      <p:pic>
        <p:nvPicPr>
          <p:cNvPr id="2" name="Picture 1" descr="A yellow and blue sign with words">
            <a:extLst>
              <a:ext uri="{FF2B5EF4-FFF2-40B4-BE49-F238E27FC236}">
                <a16:creationId xmlns:a16="http://schemas.microsoft.com/office/drawing/2014/main" id="{68BA5B3A-DF63-A7DF-6C69-5A1AA06A1652}"/>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9810226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6EC3C-4859-62BF-E413-842CD18A0A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487F93-AC46-449C-B782-314D4B6F2572}"/>
              </a:ext>
            </a:extLst>
          </p:cNvPr>
          <p:cNvSpPr>
            <a:spLocks noGrp="1"/>
          </p:cNvSpPr>
          <p:nvPr>
            <p:ph idx="1"/>
          </p:nvPr>
        </p:nvSpPr>
        <p:spPr>
          <a:xfrm>
            <a:off x="441506" y="255381"/>
            <a:ext cx="9714866" cy="5209247"/>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35. </a:t>
            </a:r>
            <a:r>
              <a:rPr lang="en-IN" sz="2400" b="1" dirty="0">
                <a:latin typeface="Bookman Old Style" pitchFamily="18" charset="0"/>
                <a:cs typeface="Times New Roman" panose="02020603050405020304" pitchFamily="18" charset="0"/>
              </a:rPr>
              <a:t>A shopkeeper purchased some goods for Rs.900 and sold 1/3 of the goods at a loss of 12% . Then at what gain % should the remaining goods he sold to gain 18% profit on the whole transaction</a:t>
            </a:r>
          </a:p>
          <a:p>
            <a:pPr marL="0" indent="0" algn="just">
              <a:lnSpc>
                <a:spcPct val="150000"/>
              </a:lnSpc>
              <a:buNone/>
            </a:pPr>
            <a:r>
              <a:rPr lang="en-IN" sz="2400" b="1" dirty="0">
                <a:latin typeface="Bookman Old Style" pitchFamily="18" charset="0"/>
                <a:cs typeface="Times New Roman" panose="02020603050405020304" pitchFamily="18" charset="0"/>
              </a:rPr>
              <a:t>  a. 31%      </a:t>
            </a:r>
          </a:p>
          <a:p>
            <a:pPr marL="0" indent="0" algn="just">
              <a:lnSpc>
                <a:spcPct val="150000"/>
              </a:lnSpc>
              <a:buNone/>
            </a:pPr>
            <a:r>
              <a:rPr lang="en-IN" sz="2400" b="1" dirty="0">
                <a:latin typeface="Bookman Old Style" pitchFamily="18" charset="0"/>
                <a:cs typeface="Times New Roman" panose="02020603050405020304" pitchFamily="18" charset="0"/>
              </a:rPr>
              <a:t> b. 26%        </a:t>
            </a:r>
          </a:p>
          <a:p>
            <a:pPr marL="0" indent="0" algn="just">
              <a:lnSpc>
                <a:spcPct val="150000"/>
              </a:lnSpc>
              <a:buNone/>
            </a:pPr>
            <a:r>
              <a:rPr lang="en-IN" sz="2400" b="1" dirty="0">
                <a:latin typeface="Bookman Old Style" pitchFamily="18" charset="0"/>
                <a:cs typeface="Times New Roman" panose="02020603050405020304" pitchFamily="18" charset="0"/>
              </a:rPr>
              <a:t>   c. 33%       </a:t>
            </a:r>
          </a:p>
          <a:p>
            <a:pPr marL="0" indent="0" algn="just">
              <a:lnSpc>
                <a:spcPct val="150000"/>
              </a:lnSpc>
              <a:buNone/>
            </a:pPr>
            <a:r>
              <a:rPr lang="en-IN" sz="2400" b="1" dirty="0">
                <a:latin typeface="Bookman Old Style" pitchFamily="18" charset="0"/>
                <a:cs typeface="Times New Roman" panose="02020603050405020304" pitchFamily="18" charset="0"/>
              </a:rPr>
              <a:t>  d. 18%</a:t>
            </a:r>
          </a:p>
          <a:p>
            <a:pPr marL="0" indent="0" algn="just">
              <a:lnSpc>
                <a:spcPct val="150000"/>
              </a:lnSpc>
              <a:buNone/>
            </a:pP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AD5FF97D-E565-C43C-A886-EA1D606D28C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5982611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1CB20316-8E6F-4A0C-309F-DC56D61F65C4}"/>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Content Placeholder 4">
            <a:extLst>
              <a:ext uri="{FF2B5EF4-FFF2-40B4-BE49-F238E27FC236}">
                <a16:creationId xmlns:a16="http://schemas.microsoft.com/office/drawing/2014/main" id="{B85D3678-82EE-54B8-6920-CFFC6D22BCD8}"/>
              </a:ext>
            </a:extLst>
          </p:cNvPr>
          <p:cNvSpPr>
            <a:spLocks noGrp="1"/>
          </p:cNvSpPr>
          <p:nvPr>
            <p:ph idx="1"/>
          </p:nvPr>
        </p:nvSpPr>
        <p:spPr>
          <a:xfrm>
            <a:off x="4125081" y="2498836"/>
            <a:ext cx="3658205" cy="614479"/>
          </a:xfrm>
        </p:spPr>
        <p:txBody>
          <a:bodyPr>
            <a:noAutofit/>
          </a:bodyPr>
          <a:lstStyle/>
          <a:p>
            <a:pPr marL="0" indent="0" algn="ctr">
              <a:buNone/>
            </a:pPr>
            <a:r>
              <a:rPr lang="en-US" sz="3400" b="1" dirty="0">
                <a:effectLst/>
              </a:rPr>
              <a:t>THE END</a:t>
            </a:r>
            <a:endParaRPr lang="en-IN" sz="3400" b="1" dirty="0">
              <a:effectLst/>
            </a:endParaRPr>
          </a:p>
        </p:txBody>
      </p:sp>
    </p:spTree>
    <p:extLst>
      <p:ext uri="{BB962C8B-B14F-4D97-AF65-F5344CB8AC3E}">
        <p14:creationId xmlns:p14="http://schemas.microsoft.com/office/powerpoint/2010/main" val="21213236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1946</TotalTime>
  <Words>1909</Words>
  <Application>Microsoft Office PowerPoint</Application>
  <PresentationFormat>Widescreen</PresentationFormat>
  <Paragraphs>161</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Bookman Old Style</vt:lpstr>
      <vt:lpstr>Cambria Math</vt:lpstr>
      <vt:lpstr>Rockwell</vt:lpstr>
      <vt:lpstr>Damask</vt:lpstr>
      <vt:lpstr>Profit and loss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AVERAGES </dc:title>
  <dc:creator>KIRAN KUMAR GANTA</dc:creator>
  <cp:lastModifiedBy>harikrishnareddy pagadam</cp:lastModifiedBy>
  <cp:revision>139</cp:revision>
  <dcterms:created xsi:type="dcterms:W3CDTF">2022-11-22T09:07:37Z</dcterms:created>
  <dcterms:modified xsi:type="dcterms:W3CDTF">2026-05-17T07:30:58Z</dcterms:modified>
</cp:coreProperties>
</file>