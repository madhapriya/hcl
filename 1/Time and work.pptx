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99" r:id="rId3"/>
    <p:sldId id="300" r:id="rId4"/>
    <p:sldId id="257" r:id="rId5"/>
    <p:sldId id="302" r:id="rId6"/>
    <p:sldId id="303" r:id="rId7"/>
    <p:sldId id="304" r:id="rId8"/>
    <p:sldId id="305" r:id="rId9"/>
    <p:sldId id="306" r:id="rId10"/>
    <p:sldId id="307" r:id="rId11"/>
    <p:sldId id="309" r:id="rId12"/>
    <p:sldId id="310" r:id="rId13"/>
    <p:sldId id="311" r:id="rId14"/>
    <p:sldId id="308" r:id="rId15"/>
    <p:sldId id="324" r:id="rId16"/>
    <p:sldId id="312" r:id="rId17"/>
    <p:sldId id="313" r:id="rId18"/>
    <p:sldId id="314" r:id="rId19"/>
    <p:sldId id="315" r:id="rId20"/>
    <p:sldId id="316" r:id="rId21"/>
    <p:sldId id="317" r:id="rId22"/>
    <p:sldId id="320" r:id="rId23"/>
    <p:sldId id="321" r:id="rId24"/>
    <p:sldId id="318" r:id="rId25"/>
    <p:sldId id="322" r:id="rId26"/>
    <p:sldId id="319" r:id="rId27"/>
    <p:sldId id="323" r:id="rId28"/>
    <p:sldId id="325" r:id="rId29"/>
    <p:sldId id="326" r:id="rId30"/>
    <p:sldId id="28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5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7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19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0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44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0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5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625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780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613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198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6676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987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03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4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06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76A0A9-866E-35A2-B545-C7DB27F4E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1AC1FED5-8C91-B88B-5048-E1C2B47A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527DE88-029D-7DEF-48A9-4A2AB0B5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69" y="1563093"/>
            <a:ext cx="9001462" cy="930049"/>
          </a:xfrm>
        </p:spPr>
        <p:txBody>
          <a:bodyPr>
            <a:normAutofit/>
          </a:bodyPr>
          <a:lstStyle/>
          <a:p>
            <a:r>
              <a:rPr lang="en-US" sz="3400" dirty="0"/>
              <a:t>Time and work</a:t>
            </a:r>
            <a:endParaRPr lang="en-IN" sz="3400" dirty="0"/>
          </a:p>
        </p:txBody>
      </p:sp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A000-3E08-E2CF-E649-985A8A88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4884F4-7C55-CC9C-DE3F-9FCC8C2C9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CDB50A7D-5DC0-F65D-A993-70DF19BC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9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EF76-F440-2E6D-E296-CD73E022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12B162-87B8-16A4-AFA6-5A77D0B2A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CCBE4B87-80CE-09D7-F279-2CFAC8489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6773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If A can complete a piece of work in 10 days and B can complete the same piece of work in 15 days, if both of them work together, in how many days can they complete the same piece of work?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a) 4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b) 5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c) 6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d) 12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3D65938-E035-8E01-3D69-D2F21629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B250-41F1-F716-5C2D-F9D06BB7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BDA5-930F-6FCC-EA5C-CE74B65C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22013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If A can do a piece of work in 10 days and B can complete the same work in 15 days, and C can do a piece of work in 20 days and D does the work in 30 days, in how many days will they together complete the same work?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3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4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5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6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B5B77D1-0206-F64B-EAC7-6AE489B6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3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B960-4E16-C6F2-BF6F-D5BBA115A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10BC-6C78-F805-FD8D-B9E5F9879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and B can complete a work in 4 days, B and C can finish the same work in 8 days, A and C can finish the same work in 6 days. How many days will be required to finish the work if all the three start working together?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BB95FE8-EF03-75D0-CF36-3BB3B0BAF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1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6F72-71F4-C5AA-A3DE-5D5D3E2FD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8827-DAF1-F1DE-CB81-7E62C29D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4.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and B together can complete a piece of work in 15 days and B alone in 20 days. In how many days can A alone complete the work?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a) 40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b) 50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c) 60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d) 20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49E2526-2C37-1E3A-D612-CD0220A86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281C4-3955-5AC4-F138-A84717BC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BC5EA-54B4-0998-A20E-4E5EE28A7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5.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Ram can complete 50% of a work in 4 days. Harish can complete one-third of the work in 4 days and Chirag can complete one-sixth of the same work in 4 days. In how many days can they complete 50% of the same work if Ram, Harish and Chirag work together?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a) 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b) 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c) 1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d) 3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4BC896D-6F91-941A-EB22-572062FCD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0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E733-C41F-0549-8706-E4739290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535EF-AEEE-AF24-70E9-E29AF6719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6.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In the normal course, Ravi, Sanjay and Mukund can each individually build a wall in 5, 8 and 10 days respectively. Due to difficult terrain and slushy conditions at the site, the individual time required for each to complete the work has increased by 20%, 25% and 50% respectively. How long will they take to build the wall if they work together?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a) 3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b) 4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c) 6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d) 2 and 6/17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AF01AEF-5EF3-598E-7E8E-F98068FA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38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BC96D-ABE3-E44C-D954-C3A5BEE1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7F554-EC1C-6ACD-1049-3593456ED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7.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6 men and 8 women can complete a work in 10 days. Then 15 men and 20 women can complete the same work in how many days?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3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4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5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6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11B8D0F-4C6B-1AEF-B961-EE8E52857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55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25BD2-40D5-198F-0E0E-14418C843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45C5B-FB1A-417A-A437-4F166C59F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8.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If A and B can do a piece of work in 24 days, B and C can do it in 40 days, while A and C can do it in 30 days, in how many days can A alone do it?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75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60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120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40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94216EB-3409-5B2A-4A4E-E5FE83B46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6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B8BFA-11E1-A455-5332-EDD097F3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3DA1-48FF-699F-D8A2-957C2618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9.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and B can do a piece of work in 60 days, B and C can do it in 100 days, A and C can do it in 75 days. In how many days B alone can do it?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100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75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200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150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670D16D-7AE0-5458-F6C2-D4FD03EB9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5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EFCAB-FCE1-F8D8-EE85-29CFF9927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3C143-96A1-D14F-FBAA-0FEC58068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10.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Arun and Bharath can make 720 toilets in 20 days, Bharath and Rahul in 24 days, and Rahul and Arun in 15 days. Arun works for 4 days, Bharath works for 8 days, and Rahul works for 8 days. What is the total number of toilets made by them?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348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516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252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492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0D4FACC-CD1B-4EA1-D55F-893AF4C4E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14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936DD-8716-C819-868B-D658C17BC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61BE-DBB8-006F-E4DD-3B41B9FE3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11.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If 14 men working 8 hours a day, can reap a field in 18 days, in how many days will 9 men reap the field working 7 hours a day?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16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20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28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32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5460643-0DDE-459F-D6C4-55F8E1C74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5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32457-162A-C8A2-59AC-E360A99A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AF0B6-1506-CB3F-CDFB-92F4A1EE0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12. 200 cats kill 200 rats in 200 days. Then 30 cats kill 30 rats in how many days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   a. 30             b.100          c.200          d.60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9FAE5D3-3EAC-1B30-7574-3F2BDCCD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6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1406-3547-34A2-D6BC-5424FB6F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68F2F-2884-64E3-2D3A-CB756A8B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13.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takes 10 days less than B to complete a work, and together they do it in 12 days. In how many days can B alone do the work?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9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12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30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EC4817F-F30A-60F8-E9DD-933978EA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16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809E-2598-8ED5-B0BE-64E19E2B9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AC233-5FF4-1452-B35D-5803FC47B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14.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work is assigned to 6 men and 12 women and they could complete it in 3 days. It was also observed that together they can do 7 times as much work a man and a woman can do. In how many days would 14 women have done the work?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10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6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12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9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4432C9C-ADA4-2E3A-20B4-A402B68F0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230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6BE80-5356-5589-A9C2-EE6ED882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71B49-38FA-9D59-B1E6-D05AE8AF2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15.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10 men can complete a work in 8 days and 10 women take 12 days to complete the same work. How many days will 3 men and 6 women take to complete the same work??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11 3/7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9 3/7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10 3/7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12 3/7 days</a:t>
            </a: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3D66F3F-DEA3-6B6E-7ABF-98AB39142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4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441DE-CFEE-5B61-409A-D667CBE7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14543-D376-3D5C-F3B1-05C265C44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16. </a:t>
            </a:r>
            <a:r>
              <a:rPr lang="en-US" sz="2300" b="1" dirty="0">
                <a:latin typeface="Bookman Old Style" pitchFamily="18" charset="0"/>
                <a:cs typeface="Times New Roman" panose="02020603050405020304" pitchFamily="18" charset="0"/>
              </a:rPr>
              <a:t>X working alone takes 75 days more than Y to do a work, and working together they complete it in 20 days. If a certain sum has been earmarked as wages for this work, in what ratio should it get distributed among X and Y?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latin typeface="Bookman Old Style" pitchFamily="18" charset="0"/>
                <a:cs typeface="Times New Roman" panose="02020603050405020304" pitchFamily="18" charset="0"/>
              </a:rPr>
              <a:t>A. 2 : 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latin typeface="Bookman Old Style" pitchFamily="18" charset="0"/>
                <a:cs typeface="Times New Roman" panose="02020603050405020304" pitchFamily="18" charset="0"/>
              </a:rPr>
              <a:t>B. 2 : 3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latin typeface="Bookman Old Style" pitchFamily="18" charset="0"/>
                <a:cs typeface="Times New Roman" panose="02020603050405020304" pitchFamily="18" charset="0"/>
              </a:rPr>
              <a:t>C. 1 : 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latin typeface="Bookman Old Style" pitchFamily="18" charset="0"/>
                <a:cs typeface="Times New Roman" panose="02020603050405020304" pitchFamily="18" charset="0"/>
              </a:rPr>
              <a:t>D. 1 : 4</a:t>
            </a:r>
            <a:endParaRPr lang="en-IN" sz="23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8C64364-1956-9478-8D0B-FAC573814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18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0FDF8-058F-382A-C131-EEFC1F00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72AA8-5717-9A90-E480-D870E8DFD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17.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If 3 men and 4 women can finish the work in 24 days, 4 men and 8 women can finish the same work in 15 days, in how many days will it take for one man alone to finish the same work?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200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150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120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240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6840EE7-105E-AAC6-D47D-3A9B1EB0D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00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4DAD5-8E43-9396-6CCE-16B8E8AB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BD476-D009-61B7-855A-F99CA86D2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18.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Four men and two women can do a piece of work together in one day. If a woman is twice as efficient as a man, in how many days can a woman working alone do the work?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6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8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2</a:t>
            </a: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ABD7B73-A786-1EDC-3FD3-9D008539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33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7A34-59C6-2755-1169-88FE0863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E2722-6F5F-B9D4-150D-93145E406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19.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can finish a work in 16 days and B can finish the same work in 20 days. After A had worked for 4 days, B also joined with A to finish the remaining work. In how many days will the remaining work be finished?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8 1/9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6 2/3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8 8/9 days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6 1/3 days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1366798-3F81-5EC2-FCE2-C6ADE0C2D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7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0414E-F3E1-1AAA-3A48-FFEB9BF4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0F1E7-AA7A-5D03-BA44-F2D419CF7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20. Three people A,B and C can complete the work in 10 days,12 days and 15 days respectively. If they start work together ,after two days A left the work and next after 2 days C also left. In how many days the whole work will be completed ?</a:t>
            </a:r>
          </a:p>
          <a:p>
            <a:pPr marL="457200" indent="-457200" algn="just">
              <a:lnSpc>
                <a:spcPct val="150000"/>
              </a:lnSpc>
              <a:buAutoNum type="alphaLcPeriod"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6 days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6 ½ days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c.6 2/3 days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d.6 2/5 days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3498895-28E4-871B-507B-FF4ED92E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57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408B-8BD5-D9C8-696D-CF0AB170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8E445-0824-562A-30E7-E2EC02B18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21.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Raju can do a piece of work in 10 days, Vicky in 12 days and Tinku in 15 days. They all start the work together, but Raju leaves after 2 days and Vicky leaves 3 days before the work is completed. In how many days is the work completed?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6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7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8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9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3676E45-70E4-036A-0DDB-7868300DB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54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73C5-4C52-C280-16BF-D2BE2CFC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75BA8-8CFF-1A31-AAC5-57EB8C3C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22. A can complete a project in 20 days and B can complete the same project in 30 days. If A and B start working on the project together and A quits 10 days before the project is completed, in how many days will the project be completed?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a.18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b.27  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c.26.67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B6A2CD3-0575-EE4F-2B3D-3F6985FBE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9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78E57-2252-C796-931C-46180AB8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50769-60A0-53A7-283E-80951CF75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23. A is thrice as good as B work. A is able to finish a job in 60 days less than B. they can complete the work in how many days ,if they work together?</a:t>
            </a:r>
          </a:p>
          <a:p>
            <a:pPr marL="457200" indent="-457200" algn="just">
              <a:lnSpc>
                <a:spcPct val="150000"/>
              </a:lnSpc>
              <a:buAutoNum type="alphaLcPeriod"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22 days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b.22 ½ days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22 ¾ days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22 2/3 days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05DC031-EDC2-B808-9B6E-AA755413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68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C2A5-9917-2002-A063-3C3D088E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4D23D-E208-15CD-E22A-259CCD25C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24. </a:t>
            </a: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and B undertake a piece of work for Rs. 720. A alone can do it in 12 days while B alone can do it in 16 days. If they get C to help them and finish the work in 6 days, what should be C's share of the money earned?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Rs. 80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Rs. 360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Rs. 90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Rs. 270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F7ECD83-31B3-14EA-F510-5290BCD66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88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FCEE-28C9-4CDB-2E8F-A3555363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1B525-2C1F-AB84-E3BF-F51597D2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0895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25. </a:t>
            </a: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A and B can do a job in 16 days and 8 days respectively. They work on alternate days, A begin the work. In how many days will the work be finished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a.11          b.12          c.13         d.15 </a:t>
            </a: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F243191-B2AA-AF01-2B20-3128F5156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91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B9830-29C3-7DC3-0B16-759206CB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D9A3D-8475-8033-8577-4234FADFB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26. </a:t>
            </a: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If 16 men or 20 women can do a piece of work in 25 days. In what time will 28 men and 15 women do it?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 14 2/7 days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b.33 1/3 days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c.18 3/7 days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d.10 days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107C366-8A46-9E9A-C34E-B0E687AB5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42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CB20316-8E6F-4A0C-309F-DC56D61F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5D3678-82EE-54B8-6920-CFFC6D22B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081" y="2498836"/>
            <a:ext cx="3658205" cy="61447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400" b="1" dirty="0">
                <a:effectLst/>
              </a:rPr>
              <a:t>THE END</a:t>
            </a:r>
            <a:endParaRPr lang="en-IN" sz="3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1812</TotalTime>
  <Words>1617</Words>
  <Application>Microsoft Office PowerPoint</Application>
  <PresentationFormat>Widescreen</PresentationFormat>
  <Paragraphs>125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Bookman Old Style</vt:lpstr>
      <vt:lpstr>Rockwell</vt:lpstr>
      <vt:lpstr>Damask</vt:lpstr>
      <vt:lpstr>Time and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112</cp:revision>
  <dcterms:created xsi:type="dcterms:W3CDTF">2022-11-22T09:07:37Z</dcterms:created>
  <dcterms:modified xsi:type="dcterms:W3CDTF">2026-05-22T13:58:39Z</dcterms:modified>
</cp:coreProperties>
</file>