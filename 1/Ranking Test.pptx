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3" r:id="rId1"/>
  </p:sldMasterIdLst>
  <p:sldIdLst>
    <p:sldId id="256" r:id="rId2"/>
    <p:sldId id="257" r:id="rId3"/>
    <p:sldId id="258" r:id="rId4"/>
    <p:sldId id="260" r:id="rId5"/>
    <p:sldId id="262" r:id="rId6"/>
    <p:sldId id="263" r:id="rId7"/>
    <p:sldId id="269" r:id="rId8"/>
    <p:sldId id="265" r:id="rId9"/>
    <p:sldId id="266" r:id="rId10"/>
    <p:sldId id="297" r:id="rId11"/>
    <p:sldId id="291" r:id="rId12"/>
    <p:sldId id="292" r:id="rId13"/>
    <p:sldId id="295" r:id="rId14"/>
    <p:sldId id="296" r:id="rId15"/>
    <p:sldId id="298" r:id="rId16"/>
    <p:sldId id="28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AN KUMAR GANTA" userId="04d4457b2c6f4d58" providerId="LiveId" clId="{415B0607-3D18-4380-816B-9D66A004EED0}"/>
    <pc:docChg chg="custSel addSld modSld">
      <pc:chgData name="KIRAN KUMAR GANTA" userId="04d4457b2c6f4d58" providerId="LiveId" clId="{415B0607-3D18-4380-816B-9D66A004EED0}" dt="2022-12-03T13:27:18.705" v="6110" actId="20577"/>
      <pc:docMkLst>
        <pc:docMk/>
      </pc:docMkLst>
      <pc:sldChg chg="modSp mod">
        <pc:chgData name="KIRAN KUMAR GANTA" userId="04d4457b2c6f4d58" providerId="LiveId" clId="{415B0607-3D18-4380-816B-9D66A004EED0}" dt="2022-11-22T09:44:02.084" v="109" actId="113"/>
        <pc:sldMkLst>
          <pc:docMk/>
          <pc:sldMk cId="2745039445" sldId="259"/>
        </pc:sldMkLst>
        <pc:spChg chg="mod">
          <ac:chgData name="KIRAN KUMAR GANTA" userId="04d4457b2c6f4d58" providerId="LiveId" clId="{415B0607-3D18-4380-816B-9D66A004EED0}" dt="2022-11-22T09:44:02.084" v="109" actId="113"/>
          <ac:spMkLst>
            <pc:docMk/>
            <pc:sldMk cId="2745039445" sldId="259"/>
            <ac:spMk id="3" creationId="{3F7F7275-821A-7B23-BE3E-B9410147340D}"/>
          </ac:spMkLst>
        </pc:spChg>
      </pc:sldChg>
      <pc:sldChg chg="delSp modSp new mod">
        <pc:chgData name="KIRAN KUMAR GANTA" userId="04d4457b2c6f4d58" providerId="LiveId" clId="{415B0607-3D18-4380-816B-9D66A004EED0}" dt="2022-11-22T09:45:58.981" v="253" actId="113"/>
        <pc:sldMkLst>
          <pc:docMk/>
          <pc:sldMk cId="3259336835" sldId="260"/>
        </pc:sldMkLst>
        <pc:spChg chg="del mod">
          <ac:chgData name="KIRAN KUMAR GANTA" userId="04d4457b2c6f4d58" providerId="LiveId" clId="{415B0607-3D18-4380-816B-9D66A004EED0}" dt="2022-11-22T09:44:16.597" v="112" actId="478"/>
          <ac:spMkLst>
            <pc:docMk/>
            <pc:sldMk cId="3259336835" sldId="260"/>
            <ac:spMk id="2" creationId="{C99E18C2-BC0C-7ED6-C1EA-F75EE7BAD2FC}"/>
          </ac:spMkLst>
        </pc:spChg>
        <pc:spChg chg="mod">
          <ac:chgData name="KIRAN KUMAR GANTA" userId="04d4457b2c6f4d58" providerId="LiveId" clId="{415B0607-3D18-4380-816B-9D66A004EED0}" dt="2022-11-22T09:45:58.981" v="253" actId="113"/>
          <ac:spMkLst>
            <pc:docMk/>
            <pc:sldMk cId="3259336835" sldId="260"/>
            <ac:spMk id="3" creationId="{BD0CAEFC-D594-A38A-CE5E-25A0316665E1}"/>
          </ac:spMkLst>
        </pc:spChg>
      </pc:sldChg>
      <pc:sldChg chg="delSp modSp new mod">
        <pc:chgData name="KIRAN KUMAR GANTA" userId="04d4457b2c6f4d58" providerId="LiveId" clId="{415B0607-3D18-4380-816B-9D66A004EED0}" dt="2022-11-22T09:47:48.159" v="368" actId="113"/>
        <pc:sldMkLst>
          <pc:docMk/>
          <pc:sldMk cId="3231654361" sldId="261"/>
        </pc:sldMkLst>
        <pc:spChg chg="del mod">
          <ac:chgData name="KIRAN KUMAR GANTA" userId="04d4457b2c6f4d58" providerId="LiveId" clId="{415B0607-3D18-4380-816B-9D66A004EED0}" dt="2022-11-22T09:46:11.354" v="256" actId="478"/>
          <ac:spMkLst>
            <pc:docMk/>
            <pc:sldMk cId="3231654361" sldId="261"/>
            <ac:spMk id="2" creationId="{B92F98AE-B313-6351-8B77-07F241C7A521}"/>
          </ac:spMkLst>
        </pc:spChg>
        <pc:spChg chg="mod">
          <ac:chgData name="KIRAN KUMAR GANTA" userId="04d4457b2c6f4d58" providerId="LiveId" clId="{415B0607-3D18-4380-816B-9D66A004EED0}" dt="2022-11-22T09:47:48.159" v="368" actId="113"/>
          <ac:spMkLst>
            <pc:docMk/>
            <pc:sldMk cId="3231654361" sldId="261"/>
            <ac:spMk id="3" creationId="{0A237550-1DE1-9F96-6294-BBF931B4F42B}"/>
          </ac:spMkLst>
        </pc:spChg>
      </pc:sldChg>
      <pc:sldChg chg="delSp modSp new mod">
        <pc:chgData name="KIRAN KUMAR GANTA" userId="04d4457b2c6f4d58" providerId="LiveId" clId="{415B0607-3D18-4380-816B-9D66A004EED0}" dt="2022-11-22T09:49:35.756" v="490" actId="113"/>
        <pc:sldMkLst>
          <pc:docMk/>
          <pc:sldMk cId="2471644895" sldId="262"/>
        </pc:sldMkLst>
        <pc:spChg chg="del mod">
          <ac:chgData name="KIRAN KUMAR GANTA" userId="04d4457b2c6f4d58" providerId="LiveId" clId="{415B0607-3D18-4380-816B-9D66A004EED0}" dt="2022-11-22T09:48:00.071" v="371" actId="478"/>
          <ac:spMkLst>
            <pc:docMk/>
            <pc:sldMk cId="2471644895" sldId="262"/>
            <ac:spMk id="2" creationId="{000AA207-4125-EFA2-9E98-39906A0019E9}"/>
          </ac:spMkLst>
        </pc:spChg>
        <pc:spChg chg="mod">
          <ac:chgData name="KIRAN KUMAR GANTA" userId="04d4457b2c6f4d58" providerId="LiveId" clId="{415B0607-3D18-4380-816B-9D66A004EED0}" dt="2022-11-22T09:49:35.756" v="490" actId="113"/>
          <ac:spMkLst>
            <pc:docMk/>
            <pc:sldMk cId="2471644895" sldId="262"/>
            <ac:spMk id="3" creationId="{ED5E6109-DE52-D3E6-2B6D-0F9DD5E9BD64}"/>
          </ac:spMkLst>
        </pc:spChg>
      </pc:sldChg>
      <pc:sldChg chg="delSp modSp new mod">
        <pc:chgData name="KIRAN KUMAR GANTA" userId="04d4457b2c6f4d58" providerId="LiveId" clId="{415B0607-3D18-4380-816B-9D66A004EED0}" dt="2022-11-22T09:51:13.335" v="609" actId="113"/>
        <pc:sldMkLst>
          <pc:docMk/>
          <pc:sldMk cId="3406206606" sldId="263"/>
        </pc:sldMkLst>
        <pc:spChg chg="del mod">
          <ac:chgData name="KIRAN KUMAR GANTA" userId="04d4457b2c6f4d58" providerId="LiveId" clId="{415B0607-3D18-4380-816B-9D66A004EED0}" dt="2022-11-22T09:49:42.789" v="493" actId="478"/>
          <ac:spMkLst>
            <pc:docMk/>
            <pc:sldMk cId="3406206606" sldId="263"/>
            <ac:spMk id="2" creationId="{47AD252D-8EA7-E794-9CA2-A244515ADA72}"/>
          </ac:spMkLst>
        </pc:spChg>
        <pc:spChg chg="mod">
          <ac:chgData name="KIRAN KUMAR GANTA" userId="04d4457b2c6f4d58" providerId="LiveId" clId="{415B0607-3D18-4380-816B-9D66A004EED0}" dt="2022-11-22T09:51:13.335" v="609" actId="113"/>
          <ac:spMkLst>
            <pc:docMk/>
            <pc:sldMk cId="3406206606" sldId="263"/>
            <ac:spMk id="3" creationId="{83435682-F3C7-456E-8725-FBF18D75BED0}"/>
          </ac:spMkLst>
        </pc:spChg>
      </pc:sldChg>
      <pc:sldChg chg="delSp modSp new mod">
        <pc:chgData name="KIRAN KUMAR GANTA" userId="04d4457b2c6f4d58" providerId="LiveId" clId="{415B0607-3D18-4380-816B-9D66A004EED0}" dt="2022-11-22T09:52:56.447" v="734" actId="113"/>
        <pc:sldMkLst>
          <pc:docMk/>
          <pc:sldMk cId="2366335118" sldId="264"/>
        </pc:sldMkLst>
        <pc:spChg chg="del mod">
          <ac:chgData name="KIRAN KUMAR GANTA" userId="04d4457b2c6f4d58" providerId="LiveId" clId="{415B0607-3D18-4380-816B-9D66A004EED0}" dt="2022-11-22T09:51:26.456" v="612" actId="478"/>
          <ac:spMkLst>
            <pc:docMk/>
            <pc:sldMk cId="2366335118" sldId="264"/>
            <ac:spMk id="2" creationId="{700A2CCF-64AC-D193-C5D6-C51F72224C5B}"/>
          </ac:spMkLst>
        </pc:spChg>
        <pc:spChg chg="mod">
          <ac:chgData name="KIRAN KUMAR GANTA" userId="04d4457b2c6f4d58" providerId="LiveId" clId="{415B0607-3D18-4380-816B-9D66A004EED0}" dt="2022-11-22T09:52:56.447" v="734" actId="113"/>
          <ac:spMkLst>
            <pc:docMk/>
            <pc:sldMk cId="2366335118" sldId="264"/>
            <ac:spMk id="3" creationId="{12232249-F00A-336E-BF6A-27A16CE2F241}"/>
          </ac:spMkLst>
        </pc:spChg>
      </pc:sldChg>
      <pc:sldChg chg="delSp modSp new mod">
        <pc:chgData name="KIRAN KUMAR GANTA" userId="04d4457b2c6f4d58" providerId="LiveId" clId="{415B0607-3D18-4380-816B-9D66A004EED0}" dt="2022-11-22T09:54:43.339" v="856" actId="113"/>
        <pc:sldMkLst>
          <pc:docMk/>
          <pc:sldMk cId="3726046492" sldId="265"/>
        </pc:sldMkLst>
        <pc:spChg chg="del mod">
          <ac:chgData name="KIRAN KUMAR GANTA" userId="04d4457b2c6f4d58" providerId="LiveId" clId="{415B0607-3D18-4380-816B-9D66A004EED0}" dt="2022-11-22T09:53:05.392" v="737" actId="478"/>
          <ac:spMkLst>
            <pc:docMk/>
            <pc:sldMk cId="3726046492" sldId="265"/>
            <ac:spMk id="2" creationId="{A1B099E4-C240-C94B-53B7-D1EE52C04EBE}"/>
          </ac:spMkLst>
        </pc:spChg>
        <pc:spChg chg="mod">
          <ac:chgData name="KIRAN KUMAR GANTA" userId="04d4457b2c6f4d58" providerId="LiveId" clId="{415B0607-3D18-4380-816B-9D66A004EED0}" dt="2022-11-22T09:54:43.339" v="856" actId="113"/>
          <ac:spMkLst>
            <pc:docMk/>
            <pc:sldMk cId="3726046492" sldId="265"/>
            <ac:spMk id="3" creationId="{9F32EDFA-9473-79EE-0F35-48D6FE17308F}"/>
          </ac:spMkLst>
        </pc:spChg>
      </pc:sldChg>
      <pc:sldChg chg="delSp modSp new mod">
        <pc:chgData name="KIRAN KUMAR GANTA" userId="04d4457b2c6f4d58" providerId="LiveId" clId="{415B0607-3D18-4380-816B-9D66A004EED0}" dt="2022-11-22T09:56:56.173" v="987" actId="113"/>
        <pc:sldMkLst>
          <pc:docMk/>
          <pc:sldMk cId="1208186571" sldId="266"/>
        </pc:sldMkLst>
        <pc:spChg chg="del mod">
          <ac:chgData name="KIRAN KUMAR GANTA" userId="04d4457b2c6f4d58" providerId="LiveId" clId="{415B0607-3D18-4380-816B-9D66A004EED0}" dt="2022-11-22T09:55:10.225" v="859" actId="478"/>
          <ac:spMkLst>
            <pc:docMk/>
            <pc:sldMk cId="1208186571" sldId="266"/>
            <ac:spMk id="2" creationId="{51117EEC-5E2D-DC41-081A-DE5B29DCAD03}"/>
          </ac:spMkLst>
        </pc:spChg>
        <pc:spChg chg="mod">
          <ac:chgData name="KIRAN KUMAR GANTA" userId="04d4457b2c6f4d58" providerId="LiveId" clId="{415B0607-3D18-4380-816B-9D66A004EED0}" dt="2022-11-22T09:56:56.173" v="987" actId="113"/>
          <ac:spMkLst>
            <pc:docMk/>
            <pc:sldMk cId="1208186571" sldId="266"/>
            <ac:spMk id="3" creationId="{F1C208E4-8FE0-3F9B-F449-7A80C294134C}"/>
          </ac:spMkLst>
        </pc:spChg>
      </pc:sldChg>
      <pc:sldChg chg="delSp modSp new mod">
        <pc:chgData name="KIRAN KUMAR GANTA" userId="04d4457b2c6f4d58" providerId="LiveId" clId="{415B0607-3D18-4380-816B-9D66A004EED0}" dt="2022-11-22T09:59:46.615" v="1143" actId="113"/>
        <pc:sldMkLst>
          <pc:docMk/>
          <pc:sldMk cId="1105230622" sldId="267"/>
        </pc:sldMkLst>
        <pc:spChg chg="del mod">
          <ac:chgData name="KIRAN KUMAR GANTA" userId="04d4457b2c6f4d58" providerId="LiveId" clId="{415B0607-3D18-4380-816B-9D66A004EED0}" dt="2022-11-22T09:57:06.958" v="990" actId="478"/>
          <ac:spMkLst>
            <pc:docMk/>
            <pc:sldMk cId="1105230622" sldId="267"/>
            <ac:spMk id="2" creationId="{A9803699-48FA-E108-82F9-8F99BEB1DDE4}"/>
          </ac:spMkLst>
        </pc:spChg>
        <pc:spChg chg="mod">
          <ac:chgData name="KIRAN KUMAR GANTA" userId="04d4457b2c6f4d58" providerId="LiveId" clId="{415B0607-3D18-4380-816B-9D66A004EED0}" dt="2022-11-22T09:59:46.615" v="1143" actId="113"/>
          <ac:spMkLst>
            <pc:docMk/>
            <pc:sldMk cId="1105230622" sldId="267"/>
            <ac:spMk id="3" creationId="{4FE0DC40-B0EA-D63B-E4B6-70164DE9D2E3}"/>
          </ac:spMkLst>
        </pc:spChg>
      </pc:sldChg>
      <pc:sldChg chg="delSp modSp new mod">
        <pc:chgData name="KIRAN KUMAR GANTA" userId="04d4457b2c6f4d58" providerId="LiveId" clId="{415B0607-3D18-4380-816B-9D66A004EED0}" dt="2022-11-22T10:02:17.532" v="1283" actId="113"/>
        <pc:sldMkLst>
          <pc:docMk/>
          <pc:sldMk cId="921741312" sldId="268"/>
        </pc:sldMkLst>
        <pc:spChg chg="del mod">
          <ac:chgData name="KIRAN KUMAR GANTA" userId="04d4457b2c6f4d58" providerId="LiveId" clId="{415B0607-3D18-4380-816B-9D66A004EED0}" dt="2022-11-22T09:59:55.647" v="1146" actId="478"/>
          <ac:spMkLst>
            <pc:docMk/>
            <pc:sldMk cId="921741312" sldId="268"/>
            <ac:spMk id="2" creationId="{04D77D2A-BBD0-DE84-C6A0-43773C1F5757}"/>
          </ac:spMkLst>
        </pc:spChg>
        <pc:spChg chg="mod">
          <ac:chgData name="KIRAN KUMAR GANTA" userId="04d4457b2c6f4d58" providerId="LiveId" clId="{415B0607-3D18-4380-816B-9D66A004EED0}" dt="2022-11-22T10:02:17.532" v="1283" actId="113"/>
          <ac:spMkLst>
            <pc:docMk/>
            <pc:sldMk cId="921741312" sldId="268"/>
            <ac:spMk id="3" creationId="{837DD3FD-F0EB-8CF6-8476-A685D9C43EF1}"/>
          </ac:spMkLst>
        </pc:spChg>
      </pc:sldChg>
      <pc:sldChg chg="delSp modSp new mod">
        <pc:chgData name="KIRAN KUMAR GANTA" userId="04d4457b2c6f4d58" providerId="LiveId" clId="{415B0607-3D18-4380-816B-9D66A004EED0}" dt="2022-11-22T10:04:53.768" v="1456" actId="113"/>
        <pc:sldMkLst>
          <pc:docMk/>
          <pc:sldMk cId="3188229740" sldId="269"/>
        </pc:sldMkLst>
        <pc:spChg chg="del mod">
          <ac:chgData name="KIRAN KUMAR GANTA" userId="04d4457b2c6f4d58" providerId="LiveId" clId="{415B0607-3D18-4380-816B-9D66A004EED0}" dt="2022-11-22T10:02:25.180" v="1286" actId="478"/>
          <ac:spMkLst>
            <pc:docMk/>
            <pc:sldMk cId="3188229740" sldId="269"/>
            <ac:spMk id="2" creationId="{65A2866E-01DA-5730-F139-DAEA0DF26248}"/>
          </ac:spMkLst>
        </pc:spChg>
        <pc:spChg chg="mod">
          <ac:chgData name="KIRAN KUMAR GANTA" userId="04d4457b2c6f4d58" providerId="LiveId" clId="{415B0607-3D18-4380-816B-9D66A004EED0}" dt="2022-11-22T10:04:53.768" v="1456" actId="113"/>
          <ac:spMkLst>
            <pc:docMk/>
            <pc:sldMk cId="3188229740" sldId="269"/>
            <ac:spMk id="3" creationId="{4D6EDC61-D907-181C-909A-F0EF15A8407C}"/>
          </ac:spMkLst>
        </pc:spChg>
      </pc:sldChg>
      <pc:sldChg chg="delSp modSp new mod">
        <pc:chgData name="KIRAN KUMAR GANTA" userId="04d4457b2c6f4d58" providerId="LiveId" clId="{415B0607-3D18-4380-816B-9D66A004EED0}" dt="2022-11-22T10:07:37.006" v="1631" actId="123"/>
        <pc:sldMkLst>
          <pc:docMk/>
          <pc:sldMk cId="1343770880" sldId="270"/>
        </pc:sldMkLst>
        <pc:spChg chg="del mod">
          <ac:chgData name="KIRAN KUMAR GANTA" userId="04d4457b2c6f4d58" providerId="LiveId" clId="{415B0607-3D18-4380-816B-9D66A004EED0}" dt="2022-11-22T10:05:03.868" v="1459" actId="478"/>
          <ac:spMkLst>
            <pc:docMk/>
            <pc:sldMk cId="1343770880" sldId="270"/>
            <ac:spMk id="2" creationId="{70195E2B-9811-C77D-1275-65B827A46264}"/>
          </ac:spMkLst>
        </pc:spChg>
        <pc:spChg chg="mod">
          <ac:chgData name="KIRAN KUMAR GANTA" userId="04d4457b2c6f4d58" providerId="LiveId" clId="{415B0607-3D18-4380-816B-9D66A004EED0}" dt="2022-11-22T10:07:37.006" v="1631" actId="123"/>
          <ac:spMkLst>
            <pc:docMk/>
            <pc:sldMk cId="1343770880" sldId="270"/>
            <ac:spMk id="3" creationId="{1FEB0B71-DE53-634B-274E-6F27A9B49692}"/>
          </ac:spMkLst>
        </pc:spChg>
      </pc:sldChg>
      <pc:sldChg chg="delSp modSp new mod">
        <pc:chgData name="KIRAN KUMAR GANTA" userId="04d4457b2c6f4d58" providerId="LiveId" clId="{415B0607-3D18-4380-816B-9D66A004EED0}" dt="2022-11-22T10:10:35.974" v="1858" actId="123"/>
        <pc:sldMkLst>
          <pc:docMk/>
          <pc:sldMk cId="2758500736" sldId="271"/>
        </pc:sldMkLst>
        <pc:spChg chg="del mod">
          <ac:chgData name="KIRAN KUMAR GANTA" userId="04d4457b2c6f4d58" providerId="LiveId" clId="{415B0607-3D18-4380-816B-9D66A004EED0}" dt="2022-11-22T10:07:47.174" v="1634" actId="478"/>
          <ac:spMkLst>
            <pc:docMk/>
            <pc:sldMk cId="2758500736" sldId="271"/>
            <ac:spMk id="2" creationId="{EFDCD9D6-3741-07CB-6466-D105E37F06DA}"/>
          </ac:spMkLst>
        </pc:spChg>
        <pc:spChg chg="mod">
          <ac:chgData name="KIRAN KUMAR GANTA" userId="04d4457b2c6f4d58" providerId="LiveId" clId="{415B0607-3D18-4380-816B-9D66A004EED0}" dt="2022-11-22T10:10:35.974" v="1858" actId="123"/>
          <ac:spMkLst>
            <pc:docMk/>
            <pc:sldMk cId="2758500736" sldId="271"/>
            <ac:spMk id="3" creationId="{84B8E209-D197-54D2-FA90-614220DCAA3C}"/>
          </ac:spMkLst>
        </pc:spChg>
      </pc:sldChg>
      <pc:sldChg chg="delSp modSp new mod">
        <pc:chgData name="KIRAN KUMAR GANTA" userId="04d4457b2c6f4d58" providerId="LiveId" clId="{415B0607-3D18-4380-816B-9D66A004EED0}" dt="2022-11-22T10:13:59.747" v="2077" actId="123"/>
        <pc:sldMkLst>
          <pc:docMk/>
          <pc:sldMk cId="3653190127" sldId="272"/>
        </pc:sldMkLst>
        <pc:spChg chg="del mod">
          <ac:chgData name="KIRAN KUMAR GANTA" userId="04d4457b2c6f4d58" providerId="LiveId" clId="{415B0607-3D18-4380-816B-9D66A004EED0}" dt="2022-11-22T10:10:43.954" v="1861" actId="478"/>
          <ac:spMkLst>
            <pc:docMk/>
            <pc:sldMk cId="3653190127" sldId="272"/>
            <ac:spMk id="2" creationId="{78291E25-DB65-D67D-55E1-1C04E811F0A3}"/>
          </ac:spMkLst>
        </pc:spChg>
        <pc:spChg chg="mod">
          <ac:chgData name="KIRAN KUMAR GANTA" userId="04d4457b2c6f4d58" providerId="LiveId" clId="{415B0607-3D18-4380-816B-9D66A004EED0}" dt="2022-11-22T10:13:59.747" v="2077" actId="123"/>
          <ac:spMkLst>
            <pc:docMk/>
            <pc:sldMk cId="3653190127" sldId="272"/>
            <ac:spMk id="3" creationId="{506F231C-6208-F025-E6AF-A625BE35EB83}"/>
          </ac:spMkLst>
        </pc:spChg>
      </pc:sldChg>
      <pc:sldChg chg="addSp delSp modSp new mod">
        <pc:chgData name="KIRAN KUMAR GANTA" userId="04d4457b2c6f4d58" providerId="LiveId" clId="{415B0607-3D18-4380-816B-9D66A004EED0}" dt="2022-11-23T00:22:07.413" v="2634" actId="123"/>
        <pc:sldMkLst>
          <pc:docMk/>
          <pc:sldMk cId="3695859695" sldId="273"/>
        </pc:sldMkLst>
        <pc:spChg chg="del mod">
          <ac:chgData name="KIRAN KUMAR GANTA" userId="04d4457b2c6f4d58" providerId="LiveId" clId="{415B0607-3D18-4380-816B-9D66A004EED0}" dt="2022-11-22T10:14:55.718" v="2080" actId="478"/>
          <ac:spMkLst>
            <pc:docMk/>
            <pc:sldMk cId="3695859695" sldId="273"/>
            <ac:spMk id="2" creationId="{94BB2080-21D0-F1DE-A9D1-FCD4990E2124}"/>
          </ac:spMkLst>
        </pc:spChg>
        <pc:spChg chg="mod">
          <ac:chgData name="KIRAN KUMAR GANTA" userId="04d4457b2c6f4d58" providerId="LiveId" clId="{415B0607-3D18-4380-816B-9D66A004EED0}" dt="2022-11-23T00:22:07.413" v="2634" actId="123"/>
          <ac:spMkLst>
            <pc:docMk/>
            <pc:sldMk cId="3695859695" sldId="273"/>
            <ac:spMk id="3" creationId="{08FB23B5-8DA9-7542-5D8E-8BA2B36C5599}"/>
          </ac:spMkLst>
        </pc:spChg>
        <pc:spChg chg="add mod">
          <ac:chgData name="KIRAN KUMAR GANTA" userId="04d4457b2c6f4d58" providerId="LiveId" clId="{415B0607-3D18-4380-816B-9D66A004EED0}" dt="2022-11-22T10:47:23.601" v="2338" actId="20577"/>
          <ac:spMkLst>
            <pc:docMk/>
            <pc:sldMk cId="3695859695" sldId="273"/>
            <ac:spMk id="4" creationId="{0386C79C-5562-CBCF-7E50-5E77E83F5C66}"/>
          </ac:spMkLst>
        </pc:spChg>
      </pc:sldChg>
      <pc:sldChg chg="delSp modSp new mod">
        <pc:chgData name="KIRAN KUMAR GANTA" userId="04d4457b2c6f4d58" providerId="LiveId" clId="{415B0607-3D18-4380-816B-9D66A004EED0}" dt="2022-11-23T00:25:42.108" v="2859" actId="123"/>
        <pc:sldMkLst>
          <pc:docMk/>
          <pc:sldMk cId="2026968352" sldId="274"/>
        </pc:sldMkLst>
        <pc:spChg chg="del mod">
          <ac:chgData name="KIRAN KUMAR GANTA" userId="04d4457b2c6f4d58" providerId="LiveId" clId="{415B0607-3D18-4380-816B-9D66A004EED0}" dt="2022-11-23T00:22:23.940" v="2637" actId="478"/>
          <ac:spMkLst>
            <pc:docMk/>
            <pc:sldMk cId="2026968352" sldId="274"/>
            <ac:spMk id="2" creationId="{150100BA-6C40-A5E0-D970-7D222207E89F}"/>
          </ac:spMkLst>
        </pc:spChg>
        <pc:spChg chg="mod">
          <ac:chgData name="KIRAN KUMAR GANTA" userId="04d4457b2c6f4d58" providerId="LiveId" clId="{415B0607-3D18-4380-816B-9D66A004EED0}" dt="2022-11-23T00:25:42.108" v="2859" actId="123"/>
          <ac:spMkLst>
            <pc:docMk/>
            <pc:sldMk cId="2026968352" sldId="274"/>
            <ac:spMk id="3" creationId="{668703F4-1813-892A-D70C-11718D503101}"/>
          </ac:spMkLst>
        </pc:spChg>
      </pc:sldChg>
      <pc:sldChg chg="delSp modSp new mod">
        <pc:chgData name="KIRAN KUMAR GANTA" userId="04d4457b2c6f4d58" providerId="LiveId" clId="{415B0607-3D18-4380-816B-9D66A004EED0}" dt="2022-11-23T00:28:56.357" v="3087" actId="123"/>
        <pc:sldMkLst>
          <pc:docMk/>
          <pc:sldMk cId="2957383491" sldId="275"/>
        </pc:sldMkLst>
        <pc:spChg chg="del mod">
          <ac:chgData name="KIRAN KUMAR GANTA" userId="04d4457b2c6f4d58" providerId="LiveId" clId="{415B0607-3D18-4380-816B-9D66A004EED0}" dt="2022-11-23T00:25:52.933" v="2862" actId="478"/>
          <ac:spMkLst>
            <pc:docMk/>
            <pc:sldMk cId="2957383491" sldId="275"/>
            <ac:spMk id="2" creationId="{6B4DC175-5F8F-02D1-67EF-989E7DD6CB0E}"/>
          </ac:spMkLst>
        </pc:spChg>
        <pc:spChg chg="mod">
          <ac:chgData name="KIRAN KUMAR GANTA" userId="04d4457b2c6f4d58" providerId="LiveId" clId="{415B0607-3D18-4380-816B-9D66A004EED0}" dt="2022-11-23T00:28:56.357" v="3087" actId="123"/>
          <ac:spMkLst>
            <pc:docMk/>
            <pc:sldMk cId="2957383491" sldId="275"/>
            <ac:spMk id="3" creationId="{9C531A27-11BB-3D0C-6631-5379D78E199B}"/>
          </ac:spMkLst>
        </pc:spChg>
      </pc:sldChg>
      <pc:sldChg chg="delSp modSp new mod">
        <pc:chgData name="KIRAN KUMAR GANTA" userId="04d4457b2c6f4d58" providerId="LiveId" clId="{415B0607-3D18-4380-816B-9D66A004EED0}" dt="2022-11-23T00:34:22.033" v="3367" actId="14100"/>
        <pc:sldMkLst>
          <pc:docMk/>
          <pc:sldMk cId="2146524995" sldId="276"/>
        </pc:sldMkLst>
        <pc:spChg chg="del">
          <ac:chgData name="KIRAN KUMAR GANTA" userId="04d4457b2c6f4d58" providerId="LiveId" clId="{415B0607-3D18-4380-816B-9D66A004EED0}" dt="2022-11-23T00:29:08.611" v="3089" actId="478"/>
          <ac:spMkLst>
            <pc:docMk/>
            <pc:sldMk cId="2146524995" sldId="276"/>
            <ac:spMk id="2" creationId="{16BE8993-1ECF-8345-24B7-572F81021BD5}"/>
          </ac:spMkLst>
        </pc:spChg>
        <pc:spChg chg="mod">
          <ac:chgData name="KIRAN KUMAR GANTA" userId="04d4457b2c6f4d58" providerId="LiveId" clId="{415B0607-3D18-4380-816B-9D66A004EED0}" dt="2022-11-23T00:34:22.033" v="3367" actId="14100"/>
          <ac:spMkLst>
            <pc:docMk/>
            <pc:sldMk cId="2146524995" sldId="276"/>
            <ac:spMk id="3" creationId="{03CF843A-ACC6-4F63-ED60-590DDF5B439D}"/>
          </ac:spMkLst>
        </pc:spChg>
      </pc:sldChg>
      <pc:sldChg chg="delSp modSp new mod">
        <pc:chgData name="KIRAN KUMAR GANTA" userId="04d4457b2c6f4d58" providerId="LiveId" clId="{415B0607-3D18-4380-816B-9D66A004EED0}" dt="2022-11-23T00:41:50.348" v="3594" actId="123"/>
        <pc:sldMkLst>
          <pc:docMk/>
          <pc:sldMk cId="1414182164" sldId="277"/>
        </pc:sldMkLst>
        <pc:spChg chg="del mod">
          <ac:chgData name="KIRAN KUMAR GANTA" userId="04d4457b2c6f4d58" providerId="LiveId" clId="{415B0607-3D18-4380-816B-9D66A004EED0}" dt="2022-11-23T00:34:40.034" v="3370" actId="478"/>
          <ac:spMkLst>
            <pc:docMk/>
            <pc:sldMk cId="1414182164" sldId="277"/>
            <ac:spMk id="2" creationId="{6251E59C-7F51-2616-1C3F-48746BCD2CA9}"/>
          </ac:spMkLst>
        </pc:spChg>
        <pc:spChg chg="mod">
          <ac:chgData name="KIRAN KUMAR GANTA" userId="04d4457b2c6f4d58" providerId="LiveId" clId="{415B0607-3D18-4380-816B-9D66A004EED0}" dt="2022-11-23T00:41:50.348" v="3594" actId="123"/>
          <ac:spMkLst>
            <pc:docMk/>
            <pc:sldMk cId="1414182164" sldId="277"/>
            <ac:spMk id="3" creationId="{BBA4833D-A393-F722-CAA9-C34A2200418A}"/>
          </ac:spMkLst>
        </pc:spChg>
      </pc:sldChg>
      <pc:sldChg chg="delSp modSp new mod">
        <pc:chgData name="KIRAN KUMAR GANTA" userId="04d4457b2c6f4d58" providerId="LiveId" clId="{415B0607-3D18-4380-816B-9D66A004EED0}" dt="2022-11-23T00:45:58.846" v="3789" actId="123"/>
        <pc:sldMkLst>
          <pc:docMk/>
          <pc:sldMk cId="3434561862" sldId="278"/>
        </pc:sldMkLst>
        <pc:spChg chg="del mod">
          <ac:chgData name="KIRAN KUMAR GANTA" userId="04d4457b2c6f4d58" providerId="LiveId" clId="{415B0607-3D18-4380-816B-9D66A004EED0}" dt="2022-11-23T00:42:01.803" v="3597" actId="478"/>
          <ac:spMkLst>
            <pc:docMk/>
            <pc:sldMk cId="3434561862" sldId="278"/>
            <ac:spMk id="2" creationId="{51FD3476-EC2A-18A1-8DFC-50FFB694F4A4}"/>
          </ac:spMkLst>
        </pc:spChg>
        <pc:spChg chg="mod">
          <ac:chgData name="KIRAN KUMAR GANTA" userId="04d4457b2c6f4d58" providerId="LiveId" clId="{415B0607-3D18-4380-816B-9D66A004EED0}" dt="2022-11-23T00:45:58.846" v="3789" actId="123"/>
          <ac:spMkLst>
            <pc:docMk/>
            <pc:sldMk cId="3434561862" sldId="278"/>
            <ac:spMk id="3" creationId="{F1CC810F-4B1C-0B6C-E977-549B0ADCCC3B}"/>
          </ac:spMkLst>
        </pc:spChg>
      </pc:sldChg>
      <pc:sldChg chg="delSp modSp new mod">
        <pc:chgData name="KIRAN KUMAR GANTA" userId="04d4457b2c6f4d58" providerId="LiveId" clId="{415B0607-3D18-4380-816B-9D66A004EED0}" dt="2022-11-23T00:48:57.612" v="3974" actId="123"/>
        <pc:sldMkLst>
          <pc:docMk/>
          <pc:sldMk cId="3425082150" sldId="279"/>
        </pc:sldMkLst>
        <pc:spChg chg="del mod">
          <ac:chgData name="KIRAN KUMAR GANTA" userId="04d4457b2c6f4d58" providerId="LiveId" clId="{415B0607-3D18-4380-816B-9D66A004EED0}" dt="2022-11-23T00:46:06.762" v="3792" actId="478"/>
          <ac:spMkLst>
            <pc:docMk/>
            <pc:sldMk cId="3425082150" sldId="279"/>
            <ac:spMk id="2" creationId="{04D80463-BE7B-ED63-7CF7-8B00AAF58365}"/>
          </ac:spMkLst>
        </pc:spChg>
        <pc:spChg chg="mod">
          <ac:chgData name="KIRAN KUMAR GANTA" userId="04d4457b2c6f4d58" providerId="LiveId" clId="{415B0607-3D18-4380-816B-9D66A004EED0}" dt="2022-11-23T00:48:57.612" v="3974" actId="123"/>
          <ac:spMkLst>
            <pc:docMk/>
            <pc:sldMk cId="3425082150" sldId="279"/>
            <ac:spMk id="3" creationId="{98EAFA4C-BD9E-0554-C08A-C8929C9E1305}"/>
          </ac:spMkLst>
        </pc:spChg>
      </pc:sldChg>
      <pc:sldChg chg="delSp modSp new mod">
        <pc:chgData name="KIRAN KUMAR GANTA" userId="04d4457b2c6f4d58" providerId="LiveId" clId="{415B0607-3D18-4380-816B-9D66A004EED0}" dt="2022-11-23T00:51:35.466" v="4163" actId="123"/>
        <pc:sldMkLst>
          <pc:docMk/>
          <pc:sldMk cId="2076612004" sldId="280"/>
        </pc:sldMkLst>
        <pc:spChg chg="del mod">
          <ac:chgData name="KIRAN KUMAR GANTA" userId="04d4457b2c6f4d58" providerId="LiveId" clId="{415B0607-3D18-4380-816B-9D66A004EED0}" dt="2022-11-23T00:49:08.086" v="3977" actId="478"/>
          <ac:spMkLst>
            <pc:docMk/>
            <pc:sldMk cId="2076612004" sldId="280"/>
            <ac:spMk id="2" creationId="{32E994F3-2019-6BB5-6074-5471C45CE759}"/>
          </ac:spMkLst>
        </pc:spChg>
        <pc:spChg chg="mod">
          <ac:chgData name="KIRAN KUMAR GANTA" userId="04d4457b2c6f4d58" providerId="LiveId" clId="{415B0607-3D18-4380-816B-9D66A004EED0}" dt="2022-11-23T00:51:35.466" v="4163" actId="123"/>
          <ac:spMkLst>
            <pc:docMk/>
            <pc:sldMk cId="2076612004" sldId="280"/>
            <ac:spMk id="3" creationId="{C9242765-0CE3-2B9A-CE0B-990E2FFC66CC}"/>
          </ac:spMkLst>
        </pc:spChg>
      </pc:sldChg>
      <pc:sldChg chg="delSp modSp new mod">
        <pc:chgData name="KIRAN KUMAR GANTA" userId="04d4457b2c6f4d58" providerId="LiveId" clId="{415B0607-3D18-4380-816B-9D66A004EED0}" dt="2022-11-23T00:55:14.908" v="4405" actId="123"/>
        <pc:sldMkLst>
          <pc:docMk/>
          <pc:sldMk cId="2711076953" sldId="281"/>
        </pc:sldMkLst>
        <pc:spChg chg="del mod">
          <ac:chgData name="KIRAN KUMAR GANTA" userId="04d4457b2c6f4d58" providerId="LiveId" clId="{415B0607-3D18-4380-816B-9D66A004EED0}" dt="2022-11-23T00:51:44.714" v="4166" actId="478"/>
          <ac:spMkLst>
            <pc:docMk/>
            <pc:sldMk cId="2711076953" sldId="281"/>
            <ac:spMk id="2" creationId="{FF2080A3-272E-BDE3-98DB-B27B0EF8FD2A}"/>
          </ac:spMkLst>
        </pc:spChg>
        <pc:spChg chg="mod">
          <ac:chgData name="KIRAN KUMAR GANTA" userId="04d4457b2c6f4d58" providerId="LiveId" clId="{415B0607-3D18-4380-816B-9D66A004EED0}" dt="2022-11-23T00:55:14.908" v="4405" actId="123"/>
          <ac:spMkLst>
            <pc:docMk/>
            <pc:sldMk cId="2711076953" sldId="281"/>
            <ac:spMk id="3" creationId="{D50209E1-216A-4AEC-B69A-024ED48ABF25}"/>
          </ac:spMkLst>
        </pc:spChg>
      </pc:sldChg>
      <pc:sldChg chg="delSp modSp new mod">
        <pc:chgData name="KIRAN KUMAR GANTA" userId="04d4457b2c6f4d58" providerId="LiveId" clId="{415B0607-3D18-4380-816B-9D66A004EED0}" dt="2022-11-23T00:58:55.957" v="4644" actId="123"/>
        <pc:sldMkLst>
          <pc:docMk/>
          <pc:sldMk cId="2851204071" sldId="282"/>
        </pc:sldMkLst>
        <pc:spChg chg="del mod">
          <ac:chgData name="KIRAN KUMAR GANTA" userId="04d4457b2c6f4d58" providerId="LiveId" clId="{415B0607-3D18-4380-816B-9D66A004EED0}" dt="2022-11-23T00:55:24.765" v="4408" actId="478"/>
          <ac:spMkLst>
            <pc:docMk/>
            <pc:sldMk cId="2851204071" sldId="282"/>
            <ac:spMk id="2" creationId="{AE04B9A2-5ECE-C2B2-E826-56D8B800CA23}"/>
          </ac:spMkLst>
        </pc:spChg>
        <pc:spChg chg="mod">
          <ac:chgData name="KIRAN KUMAR GANTA" userId="04d4457b2c6f4d58" providerId="LiveId" clId="{415B0607-3D18-4380-816B-9D66A004EED0}" dt="2022-11-23T00:58:55.957" v="4644" actId="123"/>
          <ac:spMkLst>
            <pc:docMk/>
            <pc:sldMk cId="2851204071" sldId="282"/>
            <ac:spMk id="3" creationId="{F12BD6D4-CBAA-AEA2-A98E-E5FE37EC7961}"/>
          </ac:spMkLst>
        </pc:spChg>
      </pc:sldChg>
      <pc:sldChg chg="delSp modSp new mod">
        <pc:chgData name="KIRAN KUMAR GANTA" userId="04d4457b2c6f4d58" providerId="LiveId" clId="{415B0607-3D18-4380-816B-9D66A004EED0}" dt="2022-11-23T01:04:41.489" v="4902" actId="123"/>
        <pc:sldMkLst>
          <pc:docMk/>
          <pc:sldMk cId="554223680" sldId="283"/>
        </pc:sldMkLst>
        <pc:spChg chg="del mod">
          <ac:chgData name="KIRAN KUMAR GANTA" userId="04d4457b2c6f4d58" providerId="LiveId" clId="{415B0607-3D18-4380-816B-9D66A004EED0}" dt="2022-11-23T00:59:08.369" v="4647" actId="478"/>
          <ac:spMkLst>
            <pc:docMk/>
            <pc:sldMk cId="554223680" sldId="283"/>
            <ac:spMk id="2" creationId="{196DAEF5-56C2-DB92-93AA-6780322E9EF4}"/>
          </ac:spMkLst>
        </pc:spChg>
        <pc:spChg chg="mod">
          <ac:chgData name="KIRAN KUMAR GANTA" userId="04d4457b2c6f4d58" providerId="LiveId" clId="{415B0607-3D18-4380-816B-9D66A004EED0}" dt="2022-11-23T01:04:41.489" v="4902" actId="123"/>
          <ac:spMkLst>
            <pc:docMk/>
            <pc:sldMk cId="554223680" sldId="283"/>
            <ac:spMk id="3" creationId="{07EFD1C8-9DB6-76A3-652E-782D67431108}"/>
          </ac:spMkLst>
        </pc:spChg>
      </pc:sldChg>
      <pc:sldChg chg="delSp modSp new mod">
        <pc:chgData name="KIRAN KUMAR GANTA" userId="04d4457b2c6f4d58" providerId="LiveId" clId="{415B0607-3D18-4380-816B-9D66A004EED0}" dt="2022-11-23T01:08:07.642" v="5138" actId="123"/>
        <pc:sldMkLst>
          <pc:docMk/>
          <pc:sldMk cId="3048807994" sldId="284"/>
        </pc:sldMkLst>
        <pc:spChg chg="del mod">
          <ac:chgData name="KIRAN KUMAR GANTA" userId="04d4457b2c6f4d58" providerId="LiveId" clId="{415B0607-3D18-4380-816B-9D66A004EED0}" dt="2022-11-23T01:04:50.569" v="4905" actId="478"/>
          <ac:spMkLst>
            <pc:docMk/>
            <pc:sldMk cId="3048807994" sldId="284"/>
            <ac:spMk id="2" creationId="{3EB8A20C-1B53-A039-533F-016C23B9E282}"/>
          </ac:spMkLst>
        </pc:spChg>
        <pc:spChg chg="mod">
          <ac:chgData name="KIRAN KUMAR GANTA" userId="04d4457b2c6f4d58" providerId="LiveId" clId="{415B0607-3D18-4380-816B-9D66A004EED0}" dt="2022-11-23T01:08:07.642" v="5138" actId="123"/>
          <ac:spMkLst>
            <pc:docMk/>
            <pc:sldMk cId="3048807994" sldId="284"/>
            <ac:spMk id="3" creationId="{F1A50A26-F082-840C-73DB-10EA2A889E6D}"/>
          </ac:spMkLst>
        </pc:spChg>
      </pc:sldChg>
      <pc:sldChg chg="delSp modSp new mod">
        <pc:chgData name="KIRAN KUMAR GANTA" userId="04d4457b2c6f4d58" providerId="LiveId" clId="{415B0607-3D18-4380-816B-9D66A004EED0}" dt="2022-11-23T01:13:14.652" v="5413" actId="123"/>
        <pc:sldMkLst>
          <pc:docMk/>
          <pc:sldMk cId="3989849634" sldId="285"/>
        </pc:sldMkLst>
        <pc:spChg chg="del mod">
          <ac:chgData name="KIRAN KUMAR GANTA" userId="04d4457b2c6f4d58" providerId="LiveId" clId="{415B0607-3D18-4380-816B-9D66A004EED0}" dt="2022-11-23T01:08:17.001" v="5141" actId="478"/>
          <ac:spMkLst>
            <pc:docMk/>
            <pc:sldMk cId="3989849634" sldId="285"/>
            <ac:spMk id="2" creationId="{14128927-5B53-CE8A-5136-7B4C64070892}"/>
          </ac:spMkLst>
        </pc:spChg>
        <pc:spChg chg="mod">
          <ac:chgData name="KIRAN KUMAR GANTA" userId="04d4457b2c6f4d58" providerId="LiveId" clId="{415B0607-3D18-4380-816B-9D66A004EED0}" dt="2022-11-23T01:13:14.652" v="5413" actId="123"/>
          <ac:spMkLst>
            <pc:docMk/>
            <pc:sldMk cId="3989849634" sldId="285"/>
            <ac:spMk id="3" creationId="{E585D727-34B0-2473-5288-8831680C0560}"/>
          </ac:spMkLst>
        </pc:spChg>
      </pc:sldChg>
      <pc:sldChg chg="delSp modSp new mod">
        <pc:chgData name="KIRAN KUMAR GANTA" userId="04d4457b2c6f4d58" providerId="LiveId" clId="{415B0607-3D18-4380-816B-9D66A004EED0}" dt="2022-11-23T01:20:11.285" v="5761" actId="123"/>
        <pc:sldMkLst>
          <pc:docMk/>
          <pc:sldMk cId="2385653247" sldId="286"/>
        </pc:sldMkLst>
        <pc:spChg chg="del mod">
          <ac:chgData name="KIRAN KUMAR GANTA" userId="04d4457b2c6f4d58" providerId="LiveId" clId="{415B0607-3D18-4380-816B-9D66A004EED0}" dt="2022-11-23T01:13:23.214" v="5416" actId="478"/>
          <ac:spMkLst>
            <pc:docMk/>
            <pc:sldMk cId="2385653247" sldId="286"/>
            <ac:spMk id="2" creationId="{F5D3699B-8D4A-41D8-1DB2-8CA44D85E84E}"/>
          </ac:spMkLst>
        </pc:spChg>
        <pc:spChg chg="mod">
          <ac:chgData name="KIRAN KUMAR GANTA" userId="04d4457b2c6f4d58" providerId="LiveId" clId="{415B0607-3D18-4380-816B-9D66A004EED0}" dt="2022-11-23T01:20:11.285" v="5761" actId="123"/>
          <ac:spMkLst>
            <pc:docMk/>
            <pc:sldMk cId="2385653247" sldId="286"/>
            <ac:spMk id="3" creationId="{365A3785-C94D-22E4-D230-91E8CF97454C}"/>
          </ac:spMkLst>
        </pc:spChg>
      </pc:sldChg>
      <pc:sldChg chg="delSp modSp new mod">
        <pc:chgData name="KIRAN KUMAR GANTA" userId="04d4457b2c6f4d58" providerId="LiveId" clId="{415B0607-3D18-4380-816B-9D66A004EED0}" dt="2022-11-23T01:26:34.543" v="6035" actId="20577"/>
        <pc:sldMkLst>
          <pc:docMk/>
          <pc:sldMk cId="1075459983" sldId="287"/>
        </pc:sldMkLst>
        <pc:spChg chg="del mod">
          <ac:chgData name="KIRAN KUMAR GANTA" userId="04d4457b2c6f4d58" providerId="LiveId" clId="{415B0607-3D18-4380-816B-9D66A004EED0}" dt="2022-11-23T01:20:52.199" v="5764" actId="478"/>
          <ac:spMkLst>
            <pc:docMk/>
            <pc:sldMk cId="1075459983" sldId="287"/>
            <ac:spMk id="2" creationId="{618C51CF-C869-B4C1-72A7-13CFA0C2E98F}"/>
          </ac:spMkLst>
        </pc:spChg>
        <pc:spChg chg="mod">
          <ac:chgData name="KIRAN KUMAR GANTA" userId="04d4457b2c6f4d58" providerId="LiveId" clId="{415B0607-3D18-4380-816B-9D66A004EED0}" dt="2022-11-23T01:26:34.543" v="6035" actId="20577"/>
          <ac:spMkLst>
            <pc:docMk/>
            <pc:sldMk cId="1075459983" sldId="287"/>
            <ac:spMk id="3" creationId="{67861C45-1915-7E28-1458-CDD63317952B}"/>
          </ac:spMkLst>
        </pc:spChg>
      </pc:sldChg>
      <pc:sldChg chg="delSp modSp new mod">
        <pc:chgData name="KIRAN KUMAR GANTA" userId="04d4457b2c6f4d58" providerId="LiveId" clId="{415B0607-3D18-4380-816B-9D66A004EED0}" dt="2022-12-03T13:27:18.705" v="6110" actId="20577"/>
        <pc:sldMkLst>
          <pc:docMk/>
          <pc:sldMk cId="2121323624" sldId="288"/>
        </pc:sldMkLst>
        <pc:spChg chg="del mod">
          <ac:chgData name="KIRAN KUMAR GANTA" userId="04d4457b2c6f4d58" providerId="LiveId" clId="{415B0607-3D18-4380-816B-9D66A004EED0}" dt="2022-11-23T01:26:04.018" v="6032" actId="478"/>
          <ac:spMkLst>
            <pc:docMk/>
            <pc:sldMk cId="2121323624" sldId="288"/>
            <ac:spMk id="2" creationId="{D085BAA4-022D-23C4-1CB1-74F0D72F0B4B}"/>
          </ac:spMkLst>
        </pc:spChg>
        <pc:spChg chg="mod">
          <ac:chgData name="KIRAN KUMAR GANTA" userId="04d4457b2c6f4d58" providerId="LiveId" clId="{415B0607-3D18-4380-816B-9D66A004EED0}" dt="2022-12-03T13:27:18.705" v="6110" actId="20577"/>
          <ac:spMkLst>
            <pc:docMk/>
            <pc:sldMk cId="2121323624" sldId="288"/>
            <ac:spMk id="3" creationId="{D2CB2731-D2D5-7C95-FAB3-D88A823FF975}"/>
          </ac:spMkLst>
        </pc:spChg>
      </pc:sldChg>
    </pc:docChg>
  </pc:docChgLst>
  <pc:docChgLst>
    <pc:chgData name="KIRAN KUMAR GANTA" userId="04d4457b2c6f4d58" providerId="LiveId" clId="{7732D2CA-B0F2-4067-A0C8-DF1E5A25DBD1}"/>
    <pc:docChg chg="modSld">
      <pc:chgData name="KIRAN KUMAR GANTA" userId="04d4457b2c6f4d58" providerId="LiveId" clId="{7732D2CA-B0F2-4067-A0C8-DF1E5A25DBD1}" dt="2023-02-24T17:12:34.270" v="113" actId="14100"/>
      <pc:docMkLst>
        <pc:docMk/>
      </pc:docMkLst>
      <pc:sldChg chg="modSp mod">
        <pc:chgData name="KIRAN KUMAR GANTA" userId="04d4457b2c6f4d58" providerId="LiveId" clId="{7732D2CA-B0F2-4067-A0C8-DF1E5A25DBD1}" dt="2023-02-24T17:03:12.634" v="5" actId="20577"/>
        <pc:sldMkLst>
          <pc:docMk/>
          <pc:sldMk cId="254231029" sldId="257"/>
        </pc:sldMkLst>
        <pc:spChg chg="mod">
          <ac:chgData name="KIRAN KUMAR GANTA" userId="04d4457b2c6f4d58" providerId="LiveId" clId="{7732D2CA-B0F2-4067-A0C8-DF1E5A25DBD1}" dt="2023-02-24T17:03:12.634" v="5" actId="20577"/>
          <ac:spMkLst>
            <pc:docMk/>
            <pc:sldMk cId="254231029" sldId="257"/>
            <ac:spMk id="3" creationId="{8D25DC3E-2454-8DA3-9DD3-8254F51563EE}"/>
          </ac:spMkLst>
        </pc:spChg>
      </pc:sldChg>
      <pc:sldChg chg="modSp mod">
        <pc:chgData name="KIRAN KUMAR GANTA" userId="04d4457b2c6f4d58" providerId="LiveId" clId="{7732D2CA-B0F2-4067-A0C8-DF1E5A25DBD1}" dt="2023-02-24T17:03:31.551" v="8" actId="14100"/>
        <pc:sldMkLst>
          <pc:docMk/>
          <pc:sldMk cId="692752379" sldId="258"/>
        </pc:sldMkLst>
        <pc:spChg chg="mod">
          <ac:chgData name="KIRAN KUMAR GANTA" userId="04d4457b2c6f4d58" providerId="LiveId" clId="{7732D2CA-B0F2-4067-A0C8-DF1E5A25DBD1}" dt="2023-02-24T17:03:31.551" v="8" actId="14100"/>
          <ac:spMkLst>
            <pc:docMk/>
            <pc:sldMk cId="692752379" sldId="258"/>
            <ac:spMk id="3" creationId="{69CE144C-5F01-EF62-C9C7-477277A47638}"/>
          </ac:spMkLst>
        </pc:spChg>
      </pc:sldChg>
      <pc:sldChg chg="modSp mod">
        <pc:chgData name="KIRAN KUMAR GANTA" userId="04d4457b2c6f4d58" providerId="LiveId" clId="{7732D2CA-B0F2-4067-A0C8-DF1E5A25DBD1}" dt="2023-02-24T17:03:46.565" v="11" actId="14100"/>
        <pc:sldMkLst>
          <pc:docMk/>
          <pc:sldMk cId="2745039445" sldId="259"/>
        </pc:sldMkLst>
        <pc:spChg chg="mod">
          <ac:chgData name="KIRAN KUMAR GANTA" userId="04d4457b2c6f4d58" providerId="LiveId" clId="{7732D2CA-B0F2-4067-A0C8-DF1E5A25DBD1}" dt="2023-02-24T17:03:46.565" v="11" actId="14100"/>
          <ac:spMkLst>
            <pc:docMk/>
            <pc:sldMk cId="2745039445" sldId="259"/>
            <ac:spMk id="3" creationId="{3F7F7275-821A-7B23-BE3E-B9410147340D}"/>
          </ac:spMkLst>
        </pc:spChg>
      </pc:sldChg>
      <pc:sldChg chg="modSp mod">
        <pc:chgData name="KIRAN KUMAR GANTA" userId="04d4457b2c6f4d58" providerId="LiveId" clId="{7732D2CA-B0F2-4067-A0C8-DF1E5A25DBD1}" dt="2023-02-24T17:04:02.466" v="14" actId="14100"/>
        <pc:sldMkLst>
          <pc:docMk/>
          <pc:sldMk cId="3259336835" sldId="260"/>
        </pc:sldMkLst>
        <pc:spChg chg="mod">
          <ac:chgData name="KIRAN KUMAR GANTA" userId="04d4457b2c6f4d58" providerId="LiveId" clId="{7732D2CA-B0F2-4067-A0C8-DF1E5A25DBD1}" dt="2023-02-24T17:04:02.466" v="14" actId="14100"/>
          <ac:spMkLst>
            <pc:docMk/>
            <pc:sldMk cId="3259336835" sldId="260"/>
            <ac:spMk id="3" creationId="{BD0CAEFC-D594-A38A-CE5E-25A0316665E1}"/>
          </ac:spMkLst>
        </pc:spChg>
      </pc:sldChg>
      <pc:sldChg chg="modSp mod">
        <pc:chgData name="KIRAN KUMAR GANTA" userId="04d4457b2c6f4d58" providerId="LiveId" clId="{7732D2CA-B0F2-4067-A0C8-DF1E5A25DBD1}" dt="2023-02-24T17:04:16.622" v="17" actId="14100"/>
        <pc:sldMkLst>
          <pc:docMk/>
          <pc:sldMk cId="3231654361" sldId="261"/>
        </pc:sldMkLst>
        <pc:spChg chg="mod">
          <ac:chgData name="KIRAN KUMAR GANTA" userId="04d4457b2c6f4d58" providerId="LiveId" clId="{7732D2CA-B0F2-4067-A0C8-DF1E5A25DBD1}" dt="2023-02-24T17:04:16.622" v="17" actId="14100"/>
          <ac:spMkLst>
            <pc:docMk/>
            <pc:sldMk cId="3231654361" sldId="261"/>
            <ac:spMk id="3" creationId="{0A237550-1DE1-9F96-6294-BBF931B4F42B}"/>
          </ac:spMkLst>
        </pc:spChg>
      </pc:sldChg>
      <pc:sldChg chg="modSp mod">
        <pc:chgData name="KIRAN KUMAR GANTA" userId="04d4457b2c6f4d58" providerId="LiveId" clId="{7732D2CA-B0F2-4067-A0C8-DF1E5A25DBD1}" dt="2023-02-24T17:04:30.103" v="20" actId="14100"/>
        <pc:sldMkLst>
          <pc:docMk/>
          <pc:sldMk cId="2471644895" sldId="262"/>
        </pc:sldMkLst>
        <pc:spChg chg="mod">
          <ac:chgData name="KIRAN KUMAR GANTA" userId="04d4457b2c6f4d58" providerId="LiveId" clId="{7732D2CA-B0F2-4067-A0C8-DF1E5A25DBD1}" dt="2023-02-24T17:04:30.103" v="20" actId="14100"/>
          <ac:spMkLst>
            <pc:docMk/>
            <pc:sldMk cId="2471644895" sldId="262"/>
            <ac:spMk id="3" creationId="{ED5E6109-DE52-D3E6-2B6D-0F9DD5E9BD64}"/>
          </ac:spMkLst>
        </pc:spChg>
      </pc:sldChg>
      <pc:sldChg chg="modSp mod">
        <pc:chgData name="KIRAN KUMAR GANTA" userId="04d4457b2c6f4d58" providerId="LiveId" clId="{7732D2CA-B0F2-4067-A0C8-DF1E5A25DBD1}" dt="2023-02-24T17:04:43.647" v="23" actId="14100"/>
        <pc:sldMkLst>
          <pc:docMk/>
          <pc:sldMk cId="3406206606" sldId="263"/>
        </pc:sldMkLst>
        <pc:spChg chg="mod">
          <ac:chgData name="KIRAN KUMAR GANTA" userId="04d4457b2c6f4d58" providerId="LiveId" clId="{7732D2CA-B0F2-4067-A0C8-DF1E5A25DBD1}" dt="2023-02-24T17:04:43.647" v="23" actId="14100"/>
          <ac:spMkLst>
            <pc:docMk/>
            <pc:sldMk cId="3406206606" sldId="263"/>
            <ac:spMk id="3" creationId="{83435682-F3C7-456E-8725-FBF18D75BED0}"/>
          </ac:spMkLst>
        </pc:spChg>
      </pc:sldChg>
      <pc:sldChg chg="modSp mod">
        <pc:chgData name="KIRAN KUMAR GANTA" userId="04d4457b2c6f4d58" providerId="LiveId" clId="{7732D2CA-B0F2-4067-A0C8-DF1E5A25DBD1}" dt="2023-02-24T17:04:59.908" v="26" actId="14100"/>
        <pc:sldMkLst>
          <pc:docMk/>
          <pc:sldMk cId="2366335118" sldId="264"/>
        </pc:sldMkLst>
        <pc:spChg chg="mod">
          <ac:chgData name="KIRAN KUMAR GANTA" userId="04d4457b2c6f4d58" providerId="LiveId" clId="{7732D2CA-B0F2-4067-A0C8-DF1E5A25DBD1}" dt="2023-02-24T17:04:59.908" v="26" actId="14100"/>
          <ac:spMkLst>
            <pc:docMk/>
            <pc:sldMk cId="2366335118" sldId="264"/>
            <ac:spMk id="3" creationId="{12232249-F00A-336E-BF6A-27A16CE2F241}"/>
          </ac:spMkLst>
        </pc:spChg>
      </pc:sldChg>
      <pc:sldChg chg="modSp mod">
        <pc:chgData name="KIRAN KUMAR GANTA" userId="04d4457b2c6f4d58" providerId="LiveId" clId="{7732D2CA-B0F2-4067-A0C8-DF1E5A25DBD1}" dt="2023-02-24T17:05:19.355" v="30" actId="14100"/>
        <pc:sldMkLst>
          <pc:docMk/>
          <pc:sldMk cId="3726046492" sldId="265"/>
        </pc:sldMkLst>
        <pc:spChg chg="mod">
          <ac:chgData name="KIRAN KUMAR GANTA" userId="04d4457b2c6f4d58" providerId="LiveId" clId="{7732D2CA-B0F2-4067-A0C8-DF1E5A25DBD1}" dt="2023-02-24T17:05:19.355" v="30" actId="14100"/>
          <ac:spMkLst>
            <pc:docMk/>
            <pc:sldMk cId="3726046492" sldId="265"/>
            <ac:spMk id="3" creationId="{9F32EDFA-9473-79EE-0F35-48D6FE17308F}"/>
          </ac:spMkLst>
        </pc:spChg>
      </pc:sldChg>
      <pc:sldChg chg="modSp mod">
        <pc:chgData name="KIRAN KUMAR GANTA" userId="04d4457b2c6f4d58" providerId="LiveId" clId="{7732D2CA-B0F2-4067-A0C8-DF1E5A25DBD1}" dt="2023-02-24T17:05:39.297" v="34" actId="14100"/>
        <pc:sldMkLst>
          <pc:docMk/>
          <pc:sldMk cId="1208186571" sldId="266"/>
        </pc:sldMkLst>
        <pc:spChg chg="mod">
          <ac:chgData name="KIRAN KUMAR GANTA" userId="04d4457b2c6f4d58" providerId="LiveId" clId="{7732D2CA-B0F2-4067-A0C8-DF1E5A25DBD1}" dt="2023-02-24T17:05:39.297" v="34" actId="14100"/>
          <ac:spMkLst>
            <pc:docMk/>
            <pc:sldMk cId="1208186571" sldId="266"/>
            <ac:spMk id="3" creationId="{F1C208E4-8FE0-3F9B-F449-7A80C294134C}"/>
          </ac:spMkLst>
        </pc:spChg>
      </pc:sldChg>
      <pc:sldChg chg="modSp mod">
        <pc:chgData name="KIRAN KUMAR GANTA" userId="04d4457b2c6f4d58" providerId="LiveId" clId="{7732D2CA-B0F2-4067-A0C8-DF1E5A25DBD1}" dt="2023-02-24T17:05:59.654" v="37" actId="14100"/>
        <pc:sldMkLst>
          <pc:docMk/>
          <pc:sldMk cId="1105230622" sldId="267"/>
        </pc:sldMkLst>
        <pc:spChg chg="mod">
          <ac:chgData name="KIRAN KUMAR GANTA" userId="04d4457b2c6f4d58" providerId="LiveId" clId="{7732D2CA-B0F2-4067-A0C8-DF1E5A25DBD1}" dt="2023-02-24T17:05:59.654" v="37" actId="14100"/>
          <ac:spMkLst>
            <pc:docMk/>
            <pc:sldMk cId="1105230622" sldId="267"/>
            <ac:spMk id="3" creationId="{4FE0DC40-B0EA-D63B-E4B6-70164DE9D2E3}"/>
          </ac:spMkLst>
        </pc:spChg>
      </pc:sldChg>
      <pc:sldChg chg="modSp mod">
        <pc:chgData name="KIRAN KUMAR GANTA" userId="04d4457b2c6f4d58" providerId="LiveId" clId="{7732D2CA-B0F2-4067-A0C8-DF1E5A25DBD1}" dt="2023-02-24T17:06:15.554" v="40" actId="14100"/>
        <pc:sldMkLst>
          <pc:docMk/>
          <pc:sldMk cId="921741312" sldId="268"/>
        </pc:sldMkLst>
        <pc:spChg chg="mod">
          <ac:chgData name="KIRAN KUMAR GANTA" userId="04d4457b2c6f4d58" providerId="LiveId" clId="{7732D2CA-B0F2-4067-A0C8-DF1E5A25DBD1}" dt="2023-02-24T17:06:15.554" v="40" actId="14100"/>
          <ac:spMkLst>
            <pc:docMk/>
            <pc:sldMk cId="921741312" sldId="268"/>
            <ac:spMk id="3" creationId="{837DD3FD-F0EB-8CF6-8476-A685D9C43EF1}"/>
          </ac:spMkLst>
        </pc:spChg>
      </pc:sldChg>
      <pc:sldChg chg="modSp mod">
        <pc:chgData name="KIRAN KUMAR GANTA" userId="04d4457b2c6f4d58" providerId="LiveId" clId="{7732D2CA-B0F2-4067-A0C8-DF1E5A25DBD1}" dt="2023-02-24T17:06:38.871" v="43" actId="14100"/>
        <pc:sldMkLst>
          <pc:docMk/>
          <pc:sldMk cId="3188229740" sldId="269"/>
        </pc:sldMkLst>
        <pc:spChg chg="mod">
          <ac:chgData name="KIRAN KUMAR GANTA" userId="04d4457b2c6f4d58" providerId="LiveId" clId="{7732D2CA-B0F2-4067-A0C8-DF1E5A25DBD1}" dt="2023-02-24T17:06:38.871" v="43" actId="14100"/>
          <ac:spMkLst>
            <pc:docMk/>
            <pc:sldMk cId="3188229740" sldId="269"/>
            <ac:spMk id="3" creationId="{4D6EDC61-D907-181C-909A-F0EF15A8407C}"/>
          </ac:spMkLst>
        </pc:spChg>
      </pc:sldChg>
      <pc:sldChg chg="modSp mod">
        <pc:chgData name="KIRAN KUMAR GANTA" userId="04d4457b2c6f4d58" providerId="LiveId" clId="{7732D2CA-B0F2-4067-A0C8-DF1E5A25DBD1}" dt="2023-02-24T17:06:54.493" v="46" actId="14100"/>
        <pc:sldMkLst>
          <pc:docMk/>
          <pc:sldMk cId="1343770880" sldId="270"/>
        </pc:sldMkLst>
        <pc:spChg chg="mod">
          <ac:chgData name="KIRAN KUMAR GANTA" userId="04d4457b2c6f4d58" providerId="LiveId" clId="{7732D2CA-B0F2-4067-A0C8-DF1E5A25DBD1}" dt="2023-02-24T17:06:54.493" v="46" actId="14100"/>
          <ac:spMkLst>
            <pc:docMk/>
            <pc:sldMk cId="1343770880" sldId="270"/>
            <ac:spMk id="3" creationId="{1FEB0B71-DE53-634B-274E-6F27A9B49692}"/>
          </ac:spMkLst>
        </pc:spChg>
      </pc:sldChg>
      <pc:sldChg chg="modSp mod">
        <pc:chgData name="KIRAN KUMAR GANTA" userId="04d4457b2c6f4d58" providerId="LiveId" clId="{7732D2CA-B0F2-4067-A0C8-DF1E5A25DBD1}" dt="2023-02-24T17:07:10.669" v="49" actId="14100"/>
        <pc:sldMkLst>
          <pc:docMk/>
          <pc:sldMk cId="2758500736" sldId="271"/>
        </pc:sldMkLst>
        <pc:spChg chg="mod">
          <ac:chgData name="KIRAN KUMAR GANTA" userId="04d4457b2c6f4d58" providerId="LiveId" clId="{7732D2CA-B0F2-4067-A0C8-DF1E5A25DBD1}" dt="2023-02-24T17:07:10.669" v="49" actId="14100"/>
          <ac:spMkLst>
            <pc:docMk/>
            <pc:sldMk cId="2758500736" sldId="271"/>
            <ac:spMk id="3" creationId="{84B8E209-D197-54D2-FA90-614220DCAA3C}"/>
          </ac:spMkLst>
        </pc:spChg>
      </pc:sldChg>
      <pc:sldChg chg="modSp mod">
        <pc:chgData name="KIRAN KUMAR GANTA" userId="04d4457b2c6f4d58" providerId="LiveId" clId="{7732D2CA-B0F2-4067-A0C8-DF1E5A25DBD1}" dt="2023-02-24T17:07:27.253" v="52" actId="14100"/>
        <pc:sldMkLst>
          <pc:docMk/>
          <pc:sldMk cId="3653190127" sldId="272"/>
        </pc:sldMkLst>
        <pc:spChg chg="mod">
          <ac:chgData name="KIRAN KUMAR GANTA" userId="04d4457b2c6f4d58" providerId="LiveId" clId="{7732D2CA-B0F2-4067-A0C8-DF1E5A25DBD1}" dt="2023-02-24T17:07:27.253" v="52" actId="14100"/>
          <ac:spMkLst>
            <pc:docMk/>
            <pc:sldMk cId="3653190127" sldId="272"/>
            <ac:spMk id="3" creationId="{506F231C-6208-F025-E6AF-A625BE35EB83}"/>
          </ac:spMkLst>
        </pc:spChg>
      </pc:sldChg>
      <pc:sldChg chg="modSp mod">
        <pc:chgData name="KIRAN KUMAR GANTA" userId="04d4457b2c6f4d58" providerId="LiveId" clId="{7732D2CA-B0F2-4067-A0C8-DF1E5A25DBD1}" dt="2023-02-24T17:07:49.071" v="56" actId="14100"/>
        <pc:sldMkLst>
          <pc:docMk/>
          <pc:sldMk cId="3695859695" sldId="273"/>
        </pc:sldMkLst>
        <pc:spChg chg="mod">
          <ac:chgData name="KIRAN KUMAR GANTA" userId="04d4457b2c6f4d58" providerId="LiveId" clId="{7732D2CA-B0F2-4067-A0C8-DF1E5A25DBD1}" dt="2023-02-24T17:07:49.071" v="56" actId="14100"/>
          <ac:spMkLst>
            <pc:docMk/>
            <pc:sldMk cId="3695859695" sldId="273"/>
            <ac:spMk id="3" creationId="{08FB23B5-8DA9-7542-5D8E-8BA2B36C5599}"/>
          </ac:spMkLst>
        </pc:spChg>
      </pc:sldChg>
      <pc:sldChg chg="modSp mod">
        <pc:chgData name="KIRAN KUMAR GANTA" userId="04d4457b2c6f4d58" providerId="LiveId" clId="{7732D2CA-B0F2-4067-A0C8-DF1E5A25DBD1}" dt="2023-02-24T17:08:11.762" v="60" actId="14100"/>
        <pc:sldMkLst>
          <pc:docMk/>
          <pc:sldMk cId="2026968352" sldId="274"/>
        </pc:sldMkLst>
        <pc:spChg chg="mod">
          <ac:chgData name="KIRAN KUMAR GANTA" userId="04d4457b2c6f4d58" providerId="LiveId" clId="{7732D2CA-B0F2-4067-A0C8-DF1E5A25DBD1}" dt="2023-02-24T17:08:11.762" v="60" actId="14100"/>
          <ac:spMkLst>
            <pc:docMk/>
            <pc:sldMk cId="2026968352" sldId="274"/>
            <ac:spMk id="3" creationId="{668703F4-1813-892A-D70C-11718D503101}"/>
          </ac:spMkLst>
        </pc:spChg>
      </pc:sldChg>
      <pc:sldChg chg="modSp mod">
        <pc:chgData name="KIRAN KUMAR GANTA" userId="04d4457b2c6f4d58" providerId="LiveId" clId="{7732D2CA-B0F2-4067-A0C8-DF1E5A25DBD1}" dt="2023-02-24T17:08:29.604" v="64" actId="14100"/>
        <pc:sldMkLst>
          <pc:docMk/>
          <pc:sldMk cId="2957383491" sldId="275"/>
        </pc:sldMkLst>
        <pc:spChg chg="mod">
          <ac:chgData name="KIRAN KUMAR GANTA" userId="04d4457b2c6f4d58" providerId="LiveId" clId="{7732D2CA-B0F2-4067-A0C8-DF1E5A25DBD1}" dt="2023-02-24T17:08:29.604" v="64" actId="14100"/>
          <ac:spMkLst>
            <pc:docMk/>
            <pc:sldMk cId="2957383491" sldId="275"/>
            <ac:spMk id="3" creationId="{9C531A27-11BB-3D0C-6631-5379D78E199B}"/>
          </ac:spMkLst>
        </pc:spChg>
      </pc:sldChg>
      <pc:sldChg chg="modSp mod">
        <pc:chgData name="KIRAN KUMAR GANTA" userId="04d4457b2c6f4d58" providerId="LiveId" clId="{7732D2CA-B0F2-4067-A0C8-DF1E5A25DBD1}" dt="2023-02-24T17:08:47.273" v="68" actId="14100"/>
        <pc:sldMkLst>
          <pc:docMk/>
          <pc:sldMk cId="2146524995" sldId="276"/>
        </pc:sldMkLst>
        <pc:spChg chg="mod">
          <ac:chgData name="KIRAN KUMAR GANTA" userId="04d4457b2c6f4d58" providerId="LiveId" clId="{7732D2CA-B0F2-4067-A0C8-DF1E5A25DBD1}" dt="2023-02-24T17:08:47.273" v="68" actId="14100"/>
          <ac:spMkLst>
            <pc:docMk/>
            <pc:sldMk cId="2146524995" sldId="276"/>
            <ac:spMk id="3" creationId="{03CF843A-ACC6-4F63-ED60-590DDF5B439D}"/>
          </ac:spMkLst>
        </pc:spChg>
      </pc:sldChg>
      <pc:sldChg chg="modSp mod">
        <pc:chgData name="KIRAN KUMAR GANTA" userId="04d4457b2c6f4d58" providerId="LiveId" clId="{7732D2CA-B0F2-4067-A0C8-DF1E5A25DBD1}" dt="2023-02-24T17:09:06.537" v="72" actId="14100"/>
        <pc:sldMkLst>
          <pc:docMk/>
          <pc:sldMk cId="1414182164" sldId="277"/>
        </pc:sldMkLst>
        <pc:spChg chg="mod">
          <ac:chgData name="KIRAN KUMAR GANTA" userId="04d4457b2c6f4d58" providerId="LiveId" clId="{7732D2CA-B0F2-4067-A0C8-DF1E5A25DBD1}" dt="2023-02-24T17:09:06.537" v="72" actId="14100"/>
          <ac:spMkLst>
            <pc:docMk/>
            <pc:sldMk cId="1414182164" sldId="277"/>
            <ac:spMk id="3" creationId="{BBA4833D-A393-F722-CAA9-C34A2200418A}"/>
          </ac:spMkLst>
        </pc:spChg>
      </pc:sldChg>
      <pc:sldChg chg="modSp mod">
        <pc:chgData name="KIRAN KUMAR GANTA" userId="04d4457b2c6f4d58" providerId="LiveId" clId="{7732D2CA-B0F2-4067-A0C8-DF1E5A25DBD1}" dt="2023-02-24T17:09:32.334" v="76" actId="14100"/>
        <pc:sldMkLst>
          <pc:docMk/>
          <pc:sldMk cId="3434561862" sldId="278"/>
        </pc:sldMkLst>
        <pc:spChg chg="mod">
          <ac:chgData name="KIRAN KUMAR GANTA" userId="04d4457b2c6f4d58" providerId="LiveId" clId="{7732D2CA-B0F2-4067-A0C8-DF1E5A25DBD1}" dt="2023-02-24T17:09:32.334" v="76" actId="14100"/>
          <ac:spMkLst>
            <pc:docMk/>
            <pc:sldMk cId="3434561862" sldId="278"/>
            <ac:spMk id="3" creationId="{F1CC810F-4B1C-0B6C-E977-549B0ADCCC3B}"/>
          </ac:spMkLst>
        </pc:spChg>
      </pc:sldChg>
      <pc:sldChg chg="modSp mod">
        <pc:chgData name="KIRAN KUMAR GANTA" userId="04d4457b2c6f4d58" providerId="LiveId" clId="{7732D2CA-B0F2-4067-A0C8-DF1E5A25DBD1}" dt="2023-02-24T17:09:48.758" v="80" actId="14100"/>
        <pc:sldMkLst>
          <pc:docMk/>
          <pc:sldMk cId="3425082150" sldId="279"/>
        </pc:sldMkLst>
        <pc:spChg chg="mod">
          <ac:chgData name="KIRAN KUMAR GANTA" userId="04d4457b2c6f4d58" providerId="LiveId" clId="{7732D2CA-B0F2-4067-A0C8-DF1E5A25DBD1}" dt="2023-02-24T17:09:48.758" v="80" actId="14100"/>
          <ac:spMkLst>
            <pc:docMk/>
            <pc:sldMk cId="3425082150" sldId="279"/>
            <ac:spMk id="3" creationId="{98EAFA4C-BD9E-0554-C08A-C8929C9E1305}"/>
          </ac:spMkLst>
        </pc:spChg>
      </pc:sldChg>
      <pc:sldChg chg="modSp mod">
        <pc:chgData name="KIRAN KUMAR GANTA" userId="04d4457b2c6f4d58" providerId="LiveId" clId="{7732D2CA-B0F2-4067-A0C8-DF1E5A25DBD1}" dt="2023-02-24T17:10:06.144" v="84" actId="14100"/>
        <pc:sldMkLst>
          <pc:docMk/>
          <pc:sldMk cId="2076612004" sldId="280"/>
        </pc:sldMkLst>
        <pc:spChg chg="mod">
          <ac:chgData name="KIRAN KUMAR GANTA" userId="04d4457b2c6f4d58" providerId="LiveId" clId="{7732D2CA-B0F2-4067-A0C8-DF1E5A25DBD1}" dt="2023-02-24T17:10:06.144" v="84" actId="14100"/>
          <ac:spMkLst>
            <pc:docMk/>
            <pc:sldMk cId="2076612004" sldId="280"/>
            <ac:spMk id="3" creationId="{C9242765-0CE3-2B9A-CE0B-990E2FFC66CC}"/>
          </ac:spMkLst>
        </pc:spChg>
      </pc:sldChg>
      <pc:sldChg chg="modSp mod">
        <pc:chgData name="KIRAN KUMAR GANTA" userId="04d4457b2c6f4d58" providerId="LiveId" clId="{7732D2CA-B0F2-4067-A0C8-DF1E5A25DBD1}" dt="2023-02-24T17:10:30.935" v="89" actId="14100"/>
        <pc:sldMkLst>
          <pc:docMk/>
          <pc:sldMk cId="2711076953" sldId="281"/>
        </pc:sldMkLst>
        <pc:spChg chg="mod">
          <ac:chgData name="KIRAN KUMAR GANTA" userId="04d4457b2c6f4d58" providerId="LiveId" clId="{7732D2CA-B0F2-4067-A0C8-DF1E5A25DBD1}" dt="2023-02-24T17:10:30.935" v="89" actId="14100"/>
          <ac:spMkLst>
            <pc:docMk/>
            <pc:sldMk cId="2711076953" sldId="281"/>
            <ac:spMk id="3" creationId="{D50209E1-216A-4AEC-B69A-024ED48ABF25}"/>
          </ac:spMkLst>
        </pc:spChg>
      </pc:sldChg>
      <pc:sldChg chg="modSp mod">
        <pc:chgData name="KIRAN KUMAR GANTA" userId="04d4457b2c6f4d58" providerId="LiveId" clId="{7732D2CA-B0F2-4067-A0C8-DF1E5A25DBD1}" dt="2023-02-24T17:10:48.382" v="93" actId="14100"/>
        <pc:sldMkLst>
          <pc:docMk/>
          <pc:sldMk cId="2851204071" sldId="282"/>
        </pc:sldMkLst>
        <pc:spChg chg="mod">
          <ac:chgData name="KIRAN KUMAR GANTA" userId="04d4457b2c6f4d58" providerId="LiveId" clId="{7732D2CA-B0F2-4067-A0C8-DF1E5A25DBD1}" dt="2023-02-24T17:10:48.382" v="93" actId="14100"/>
          <ac:spMkLst>
            <pc:docMk/>
            <pc:sldMk cId="2851204071" sldId="282"/>
            <ac:spMk id="3" creationId="{F12BD6D4-CBAA-AEA2-A98E-E5FE37EC7961}"/>
          </ac:spMkLst>
        </pc:spChg>
      </pc:sldChg>
      <pc:sldChg chg="modSp mod">
        <pc:chgData name="KIRAN KUMAR GANTA" userId="04d4457b2c6f4d58" providerId="LiveId" clId="{7732D2CA-B0F2-4067-A0C8-DF1E5A25DBD1}" dt="2023-02-24T17:11:15.358" v="97" actId="14100"/>
        <pc:sldMkLst>
          <pc:docMk/>
          <pc:sldMk cId="554223680" sldId="283"/>
        </pc:sldMkLst>
        <pc:spChg chg="mod">
          <ac:chgData name="KIRAN KUMAR GANTA" userId="04d4457b2c6f4d58" providerId="LiveId" clId="{7732D2CA-B0F2-4067-A0C8-DF1E5A25DBD1}" dt="2023-02-24T17:11:15.358" v="97" actId="14100"/>
          <ac:spMkLst>
            <pc:docMk/>
            <pc:sldMk cId="554223680" sldId="283"/>
            <ac:spMk id="3" creationId="{07EFD1C8-9DB6-76A3-652E-782D67431108}"/>
          </ac:spMkLst>
        </pc:spChg>
      </pc:sldChg>
      <pc:sldChg chg="modSp mod">
        <pc:chgData name="KIRAN KUMAR GANTA" userId="04d4457b2c6f4d58" providerId="LiveId" clId="{7732D2CA-B0F2-4067-A0C8-DF1E5A25DBD1}" dt="2023-02-24T17:11:35.047" v="101" actId="14100"/>
        <pc:sldMkLst>
          <pc:docMk/>
          <pc:sldMk cId="3048807994" sldId="284"/>
        </pc:sldMkLst>
        <pc:spChg chg="mod">
          <ac:chgData name="KIRAN KUMAR GANTA" userId="04d4457b2c6f4d58" providerId="LiveId" clId="{7732D2CA-B0F2-4067-A0C8-DF1E5A25DBD1}" dt="2023-02-24T17:11:35.047" v="101" actId="14100"/>
          <ac:spMkLst>
            <pc:docMk/>
            <pc:sldMk cId="3048807994" sldId="284"/>
            <ac:spMk id="3" creationId="{F1A50A26-F082-840C-73DB-10EA2A889E6D}"/>
          </ac:spMkLst>
        </pc:spChg>
      </pc:sldChg>
      <pc:sldChg chg="modSp mod">
        <pc:chgData name="KIRAN KUMAR GANTA" userId="04d4457b2c6f4d58" providerId="LiveId" clId="{7732D2CA-B0F2-4067-A0C8-DF1E5A25DBD1}" dt="2023-02-24T17:11:55.034" v="105" actId="14100"/>
        <pc:sldMkLst>
          <pc:docMk/>
          <pc:sldMk cId="3989849634" sldId="285"/>
        </pc:sldMkLst>
        <pc:spChg chg="mod">
          <ac:chgData name="KIRAN KUMAR GANTA" userId="04d4457b2c6f4d58" providerId="LiveId" clId="{7732D2CA-B0F2-4067-A0C8-DF1E5A25DBD1}" dt="2023-02-24T17:11:55.034" v="105" actId="14100"/>
          <ac:spMkLst>
            <pc:docMk/>
            <pc:sldMk cId="3989849634" sldId="285"/>
            <ac:spMk id="3" creationId="{E585D727-34B0-2473-5288-8831680C0560}"/>
          </ac:spMkLst>
        </pc:spChg>
      </pc:sldChg>
      <pc:sldChg chg="modSp mod">
        <pc:chgData name="KIRAN KUMAR GANTA" userId="04d4457b2c6f4d58" providerId="LiveId" clId="{7732D2CA-B0F2-4067-A0C8-DF1E5A25DBD1}" dt="2023-02-24T17:12:13.890" v="109" actId="14100"/>
        <pc:sldMkLst>
          <pc:docMk/>
          <pc:sldMk cId="2385653247" sldId="286"/>
        </pc:sldMkLst>
        <pc:spChg chg="mod">
          <ac:chgData name="KIRAN KUMAR GANTA" userId="04d4457b2c6f4d58" providerId="LiveId" clId="{7732D2CA-B0F2-4067-A0C8-DF1E5A25DBD1}" dt="2023-02-24T17:12:13.890" v="109" actId="14100"/>
          <ac:spMkLst>
            <pc:docMk/>
            <pc:sldMk cId="2385653247" sldId="286"/>
            <ac:spMk id="3" creationId="{365A3785-C94D-22E4-D230-91E8CF97454C}"/>
          </ac:spMkLst>
        </pc:spChg>
      </pc:sldChg>
      <pc:sldChg chg="modSp mod">
        <pc:chgData name="KIRAN KUMAR GANTA" userId="04d4457b2c6f4d58" providerId="LiveId" clId="{7732D2CA-B0F2-4067-A0C8-DF1E5A25DBD1}" dt="2023-02-24T17:12:34.270" v="113" actId="14100"/>
        <pc:sldMkLst>
          <pc:docMk/>
          <pc:sldMk cId="1075459983" sldId="287"/>
        </pc:sldMkLst>
        <pc:spChg chg="mod">
          <ac:chgData name="KIRAN KUMAR GANTA" userId="04d4457b2c6f4d58" providerId="LiveId" clId="{7732D2CA-B0F2-4067-A0C8-DF1E5A25DBD1}" dt="2023-02-24T17:12:34.270" v="113" actId="14100"/>
          <ac:spMkLst>
            <pc:docMk/>
            <pc:sldMk cId="1075459983" sldId="287"/>
            <ac:spMk id="3" creationId="{67861C45-1915-7E28-1458-CDD63317952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41859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99174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51196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34509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7979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43441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7870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49007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40357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465625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6547809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036138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4311980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056676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909879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74603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19148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509A250-FF31-4206-8172-F9D3106AACB1}" type="datetimeFigureOut">
              <a:rPr lang="en-US" smtClean="0"/>
              <a:t>5/19/2026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130106805"/>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376A0A9-866E-35A2-B545-C7DB27F4E71E}"/>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1AC1FED5-8C91-B88B-5048-E1C2B47A15F3}"/>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6" name="Title 5">
            <a:extLst>
              <a:ext uri="{FF2B5EF4-FFF2-40B4-BE49-F238E27FC236}">
                <a16:creationId xmlns:a16="http://schemas.microsoft.com/office/drawing/2014/main" id="{D527DE88-029D-7DEF-48A9-4A2AB0B5DAFD}"/>
              </a:ext>
            </a:extLst>
          </p:cNvPr>
          <p:cNvSpPr>
            <a:spLocks noGrp="1"/>
          </p:cNvSpPr>
          <p:nvPr>
            <p:ph type="ctrTitle"/>
          </p:nvPr>
        </p:nvSpPr>
        <p:spPr>
          <a:xfrm>
            <a:off x="1442869" y="1563093"/>
            <a:ext cx="9001462" cy="930049"/>
          </a:xfrm>
        </p:spPr>
        <p:txBody>
          <a:bodyPr>
            <a:normAutofit/>
          </a:bodyPr>
          <a:lstStyle/>
          <a:p>
            <a:r>
              <a:rPr lang="en-US" sz="3400" dirty="0"/>
              <a:t>Ranking and time sequence</a:t>
            </a:r>
            <a:endParaRPr lang="en-IN" sz="3400" dirty="0"/>
          </a:p>
        </p:txBody>
      </p:sp>
    </p:spTree>
    <p:extLst>
      <p:ext uri="{BB962C8B-B14F-4D97-AF65-F5344CB8AC3E}">
        <p14:creationId xmlns:p14="http://schemas.microsoft.com/office/powerpoint/2010/main" val="3096221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25DC3E-2454-8DA3-9DD3-8254F51563EE}"/>
              </a:ext>
            </a:extLst>
          </p:cNvPr>
          <p:cNvSpPr>
            <a:spLocks noGrp="1"/>
          </p:cNvSpPr>
          <p:nvPr>
            <p:ph idx="1"/>
          </p:nvPr>
        </p:nvSpPr>
        <p:spPr>
          <a:xfrm>
            <a:off x="441506" y="255382"/>
            <a:ext cx="9714866" cy="4504426"/>
          </a:xfrm>
        </p:spPr>
        <p:txBody>
          <a:bodyPr>
            <a:normAutofit/>
          </a:bodyPr>
          <a:lstStyle/>
          <a:p>
            <a:pPr marL="0" indent="0" algn="just">
              <a:lnSpc>
                <a:spcPct val="150000"/>
              </a:lnSpc>
              <a:buNone/>
            </a:pPr>
            <a:r>
              <a:rPr lang="en-IN" sz="2300" b="1" dirty="0">
                <a:latin typeface="Bookman Old Style" pitchFamily="18" charset="0"/>
                <a:cs typeface="Times New Roman" panose="02020603050405020304" pitchFamily="18" charset="0"/>
              </a:rPr>
              <a:t>1. Samantha is 11</a:t>
            </a:r>
            <a:r>
              <a:rPr lang="en-IN" sz="2300" b="1" baseline="30000" dirty="0">
                <a:latin typeface="Bookman Old Style" pitchFamily="18" charset="0"/>
                <a:cs typeface="Times New Roman" panose="02020603050405020304" pitchFamily="18" charset="0"/>
              </a:rPr>
              <a:t>th</a:t>
            </a:r>
            <a:r>
              <a:rPr lang="en-IN" sz="2300" b="1" dirty="0">
                <a:latin typeface="Bookman Old Style" pitchFamily="18" charset="0"/>
                <a:cs typeface="Times New Roman" panose="02020603050405020304" pitchFamily="18" charset="0"/>
              </a:rPr>
              <a:t> from the left end and 22</a:t>
            </a:r>
            <a:r>
              <a:rPr lang="en-IN" sz="2300" b="1" baseline="30000" dirty="0">
                <a:latin typeface="Bookman Old Style" pitchFamily="18" charset="0"/>
                <a:cs typeface="Times New Roman" panose="02020603050405020304" pitchFamily="18" charset="0"/>
              </a:rPr>
              <a:t>nd</a:t>
            </a:r>
            <a:r>
              <a:rPr lang="en-IN" sz="2300" b="1" dirty="0">
                <a:latin typeface="Bookman Old Style" pitchFamily="18" charset="0"/>
                <a:cs typeface="Times New Roman" panose="02020603050405020304" pitchFamily="18" charset="0"/>
              </a:rPr>
              <a:t> from the right end in a row. How many persons in a row ?</a:t>
            </a:r>
          </a:p>
          <a:p>
            <a:pPr marL="0" indent="0" algn="just">
              <a:lnSpc>
                <a:spcPct val="150000"/>
              </a:lnSpc>
              <a:buNone/>
            </a:pPr>
            <a:r>
              <a:rPr lang="en-IN" sz="2300" b="1" dirty="0">
                <a:latin typeface="Bookman Old Style" pitchFamily="18" charset="0"/>
                <a:cs typeface="Times New Roman" panose="02020603050405020304" pitchFamily="18" charset="0"/>
              </a:rPr>
              <a:t>  a. 33             b. 32             c. 31         d. 34</a:t>
            </a:r>
          </a:p>
        </p:txBody>
      </p:sp>
      <p:pic>
        <p:nvPicPr>
          <p:cNvPr id="2" name="Picture 1" descr="A yellow and blue sign with words">
            <a:extLst>
              <a:ext uri="{FF2B5EF4-FFF2-40B4-BE49-F238E27FC236}">
                <a16:creationId xmlns:a16="http://schemas.microsoft.com/office/drawing/2014/main" id="{83D65938-E035-8E01-3D69-D2F21629A0F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54231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CE144C-5F01-EF62-C9C7-477277A47638}"/>
              </a:ext>
            </a:extLst>
          </p:cNvPr>
          <p:cNvSpPr>
            <a:spLocks noGrp="1"/>
          </p:cNvSpPr>
          <p:nvPr>
            <p:ph idx="1"/>
          </p:nvPr>
        </p:nvSpPr>
        <p:spPr>
          <a:xfrm>
            <a:off x="395277" y="402992"/>
            <a:ext cx="9586923" cy="3745675"/>
          </a:xfrm>
        </p:spPr>
        <p:txBody>
          <a:bodyPr>
            <a:normAutofit/>
          </a:bodyPr>
          <a:lstStyle/>
          <a:p>
            <a:pPr marL="0" indent="0" algn="just">
              <a:lnSpc>
                <a:spcPct val="150000"/>
              </a:lnSpc>
              <a:buNone/>
            </a:pPr>
            <a:r>
              <a:rPr lang="en-IN" sz="2300" b="1" dirty="0">
                <a:latin typeface="Bookman Old Style" pitchFamily="18" charset="0"/>
                <a:cs typeface="Times New Roman" panose="02020603050405020304" pitchFamily="18" charset="0"/>
              </a:rPr>
              <a:t>2.</a:t>
            </a:r>
            <a:r>
              <a:rPr lang="en-IN" sz="2300" b="1" i="0" u="none" strike="noStrike" baseline="0" dirty="0">
                <a:latin typeface="Bookman Old Style" panose="02050604050505020204" pitchFamily="18" charset="0"/>
              </a:rPr>
              <a:t> Rohan's ranked seventh from </a:t>
            </a:r>
            <a:r>
              <a:rPr lang="en-US" sz="2300" b="1" i="0" u="none" strike="noStrike" baseline="0" dirty="0">
                <a:latin typeface="Bookman Old Style" panose="02050604050505020204" pitchFamily="18" charset="0"/>
              </a:rPr>
              <a:t>the top and twenty sixth from the bottom in a class. How many students are there in the </a:t>
            </a:r>
            <a:r>
              <a:rPr lang="en-IN" sz="2300" b="1" i="0" u="none" strike="noStrike" baseline="0" dirty="0">
                <a:latin typeface="Bookman Old Style" panose="02050604050505020204" pitchFamily="18" charset="0"/>
              </a:rPr>
              <a:t>class?</a:t>
            </a:r>
          </a:p>
          <a:p>
            <a:pPr marL="0" indent="0" algn="just">
              <a:lnSpc>
                <a:spcPct val="150000"/>
              </a:lnSpc>
              <a:buNone/>
            </a:pPr>
            <a:r>
              <a:rPr lang="en-IN" sz="2300" b="1" dirty="0">
                <a:latin typeface="Bookman Old Style" panose="02050604050505020204" pitchFamily="18" charset="0"/>
                <a:cs typeface="Times New Roman" panose="02020603050405020304" pitchFamily="18" charset="0"/>
              </a:rPr>
              <a:t>  a. 31    b. 32         c. 33          d. 34</a:t>
            </a:r>
          </a:p>
        </p:txBody>
      </p:sp>
      <p:pic>
        <p:nvPicPr>
          <p:cNvPr id="2" name="Picture 1" descr="A yellow and blue sign with words">
            <a:extLst>
              <a:ext uri="{FF2B5EF4-FFF2-40B4-BE49-F238E27FC236}">
                <a16:creationId xmlns:a16="http://schemas.microsoft.com/office/drawing/2014/main" id="{6FD6AE72-AF92-2CB2-96C7-0CD8C74C239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692752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CAEFC-D594-A38A-CE5E-25A0316665E1}"/>
              </a:ext>
            </a:extLst>
          </p:cNvPr>
          <p:cNvSpPr>
            <a:spLocks noGrp="1"/>
          </p:cNvSpPr>
          <p:nvPr>
            <p:ph idx="1"/>
          </p:nvPr>
        </p:nvSpPr>
        <p:spPr>
          <a:xfrm>
            <a:off x="445274" y="415010"/>
            <a:ext cx="9863498" cy="3919924"/>
          </a:xfrm>
        </p:spPr>
        <p:txBody>
          <a:bodyPr>
            <a:normAutofit/>
          </a:bodyPr>
          <a:lstStyle/>
          <a:p>
            <a:pPr marL="0" indent="0" algn="just">
              <a:lnSpc>
                <a:spcPct val="150000"/>
              </a:lnSpc>
              <a:buNone/>
            </a:pPr>
            <a:r>
              <a:rPr lang="en-IN" sz="2300" b="1" dirty="0">
                <a:latin typeface="Bookman Old Style" pitchFamily="18" charset="0"/>
                <a:cs typeface="Times New Roman" panose="02020603050405020304" pitchFamily="18" charset="0"/>
              </a:rPr>
              <a:t>3.</a:t>
            </a:r>
            <a:r>
              <a:rPr lang="en-US" sz="2300" b="1" dirty="0">
                <a:latin typeface="Bookman Old Style" pitchFamily="18" charset="0"/>
                <a:cs typeface="Times New Roman" panose="02020603050405020304" pitchFamily="18" charset="0"/>
              </a:rPr>
              <a:t> Kohli is fourteenth from the right end in a row of 40 boys. What is his position from left end?</a:t>
            </a:r>
          </a:p>
          <a:p>
            <a:pPr marL="0" indent="0" algn="just">
              <a:lnSpc>
                <a:spcPct val="150000"/>
              </a:lnSpc>
              <a:buNone/>
            </a:pPr>
            <a:r>
              <a:rPr lang="en-US" sz="2300" b="1" dirty="0">
                <a:latin typeface="Bookman Old Style" pitchFamily="18" charset="0"/>
                <a:cs typeface="Times New Roman" panose="02020603050405020304" pitchFamily="18" charset="0"/>
              </a:rPr>
              <a:t>   a. 24</a:t>
            </a:r>
            <a:r>
              <a:rPr lang="en-US" sz="2300" b="1" baseline="30000" dirty="0">
                <a:latin typeface="Bookman Old Style" pitchFamily="18" charset="0"/>
                <a:cs typeface="Times New Roman" panose="02020603050405020304" pitchFamily="18" charset="0"/>
              </a:rPr>
              <a:t>th</a:t>
            </a:r>
            <a:r>
              <a:rPr lang="en-US" sz="2300" b="1" dirty="0">
                <a:latin typeface="Bookman Old Style" pitchFamily="18" charset="0"/>
                <a:cs typeface="Times New Roman" panose="02020603050405020304" pitchFamily="18" charset="0"/>
              </a:rPr>
              <a:t>         b. 27</a:t>
            </a:r>
            <a:r>
              <a:rPr lang="en-US" sz="2300" b="1" baseline="30000" dirty="0">
                <a:latin typeface="Bookman Old Style" pitchFamily="18" charset="0"/>
                <a:cs typeface="Times New Roman" panose="02020603050405020304" pitchFamily="18" charset="0"/>
              </a:rPr>
              <a:t>th</a:t>
            </a:r>
            <a:r>
              <a:rPr lang="en-US" sz="2300" b="1" dirty="0">
                <a:latin typeface="Bookman Old Style" pitchFamily="18" charset="0"/>
                <a:cs typeface="Times New Roman" panose="02020603050405020304" pitchFamily="18" charset="0"/>
              </a:rPr>
              <a:t>          c. 26</a:t>
            </a:r>
            <a:r>
              <a:rPr lang="en-US" sz="2300" b="1" baseline="30000" dirty="0">
                <a:latin typeface="Bookman Old Style" pitchFamily="18" charset="0"/>
                <a:cs typeface="Times New Roman" panose="02020603050405020304" pitchFamily="18" charset="0"/>
              </a:rPr>
              <a:t>th</a:t>
            </a:r>
            <a:r>
              <a:rPr lang="en-US" sz="2300" b="1" dirty="0">
                <a:latin typeface="Bookman Old Style" pitchFamily="18" charset="0"/>
                <a:cs typeface="Times New Roman" panose="02020603050405020304" pitchFamily="18" charset="0"/>
              </a:rPr>
              <a:t>               d. none</a:t>
            </a: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40D82EBD-3759-00C1-C107-B0044DD272F2}"/>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259336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5E6109-DE52-D3E6-2B6D-0F9DD5E9BD64}"/>
              </a:ext>
            </a:extLst>
          </p:cNvPr>
          <p:cNvSpPr>
            <a:spLocks noGrp="1"/>
          </p:cNvSpPr>
          <p:nvPr>
            <p:ph idx="1"/>
          </p:nvPr>
        </p:nvSpPr>
        <p:spPr>
          <a:xfrm>
            <a:off x="460703" y="245361"/>
            <a:ext cx="9663012" cy="3183639"/>
          </a:xfrm>
        </p:spPr>
        <p:txBody>
          <a:bodyPr>
            <a:normAutofit/>
          </a:bodyPr>
          <a:lstStyle/>
          <a:p>
            <a:pPr marL="0" indent="0" algn="just">
              <a:lnSpc>
                <a:spcPct val="150000"/>
              </a:lnSpc>
              <a:buNone/>
            </a:pPr>
            <a:r>
              <a:rPr lang="en-IN" sz="2300" b="1" dirty="0">
                <a:latin typeface="Bookman Old Style" pitchFamily="18" charset="0"/>
                <a:cs typeface="Times New Roman" panose="02020603050405020304" pitchFamily="18" charset="0"/>
              </a:rPr>
              <a:t>4. </a:t>
            </a:r>
            <a:r>
              <a:rPr lang="en-US" sz="2300" b="1" dirty="0">
                <a:latin typeface="Bookman Old Style" pitchFamily="18" charset="0"/>
                <a:cs typeface="Times New Roman" panose="02020603050405020304" pitchFamily="18" charset="0"/>
              </a:rPr>
              <a:t>In a row of students. Mohan is the 13th from the left end. Suman is 12th from Right end and 18th from left end. How many students of Mohan's right?</a:t>
            </a:r>
          </a:p>
          <a:p>
            <a:pPr marL="0" indent="0" algn="just">
              <a:lnSpc>
                <a:spcPct val="150000"/>
              </a:lnSpc>
              <a:buNone/>
            </a:pPr>
            <a:r>
              <a:rPr lang="en-US" sz="2300" b="1" dirty="0">
                <a:latin typeface="Bookman Old Style" pitchFamily="18" charset="0"/>
                <a:cs typeface="Times New Roman" panose="02020603050405020304" pitchFamily="18" charset="0"/>
              </a:rPr>
              <a:t>  a. 30         b. 15            c. 16        d. can’t be determined23</a:t>
            </a:r>
            <a:endParaRPr lang="en-IN" sz="2300" b="1" dirty="0">
              <a:latin typeface="Bookman Old Style" pitchFamily="18" charset="0"/>
              <a:cs typeface="Times New Roman" panose="02020603050405020304" pitchFamily="18" charset="0"/>
            </a:endParaRPr>
          </a:p>
          <a:p>
            <a:pPr marL="0" indent="0" algn="just">
              <a:lnSpc>
                <a:spcPct val="150000"/>
              </a:lnSpc>
              <a:buNone/>
            </a:pP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C44B1589-6FD0-03B8-6117-F9BBCDDC968C}"/>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471644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435682-F3C7-456E-8725-FBF18D75BED0}"/>
              </a:ext>
            </a:extLst>
          </p:cNvPr>
          <p:cNvSpPr>
            <a:spLocks noGrp="1"/>
          </p:cNvSpPr>
          <p:nvPr>
            <p:ph idx="1"/>
          </p:nvPr>
        </p:nvSpPr>
        <p:spPr>
          <a:xfrm>
            <a:off x="497526" y="283029"/>
            <a:ext cx="9408476" cy="4776462"/>
          </a:xfrm>
        </p:spPr>
        <p:txBody>
          <a:bodyPr>
            <a:normAutofit/>
          </a:bodyPr>
          <a:lstStyle/>
          <a:p>
            <a:pPr marL="0" indent="0" algn="just">
              <a:lnSpc>
                <a:spcPct val="150000"/>
              </a:lnSpc>
              <a:buNone/>
            </a:pPr>
            <a:r>
              <a:rPr lang="en-IN" sz="2300" b="1" dirty="0">
                <a:latin typeface="Bookman Old Style" pitchFamily="18" charset="0"/>
                <a:cs typeface="Times New Roman" panose="02020603050405020304" pitchFamily="18" charset="0"/>
              </a:rPr>
              <a:t>5. </a:t>
            </a:r>
            <a:r>
              <a:rPr lang="en-US" sz="2300" b="1" dirty="0">
                <a:latin typeface="Bookman Old Style" pitchFamily="18" charset="0"/>
                <a:cs typeface="Times New Roman" panose="02020603050405020304" pitchFamily="18" charset="0"/>
              </a:rPr>
              <a:t>In a class of 40 students Sachin is 15th from the top Siddharth is 12th from the bottom. How many boys are in between Sachin and Siddharth?</a:t>
            </a:r>
          </a:p>
          <a:p>
            <a:pPr marL="0" indent="0" algn="just">
              <a:lnSpc>
                <a:spcPct val="150000"/>
              </a:lnSpc>
              <a:buNone/>
            </a:pPr>
            <a:r>
              <a:rPr lang="en-US" sz="2300" b="1" dirty="0">
                <a:latin typeface="Bookman Old Style" pitchFamily="18" charset="0"/>
                <a:cs typeface="Times New Roman" panose="02020603050405020304" pitchFamily="18" charset="0"/>
              </a:rPr>
              <a:t>  a. 15           b. 13             c. 12           d. 16</a:t>
            </a: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451B37F3-4979-80EE-47F3-014884DCE09A}"/>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406206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EDC61-D907-181C-909A-F0EF15A8407C}"/>
              </a:ext>
            </a:extLst>
          </p:cNvPr>
          <p:cNvSpPr>
            <a:spLocks noGrp="1"/>
          </p:cNvSpPr>
          <p:nvPr>
            <p:ph idx="1"/>
          </p:nvPr>
        </p:nvSpPr>
        <p:spPr>
          <a:xfrm>
            <a:off x="548803" y="257093"/>
            <a:ext cx="9378969" cy="5188226"/>
          </a:xfrm>
        </p:spPr>
        <p:txBody>
          <a:bodyPr>
            <a:normAutofit/>
          </a:bodyPr>
          <a:lstStyle/>
          <a:p>
            <a:pPr marL="0" indent="0" algn="just">
              <a:lnSpc>
                <a:spcPct val="150000"/>
              </a:lnSpc>
              <a:buNone/>
            </a:pPr>
            <a:r>
              <a:rPr lang="en-IN" sz="2300" b="1" dirty="0">
                <a:latin typeface="Bookman Old Style" panose="02050604050505020204" pitchFamily="18" charset="0"/>
                <a:cs typeface="Times New Roman" panose="02020603050405020304" pitchFamily="18" charset="0"/>
              </a:rPr>
              <a:t>6. </a:t>
            </a:r>
            <a:r>
              <a:rPr lang="en-US" sz="2300" b="1" dirty="0">
                <a:latin typeface="Bookman Old Style" pitchFamily="18" charset="0"/>
                <a:cs typeface="Times New Roman" panose="02020603050405020304" pitchFamily="18" charset="0"/>
              </a:rPr>
              <a:t>Suresh is 27th from left and Ramesh is 27th from right. If total 49 people in row, how many people between Suresh and Ramesh?</a:t>
            </a:r>
          </a:p>
          <a:p>
            <a:pPr marL="0" indent="0" algn="just">
              <a:lnSpc>
                <a:spcPct val="150000"/>
              </a:lnSpc>
              <a:buNone/>
            </a:pPr>
            <a:r>
              <a:rPr lang="en-US" sz="2300" b="1" dirty="0">
                <a:latin typeface="Bookman Old Style" pitchFamily="18" charset="0"/>
                <a:cs typeface="Times New Roman" panose="02020603050405020304" pitchFamily="18" charset="0"/>
              </a:rPr>
              <a:t>  a. 4             b. 5                   c. 3                  d. 6</a:t>
            </a:r>
            <a:endParaRPr lang="en-IN" sz="2300" b="1" dirty="0">
              <a:latin typeface="Bookman Old Style" panose="02050604050505020204"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4B7CA954-0C28-6EEA-792C-DB124EAE6DFA}"/>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188229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32EDFA-9473-79EE-0F35-48D6FE17308F}"/>
              </a:ext>
            </a:extLst>
          </p:cNvPr>
          <p:cNvSpPr>
            <a:spLocks noGrp="1"/>
          </p:cNvSpPr>
          <p:nvPr>
            <p:ph idx="1"/>
          </p:nvPr>
        </p:nvSpPr>
        <p:spPr>
          <a:xfrm>
            <a:off x="297950" y="315249"/>
            <a:ext cx="9814879" cy="4904737"/>
          </a:xfrm>
        </p:spPr>
        <p:txBody>
          <a:bodyPr>
            <a:normAutofit/>
          </a:bodyPr>
          <a:lstStyle/>
          <a:p>
            <a:pPr marL="0" indent="0" algn="just">
              <a:lnSpc>
                <a:spcPct val="150000"/>
              </a:lnSpc>
              <a:buNone/>
            </a:pPr>
            <a:r>
              <a:rPr lang="en-IN" sz="2300" b="1" dirty="0">
                <a:latin typeface="Bookman Old Style" pitchFamily="18" charset="0"/>
                <a:cs typeface="Times New Roman" panose="02020603050405020304" pitchFamily="18" charset="0"/>
              </a:rPr>
              <a:t>7.</a:t>
            </a:r>
            <a:r>
              <a:rPr lang="en-US" sz="2300" b="1" dirty="0">
                <a:latin typeface="Bookman Old Style" pitchFamily="18" charset="0"/>
                <a:cs typeface="Times New Roman" panose="02020603050405020304" pitchFamily="18" charset="0"/>
              </a:rPr>
              <a:t> In a row of children Deepti is 9th from the left and Karthik is 13th from the right. When they exchange their positions and then Deepti becomes 18th from the left. What is the new position of Karthik from the right end of the row?</a:t>
            </a:r>
            <a:r>
              <a:rPr lang="en-IN" sz="2300" b="1" dirty="0">
                <a:latin typeface="Bookman Old Style" pitchFamily="18" charset="0"/>
                <a:cs typeface="Times New Roman" panose="02020603050405020304" pitchFamily="18" charset="0"/>
              </a:rPr>
              <a:t> </a:t>
            </a:r>
          </a:p>
          <a:p>
            <a:pPr marL="0" indent="0" algn="just">
              <a:lnSpc>
                <a:spcPct val="150000"/>
              </a:lnSpc>
              <a:buNone/>
            </a:pPr>
            <a:r>
              <a:rPr lang="en-IN" sz="2300" b="1" dirty="0">
                <a:latin typeface="Bookman Old Style" pitchFamily="18" charset="0"/>
                <a:cs typeface="Times New Roman" panose="02020603050405020304" pitchFamily="18" charset="0"/>
              </a:rPr>
              <a:t>  a. 22                b. 25              c. 27             d. none</a:t>
            </a:r>
          </a:p>
        </p:txBody>
      </p:sp>
      <p:pic>
        <p:nvPicPr>
          <p:cNvPr id="2" name="Picture 1" descr="A yellow and blue sign with words">
            <a:extLst>
              <a:ext uri="{FF2B5EF4-FFF2-40B4-BE49-F238E27FC236}">
                <a16:creationId xmlns:a16="http://schemas.microsoft.com/office/drawing/2014/main" id="{4E0D31A0-4057-4126-BEB7-E91D34393233}"/>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726046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C208E4-8FE0-3F9B-F449-7A80C294134C}"/>
              </a:ext>
            </a:extLst>
          </p:cNvPr>
          <p:cNvSpPr>
            <a:spLocks noGrp="1"/>
          </p:cNvSpPr>
          <p:nvPr>
            <p:ph idx="1"/>
          </p:nvPr>
        </p:nvSpPr>
        <p:spPr>
          <a:xfrm>
            <a:off x="308225" y="362190"/>
            <a:ext cx="10011432" cy="3160237"/>
          </a:xfrm>
        </p:spPr>
        <p:txBody>
          <a:bodyPr>
            <a:normAutofit/>
          </a:bodyPr>
          <a:lstStyle/>
          <a:p>
            <a:pPr marL="0" indent="0" algn="just">
              <a:lnSpc>
                <a:spcPct val="150000"/>
              </a:lnSpc>
              <a:buNone/>
            </a:pPr>
            <a:r>
              <a:rPr lang="en-IN" sz="2300" b="1" dirty="0">
                <a:latin typeface="Bookman Old Style" pitchFamily="18" charset="0"/>
                <a:cs typeface="Times New Roman" panose="02020603050405020304" pitchFamily="18" charset="0"/>
              </a:rPr>
              <a:t>8.</a:t>
            </a:r>
            <a:r>
              <a:rPr lang="en-US" sz="2300" b="1" dirty="0">
                <a:latin typeface="Bookman Old Style" pitchFamily="18" charset="0"/>
                <a:cs typeface="Times New Roman" panose="02020603050405020304" pitchFamily="18" charset="0"/>
              </a:rPr>
              <a:t> In a birthday party Ram stands 36th from the left and Sohan stands 48th from the right, when they exchange their position. Then Ram becomes 48th from left. What is the new position of Sohan from right?</a:t>
            </a:r>
          </a:p>
          <a:p>
            <a:pPr marL="0" indent="0" algn="just">
              <a:lnSpc>
                <a:spcPct val="150000"/>
              </a:lnSpc>
              <a:buNone/>
            </a:pPr>
            <a:r>
              <a:rPr lang="en-US" sz="2300" b="1" dirty="0">
                <a:latin typeface="Bookman Old Style" pitchFamily="18" charset="0"/>
                <a:cs typeface="Times New Roman" panose="02020603050405020304" pitchFamily="18" charset="0"/>
              </a:rPr>
              <a:t>  a. 58              b. 59                c. 62              d. 60</a:t>
            </a:r>
            <a:endParaRPr lang="en-IN" sz="2300" b="1" dirty="0">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5228A678-BBE2-69C0-53DB-7084CC6AB1CF}"/>
              </a:ext>
            </a:extLst>
          </p:cNvPr>
          <p:cNvPicPr>
            <a:picLocks noChangeAspect="1"/>
          </p:cNvPicPr>
          <p:nvPr/>
        </p:nvPicPr>
        <p:blipFill>
          <a:blip r:embed="rId2"/>
          <a:stretch>
            <a:fillRect/>
          </a:stretch>
        </p:blipFill>
        <p:spPr>
          <a:xfrm>
            <a:off x="10423434" y="121099"/>
            <a:ext cx="1681480" cy="1452880"/>
          </a:xfrm>
          <a:prstGeom prst="rect">
            <a:avLst/>
          </a:prstGeom>
        </p:spPr>
      </p:pic>
    </p:spTree>
    <p:extLst>
      <p:ext uri="{BB962C8B-B14F-4D97-AF65-F5344CB8AC3E}">
        <p14:creationId xmlns:p14="http://schemas.microsoft.com/office/powerpoint/2010/main" val="1208186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63D0D-0046-7597-04CA-1045DDA5774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64A3C8-35EE-12F9-91FF-07A41A8096D5}"/>
              </a:ext>
            </a:extLst>
          </p:cNvPr>
          <p:cNvSpPr>
            <a:spLocks noGrp="1"/>
          </p:cNvSpPr>
          <p:nvPr>
            <p:ph idx="1"/>
          </p:nvPr>
        </p:nvSpPr>
        <p:spPr>
          <a:xfrm>
            <a:off x="570574" y="409492"/>
            <a:ext cx="9302769" cy="6143707"/>
          </a:xfrm>
        </p:spPr>
        <p:txBody>
          <a:bodyPr>
            <a:normAutofit/>
          </a:bodyPr>
          <a:lstStyle/>
          <a:p>
            <a:pPr marL="0" indent="0" algn="just">
              <a:lnSpc>
                <a:spcPct val="150000"/>
              </a:lnSpc>
              <a:buNone/>
            </a:pPr>
            <a:r>
              <a:rPr lang="en-IN" sz="2300" b="1" dirty="0">
                <a:latin typeface="Bookman Old Style" panose="02050604050505020204" pitchFamily="18" charset="0"/>
                <a:cs typeface="Times New Roman" panose="02020603050405020304" pitchFamily="18" charset="0"/>
              </a:rPr>
              <a:t>9. </a:t>
            </a:r>
            <a:r>
              <a:rPr lang="en-US" sz="2300" b="1" dirty="0">
                <a:latin typeface="Bookman Old Style" pitchFamily="18" charset="0"/>
                <a:cs typeface="Times New Roman" panose="02020603050405020304" pitchFamily="18" charset="0"/>
              </a:rPr>
              <a:t>Pratap correctly remembers that his mother’s birthday is before twenty third April but after Nineteenth April, where as his sister correctly remembers that their mother’s birthday is not on or after twenty second April. On which day in April is definitely their mother’s birthday?</a:t>
            </a:r>
          </a:p>
          <a:p>
            <a:pPr marL="0" indent="0" algn="just">
              <a:lnSpc>
                <a:spcPct val="150000"/>
              </a:lnSpc>
              <a:buNone/>
            </a:pPr>
            <a:r>
              <a:rPr lang="en-US" sz="2300" b="1" dirty="0">
                <a:latin typeface="Bookman Old Style" pitchFamily="18" charset="0"/>
                <a:cs typeface="Times New Roman" panose="02020603050405020304" pitchFamily="18" charset="0"/>
              </a:rPr>
              <a:t>  a. Twentieth                                  </a:t>
            </a:r>
          </a:p>
          <a:p>
            <a:pPr marL="0" indent="0" algn="just">
              <a:lnSpc>
                <a:spcPct val="150000"/>
              </a:lnSpc>
              <a:buNone/>
            </a:pPr>
            <a:r>
              <a:rPr lang="en-US" sz="2300" b="1" dirty="0">
                <a:latin typeface="Bookman Old Style" pitchFamily="18" charset="0"/>
                <a:cs typeface="Times New Roman" panose="02020603050405020304" pitchFamily="18" charset="0"/>
              </a:rPr>
              <a:t>  b. Twenty-first          </a:t>
            </a:r>
          </a:p>
          <a:p>
            <a:pPr marL="0" indent="0" algn="just">
              <a:lnSpc>
                <a:spcPct val="150000"/>
              </a:lnSpc>
              <a:buNone/>
            </a:pPr>
            <a:r>
              <a:rPr lang="en-US" sz="2300" b="1" dirty="0">
                <a:latin typeface="Bookman Old Style" pitchFamily="18" charset="0"/>
                <a:cs typeface="Times New Roman" panose="02020603050405020304" pitchFamily="18" charset="0"/>
              </a:rPr>
              <a:t>   c. Twentieth or twenty-first           </a:t>
            </a:r>
          </a:p>
          <a:p>
            <a:pPr marL="0" indent="0" algn="just">
              <a:lnSpc>
                <a:spcPct val="150000"/>
              </a:lnSpc>
              <a:buNone/>
            </a:pPr>
            <a:r>
              <a:rPr lang="en-US" sz="2300" b="1" dirty="0">
                <a:latin typeface="Bookman Old Style" pitchFamily="18" charset="0"/>
                <a:cs typeface="Times New Roman" panose="02020603050405020304" pitchFamily="18" charset="0"/>
              </a:rPr>
              <a:t>   d. Cannot be determined</a:t>
            </a:r>
            <a:endParaRPr lang="en-IN" sz="2300" b="1" dirty="0">
              <a:latin typeface="Bookman Old Style" panose="02050604050505020204"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0102FEEB-B154-3CA0-5DCE-EC0434779917}"/>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057018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FB23B5-8DA9-7542-5D8E-8BA2B36C5599}"/>
              </a:ext>
            </a:extLst>
          </p:cNvPr>
          <p:cNvSpPr>
            <a:spLocks noGrp="1"/>
          </p:cNvSpPr>
          <p:nvPr>
            <p:ph idx="1"/>
          </p:nvPr>
        </p:nvSpPr>
        <p:spPr>
          <a:xfrm>
            <a:off x="329736" y="335901"/>
            <a:ext cx="9696007" cy="4880155"/>
          </a:xfrm>
        </p:spPr>
        <p:txBody>
          <a:bodyPr>
            <a:normAutofit/>
          </a:bodyPr>
          <a:lstStyle/>
          <a:p>
            <a:pPr marL="0" indent="0" algn="just">
              <a:lnSpc>
                <a:spcPct val="150000"/>
              </a:lnSpc>
              <a:buNone/>
            </a:pPr>
            <a:r>
              <a:rPr lang="en-US" sz="2300" b="1" dirty="0">
                <a:latin typeface="Bookman Old Style" pitchFamily="18" charset="0"/>
                <a:cs typeface="Times New Roman" panose="02020603050405020304" pitchFamily="18" charset="0"/>
              </a:rPr>
              <a:t>10. Roshan is taller than Hardik . Hardik is smaller than Sushil . Niranjan is taller than Harish but smaller than Hardik . Sushil is smaller than Roshan. Who is the tallest among them ?</a:t>
            </a:r>
          </a:p>
          <a:p>
            <a:pPr marL="0" indent="0" algn="just">
              <a:lnSpc>
                <a:spcPct val="150000"/>
              </a:lnSpc>
              <a:buNone/>
            </a:pPr>
            <a:r>
              <a:rPr lang="en-US" sz="2300" b="1" dirty="0">
                <a:latin typeface="Bookman Old Style" pitchFamily="18" charset="0"/>
                <a:cs typeface="Times New Roman" panose="02020603050405020304" pitchFamily="18" charset="0"/>
              </a:rPr>
              <a:t>  a. Sushil            b. Hardik              c. Harish           d. Roshan</a:t>
            </a:r>
            <a:endParaRPr lang="en-IN" sz="2300" b="1" dirty="0">
              <a:latin typeface="Bookman Old Style"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386C79C-5562-CBCF-7E50-5E77E83F5C66}"/>
              </a:ext>
            </a:extLst>
          </p:cNvPr>
          <p:cNvSpPr txBox="1"/>
          <p:nvPr/>
        </p:nvSpPr>
        <p:spPr>
          <a:xfrm>
            <a:off x="5640355" y="2962469"/>
            <a:ext cx="65" cy="276999"/>
          </a:xfrm>
          <a:prstGeom prst="rect">
            <a:avLst/>
          </a:prstGeom>
          <a:noFill/>
        </p:spPr>
        <p:txBody>
          <a:bodyPr wrap="none" lIns="0" tIns="0" rIns="0" bIns="0" rtlCol="0">
            <a:spAutoFit/>
          </a:bodyPr>
          <a:lstStyle/>
          <a:p>
            <a:endParaRPr lang="en-IN" dirty="0"/>
          </a:p>
        </p:txBody>
      </p:sp>
      <p:pic>
        <p:nvPicPr>
          <p:cNvPr id="2" name="Picture 1" descr="A yellow and blue sign with words">
            <a:extLst>
              <a:ext uri="{FF2B5EF4-FFF2-40B4-BE49-F238E27FC236}">
                <a16:creationId xmlns:a16="http://schemas.microsoft.com/office/drawing/2014/main" id="{AF0906B1-30CA-45C4-14E8-5845A50291A8}"/>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805688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FB23B5-8DA9-7542-5D8E-8BA2B36C5599}"/>
              </a:ext>
            </a:extLst>
          </p:cNvPr>
          <p:cNvSpPr>
            <a:spLocks noGrp="1"/>
          </p:cNvSpPr>
          <p:nvPr>
            <p:ph idx="1"/>
          </p:nvPr>
        </p:nvSpPr>
        <p:spPr>
          <a:xfrm>
            <a:off x="329736" y="335901"/>
            <a:ext cx="9685121" cy="5587821"/>
          </a:xfrm>
        </p:spPr>
        <p:txBody>
          <a:bodyPr>
            <a:normAutofit/>
          </a:bodyPr>
          <a:lstStyle/>
          <a:p>
            <a:pPr marL="0" indent="0" algn="just">
              <a:lnSpc>
                <a:spcPct val="150000"/>
              </a:lnSpc>
              <a:buNone/>
            </a:pPr>
            <a:r>
              <a:rPr lang="en-IN" sz="2300" b="1" dirty="0">
                <a:latin typeface="Bookman Old Style" pitchFamily="18" charset="0"/>
                <a:cs typeface="Times New Roman" panose="02020603050405020304" pitchFamily="18" charset="0"/>
              </a:rPr>
              <a:t>11. There are five friends – Satish, Kishore , Mohan , Anil and Rajesh . Mohan is tallest . Satish is shorter than Kishore but taller than Rajesh . Anil is little shorter than Kishore but Anil is little taller than Satish . Who is taller than Rajesh but shorter than Anil ?</a:t>
            </a:r>
          </a:p>
          <a:p>
            <a:pPr marL="0" indent="0" algn="just">
              <a:lnSpc>
                <a:spcPct val="150000"/>
              </a:lnSpc>
              <a:buNone/>
            </a:pPr>
            <a:r>
              <a:rPr lang="en-IN" sz="2300" b="1" dirty="0">
                <a:latin typeface="Bookman Old Style" pitchFamily="18" charset="0"/>
                <a:cs typeface="Times New Roman" panose="02020603050405020304" pitchFamily="18" charset="0"/>
              </a:rPr>
              <a:t>  a. Anil           b. Kishore            c. Rajesh             d. Satish</a:t>
            </a:r>
          </a:p>
        </p:txBody>
      </p:sp>
      <p:sp>
        <p:nvSpPr>
          <p:cNvPr id="4" name="TextBox 3">
            <a:extLst>
              <a:ext uri="{FF2B5EF4-FFF2-40B4-BE49-F238E27FC236}">
                <a16:creationId xmlns:a16="http://schemas.microsoft.com/office/drawing/2014/main" id="{0386C79C-5562-CBCF-7E50-5E77E83F5C66}"/>
              </a:ext>
            </a:extLst>
          </p:cNvPr>
          <p:cNvSpPr txBox="1"/>
          <p:nvPr/>
        </p:nvSpPr>
        <p:spPr>
          <a:xfrm>
            <a:off x="5640355" y="2962469"/>
            <a:ext cx="65" cy="276999"/>
          </a:xfrm>
          <a:prstGeom prst="rect">
            <a:avLst/>
          </a:prstGeom>
          <a:noFill/>
        </p:spPr>
        <p:txBody>
          <a:bodyPr wrap="none" lIns="0" tIns="0" rIns="0" bIns="0" rtlCol="0">
            <a:spAutoFit/>
          </a:bodyPr>
          <a:lstStyle/>
          <a:p>
            <a:endParaRPr lang="en-IN" dirty="0"/>
          </a:p>
        </p:txBody>
      </p:sp>
      <p:pic>
        <p:nvPicPr>
          <p:cNvPr id="2" name="Picture 1" descr="A yellow and blue sign with words">
            <a:extLst>
              <a:ext uri="{FF2B5EF4-FFF2-40B4-BE49-F238E27FC236}">
                <a16:creationId xmlns:a16="http://schemas.microsoft.com/office/drawing/2014/main" id="{8F2A263E-4C93-4138-CAB8-A476936E5CA3}"/>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229506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FB23B5-8DA9-7542-5D8E-8BA2B36C5599}"/>
              </a:ext>
            </a:extLst>
          </p:cNvPr>
          <p:cNvSpPr>
            <a:spLocks noGrp="1"/>
          </p:cNvSpPr>
          <p:nvPr>
            <p:ph idx="1"/>
          </p:nvPr>
        </p:nvSpPr>
        <p:spPr>
          <a:xfrm>
            <a:off x="329734" y="335901"/>
            <a:ext cx="10272952" cy="6151985"/>
          </a:xfrm>
        </p:spPr>
        <p:txBody>
          <a:bodyPr>
            <a:noAutofit/>
          </a:bodyPr>
          <a:lstStyle/>
          <a:p>
            <a:pPr marL="0" indent="0">
              <a:lnSpc>
                <a:spcPct val="150000"/>
              </a:lnSpc>
              <a:buNone/>
            </a:pPr>
            <a:r>
              <a:rPr lang="en-IN" sz="2200" b="1" dirty="0">
                <a:latin typeface="Bookman Old Style" panose="02050604050505020204" pitchFamily="18" charset="0"/>
                <a:cs typeface="Times New Roman" panose="02020603050405020304" pitchFamily="18" charset="0"/>
              </a:rPr>
              <a:t>12.</a:t>
            </a:r>
            <a:r>
              <a:rPr lang="en-US" sz="2200" b="1" i="0" dirty="0">
                <a:effectLst/>
                <a:latin typeface="Bookman Old Style" panose="02050604050505020204" pitchFamily="18" charset="0"/>
              </a:rPr>
              <a:t> Read the following information carefully and answer the questions. </a:t>
            </a:r>
          </a:p>
          <a:p>
            <a:pPr marL="0" indent="0">
              <a:lnSpc>
                <a:spcPct val="150000"/>
              </a:lnSpc>
              <a:buNone/>
            </a:pPr>
            <a:r>
              <a:rPr lang="en-US" sz="2200" b="1" dirty="0">
                <a:latin typeface="Bookman Old Style" panose="02050604050505020204" pitchFamily="18" charset="0"/>
              </a:rPr>
              <a:t>    </a:t>
            </a:r>
            <a:r>
              <a:rPr lang="en-US" sz="2200" b="1" i="0" dirty="0">
                <a:effectLst/>
                <a:latin typeface="Bookman Old Style" panose="02050604050505020204" pitchFamily="18" charset="0"/>
              </a:rPr>
              <a:t>Among A, B, C, D and E, E is taller than D but not as fat as D. C is taller than A. but shorter than B. A is fatter than D but not as fat as B. E is thinner than C who is thinner than D. E is shorter than A.</a:t>
            </a:r>
          </a:p>
          <a:p>
            <a:pPr marL="0" indent="0">
              <a:lnSpc>
                <a:spcPct val="150000"/>
              </a:lnSpc>
              <a:buNone/>
            </a:pPr>
            <a:r>
              <a:rPr lang="en-US" sz="2200" b="1" dirty="0">
                <a:latin typeface="Bookman Old Style" panose="02050604050505020204" pitchFamily="18" charset="0"/>
              </a:rPr>
              <a:t>(</a:t>
            </a:r>
            <a:r>
              <a:rPr lang="en-US" sz="2200" b="1" dirty="0" err="1">
                <a:latin typeface="Bookman Old Style" panose="02050604050505020204" pitchFamily="18" charset="0"/>
              </a:rPr>
              <a:t>i</a:t>
            </a:r>
            <a:r>
              <a:rPr lang="en-US" sz="2200" b="1" dirty="0">
                <a:latin typeface="Bookman Old Style" panose="02050604050505020204" pitchFamily="18" charset="0"/>
              </a:rPr>
              <a:t>) Which person is taller than two persons</a:t>
            </a:r>
          </a:p>
          <a:p>
            <a:pPr marL="0" indent="0">
              <a:lnSpc>
                <a:spcPct val="150000"/>
              </a:lnSpc>
              <a:buNone/>
            </a:pPr>
            <a:r>
              <a:rPr lang="en-US" sz="2200" b="1" dirty="0">
                <a:latin typeface="Bookman Old Style" panose="02050604050505020204" pitchFamily="18" charset="0"/>
              </a:rPr>
              <a:t>  a. A             b. C               </a:t>
            </a:r>
            <a:r>
              <a:rPr lang="en-US" sz="2200" b="1" dirty="0" err="1">
                <a:latin typeface="Bookman Old Style" panose="02050604050505020204" pitchFamily="18" charset="0"/>
              </a:rPr>
              <a:t>c</a:t>
            </a:r>
            <a:r>
              <a:rPr lang="en-US" sz="2200" b="1" dirty="0">
                <a:latin typeface="Bookman Old Style" panose="02050604050505020204" pitchFamily="18" charset="0"/>
              </a:rPr>
              <a:t>. B             d. E</a:t>
            </a:r>
          </a:p>
          <a:p>
            <a:pPr marL="0" indent="0">
              <a:lnSpc>
                <a:spcPct val="150000"/>
              </a:lnSpc>
              <a:buNone/>
            </a:pPr>
            <a:r>
              <a:rPr lang="en-US" sz="2200" b="1" dirty="0">
                <a:latin typeface="Bookman Old Style" panose="02050604050505020204" pitchFamily="18" charset="0"/>
              </a:rPr>
              <a:t>(ii) Who is the thinnest person</a:t>
            </a:r>
          </a:p>
          <a:p>
            <a:pPr marL="0" indent="0">
              <a:lnSpc>
                <a:spcPct val="150000"/>
              </a:lnSpc>
              <a:buNone/>
            </a:pPr>
            <a:r>
              <a:rPr lang="en-US" sz="2200" b="1" dirty="0">
                <a:latin typeface="Bookman Old Style" panose="02050604050505020204" pitchFamily="18" charset="0"/>
              </a:rPr>
              <a:t>   a. A             b. C               </a:t>
            </a:r>
            <a:r>
              <a:rPr lang="en-US" sz="2200" b="1" dirty="0" err="1">
                <a:latin typeface="Bookman Old Style" panose="02050604050505020204" pitchFamily="18" charset="0"/>
              </a:rPr>
              <a:t>c</a:t>
            </a:r>
            <a:r>
              <a:rPr lang="en-US" sz="2200" b="1" dirty="0">
                <a:latin typeface="Bookman Old Style" panose="02050604050505020204" pitchFamily="18" charset="0"/>
              </a:rPr>
              <a:t>. B             d. E</a:t>
            </a:r>
          </a:p>
          <a:p>
            <a:pPr marL="0" indent="0">
              <a:lnSpc>
                <a:spcPct val="150000"/>
              </a:lnSpc>
              <a:buNone/>
            </a:pPr>
            <a:r>
              <a:rPr lang="en-US" sz="2200" b="1" dirty="0">
                <a:latin typeface="Bookman Old Style" panose="02050604050505020204" pitchFamily="18" charset="0"/>
              </a:rPr>
              <a:t> </a:t>
            </a:r>
            <a:br>
              <a:rPr lang="en-US" sz="2200" b="1" dirty="0">
                <a:latin typeface="Bookman Old Style" panose="02050604050505020204" pitchFamily="18" charset="0"/>
              </a:rPr>
            </a:br>
            <a:endParaRPr lang="en-IN" sz="2200" b="1" dirty="0">
              <a:latin typeface="Bookman Old Style" panose="020506040505050202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386C79C-5562-CBCF-7E50-5E77E83F5C66}"/>
              </a:ext>
            </a:extLst>
          </p:cNvPr>
          <p:cNvSpPr txBox="1"/>
          <p:nvPr/>
        </p:nvSpPr>
        <p:spPr>
          <a:xfrm>
            <a:off x="5640355" y="2962469"/>
            <a:ext cx="65" cy="276999"/>
          </a:xfrm>
          <a:prstGeom prst="rect">
            <a:avLst/>
          </a:prstGeom>
          <a:noFill/>
        </p:spPr>
        <p:txBody>
          <a:bodyPr wrap="none" lIns="0" tIns="0" rIns="0" bIns="0" rtlCol="0">
            <a:spAutoFit/>
          </a:bodyPr>
          <a:lstStyle/>
          <a:p>
            <a:endParaRPr lang="en-IN" dirty="0"/>
          </a:p>
        </p:txBody>
      </p:sp>
      <p:pic>
        <p:nvPicPr>
          <p:cNvPr id="2" name="Picture 1" descr="A yellow and blue sign with words">
            <a:extLst>
              <a:ext uri="{FF2B5EF4-FFF2-40B4-BE49-F238E27FC236}">
                <a16:creationId xmlns:a16="http://schemas.microsoft.com/office/drawing/2014/main" id="{96470821-BE7A-9740-169A-19AA49DE06BC}"/>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653272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ABC6A-E7E7-F5D0-03D6-2DD394371D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BD9BFA-D6E7-E664-CA48-60CF97F4F45A}"/>
              </a:ext>
            </a:extLst>
          </p:cNvPr>
          <p:cNvSpPr>
            <a:spLocks noGrp="1"/>
          </p:cNvSpPr>
          <p:nvPr>
            <p:ph idx="1"/>
          </p:nvPr>
        </p:nvSpPr>
        <p:spPr>
          <a:xfrm>
            <a:off x="537917" y="246207"/>
            <a:ext cx="9433397" cy="6328764"/>
          </a:xfrm>
        </p:spPr>
        <p:txBody>
          <a:bodyPr>
            <a:normAutofit/>
          </a:bodyPr>
          <a:lstStyle/>
          <a:p>
            <a:pPr marL="0" indent="0" algn="just">
              <a:lnSpc>
                <a:spcPct val="150000"/>
              </a:lnSpc>
              <a:buNone/>
            </a:pPr>
            <a:r>
              <a:rPr lang="en-IN" sz="2300" b="1" dirty="0">
                <a:latin typeface="Bookman Old Style" panose="02050604050505020204" pitchFamily="18" charset="0"/>
                <a:cs typeface="Times New Roman" panose="02020603050405020304" pitchFamily="18" charset="0"/>
              </a:rPr>
              <a:t>13. </a:t>
            </a:r>
            <a:r>
              <a:rPr lang="en-US" sz="2300" b="1" dirty="0">
                <a:latin typeface="Bookman Old Style" pitchFamily="18" charset="0"/>
                <a:cs typeface="Times New Roman" panose="02020603050405020304" pitchFamily="18" charset="0"/>
              </a:rPr>
              <a:t>Three persons A, B and C are standing in a queue. There are five persons between A and B and eight persons between B and C. If there be three persons ahead of C and 21 persons behind A, what could be the minimum number of persons in the queue?</a:t>
            </a:r>
          </a:p>
          <a:p>
            <a:pPr marL="457200" indent="-457200" algn="just">
              <a:lnSpc>
                <a:spcPct val="150000"/>
              </a:lnSpc>
              <a:buAutoNum type="alphaLcPeriod"/>
            </a:pPr>
            <a:r>
              <a:rPr lang="en-US" sz="2300" b="1" dirty="0">
                <a:latin typeface="Bookman Old Style" pitchFamily="18" charset="0"/>
                <a:cs typeface="Times New Roman" panose="02020603050405020304" pitchFamily="18" charset="0"/>
              </a:rPr>
              <a:t>41             </a:t>
            </a:r>
          </a:p>
          <a:p>
            <a:pPr marL="0" indent="0" algn="just">
              <a:lnSpc>
                <a:spcPct val="150000"/>
              </a:lnSpc>
              <a:buNone/>
            </a:pPr>
            <a:r>
              <a:rPr lang="en-US" sz="2300" b="1" dirty="0">
                <a:latin typeface="Bookman Old Style" pitchFamily="18" charset="0"/>
                <a:cs typeface="Times New Roman" panose="02020603050405020304" pitchFamily="18" charset="0"/>
              </a:rPr>
              <a:t> b. 40        </a:t>
            </a:r>
          </a:p>
          <a:p>
            <a:pPr marL="0" indent="0" algn="just">
              <a:lnSpc>
                <a:spcPct val="150000"/>
              </a:lnSpc>
              <a:buNone/>
            </a:pPr>
            <a:r>
              <a:rPr lang="en-US" sz="2300" b="1" dirty="0">
                <a:latin typeface="Bookman Old Style" pitchFamily="18" charset="0"/>
                <a:cs typeface="Times New Roman" panose="02020603050405020304" pitchFamily="18" charset="0"/>
              </a:rPr>
              <a:t>  c. 28      </a:t>
            </a:r>
          </a:p>
          <a:p>
            <a:pPr marL="0" indent="0" algn="just">
              <a:lnSpc>
                <a:spcPct val="150000"/>
              </a:lnSpc>
              <a:buNone/>
            </a:pPr>
            <a:r>
              <a:rPr lang="en-US" sz="2300" b="1" dirty="0">
                <a:latin typeface="Bookman Old Style" pitchFamily="18" charset="0"/>
                <a:cs typeface="Times New Roman" panose="02020603050405020304" pitchFamily="18" charset="0"/>
              </a:rPr>
              <a:t>  d. 27</a:t>
            </a:r>
            <a:endParaRPr lang="en-IN" sz="2300" b="1" dirty="0">
              <a:latin typeface="Bookman Old Style" panose="02050604050505020204"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A588D6FB-E116-90F9-3A2C-EB9899BDA00C}"/>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425885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A4F7-7D39-3675-4A93-0683C7145C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C651E6-EEF3-216F-BF90-37A9C8A3DCF3}"/>
              </a:ext>
            </a:extLst>
          </p:cNvPr>
          <p:cNvSpPr>
            <a:spLocks noGrp="1"/>
          </p:cNvSpPr>
          <p:nvPr>
            <p:ph idx="1"/>
          </p:nvPr>
        </p:nvSpPr>
        <p:spPr>
          <a:xfrm>
            <a:off x="341974" y="300636"/>
            <a:ext cx="9596683" cy="5188226"/>
          </a:xfrm>
        </p:spPr>
        <p:txBody>
          <a:bodyPr>
            <a:normAutofit/>
          </a:bodyPr>
          <a:lstStyle/>
          <a:p>
            <a:pPr marL="0" indent="0" algn="just">
              <a:lnSpc>
                <a:spcPct val="150000"/>
              </a:lnSpc>
              <a:buNone/>
            </a:pPr>
            <a:r>
              <a:rPr lang="en-IN" sz="2300" b="1" dirty="0">
                <a:latin typeface="Bookman Old Style" panose="02050604050505020204" pitchFamily="18" charset="0"/>
                <a:cs typeface="Times New Roman" panose="02020603050405020304" pitchFamily="18" charset="0"/>
              </a:rPr>
              <a:t>14. </a:t>
            </a:r>
            <a:r>
              <a:rPr lang="en-US" sz="2300" b="1" dirty="0">
                <a:latin typeface="Bookman Old Style" pitchFamily="18" charset="0"/>
                <a:cs typeface="Times New Roman" panose="02020603050405020304" pitchFamily="18" charset="0"/>
              </a:rPr>
              <a:t>In a row of persons, Mukesh is 13th from the left and Pandya is 17th from the right. Jasmine, who is exactly in the middle of Mukesh and Pandya is 5th to the right of Pandya. What is the position of Jasmine?</a:t>
            </a:r>
          </a:p>
          <a:p>
            <a:pPr marL="0" indent="0" algn="just">
              <a:lnSpc>
                <a:spcPct val="150000"/>
              </a:lnSpc>
              <a:buNone/>
            </a:pPr>
            <a:r>
              <a:rPr lang="en-US" sz="2300" b="1" dirty="0">
                <a:latin typeface="Bookman Old Style" pitchFamily="18" charset="0"/>
                <a:cs typeface="Times New Roman" panose="02020603050405020304" pitchFamily="18" charset="0"/>
              </a:rPr>
              <a:t>A. 8th from the left	</a:t>
            </a:r>
          </a:p>
          <a:p>
            <a:pPr marL="0" indent="0" algn="just">
              <a:lnSpc>
                <a:spcPct val="150000"/>
              </a:lnSpc>
              <a:buNone/>
            </a:pPr>
            <a:r>
              <a:rPr lang="en-US" sz="2300" b="1" dirty="0">
                <a:latin typeface="Bookman Old Style" pitchFamily="18" charset="0"/>
                <a:cs typeface="Times New Roman" panose="02020603050405020304" pitchFamily="18" charset="0"/>
              </a:rPr>
              <a:t>B. 11th from the left	</a:t>
            </a:r>
          </a:p>
          <a:p>
            <a:pPr marL="0" indent="0" algn="just">
              <a:lnSpc>
                <a:spcPct val="150000"/>
              </a:lnSpc>
              <a:buNone/>
            </a:pPr>
            <a:r>
              <a:rPr lang="en-US" sz="2300" b="1" dirty="0">
                <a:latin typeface="Bookman Old Style" pitchFamily="18" charset="0"/>
                <a:cs typeface="Times New Roman" panose="02020603050405020304" pitchFamily="18" charset="0"/>
              </a:rPr>
              <a:t>C. 7th from the left	</a:t>
            </a:r>
          </a:p>
          <a:p>
            <a:pPr marL="0" indent="0" algn="just">
              <a:lnSpc>
                <a:spcPct val="150000"/>
              </a:lnSpc>
              <a:buNone/>
            </a:pPr>
            <a:r>
              <a:rPr lang="en-US" sz="2300" b="1" dirty="0">
                <a:latin typeface="Bookman Old Style" pitchFamily="18" charset="0"/>
                <a:cs typeface="Times New Roman" panose="02020603050405020304" pitchFamily="18" charset="0"/>
              </a:rPr>
              <a:t>D. 13th from the right</a:t>
            </a:r>
          </a:p>
        </p:txBody>
      </p:sp>
      <p:pic>
        <p:nvPicPr>
          <p:cNvPr id="2" name="Picture 1" descr="A yellow and blue sign with words">
            <a:extLst>
              <a:ext uri="{FF2B5EF4-FFF2-40B4-BE49-F238E27FC236}">
                <a16:creationId xmlns:a16="http://schemas.microsoft.com/office/drawing/2014/main" id="{F3AD53D3-A075-FFD3-18E0-9120499FE71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745688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1CB20316-8E6F-4A0C-309F-DC56D61F65C4}"/>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Content Placeholder 4">
            <a:extLst>
              <a:ext uri="{FF2B5EF4-FFF2-40B4-BE49-F238E27FC236}">
                <a16:creationId xmlns:a16="http://schemas.microsoft.com/office/drawing/2014/main" id="{B85D3678-82EE-54B8-6920-CFFC6D22BCD8}"/>
              </a:ext>
            </a:extLst>
          </p:cNvPr>
          <p:cNvSpPr>
            <a:spLocks noGrp="1"/>
          </p:cNvSpPr>
          <p:nvPr>
            <p:ph idx="1"/>
          </p:nvPr>
        </p:nvSpPr>
        <p:spPr>
          <a:xfrm>
            <a:off x="4125081" y="2498836"/>
            <a:ext cx="3658205" cy="614479"/>
          </a:xfrm>
        </p:spPr>
        <p:txBody>
          <a:bodyPr>
            <a:noAutofit/>
          </a:bodyPr>
          <a:lstStyle/>
          <a:p>
            <a:pPr marL="0" indent="0" algn="ctr">
              <a:buNone/>
            </a:pPr>
            <a:r>
              <a:rPr lang="en-US" sz="3400" b="1" dirty="0">
                <a:effectLst/>
              </a:rPr>
              <a:t>THE END</a:t>
            </a:r>
            <a:endParaRPr lang="en-IN" sz="3400" b="1" dirty="0">
              <a:effectLst/>
            </a:endParaRPr>
          </a:p>
        </p:txBody>
      </p:sp>
    </p:spTree>
    <p:extLst>
      <p:ext uri="{BB962C8B-B14F-4D97-AF65-F5344CB8AC3E}">
        <p14:creationId xmlns:p14="http://schemas.microsoft.com/office/powerpoint/2010/main" val="21213236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1715</TotalTime>
  <Words>834</Words>
  <Application>Microsoft Office PowerPoint</Application>
  <PresentationFormat>Widescreen</PresentationFormat>
  <Paragraphs>45</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Bookman Old Style</vt:lpstr>
      <vt:lpstr>Rockwell</vt:lpstr>
      <vt:lpstr>Damask</vt:lpstr>
      <vt:lpstr>Ranking and time sequence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AVERAGES </dc:title>
  <dc:creator>KIRAN KUMAR GANTA</dc:creator>
  <cp:lastModifiedBy>harikrishnareddy pagadam</cp:lastModifiedBy>
  <cp:revision>110</cp:revision>
  <dcterms:created xsi:type="dcterms:W3CDTF">2022-11-22T09:07:37Z</dcterms:created>
  <dcterms:modified xsi:type="dcterms:W3CDTF">2026-05-19T14:26:22Z</dcterms:modified>
</cp:coreProperties>
</file>