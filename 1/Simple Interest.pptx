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307" r:id="rId2"/>
    <p:sldId id="327" r:id="rId3"/>
    <p:sldId id="328" r:id="rId4"/>
    <p:sldId id="337" r:id="rId5"/>
    <p:sldId id="352" r:id="rId6"/>
    <p:sldId id="353" r:id="rId7"/>
    <p:sldId id="351" r:id="rId8"/>
    <p:sldId id="332" r:id="rId9"/>
    <p:sldId id="338" r:id="rId10"/>
    <p:sldId id="354" r:id="rId11"/>
    <p:sldId id="355" r:id="rId12"/>
    <p:sldId id="329" r:id="rId13"/>
    <p:sldId id="330" r:id="rId14"/>
    <p:sldId id="331" r:id="rId15"/>
    <p:sldId id="333" r:id="rId16"/>
    <p:sldId id="334" r:id="rId17"/>
    <p:sldId id="335" r:id="rId18"/>
    <p:sldId id="336" r:id="rId19"/>
    <p:sldId id="339" r:id="rId20"/>
    <p:sldId id="340" r:id="rId21"/>
    <p:sldId id="341" r:id="rId22"/>
    <p:sldId id="342" r:id="rId23"/>
    <p:sldId id="343" r:id="rId24"/>
    <p:sldId id="344" r:id="rId25"/>
    <p:sldId id="345" r:id="rId26"/>
    <p:sldId id="323" r:id="rId27"/>
    <p:sldId id="324" r:id="rId28"/>
    <p:sldId id="325" r:id="rId29"/>
    <p:sldId id="357" r:id="rId30"/>
    <p:sldId id="346" r:id="rId31"/>
    <p:sldId id="347" r:id="rId32"/>
    <p:sldId id="348" r:id="rId33"/>
    <p:sldId id="356" r:id="rId34"/>
    <p:sldId id="349" r:id="rId35"/>
    <p:sldId id="350" r:id="rId36"/>
    <p:sldId id="301"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E91"/>
    <a:srgbClr val="D1DAFF"/>
    <a:srgbClr val="FFFFFF"/>
    <a:srgbClr val="164F8F"/>
    <a:srgbClr val="184F90"/>
    <a:srgbClr val="105498"/>
    <a:srgbClr val="185090"/>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WANADHA S MURTHY" userId="843a5ce65ec7b142" providerId="LiveId" clId="{A6C644F8-E857-4450-BF40-DCDB39DD3274}"/>
    <pc:docChg chg="custSel delSld modSld">
      <pc:chgData name="VISWANADHA S MURTHY" userId="843a5ce65ec7b142" providerId="LiveId" clId="{A6C644F8-E857-4450-BF40-DCDB39DD3274}" dt="2025-07-28T09:57:51.547" v="146" actId="1076"/>
      <pc:docMkLst>
        <pc:docMk/>
      </pc:docMkLst>
      <pc:sldChg chg="del">
        <pc:chgData name="VISWANADHA S MURTHY" userId="843a5ce65ec7b142" providerId="LiveId" clId="{A6C644F8-E857-4450-BF40-DCDB39DD3274}" dt="2025-07-28T09:30:36.508" v="0" actId="47"/>
        <pc:sldMkLst>
          <pc:docMk/>
          <pc:sldMk cId="498780911" sldId="293"/>
        </pc:sldMkLst>
      </pc:sldChg>
      <pc:sldChg chg="del">
        <pc:chgData name="VISWANADHA S MURTHY" userId="843a5ce65ec7b142" providerId="LiveId" clId="{A6C644F8-E857-4450-BF40-DCDB39DD3274}" dt="2025-07-28T09:30:37.019" v="1" actId="47"/>
        <pc:sldMkLst>
          <pc:docMk/>
          <pc:sldMk cId="3471260216" sldId="294"/>
        </pc:sldMkLst>
      </pc:sldChg>
      <pc:sldChg chg="del">
        <pc:chgData name="VISWANADHA S MURTHY" userId="843a5ce65ec7b142" providerId="LiveId" clId="{A6C644F8-E857-4450-BF40-DCDB39DD3274}" dt="2025-07-28T09:30:37.401" v="2" actId="47"/>
        <pc:sldMkLst>
          <pc:docMk/>
          <pc:sldMk cId="2404224951" sldId="295"/>
        </pc:sldMkLst>
      </pc:sldChg>
      <pc:sldChg chg="addSp modSp mod">
        <pc:chgData name="VISWANADHA S MURTHY" userId="843a5ce65ec7b142" providerId="LiveId" clId="{A6C644F8-E857-4450-BF40-DCDB39DD3274}" dt="2025-07-28T09:31:17.963" v="40" actId="20577"/>
        <pc:sldMkLst>
          <pc:docMk/>
          <pc:sldMk cId="3699073688" sldId="296"/>
        </pc:sldMkLst>
        <pc:spChg chg="mod">
          <ac:chgData name="VISWANADHA S MURTHY" userId="843a5ce65ec7b142" providerId="LiveId" clId="{A6C644F8-E857-4450-BF40-DCDB39DD3274}" dt="2025-07-28T09:31:17.963" v="40" actId="20577"/>
          <ac:spMkLst>
            <pc:docMk/>
            <pc:sldMk cId="3699073688" sldId="296"/>
            <ac:spMk id="5" creationId="{C2CA1D33-72A7-B514-0D5A-86573B92D585}"/>
          </ac:spMkLst>
        </pc:spChg>
        <pc:picChg chg="add mod">
          <ac:chgData name="VISWANADHA S MURTHY" userId="843a5ce65ec7b142" providerId="LiveId" clId="{A6C644F8-E857-4450-BF40-DCDB39DD3274}" dt="2025-07-28T09:31:01.684" v="9" actId="1076"/>
          <ac:picMkLst>
            <pc:docMk/>
            <pc:sldMk cId="3699073688" sldId="296"/>
            <ac:picMk id="4" creationId="{F319A27F-815C-2A5B-D738-87AE28D93C68}"/>
          </ac:picMkLst>
        </pc:picChg>
      </pc:sldChg>
      <pc:sldChg chg="addSp modSp mod">
        <pc:chgData name="VISWANADHA S MURTHY" userId="843a5ce65ec7b142" providerId="LiveId" clId="{A6C644F8-E857-4450-BF40-DCDB39DD3274}" dt="2025-07-28T09:51:33.892" v="110" actId="1036"/>
        <pc:sldMkLst>
          <pc:docMk/>
          <pc:sldMk cId="2927722200" sldId="297"/>
        </pc:sldMkLst>
        <pc:spChg chg="mod">
          <ac:chgData name="VISWANADHA S MURTHY" userId="843a5ce65ec7b142" providerId="LiveId" clId="{A6C644F8-E857-4450-BF40-DCDB39DD3274}" dt="2025-07-28T09:48:44.501" v="109" actId="313"/>
          <ac:spMkLst>
            <pc:docMk/>
            <pc:sldMk cId="2927722200" sldId="297"/>
            <ac:spMk id="5" creationId="{D3A9C57D-84E0-B9E7-FBCD-8A07CEFE77E4}"/>
          </ac:spMkLst>
        </pc:spChg>
        <pc:picChg chg="add mod">
          <ac:chgData name="VISWANADHA S MURTHY" userId="843a5ce65ec7b142" providerId="LiveId" clId="{A6C644F8-E857-4450-BF40-DCDB39DD3274}" dt="2025-07-28T09:51:33.892" v="110" actId="1036"/>
          <ac:picMkLst>
            <pc:docMk/>
            <pc:sldMk cId="2927722200" sldId="297"/>
            <ac:picMk id="4" creationId="{9E9F9AA3-BD57-5F84-EAF7-7C3A7D1FFA30}"/>
          </ac:picMkLst>
        </pc:picChg>
      </pc:sldChg>
      <pc:sldChg chg="addSp modSp mod">
        <pc:chgData name="VISWANADHA S MURTHY" userId="843a5ce65ec7b142" providerId="LiveId" clId="{A6C644F8-E857-4450-BF40-DCDB39DD3274}" dt="2025-07-28T09:48:36.986" v="108" actId="20577"/>
        <pc:sldMkLst>
          <pc:docMk/>
          <pc:sldMk cId="350895271" sldId="298"/>
        </pc:sldMkLst>
        <pc:spChg chg="mod">
          <ac:chgData name="VISWANADHA S MURTHY" userId="843a5ce65ec7b142" providerId="LiveId" clId="{A6C644F8-E857-4450-BF40-DCDB39DD3274}" dt="2025-07-28T09:48:36.986" v="108" actId="20577"/>
          <ac:spMkLst>
            <pc:docMk/>
            <pc:sldMk cId="350895271" sldId="298"/>
            <ac:spMk id="5" creationId="{396DADF3-A714-D33F-573C-B41D3D1AF4DE}"/>
          </ac:spMkLst>
        </pc:spChg>
        <pc:picChg chg="add mod">
          <ac:chgData name="VISWANADHA S MURTHY" userId="843a5ce65ec7b142" providerId="LiveId" clId="{A6C644F8-E857-4450-BF40-DCDB39DD3274}" dt="2025-07-28T09:48:15.619" v="70" actId="1076"/>
          <ac:picMkLst>
            <pc:docMk/>
            <pc:sldMk cId="350895271" sldId="298"/>
            <ac:picMk id="4" creationId="{2EF75955-0A79-2E95-A0BF-34A54E3BABF7}"/>
          </ac:picMkLst>
        </pc:picChg>
        <pc:picChg chg="add mod">
          <ac:chgData name="VISWANADHA S MURTHY" userId="843a5ce65ec7b142" providerId="LiveId" clId="{A6C644F8-E857-4450-BF40-DCDB39DD3274}" dt="2025-07-28T09:48:19.746" v="71" actId="1076"/>
          <ac:picMkLst>
            <pc:docMk/>
            <pc:sldMk cId="350895271" sldId="298"/>
            <ac:picMk id="7" creationId="{F459E3D2-C112-EAB5-C1EE-EAD66A118DBF}"/>
          </ac:picMkLst>
        </pc:picChg>
      </pc:sldChg>
      <pc:sldChg chg="addSp delSp modSp mod modClrScheme chgLayout">
        <pc:chgData name="VISWANADHA S MURTHY" userId="843a5ce65ec7b142" providerId="LiveId" clId="{A6C644F8-E857-4450-BF40-DCDB39DD3274}" dt="2025-07-28T09:57:51.547" v="146" actId="1076"/>
        <pc:sldMkLst>
          <pc:docMk/>
          <pc:sldMk cId="2559686179" sldId="299"/>
        </pc:sldMkLst>
        <pc:spChg chg="add del mod ord">
          <ac:chgData name="VISWANADHA S MURTHY" userId="843a5ce65ec7b142" providerId="LiveId" clId="{A6C644F8-E857-4450-BF40-DCDB39DD3274}" dt="2025-07-28T09:54:55.843" v="114" actId="478"/>
          <ac:spMkLst>
            <pc:docMk/>
            <pc:sldMk cId="2559686179" sldId="299"/>
            <ac:spMk id="2" creationId="{32E4649C-6EC6-DAAC-A8F4-F5C6B413A7FC}"/>
          </ac:spMkLst>
        </pc:spChg>
        <pc:spChg chg="add del mod ord">
          <ac:chgData name="VISWANADHA S MURTHY" userId="843a5ce65ec7b142" providerId="LiveId" clId="{A6C644F8-E857-4450-BF40-DCDB39DD3274}" dt="2025-07-28T09:54:40.973" v="112"/>
          <ac:spMkLst>
            <pc:docMk/>
            <pc:sldMk cId="2559686179" sldId="299"/>
            <ac:spMk id="4" creationId="{F54B543D-7FF5-799C-8E97-1C076A4D81C8}"/>
          </ac:spMkLst>
        </pc:spChg>
        <pc:spChg chg="add del mod">
          <ac:chgData name="VISWANADHA S MURTHY" userId="843a5ce65ec7b142" providerId="LiveId" clId="{A6C644F8-E857-4450-BF40-DCDB39DD3274}" dt="2025-07-28T09:57:45.257" v="144" actId="478"/>
          <ac:spMkLst>
            <pc:docMk/>
            <pc:sldMk cId="2559686179" sldId="299"/>
            <ac:spMk id="6" creationId="{9966626D-4E69-6EFE-49E5-9C4D4CD8D2DF}"/>
          </ac:spMkLst>
        </pc:spChg>
        <pc:spChg chg="add del mod">
          <ac:chgData name="VISWANADHA S MURTHY" userId="843a5ce65ec7b142" providerId="LiveId" clId="{A6C644F8-E857-4450-BF40-DCDB39DD3274}" dt="2025-07-28T09:57:47.540" v="145" actId="478"/>
          <ac:spMkLst>
            <pc:docMk/>
            <pc:sldMk cId="2559686179" sldId="299"/>
            <ac:spMk id="9" creationId="{F5D122D1-BD73-252E-2EE9-F5C60B6EBAF4}"/>
          </ac:spMkLst>
        </pc:spChg>
        <pc:spChg chg="mod ord">
          <ac:chgData name="VISWANADHA S MURTHY" userId="843a5ce65ec7b142" providerId="LiveId" clId="{A6C644F8-E857-4450-BF40-DCDB39DD3274}" dt="2025-07-28T09:54:39.440" v="111" actId="700"/>
          <ac:spMkLst>
            <pc:docMk/>
            <pc:sldMk cId="2559686179" sldId="299"/>
            <ac:spMk id="13" creationId="{87FFBAE5-73ED-3001-0E0D-A139931707E0}"/>
          </ac:spMkLst>
        </pc:spChg>
        <pc:spChg chg="mod ord">
          <ac:chgData name="VISWANADHA S MURTHY" userId="843a5ce65ec7b142" providerId="LiveId" clId="{A6C644F8-E857-4450-BF40-DCDB39DD3274}" dt="2025-07-28T09:54:39.440" v="111" actId="700"/>
          <ac:spMkLst>
            <pc:docMk/>
            <pc:sldMk cId="2559686179" sldId="299"/>
            <ac:spMk id="15" creationId="{B048525E-3CD5-6E35-9B7D-C62BA5D7BF95}"/>
          </ac:spMkLst>
        </pc:spChg>
        <pc:picChg chg="add mod">
          <ac:chgData name="VISWANADHA S MURTHY" userId="843a5ce65ec7b142" providerId="LiveId" clId="{A6C644F8-E857-4450-BF40-DCDB39DD3274}" dt="2025-07-28T09:57:51.547" v="146" actId="1076"/>
          <ac:picMkLst>
            <pc:docMk/>
            <pc:sldMk cId="2559686179" sldId="299"/>
            <ac:picMk id="8" creationId="{29C26A9D-FC91-8ACE-A78F-72F5879FAF1E}"/>
          </ac:picMkLst>
        </pc:picChg>
      </pc:sldChg>
    </pc:docChg>
  </pc:docChgLst>
  <pc:docChgLst>
    <pc:chgData name="VISWANADHA S MURTHY" userId="843a5ce65ec7b142" providerId="LiveId" clId="{1F4242FC-E932-49D3-A01D-5A3A8E42D1BD}"/>
    <pc:docChg chg="undo custSel addSld modSld">
      <pc:chgData name="VISWANADHA S MURTHY" userId="843a5ce65ec7b142" providerId="LiveId" clId="{1F4242FC-E932-49D3-A01D-5A3A8E42D1BD}" dt="2025-07-28T07:27:21.231" v="264"/>
      <pc:docMkLst>
        <pc:docMk/>
      </pc:docMkLst>
      <pc:sldChg chg="addSp modSp mod">
        <pc:chgData name="VISWANADHA S MURTHY" userId="843a5ce65ec7b142" providerId="LiveId" clId="{1F4242FC-E932-49D3-A01D-5A3A8E42D1BD}" dt="2025-07-28T06:21:08.906" v="55" actId="1076"/>
        <pc:sldMkLst>
          <pc:docMk/>
          <pc:sldMk cId="717232139" sldId="283"/>
        </pc:sldMkLst>
        <pc:spChg chg="mod">
          <ac:chgData name="VISWANADHA S MURTHY" userId="843a5ce65ec7b142" providerId="LiveId" clId="{1F4242FC-E932-49D3-A01D-5A3A8E42D1BD}" dt="2025-07-28T06:21:08.906" v="55" actId="1076"/>
          <ac:spMkLst>
            <pc:docMk/>
            <pc:sldMk cId="717232139" sldId="283"/>
            <ac:spMk id="7" creationId="{A41B9311-EB0F-91C5-AE6F-9C882E10B2F6}"/>
          </ac:spMkLst>
        </pc:spChg>
        <pc:picChg chg="add mod">
          <ac:chgData name="VISWANADHA S MURTHY" userId="843a5ce65ec7b142" providerId="LiveId" clId="{1F4242FC-E932-49D3-A01D-5A3A8E42D1BD}" dt="2025-07-28T06:19:58.364" v="16" actId="14100"/>
          <ac:picMkLst>
            <pc:docMk/>
            <pc:sldMk cId="717232139" sldId="283"/>
            <ac:picMk id="8" creationId="{153FCFA8-5682-2DD4-E3C6-B495AFA8F184}"/>
          </ac:picMkLst>
        </pc:picChg>
        <pc:picChg chg="add mod">
          <ac:chgData name="VISWANADHA S MURTHY" userId="843a5ce65ec7b142" providerId="LiveId" clId="{1F4242FC-E932-49D3-A01D-5A3A8E42D1BD}" dt="2025-07-28T06:20:39.322" v="27" actId="14100"/>
          <ac:picMkLst>
            <pc:docMk/>
            <pc:sldMk cId="717232139" sldId="283"/>
            <ac:picMk id="11" creationId="{BCD4763F-E115-44A5-E9E8-6747F653B38D}"/>
          </ac:picMkLst>
        </pc:picChg>
      </pc:sldChg>
      <pc:sldChg chg="addSp delSp modSp mod">
        <pc:chgData name="VISWANADHA S MURTHY" userId="843a5ce65ec7b142" providerId="LiveId" clId="{1F4242FC-E932-49D3-A01D-5A3A8E42D1BD}" dt="2025-07-28T06:30:48.656" v="119" actId="20577"/>
        <pc:sldMkLst>
          <pc:docMk/>
          <pc:sldMk cId="1062629819" sldId="284"/>
        </pc:sldMkLst>
        <pc:spChg chg="del mod">
          <ac:chgData name="VISWANADHA S MURTHY" userId="843a5ce65ec7b142" providerId="LiveId" clId="{1F4242FC-E932-49D3-A01D-5A3A8E42D1BD}" dt="2025-07-28T06:22:09.358" v="57" actId="478"/>
          <ac:spMkLst>
            <pc:docMk/>
            <pc:sldMk cId="1062629819" sldId="284"/>
            <ac:spMk id="4" creationId="{6FA42200-EA15-A2A5-E77B-F4E4C3A55100}"/>
          </ac:spMkLst>
        </pc:spChg>
        <pc:spChg chg="mod">
          <ac:chgData name="VISWANADHA S MURTHY" userId="843a5ce65ec7b142" providerId="LiveId" clId="{1F4242FC-E932-49D3-A01D-5A3A8E42D1BD}" dt="2025-07-28T06:30:48.656" v="119" actId="20577"/>
          <ac:spMkLst>
            <pc:docMk/>
            <pc:sldMk cId="1062629819" sldId="284"/>
            <ac:spMk id="7" creationId="{61AC8CE0-431A-86E3-F3A3-CE37478C7257}"/>
          </ac:spMkLst>
        </pc:spChg>
        <pc:spChg chg="add del mod">
          <ac:chgData name="VISWANADHA S MURTHY" userId="843a5ce65ec7b142" providerId="LiveId" clId="{1F4242FC-E932-49D3-A01D-5A3A8E42D1BD}" dt="2025-07-28T06:23:44.204" v="67" actId="478"/>
          <ac:spMkLst>
            <pc:docMk/>
            <pc:sldMk cId="1062629819" sldId="284"/>
            <ac:spMk id="8" creationId="{57596669-C66E-7FA0-F89B-44AA427C966D}"/>
          </ac:spMkLst>
        </pc:spChg>
        <pc:picChg chg="add del mod">
          <ac:chgData name="VISWANADHA S MURTHY" userId="843a5ce65ec7b142" providerId="LiveId" clId="{1F4242FC-E932-49D3-A01D-5A3A8E42D1BD}" dt="2025-07-28T06:29:29.991" v="71" actId="22"/>
          <ac:picMkLst>
            <pc:docMk/>
            <pc:sldMk cId="1062629819" sldId="284"/>
            <ac:picMk id="11" creationId="{5DCA1529-E5FD-1A98-DF0E-FC50AD1078AF}"/>
          </ac:picMkLst>
        </pc:picChg>
        <pc:picChg chg="add mod">
          <ac:chgData name="VISWANADHA S MURTHY" userId="843a5ce65ec7b142" providerId="LiveId" clId="{1F4242FC-E932-49D3-A01D-5A3A8E42D1BD}" dt="2025-07-28T06:30:05.707" v="77" actId="1076"/>
          <ac:picMkLst>
            <pc:docMk/>
            <pc:sldMk cId="1062629819" sldId="284"/>
            <ac:picMk id="14" creationId="{2067EDD1-A183-2CA7-79EE-945F1036615A}"/>
          </ac:picMkLst>
        </pc:picChg>
      </pc:sldChg>
      <pc:sldChg chg="addSp modSp mod">
        <pc:chgData name="VISWANADHA S MURTHY" userId="843a5ce65ec7b142" providerId="LiveId" clId="{1F4242FC-E932-49D3-A01D-5A3A8E42D1BD}" dt="2025-07-28T06:56:12.934" v="154" actId="20577"/>
        <pc:sldMkLst>
          <pc:docMk/>
          <pc:sldMk cId="3527449431" sldId="285"/>
        </pc:sldMkLst>
        <pc:spChg chg="mod">
          <ac:chgData name="VISWANADHA S MURTHY" userId="843a5ce65ec7b142" providerId="LiveId" clId="{1F4242FC-E932-49D3-A01D-5A3A8E42D1BD}" dt="2025-07-28T06:53:32.956" v="120"/>
          <ac:spMkLst>
            <pc:docMk/>
            <pc:sldMk cId="3527449431" sldId="285"/>
            <ac:spMk id="4" creationId="{501EC745-C72E-2C3D-F783-EA51D6266E4A}"/>
          </ac:spMkLst>
        </pc:spChg>
        <pc:spChg chg="mod">
          <ac:chgData name="VISWANADHA S MURTHY" userId="843a5ce65ec7b142" providerId="LiveId" clId="{1F4242FC-E932-49D3-A01D-5A3A8E42D1BD}" dt="2025-07-28T06:56:12.934" v="154" actId="20577"/>
          <ac:spMkLst>
            <pc:docMk/>
            <pc:sldMk cId="3527449431" sldId="285"/>
            <ac:spMk id="7" creationId="{472CB62D-D666-3D46-BD85-7914F491B273}"/>
          </ac:spMkLst>
        </pc:spChg>
        <pc:picChg chg="add mod">
          <ac:chgData name="VISWANADHA S MURTHY" userId="843a5ce65ec7b142" providerId="LiveId" clId="{1F4242FC-E932-49D3-A01D-5A3A8E42D1BD}" dt="2025-07-28T06:55:37.285" v="123" actId="1076"/>
          <ac:picMkLst>
            <pc:docMk/>
            <pc:sldMk cId="3527449431" sldId="285"/>
            <ac:picMk id="8" creationId="{8CA55469-AA25-A51B-9EB1-8E567188B107}"/>
          </ac:picMkLst>
        </pc:picChg>
      </pc:sldChg>
      <pc:sldChg chg="addSp modSp mod">
        <pc:chgData name="VISWANADHA S MURTHY" userId="843a5ce65ec7b142" providerId="LiveId" clId="{1F4242FC-E932-49D3-A01D-5A3A8E42D1BD}" dt="2025-07-28T07:09:09.543" v="211" actId="1076"/>
        <pc:sldMkLst>
          <pc:docMk/>
          <pc:sldMk cId="1166232135" sldId="286"/>
        </pc:sldMkLst>
        <pc:spChg chg="mod">
          <ac:chgData name="VISWANADHA S MURTHY" userId="843a5ce65ec7b142" providerId="LiveId" clId="{1F4242FC-E932-49D3-A01D-5A3A8E42D1BD}" dt="2025-07-28T07:09:02.197" v="210" actId="20577"/>
          <ac:spMkLst>
            <pc:docMk/>
            <pc:sldMk cId="1166232135" sldId="286"/>
            <ac:spMk id="7" creationId="{B5E50391-8EF4-DB99-2D5F-611D67F1DD5E}"/>
          </ac:spMkLst>
        </pc:spChg>
        <pc:picChg chg="add mod">
          <ac:chgData name="VISWANADHA S MURTHY" userId="843a5ce65ec7b142" providerId="LiveId" clId="{1F4242FC-E932-49D3-A01D-5A3A8E42D1BD}" dt="2025-07-28T07:08:30.577" v="171" actId="1076"/>
          <ac:picMkLst>
            <pc:docMk/>
            <pc:sldMk cId="1166232135" sldId="286"/>
            <ac:picMk id="8" creationId="{78968188-C9F4-58CF-93D4-D8C2DD69467E}"/>
          </ac:picMkLst>
        </pc:picChg>
        <pc:picChg chg="add mod">
          <ac:chgData name="VISWANADHA S MURTHY" userId="843a5ce65ec7b142" providerId="LiveId" clId="{1F4242FC-E932-49D3-A01D-5A3A8E42D1BD}" dt="2025-07-28T07:09:09.543" v="211" actId="1076"/>
          <ac:picMkLst>
            <pc:docMk/>
            <pc:sldMk cId="1166232135" sldId="286"/>
            <ac:picMk id="11" creationId="{1278C875-42AE-B232-3AD5-31E3D5440324}"/>
          </ac:picMkLst>
        </pc:picChg>
      </pc:sldChg>
      <pc:sldChg chg="addSp delSp modSp mod">
        <pc:chgData name="VISWANADHA S MURTHY" userId="843a5ce65ec7b142" providerId="LiveId" clId="{1F4242FC-E932-49D3-A01D-5A3A8E42D1BD}" dt="2025-07-28T07:18:29.929" v="247" actId="1076"/>
        <pc:sldMkLst>
          <pc:docMk/>
          <pc:sldMk cId="2244136262" sldId="287"/>
        </pc:sldMkLst>
        <pc:spChg chg="mod">
          <ac:chgData name="VISWANADHA S MURTHY" userId="843a5ce65ec7b142" providerId="LiveId" clId="{1F4242FC-E932-49D3-A01D-5A3A8E42D1BD}" dt="2025-07-28T07:16:54.388" v="243" actId="20577"/>
          <ac:spMkLst>
            <pc:docMk/>
            <pc:sldMk cId="2244136262" sldId="287"/>
            <ac:spMk id="7" creationId="{26D6C8CA-C8BF-44C9-BC0E-FAF59B03E0B0}"/>
          </ac:spMkLst>
        </pc:spChg>
        <pc:picChg chg="add del mod">
          <ac:chgData name="VISWANADHA S MURTHY" userId="843a5ce65ec7b142" providerId="LiveId" clId="{1F4242FC-E932-49D3-A01D-5A3A8E42D1BD}" dt="2025-07-28T07:18:24.667" v="245" actId="478"/>
          <ac:picMkLst>
            <pc:docMk/>
            <pc:sldMk cId="2244136262" sldId="287"/>
            <ac:picMk id="8" creationId="{0A061108-8EC1-2643-6B09-885FCCE443A3}"/>
          </ac:picMkLst>
        </pc:picChg>
        <pc:picChg chg="add mod">
          <ac:chgData name="VISWANADHA S MURTHY" userId="843a5ce65ec7b142" providerId="LiveId" clId="{1F4242FC-E932-49D3-A01D-5A3A8E42D1BD}" dt="2025-07-28T07:18:29.929" v="247" actId="1076"/>
          <ac:picMkLst>
            <pc:docMk/>
            <pc:sldMk cId="2244136262" sldId="287"/>
            <ac:picMk id="11" creationId="{D9952601-645E-F12A-9A18-2DD1E37750B7}"/>
          </ac:picMkLst>
        </pc:picChg>
      </pc:sldChg>
      <pc:sldChg chg="addSp modSp mod">
        <pc:chgData name="VISWANADHA S MURTHY" userId="843a5ce65ec7b142" providerId="LiveId" clId="{1F4242FC-E932-49D3-A01D-5A3A8E42D1BD}" dt="2025-07-28T07:26:26.019" v="263" actId="20577"/>
        <pc:sldMkLst>
          <pc:docMk/>
          <pc:sldMk cId="2989603879" sldId="288"/>
        </pc:sldMkLst>
        <pc:spChg chg="mod">
          <ac:chgData name="VISWANADHA S MURTHY" userId="843a5ce65ec7b142" providerId="LiveId" clId="{1F4242FC-E932-49D3-A01D-5A3A8E42D1BD}" dt="2025-07-28T07:26:26.019" v="263" actId="20577"/>
          <ac:spMkLst>
            <pc:docMk/>
            <pc:sldMk cId="2989603879" sldId="288"/>
            <ac:spMk id="7" creationId="{345E6EB6-F140-AAB0-A0A9-405B64FF2239}"/>
          </ac:spMkLst>
        </pc:spChg>
        <pc:picChg chg="add mod">
          <ac:chgData name="VISWANADHA S MURTHY" userId="843a5ce65ec7b142" providerId="LiveId" clId="{1F4242FC-E932-49D3-A01D-5A3A8E42D1BD}" dt="2025-07-28T07:21:11.691" v="249" actId="1076"/>
          <ac:picMkLst>
            <pc:docMk/>
            <pc:sldMk cId="2989603879" sldId="288"/>
            <ac:picMk id="8" creationId="{EA04324F-3A9B-9686-5AB3-3BD98899FB34}"/>
          </ac:picMkLst>
        </pc:picChg>
        <pc:picChg chg="add mod">
          <ac:chgData name="VISWANADHA S MURTHY" userId="843a5ce65ec7b142" providerId="LiveId" clId="{1F4242FC-E932-49D3-A01D-5A3A8E42D1BD}" dt="2025-07-28T07:23:02.121" v="257" actId="1076"/>
          <ac:picMkLst>
            <pc:docMk/>
            <pc:sldMk cId="2989603879" sldId="288"/>
            <ac:picMk id="11" creationId="{88E9419B-F335-2824-DBE3-1893F8B8A630}"/>
          </ac:picMkLst>
        </pc:picChg>
      </pc:sldChg>
      <pc:sldChg chg="add">
        <pc:chgData name="VISWANADHA S MURTHY" userId="843a5ce65ec7b142" providerId="LiveId" clId="{1F4242FC-E932-49D3-A01D-5A3A8E42D1BD}" dt="2025-07-28T07:27:21.231" v="264"/>
        <pc:sldMkLst>
          <pc:docMk/>
          <pc:sldMk cId="4042154040" sldId="289"/>
        </pc:sldMkLst>
      </pc:sldChg>
      <pc:sldChg chg="add">
        <pc:chgData name="VISWANADHA S MURTHY" userId="843a5ce65ec7b142" providerId="LiveId" clId="{1F4242FC-E932-49D3-A01D-5A3A8E42D1BD}" dt="2025-07-28T07:27:21.231" v="264"/>
        <pc:sldMkLst>
          <pc:docMk/>
          <pc:sldMk cId="3625453241" sldId="290"/>
        </pc:sldMkLst>
      </pc:sldChg>
      <pc:sldChg chg="add">
        <pc:chgData name="VISWANADHA S MURTHY" userId="843a5ce65ec7b142" providerId="LiveId" clId="{1F4242FC-E932-49D3-A01D-5A3A8E42D1BD}" dt="2025-07-28T07:27:21.231" v="264"/>
        <pc:sldMkLst>
          <pc:docMk/>
          <pc:sldMk cId="3632696075" sldId="291"/>
        </pc:sldMkLst>
      </pc:sldChg>
      <pc:sldChg chg="add">
        <pc:chgData name="VISWANADHA S MURTHY" userId="843a5ce65ec7b142" providerId="LiveId" clId="{1F4242FC-E932-49D3-A01D-5A3A8E42D1BD}" dt="2025-07-28T07:27:21.231" v="264"/>
        <pc:sldMkLst>
          <pc:docMk/>
          <pc:sldMk cId="4186563184" sldId="292"/>
        </pc:sldMkLst>
      </pc:sldChg>
      <pc:sldChg chg="add">
        <pc:chgData name="VISWANADHA S MURTHY" userId="843a5ce65ec7b142" providerId="LiveId" clId="{1F4242FC-E932-49D3-A01D-5A3A8E42D1BD}" dt="2025-07-28T07:27:21.231" v="264"/>
        <pc:sldMkLst>
          <pc:docMk/>
          <pc:sldMk cId="498780911" sldId="293"/>
        </pc:sldMkLst>
      </pc:sldChg>
      <pc:sldChg chg="add">
        <pc:chgData name="VISWANADHA S MURTHY" userId="843a5ce65ec7b142" providerId="LiveId" clId="{1F4242FC-E932-49D3-A01D-5A3A8E42D1BD}" dt="2025-07-28T07:27:21.231" v="264"/>
        <pc:sldMkLst>
          <pc:docMk/>
          <pc:sldMk cId="3471260216" sldId="294"/>
        </pc:sldMkLst>
      </pc:sldChg>
      <pc:sldChg chg="add">
        <pc:chgData name="VISWANADHA S MURTHY" userId="843a5ce65ec7b142" providerId="LiveId" clId="{1F4242FC-E932-49D3-A01D-5A3A8E42D1BD}" dt="2025-07-28T07:27:21.231" v="264"/>
        <pc:sldMkLst>
          <pc:docMk/>
          <pc:sldMk cId="2404224951" sldId="295"/>
        </pc:sldMkLst>
      </pc:sldChg>
      <pc:sldChg chg="add">
        <pc:chgData name="VISWANADHA S MURTHY" userId="843a5ce65ec7b142" providerId="LiveId" clId="{1F4242FC-E932-49D3-A01D-5A3A8E42D1BD}" dt="2025-07-28T07:27:21.231" v="264"/>
        <pc:sldMkLst>
          <pc:docMk/>
          <pc:sldMk cId="3699073688" sldId="296"/>
        </pc:sldMkLst>
      </pc:sldChg>
    </pc:docChg>
  </pc:docChgLst>
  <pc:docChgLst>
    <pc:chgData name="VISWANADHA S MURTHY" userId="843a5ce65ec7b142" providerId="LiveId" clId="{3634A542-5E8B-473A-BC06-9A2D1EBCD602}"/>
    <pc:docChg chg="custSel addSld delSld modSld">
      <pc:chgData name="VISWANADHA S MURTHY" userId="843a5ce65ec7b142" providerId="LiveId" clId="{3634A542-5E8B-473A-BC06-9A2D1EBCD602}" dt="2025-07-28T09:19:43.514" v="131" actId="1076"/>
      <pc:docMkLst>
        <pc:docMk/>
      </pc:docMkLst>
      <pc:sldChg chg="del">
        <pc:chgData name="VISWANADHA S MURTHY" userId="843a5ce65ec7b142" providerId="LiveId" clId="{3634A542-5E8B-473A-BC06-9A2D1EBCD602}" dt="2025-07-28T08:46:36.433" v="0" actId="47"/>
        <pc:sldMkLst>
          <pc:docMk/>
          <pc:sldMk cId="4042154040" sldId="289"/>
        </pc:sldMkLst>
      </pc:sldChg>
      <pc:sldChg chg="del">
        <pc:chgData name="VISWANADHA S MURTHY" userId="843a5ce65ec7b142" providerId="LiveId" clId="{3634A542-5E8B-473A-BC06-9A2D1EBCD602}" dt="2025-07-28T08:46:36.433" v="0" actId="47"/>
        <pc:sldMkLst>
          <pc:docMk/>
          <pc:sldMk cId="3625453241" sldId="290"/>
        </pc:sldMkLst>
      </pc:sldChg>
      <pc:sldChg chg="del">
        <pc:chgData name="VISWANADHA S MURTHY" userId="843a5ce65ec7b142" providerId="LiveId" clId="{3634A542-5E8B-473A-BC06-9A2D1EBCD602}" dt="2025-07-28T08:46:36.433" v="0" actId="47"/>
        <pc:sldMkLst>
          <pc:docMk/>
          <pc:sldMk cId="3632696075" sldId="291"/>
        </pc:sldMkLst>
      </pc:sldChg>
      <pc:sldChg chg="del">
        <pc:chgData name="VISWANADHA S MURTHY" userId="843a5ce65ec7b142" providerId="LiveId" clId="{3634A542-5E8B-473A-BC06-9A2D1EBCD602}" dt="2025-07-28T08:46:36.433" v="0" actId="47"/>
        <pc:sldMkLst>
          <pc:docMk/>
          <pc:sldMk cId="4186563184" sldId="292"/>
        </pc:sldMkLst>
      </pc:sldChg>
      <pc:sldChg chg="addSp modSp mod">
        <pc:chgData name="VISWANADHA S MURTHY" userId="843a5ce65ec7b142" providerId="LiveId" clId="{3634A542-5E8B-473A-BC06-9A2D1EBCD602}" dt="2025-07-28T08:48:30.305" v="28" actId="1076"/>
        <pc:sldMkLst>
          <pc:docMk/>
          <pc:sldMk cId="498780911" sldId="293"/>
        </pc:sldMkLst>
        <pc:spChg chg="mod">
          <ac:chgData name="VISWANADHA S MURTHY" userId="843a5ce65ec7b142" providerId="LiveId" clId="{3634A542-5E8B-473A-BC06-9A2D1EBCD602}" dt="2025-07-28T08:47:40.573" v="27" actId="20577"/>
          <ac:spMkLst>
            <pc:docMk/>
            <pc:sldMk cId="498780911" sldId="293"/>
            <ac:spMk id="5" creationId="{FE527A27-6B87-1E23-0751-0AAB7952B972}"/>
          </ac:spMkLst>
        </pc:spChg>
        <pc:graphicFrameChg chg="add mod">
          <ac:chgData name="VISWANADHA S MURTHY" userId="843a5ce65ec7b142" providerId="LiveId" clId="{3634A542-5E8B-473A-BC06-9A2D1EBCD602}" dt="2025-07-28T08:46:41.098" v="2"/>
          <ac:graphicFrameMkLst>
            <pc:docMk/>
            <pc:sldMk cId="498780911" sldId="293"/>
            <ac:graphicFrameMk id="2" creationId="{680256B2-B17D-CC0D-A073-03904E40FAE2}"/>
          </ac:graphicFrameMkLst>
        </pc:graphicFrameChg>
        <pc:picChg chg="add mod">
          <ac:chgData name="VISWANADHA S MURTHY" userId="843a5ce65ec7b142" providerId="LiveId" clId="{3634A542-5E8B-473A-BC06-9A2D1EBCD602}" dt="2025-07-28T08:48:30.305" v="28" actId="1076"/>
          <ac:picMkLst>
            <pc:docMk/>
            <pc:sldMk cId="498780911" sldId="293"/>
            <ac:picMk id="6" creationId="{8948FBB4-910A-2BF6-E41B-20E3F95E99AD}"/>
          </ac:picMkLst>
        </pc:picChg>
      </pc:sldChg>
      <pc:sldChg chg="addSp modSp mod">
        <pc:chgData name="VISWANADHA S MURTHY" userId="843a5ce65ec7b142" providerId="LiveId" clId="{3634A542-5E8B-473A-BC06-9A2D1EBCD602}" dt="2025-07-28T09:11:49.853" v="50" actId="1076"/>
        <pc:sldMkLst>
          <pc:docMk/>
          <pc:sldMk cId="3471260216" sldId="294"/>
        </pc:sldMkLst>
        <pc:spChg chg="mod">
          <ac:chgData name="VISWANADHA S MURTHY" userId="843a5ce65ec7b142" providerId="LiveId" clId="{3634A542-5E8B-473A-BC06-9A2D1EBCD602}" dt="2025-07-28T09:09:05.187" v="46" actId="20577"/>
          <ac:spMkLst>
            <pc:docMk/>
            <pc:sldMk cId="3471260216" sldId="294"/>
            <ac:spMk id="5" creationId="{732AF49E-E632-5DE7-4CA6-C9F02E094A7D}"/>
          </ac:spMkLst>
        </pc:spChg>
        <pc:picChg chg="add mod">
          <ac:chgData name="VISWANADHA S MURTHY" userId="843a5ce65ec7b142" providerId="LiveId" clId="{3634A542-5E8B-473A-BC06-9A2D1EBCD602}" dt="2025-07-28T09:11:49.853" v="50" actId="1076"/>
          <ac:picMkLst>
            <pc:docMk/>
            <pc:sldMk cId="3471260216" sldId="294"/>
            <ac:picMk id="4" creationId="{C0149364-3C16-99C0-700D-3CA78B691BDF}"/>
          </ac:picMkLst>
        </pc:picChg>
      </pc:sldChg>
      <pc:sldChg chg="addSp delSp modSp mod">
        <pc:chgData name="VISWANADHA S MURTHY" userId="843a5ce65ec7b142" providerId="LiveId" clId="{3634A542-5E8B-473A-BC06-9A2D1EBCD602}" dt="2025-07-28T09:19:43.514" v="131" actId="1076"/>
        <pc:sldMkLst>
          <pc:docMk/>
          <pc:sldMk cId="2404224951" sldId="295"/>
        </pc:sldMkLst>
        <pc:spChg chg="mod">
          <ac:chgData name="VISWANADHA S MURTHY" userId="843a5ce65ec7b142" providerId="LiveId" clId="{3634A542-5E8B-473A-BC06-9A2D1EBCD602}" dt="2025-07-28T09:19:34.032" v="130" actId="20577"/>
          <ac:spMkLst>
            <pc:docMk/>
            <pc:sldMk cId="2404224951" sldId="295"/>
            <ac:spMk id="5" creationId="{D15D9681-046A-43D1-1EFC-A872DD08EACA}"/>
          </ac:spMkLst>
        </pc:spChg>
        <pc:picChg chg="add del mod">
          <ac:chgData name="VISWANADHA S MURTHY" userId="843a5ce65ec7b142" providerId="LiveId" clId="{3634A542-5E8B-473A-BC06-9A2D1EBCD602}" dt="2025-07-28T09:19:16.847" v="113" actId="478"/>
          <ac:picMkLst>
            <pc:docMk/>
            <pc:sldMk cId="2404224951" sldId="295"/>
            <ac:picMk id="4" creationId="{D80E3EC1-14FE-5FDD-EA86-664C25D929B9}"/>
          </ac:picMkLst>
        </pc:picChg>
        <pc:picChg chg="add mod">
          <ac:chgData name="VISWANADHA S MURTHY" userId="843a5ce65ec7b142" providerId="LiveId" clId="{3634A542-5E8B-473A-BC06-9A2D1EBCD602}" dt="2025-07-28T09:19:43.514" v="131" actId="1076"/>
          <ac:picMkLst>
            <pc:docMk/>
            <pc:sldMk cId="2404224951" sldId="295"/>
            <ac:picMk id="7" creationId="{1B84E303-35A9-2ADD-FBF3-67259642049F}"/>
          </ac:picMkLst>
        </pc:picChg>
      </pc:sldChg>
      <pc:sldChg chg="add">
        <pc:chgData name="VISWANADHA S MURTHY" userId="843a5ce65ec7b142" providerId="LiveId" clId="{3634A542-5E8B-473A-BC06-9A2D1EBCD602}" dt="2025-07-28T09:11:56.878" v="51"/>
        <pc:sldMkLst>
          <pc:docMk/>
          <pc:sldMk cId="2927722200" sldId="297"/>
        </pc:sldMkLst>
      </pc:sldChg>
      <pc:sldChg chg="add">
        <pc:chgData name="VISWANADHA S MURTHY" userId="843a5ce65ec7b142" providerId="LiveId" clId="{3634A542-5E8B-473A-BC06-9A2D1EBCD602}" dt="2025-07-28T09:11:57.196" v="52"/>
        <pc:sldMkLst>
          <pc:docMk/>
          <pc:sldMk cId="350895271" sldId="298"/>
        </pc:sldMkLst>
      </pc:sldChg>
      <pc:sldChg chg="add">
        <pc:chgData name="VISWANADHA S MURTHY" userId="843a5ce65ec7b142" providerId="LiveId" clId="{3634A542-5E8B-473A-BC06-9A2D1EBCD602}" dt="2025-07-28T09:11:57.427" v="53"/>
        <pc:sldMkLst>
          <pc:docMk/>
          <pc:sldMk cId="2559686179" sldId="299"/>
        </pc:sldMkLst>
      </pc:sldChg>
      <pc:sldChg chg="add">
        <pc:chgData name="VISWANADHA S MURTHY" userId="843a5ce65ec7b142" providerId="LiveId" clId="{3634A542-5E8B-473A-BC06-9A2D1EBCD602}" dt="2025-07-28T09:11:57.634" v="54"/>
        <pc:sldMkLst>
          <pc:docMk/>
          <pc:sldMk cId="573982922" sldId="300"/>
        </pc:sldMkLst>
      </pc:sldChg>
      <pc:sldChg chg="add">
        <pc:chgData name="VISWANADHA S MURTHY" userId="843a5ce65ec7b142" providerId="LiveId" clId="{3634A542-5E8B-473A-BC06-9A2D1EBCD602}" dt="2025-07-28T09:11:57.842" v="55"/>
        <pc:sldMkLst>
          <pc:docMk/>
          <pc:sldMk cId="2687756992" sldId="301"/>
        </pc:sldMkLst>
      </pc:sldChg>
      <pc:sldChg chg="add">
        <pc:chgData name="VISWANADHA S MURTHY" userId="843a5ce65ec7b142" providerId="LiveId" clId="{3634A542-5E8B-473A-BC06-9A2D1EBCD602}" dt="2025-07-28T09:11:58.035" v="56"/>
        <pc:sldMkLst>
          <pc:docMk/>
          <pc:sldMk cId="3146884705" sldId="302"/>
        </pc:sldMkLst>
      </pc:sldChg>
      <pc:sldChg chg="add">
        <pc:chgData name="VISWANADHA S MURTHY" userId="843a5ce65ec7b142" providerId="LiveId" clId="{3634A542-5E8B-473A-BC06-9A2D1EBCD602}" dt="2025-07-28T09:11:58.250" v="57"/>
        <pc:sldMkLst>
          <pc:docMk/>
          <pc:sldMk cId="1212064148" sldId="303"/>
        </pc:sldMkLst>
      </pc:sldChg>
      <pc:sldChg chg="add">
        <pc:chgData name="VISWANADHA S MURTHY" userId="843a5ce65ec7b142" providerId="LiveId" clId="{3634A542-5E8B-473A-BC06-9A2D1EBCD602}" dt="2025-07-28T09:11:59.947" v="58"/>
        <pc:sldMkLst>
          <pc:docMk/>
          <pc:sldMk cId="802818094" sldId="304"/>
        </pc:sldMkLst>
      </pc:sldChg>
      <pc:sldChg chg="add">
        <pc:chgData name="VISWANADHA S MURTHY" userId="843a5ce65ec7b142" providerId="LiveId" clId="{3634A542-5E8B-473A-BC06-9A2D1EBCD602}" dt="2025-07-28T09:12:00.153" v="59"/>
        <pc:sldMkLst>
          <pc:docMk/>
          <pc:sldMk cId="619405345" sldId="305"/>
        </pc:sldMkLst>
      </pc:sldChg>
    </pc:docChg>
  </pc:docChgLst>
  <pc:docChgLst>
    <pc:chgData name="VISWANADHA S MURTHY" userId="843a5ce65ec7b142" providerId="LiveId" clId="{2D993C6B-40AF-46CB-AC62-A7756752D492}"/>
    <pc:docChg chg="undo custSel delSld modSld sldOrd">
      <pc:chgData name="VISWANADHA S MURTHY" userId="843a5ce65ec7b142" providerId="LiveId" clId="{2D993C6B-40AF-46CB-AC62-A7756752D492}" dt="2025-07-28T08:28:03.294" v="131" actId="207"/>
      <pc:docMkLst>
        <pc:docMk/>
      </pc:docMkLst>
      <pc:sldChg chg="del">
        <pc:chgData name="VISWANADHA S MURTHY" userId="843a5ce65ec7b142" providerId="LiveId" clId="{2D993C6B-40AF-46CB-AC62-A7756752D492}" dt="2025-07-28T07:28:44.243" v="0" actId="47"/>
        <pc:sldMkLst>
          <pc:docMk/>
          <pc:sldMk cId="717232139" sldId="283"/>
        </pc:sldMkLst>
      </pc:sldChg>
      <pc:sldChg chg="del">
        <pc:chgData name="VISWANADHA S MURTHY" userId="843a5ce65ec7b142" providerId="LiveId" clId="{2D993C6B-40AF-46CB-AC62-A7756752D492}" dt="2025-07-28T07:28:44.903" v="1" actId="47"/>
        <pc:sldMkLst>
          <pc:docMk/>
          <pc:sldMk cId="1062629819" sldId="284"/>
        </pc:sldMkLst>
      </pc:sldChg>
      <pc:sldChg chg="del">
        <pc:chgData name="VISWANADHA S MURTHY" userId="843a5ce65ec7b142" providerId="LiveId" clId="{2D993C6B-40AF-46CB-AC62-A7756752D492}" dt="2025-07-28T07:28:45.457" v="2" actId="47"/>
        <pc:sldMkLst>
          <pc:docMk/>
          <pc:sldMk cId="3527449431" sldId="285"/>
        </pc:sldMkLst>
      </pc:sldChg>
      <pc:sldChg chg="del">
        <pc:chgData name="VISWANADHA S MURTHY" userId="843a5ce65ec7b142" providerId="LiveId" clId="{2D993C6B-40AF-46CB-AC62-A7756752D492}" dt="2025-07-28T07:28:46.156" v="3" actId="47"/>
        <pc:sldMkLst>
          <pc:docMk/>
          <pc:sldMk cId="1166232135" sldId="286"/>
        </pc:sldMkLst>
      </pc:sldChg>
      <pc:sldChg chg="del">
        <pc:chgData name="VISWANADHA S MURTHY" userId="843a5ce65ec7b142" providerId="LiveId" clId="{2D993C6B-40AF-46CB-AC62-A7756752D492}" dt="2025-07-28T07:28:47.483" v="4" actId="47"/>
        <pc:sldMkLst>
          <pc:docMk/>
          <pc:sldMk cId="2244136262" sldId="287"/>
        </pc:sldMkLst>
      </pc:sldChg>
      <pc:sldChg chg="del">
        <pc:chgData name="VISWANADHA S MURTHY" userId="843a5ce65ec7b142" providerId="LiveId" clId="{2D993C6B-40AF-46CB-AC62-A7756752D492}" dt="2025-07-28T07:28:48.053" v="5" actId="47"/>
        <pc:sldMkLst>
          <pc:docMk/>
          <pc:sldMk cId="2989603879" sldId="288"/>
        </pc:sldMkLst>
      </pc:sldChg>
      <pc:sldChg chg="addSp modSp mod">
        <pc:chgData name="VISWANADHA S MURTHY" userId="843a5ce65ec7b142" providerId="LiveId" clId="{2D993C6B-40AF-46CB-AC62-A7756752D492}" dt="2025-07-28T08:02:17.608" v="67" actId="1076"/>
        <pc:sldMkLst>
          <pc:docMk/>
          <pc:sldMk cId="4042154040" sldId="289"/>
        </pc:sldMkLst>
        <pc:spChg chg="mod">
          <ac:chgData name="VISWANADHA S MURTHY" userId="843a5ce65ec7b142" providerId="LiveId" clId="{2D993C6B-40AF-46CB-AC62-A7756752D492}" dt="2025-07-28T08:01:58.182" v="64" actId="20577"/>
          <ac:spMkLst>
            <pc:docMk/>
            <pc:sldMk cId="4042154040" sldId="289"/>
            <ac:spMk id="5" creationId="{21AEE9F0-74D6-80F5-478D-8799B4DB200A}"/>
          </ac:spMkLst>
        </pc:spChg>
        <pc:picChg chg="add mod">
          <ac:chgData name="VISWANADHA S MURTHY" userId="843a5ce65ec7b142" providerId="LiveId" clId="{2D993C6B-40AF-46CB-AC62-A7756752D492}" dt="2025-07-28T08:02:07.006" v="66" actId="1076"/>
          <ac:picMkLst>
            <pc:docMk/>
            <pc:sldMk cId="4042154040" sldId="289"/>
            <ac:picMk id="4" creationId="{73F640E1-C551-3171-2050-9717C201E575}"/>
          </ac:picMkLst>
        </pc:picChg>
        <pc:picChg chg="add mod">
          <ac:chgData name="VISWANADHA S MURTHY" userId="843a5ce65ec7b142" providerId="LiveId" clId="{2D993C6B-40AF-46CB-AC62-A7756752D492}" dt="2025-07-28T08:02:17.608" v="67" actId="1076"/>
          <ac:picMkLst>
            <pc:docMk/>
            <pc:sldMk cId="4042154040" sldId="289"/>
            <ac:picMk id="7" creationId="{9099EC30-F7D3-CB11-C332-1D9F7446126E}"/>
          </ac:picMkLst>
        </pc:picChg>
      </pc:sldChg>
      <pc:sldChg chg="addSp delSp modSp mod">
        <pc:chgData name="VISWANADHA S MURTHY" userId="843a5ce65ec7b142" providerId="LiveId" clId="{2D993C6B-40AF-46CB-AC62-A7756752D492}" dt="2025-07-28T08:22:41.819" v="124" actId="1076"/>
        <pc:sldMkLst>
          <pc:docMk/>
          <pc:sldMk cId="3625453241" sldId="290"/>
        </pc:sldMkLst>
        <pc:spChg chg="mod">
          <ac:chgData name="VISWANADHA S MURTHY" userId="843a5ce65ec7b142" providerId="LiveId" clId="{2D993C6B-40AF-46CB-AC62-A7756752D492}" dt="2025-07-28T08:15:31.582" v="118" actId="20577"/>
          <ac:spMkLst>
            <pc:docMk/>
            <pc:sldMk cId="3625453241" sldId="290"/>
            <ac:spMk id="5" creationId="{00FB3423-F9FF-E302-D550-8BD1631B1A16}"/>
          </ac:spMkLst>
        </pc:spChg>
        <pc:picChg chg="add del mod">
          <ac:chgData name="VISWANADHA S MURTHY" userId="843a5ce65ec7b142" providerId="LiveId" clId="{2D993C6B-40AF-46CB-AC62-A7756752D492}" dt="2025-07-28T08:12:44.009" v="71" actId="22"/>
          <ac:picMkLst>
            <pc:docMk/>
            <pc:sldMk cId="3625453241" sldId="290"/>
            <ac:picMk id="4" creationId="{13A0E24B-859D-6620-39BF-C493271DC53D}"/>
          </ac:picMkLst>
        </pc:picChg>
        <pc:picChg chg="add mod">
          <ac:chgData name="VISWANADHA S MURTHY" userId="843a5ce65ec7b142" providerId="LiveId" clId="{2D993C6B-40AF-46CB-AC62-A7756752D492}" dt="2025-07-28T08:22:41.819" v="124" actId="1076"/>
          <ac:picMkLst>
            <pc:docMk/>
            <pc:sldMk cId="3625453241" sldId="290"/>
            <ac:picMk id="7" creationId="{51EFC1B3-F099-15F7-DF89-3F44DB019749}"/>
          </ac:picMkLst>
        </pc:picChg>
      </pc:sldChg>
      <pc:sldChg chg="addSp modSp mod">
        <pc:chgData name="VISWANADHA S MURTHY" userId="843a5ce65ec7b142" providerId="LiveId" clId="{2D993C6B-40AF-46CB-AC62-A7756752D492}" dt="2025-07-28T08:18:38.575" v="123" actId="1076"/>
        <pc:sldMkLst>
          <pc:docMk/>
          <pc:sldMk cId="3632696075" sldId="291"/>
        </pc:sldMkLst>
        <pc:spChg chg="mod">
          <ac:chgData name="VISWANADHA S MURTHY" userId="843a5ce65ec7b142" providerId="LiveId" clId="{2D993C6B-40AF-46CB-AC62-A7756752D492}" dt="2025-07-28T08:18:35.783" v="122"/>
          <ac:spMkLst>
            <pc:docMk/>
            <pc:sldMk cId="3632696075" sldId="291"/>
            <ac:spMk id="5" creationId="{9E38B31F-72AA-2220-2236-AF8454C1E6E7}"/>
          </ac:spMkLst>
        </pc:spChg>
        <pc:picChg chg="add mod">
          <ac:chgData name="VISWANADHA S MURTHY" userId="843a5ce65ec7b142" providerId="LiveId" clId="{2D993C6B-40AF-46CB-AC62-A7756752D492}" dt="2025-07-28T08:18:38.575" v="123" actId="1076"/>
          <ac:picMkLst>
            <pc:docMk/>
            <pc:sldMk cId="3632696075" sldId="291"/>
            <ac:picMk id="4" creationId="{CB6D5141-D645-43BD-BFF8-6B57266FCB43}"/>
          </ac:picMkLst>
        </pc:picChg>
      </pc:sldChg>
      <pc:sldChg chg="addSp modSp mod ord">
        <pc:chgData name="VISWANADHA S MURTHY" userId="843a5ce65ec7b142" providerId="LiveId" clId="{2D993C6B-40AF-46CB-AC62-A7756752D492}" dt="2025-07-28T08:28:03.294" v="131" actId="207"/>
        <pc:sldMkLst>
          <pc:docMk/>
          <pc:sldMk cId="4186563184" sldId="292"/>
        </pc:sldMkLst>
        <pc:spChg chg="mod">
          <ac:chgData name="VISWANADHA S MURTHY" userId="843a5ce65ec7b142" providerId="LiveId" clId="{2D993C6B-40AF-46CB-AC62-A7756752D492}" dt="2025-07-28T08:28:03.294" v="131" actId="207"/>
          <ac:spMkLst>
            <pc:docMk/>
            <pc:sldMk cId="4186563184" sldId="292"/>
            <ac:spMk id="5" creationId="{37CF3150-761B-C84C-45ED-7C0BBF419025}"/>
          </ac:spMkLst>
        </pc:spChg>
        <pc:picChg chg="add mod">
          <ac:chgData name="VISWANADHA S MURTHY" userId="843a5ce65ec7b142" providerId="LiveId" clId="{2D993C6B-40AF-46CB-AC62-A7756752D492}" dt="2025-07-28T08:27:39.418" v="129" actId="1076"/>
          <ac:picMkLst>
            <pc:docMk/>
            <pc:sldMk cId="4186563184" sldId="292"/>
            <ac:picMk id="4" creationId="{CF0938DC-A942-C0D8-0D21-CF27B5F2524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8BA0C7-BE67-48D5-BD35-DA5DB3D3A476}" type="datetimeFigureOut">
              <a:rPr lang="en-US" smtClean="0"/>
              <a:t>5/20/2026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467D57-D457-4EAE-BF4F-2FDE0C552E3A}" type="slidenum">
              <a:rPr lang="en-US" smtClean="0"/>
              <a:t>‹#›</a:t>
            </a:fld>
            <a:endParaRPr lang="en-US"/>
          </a:p>
        </p:txBody>
      </p:sp>
    </p:spTree>
    <p:extLst>
      <p:ext uri="{BB962C8B-B14F-4D97-AF65-F5344CB8AC3E}">
        <p14:creationId xmlns:p14="http://schemas.microsoft.com/office/powerpoint/2010/main" val="1529617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FEDEED-7842-4258-8A82-6812FA1E8BFB}" type="datetime1">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64816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0CC30-37F6-49DC-8F97-9FC4C90ABBE4}" type="datetime1">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3885350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446254-DF34-4B25-8594-5D60DA2E06AD}" type="datetime1">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2566909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23910C-AAA9-4EBC-B496-A3B1AB664E29}" type="datetime1">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3933719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00867D-E0D5-49E8-B491-4AFA3BE2396B}" type="datetime1">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018182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2E511D-A56B-4FB4-867E-80BB956F2BC0}" type="datetime1">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740615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3F6D47-A815-4926-A44E-2D6ED0185A8A}" type="datetime1">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492646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159D76-0D3E-4EA7-B250-0F2D356A6FC0}" type="datetime1">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4168041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2B5876-36BD-4EF0-A012-C15007E79556}" type="datetime1">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937823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7A8920-E8A9-414C-8407-630EE2D7E960}" type="datetime1">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3078980181"/>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7A8920-E8A9-414C-8407-630EE2D7E960}" type="datetime1">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3025221694"/>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7A8920-E8A9-414C-8407-630EE2D7E960}" type="datetime1">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89982532"/>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7A8920-E8A9-414C-8407-630EE2D7E960}" type="datetime1">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216938690"/>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E7A8920-E8A9-414C-8407-630EE2D7E960}" type="datetime1">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3471812859"/>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E7A8920-E8A9-414C-8407-630EE2D7E960}" type="datetime1">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3675701476"/>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DAB554-37BB-4542-BE7B-4A6B4EE64334}" type="datetime1">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34337072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5A672A-4548-49D3-BFAB-EEFB9AC642E7}" type="datetime1">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141775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E7A8920-E8A9-414C-8407-630EE2D7E960}" type="datetime1">
              <a:rPr lang="en-US" smtClean="0"/>
              <a:t>5/20/2026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EFE7C99-B088-4EBB-BFF6-BECCC96D5DD8}" type="slidenum">
              <a:rPr lang="en-US" smtClean="0"/>
              <a:t>‹#›</a:t>
            </a:fld>
            <a:endParaRPr lang="en-US"/>
          </a:p>
        </p:txBody>
      </p:sp>
    </p:spTree>
    <p:extLst>
      <p:ext uri="{BB962C8B-B14F-4D97-AF65-F5344CB8AC3E}">
        <p14:creationId xmlns:p14="http://schemas.microsoft.com/office/powerpoint/2010/main" val="364963492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FEE88-4D47-39E7-D2B4-4C10019D5D77}"/>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4EEA60F9-2F69-A183-1CB7-0ADA752A8FD4}"/>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E6620442-CA40-D116-5A86-FAC87C4B5BA2}"/>
              </a:ext>
            </a:extLst>
          </p:cNvPr>
          <p:cNvSpPr>
            <a:spLocks noGrp="1"/>
          </p:cNvSpPr>
          <p:nvPr>
            <p:ph type="sldNum" sz="quarter" idx="12"/>
          </p:nvPr>
        </p:nvSpPr>
        <p:spPr/>
        <p:txBody>
          <a:bodyPr/>
          <a:lstStyle/>
          <a:p>
            <a:fld id="{6EFE7C99-B088-4EBB-BFF6-BECCC96D5DD8}" type="slidenum">
              <a:rPr lang="en-US" smtClean="0"/>
              <a:t>1</a:t>
            </a:fld>
            <a:endParaRPr lang="en-US"/>
          </a:p>
        </p:txBody>
      </p:sp>
      <p:sp>
        <p:nvSpPr>
          <p:cNvPr id="2" name="TextBox 1">
            <a:extLst>
              <a:ext uri="{FF2B5EF4-FFF2-40B4-BE49-F238E27FC236}">
                <a16:creationId xmlns:a16="http://schemas.microsoft.com/office/drawing/2014/main" id="{235CA730-3A43-B947-A4CD-201555CFB864}"/>
              </a:ext>
            </a:extLst>
          </p:cNvPr>
          <p:cNvSpPr txBox="1"/>
          <p:nvPr/>
        </p:nvSpPr>
        <p:spPr>
          <a:xfrm>
            <a:off x="4060371" y="2057400"/>
            <a:ext cx="3755572" cy="615553"/>
          </a:xfrm>
          <a:prstGeom prst="rect">
            <a:avLst/>
          </a:prstGeom>
          <a:noFill/>
        </p:spPr>
        <p:txBody>
          <a:bodyPr wrap="square" rtlCol="0">
            <a:spAutoFit/>
          </a:bodyPr>
          <a:lstStyle/>
          <a:p>
            <a:r>
              <a:rPr lang="en-US" sz="3400" b="1" dirty="0">
                <a:latin typeface="Bookman Old Style" panose="02050604050505020204" pitchFamily="18" charset="0"/>
              </a:rPr>
              <a:t>Simple Interest</a:t>
            </a:r>
            <a:endParaRPr lang="en-IN" sz="3400" b="1" dirty="0">
              <a:latin typeface="Bookman Old Style" panose="02050604050505020204" pitchFamily="18" charset="0"/>
            </a:endParaRPr>
          </a:p>
        </p:txBody>
      </p:sp>
      <p:pic>
        <p:nvPicPr>
          <p:cNvPr id="3" name="Picture 2" descr="A yellow and blue sign with words">
            <a:extLst>
              <a:ext uri="{FF2B5EF4-FFF2-40B4-BE49-F238E27FC236}">
                <a16:creationId xmlns:a16="http://schemas.microsoft.com/office/drawing/2014/main" id="{6CFEF2FE-B8DF-3BDB-C71B-0A8D7A624138}"/>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653816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AFFC2-7132-7AE8-A5E4-E290AC8C1A69}"/>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F25CAC5A-495C-9F3F-533B-2424E23B39E9}"/>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4F5ECA84-0A9D-84BA-0945-BE96506AE02B}"/>
              </a:ext>
            </a:extLst>
          </p:cNvPr>
          <p:cNvSpPr>
            <a:spLocks noGrp="1"/>
          </p:cNvSpPr>
          <p:nvPr>
            <p:ph type="sldNum" sz="quarter" idx="12"/>
          </p:nvPr>
        </p:nvSpPr>
        <p:spPr/>
        <p:txBody>
          <a:bodyPr/>
          <a:lstStyle/>
          <a:p>
            <a:fld id="{6EFE7C99-B088-4EBB-BFF6-BECCC96D5DD8}" type="slidenum">
              <a:rPr lang="en-US" smtClean="0"/>
              <a:t>2</a:t>
            </a:fld>
            <a:endParaRPr lang="en-US"/>
          </a:p>
        </p:txBody>
      </p:sp>
      <p:pic>
        <p:nvPicPr>
          <p:cNvPr id="3" name="Picture 2" descr="A yellow and blue sign with words">
            <a:extLst>
              <a:ext uri="{FF2B5EF4-FFF2-40B4-BE49-F238E27FC236}">
                <a16:creationId xmlns:a16="http://schemas.microsoft.com/office/drawing/2014/main" id="{3850C9D7-7318-9D4D-2C9A-A31E42D0F6C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79202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6F15D-FA85-98B1-5381-8681AFA55E2E}"/>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6FEE4D72-1A86-F29B-97B5-A6971C6A48A8}"/>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FB46286A-2609-A494-C865-9EAF9B01F651}"/>
              </a:ext>
            </a:extLst>
          </p:cNvPr>
          <p:cNvSpPr>
            <a:spLocks noGrp="1"/>
          </p:cNvSpPr>
          <p:nvPr>
            <p:ph type="sldNum" sz="quarter" idx="12"/>
          </p:nvPr>
        </p:nvSpPr>
        <p:spPr/>
        <p:txBody>
          <a:bodyPr/>
          <a:lstStyle/>
          <a:p>
            <a:fld id="{6EFE7C99-B088-4EBB-BFF6-BECCC96D5DD8}" type="slidenum">
              <a:rPr lang="en-US" smtClean="0"/>
              <a:t>3</a:t>
            </a:fld>
            <a:endParaRPr lang="en-US"/>
          </a:p>
        </p:txBody>
      </p:sp>
      <p:pic>
        <p:nvPicPr>
          <p:cNvPr id="3" name="Picture 2" descr="A yellow and blue sign with words">
            <a:extLst>
              <a:ext uri="{FF2B5EF4-FFF2-40B4-BE49-F238E27FC236}">
                <a16:creationId xmlns:a16="http://schemas.microsoft.com/office/drawing/2014/main" id="{F44F4C30-1CE1-FEDF-925C-039E855734C4}"/>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099429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09D20-571A-B69A-688A-02EA93CD254F}"/>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CC184D71-E542-BAEC-18C5-8280A40FC8A0}"/>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35607952-71D5-E1F9-D6C7-D872CA299663}"/>
              </a:ext>
            </a:extLst>
          </p:cNvPr>
          <p:cNvSpPr>
            <a:spLocks noGrp="1"/>
          </p:cNvSpPr>
          <p:nvPr>
            <p:ph type="sldNum" sz="quarter" idx="12"/>
          </p:nvPr>
        </p:nvSpPr>
        <p:spPr/>
        <p:txBody>
          <a:bodyPr/>
          <a:lstStyle/>
          <a:p>
            <a:fld id="{6EFE7C99-B088-4EBB-BFF6-BECCC96D5DD8}" type="slidenum">
              <a:rPr lang="en-US" smtClean="0"/>
              <a:t>4</a:t>
            </a:fld>
            <a:endParaRPr lang="en-US"/>
          </a:p>
        </p:txBody>
      </p:sp>
      <p:pic>
        <p:nvPicPr>
          <p:cNvPr id="3" name="Picture 2" descr="A yellow and blue sign with words">
            <a:extLst>
              <a:ext uri="{FF2B5EF4-FFF2-40B4-BE49-F238E27FC236}">
                <a16:creationId xmlns:a16="http://schemas.microsoft.com/office/drawing/2014/main" id="{9A8FBF6E-F697-D5A0-CCC8-0850DCC44CC1}"/>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7627775D-2C41-84A8-9A49-4C30F730EF13}"/>
              </a:ext>
            </a:extLst>
          </p:cNvPr>
          <p:cNvSpPr txBox="1"/>
          <p:nvPr/>
        </p:nvSpPr>
        <p:spPr>
          <a:xfrm>
            <a:off x="380637" y="354764"/>
            <a:ext cx="9797505" cy="3214854"/>
          </a:xfrm>
          <a:prstGeom prst="rect">
            <a:avLst/>
          </a:prstGeom>
          <a:noFill/>
        </p:spPr>
        <p:txBody>
          <a:bodyPr wrap="square">
            <a:spAutoFit/>
          </a:bodyPr>
          <a:lstStyle/>
          <a:p>
            <a:pPr algn="just">
              <a:lnSpc>
                <a:spcPct val="150000"/>
              </a:lnSpc>
            </a:pPr>
            <a:r>
              <a:rPr lang="en-IN" sz="2300" b="1" dirty="0">
                <a:latin typeface="+mj-lt"/>
                <a:cs typeface="Times New Roman" panose="02020603050405020304" pitchFamily="18" charset="0"/>
              </a:rPr>
              <a:t>1. </a:t>
            </a:r>
            <a:r>
              <a:rPr lang="en-IN" sz="2300" b="1" dirty="0">
                <a:latin typeface="Bookman Old Style" pitchFamily="18" charset="0"/>
                <a:cs typeface="Times New Roman" panose="02020603050405020304" pitchFamily="18" charset="0"/>
              </a:rPr>
              <a:t>Find the simple interest on Rs. 4000 at 15% p.a. for 2 years </a:t>
            </a:r>
          </a:p>
          <a:p>
            <a:pPr marL="457200" indent="-457200" algn="just">
              <a:lnSpc>
                <a:spcPct val="150000"/>
              </a:lnSpc>
              <a:buAutoNum type="alphaLcPeriod"/>
            </a:pPr>
            <a:r>
              <a:rPr lang="en-IN" sz="2300" b="1" dirty="0">
                <a:latin typeface="Bookman Old Style" pitchFamily="18" charset="0"/>
                <a:cs typeface="Times New Roman" panose="02020603050405020304" pitchFamily="18" charset="0"/>
              </a:rPr>
              <a:t>1000    </a:t>
            </a:r>
          </a:p>
          <a:p>
            <a:pPr algn="just">
              <a:lnSpc>
                <a:spcPct val="150000"/>
              </a:lnSpc>
            </a:pPr>
            <a:r>
              <a:rPr lang="en-IN" sz="2300" b="1" dirty="0">
                <a:latin typeface="Bookman Old Style" pitchFamily="18" charset="0"/>
                <a:cs typeface="Times New Roman" panose="02020603050405020304" pitchFamily="18" charset="0"/>
              </a:rPr>
              <a:t>b. 1200 </a:t>
            </a:r>
          </a:p>
          <a:p>
            <a:pPr algn="just">
              <a:lnSpc>
                <a:spcPct val="150000"/>
              </a:lnSpc>
            </a:pPr>
            <a:r>
              <a:rPr lang="en-IN" sz="2300" b="1" dirty="0">
                <a:latin typeface="Bookman Old Style" pitchFamily="18" charset="0"/>
                <a:cs typeface="Times New Roman" panose="02020603050405020304" pitchFamily="18" charset="0"/>
              </a:rPr>
              <a:t> c. 800 </a:t>
            </a:r>
          </a:p>
          <a:p>
            <a:pPr algn="just">
              <a:lnSpc>
                <a:spcPct val="150000"/>
              </a:lnSpc>
            </a:pPr>
            <a:r>
              <a:rPr lang="en-IN" sz="2300" b="1" dirty="0">
                <a:latin typeface="Bookman Old Style" pitchFamily="18" charset="0"/>
                <a:cs typeface="Times New Roman" panose="02020603050405020304" pitchFamily="18" charset="0"/>
              </a:rPr>
              <a:t> d. 1600</a:t>
            </a:r>
          </a:p>
          <a:p>
            <a:pPr algn="just">
              <a:lnSpc>
                <a:spcPct val="150000"/>
              </a:lnSpc>
            </a:pPr>
            <a:endParaRPr lang="en-IN" sz="2300" b="1" dirty="0">
              <a:latin typeface="+mj-lt"/>
            </a:endParaRPr>
          </a:p>
        </p:txBody>
      </p:sp>
    </p:spTree>
    <p:extLst>
      <p:ext uri="{BB962C8B-B14F-4D97-AF65-F5344CB8AC3E}">
        <p14:creationId xmlns:p14="http://schemas.microsoft.com/office/powerpoint/2010/main" val="2310787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EF06C-F672-ED4D-8445-3514BAD28B47}"/>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330506B7-186B-AA84-452F-26B7E836BD5A}"/>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7E4CBC4D-123D-0EB1-C474-B35B0F4B546E}"/>
              </a:ext>
            </a:extLst>
          </p:cNvPr>
          <p:cNvSpPr>
            <a:spLocks noGrp="1"/>
          </p:cNvSpPr>
          <p:nvPr>
            <p:ph type="sldNum" sz="quarter" idx="12"/>
          </p:nvPr>
        </p:nvSpPr>
        <p:spPr/>
        <p:txBody>
          <a:bodyPr/>
          <a:lstStyle/>
          <a:p>
            <a:fld id="{6EFE7C99-B088-4EBB-BFF6-BECCC96D5DD8}" type="slidenum">
              <a:rPr lang="en-US" smtClean="0"/>
              <a:t>5</a:t>
            </a:fld>
            <a:endParaRPr lang="en-US"/>
          </a:p>
        </p:txBody>
      </p:sp>
      <p:pic>
        <p:nvPicPr>
          <p:cNvPr id="3" name="Picture 2" descr="A yellow and blue sign with words">
            <a:extLst>
              <a:ext uri="{FF2B5EF4-FFF2-40B4-BE49-F238E27FC236}">
                <a16:creationId xmlns:a16="http://schemas.microsoft.com/office/drawing/2014/main" id="{F7FF152C-64AD-706E-F184-CF9D837E7557}"/>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3F950F5A-173D-301A-6A90-748F9F564247}"/>
              </a:ext>
            </a:extLst>
          </p:cNvPr>
          <p:cNvSpPr txBox="1"/>
          <p:nvPr/>
        </p:nvSpPr>
        <p:spPr>
          <a:xfrm>
            <a:off x="380637" y="354764"/>
            <a:ext cx="9797505" cy="3745769"/>
          </a:xfrm>
          <a:prstGeom prst="rect">
            <a:avLst/>
          </a:prstGeom>
          <a:noFill/>
        </p:spPr>
        <p:txBody>
          <a:bodyPr wrap="square">
            <a:spAutoFit/>
          </a:bodyPr>
          <a:lstStyle/>
          <a:p>
            <a:pPr algn="just">
              <a:lnSpc>
                <a:spcPct val="150000"/>
              </a:lnSpc>
            </a:pPr>
            <a:r>
              <a:rPr lang="en-IN" sz="2300" b="1" dirty="0">
                <a:latin typeface="+mj-lt"/>
                <a:cs typeface="Times New Roman" panose="02020603050405020304" pitchFamily="18" charset="0"/>
              </a:rPr>
              <a:t>2. </a:t>
            </a:r>
            <a:r>
              <a:rPr lang="en-IN" sz="2300" b="1" dirty="0">
                <a:latin typeface="Bookman Old Style" pitchFamily="18" charset="0"/>
                <a:cs typeface="Times New Roman" panose="02020603050405020304" pitchFamily="18" charset="0"/>
              </a:rPr>
              <a:t>Find the simple interest on Rs. 12000 at 5 ⅓ % for 2 ½ years</a:t>
            </a:r>
          </a:p>
          <a:p>
            <a:pPr algn="just">
              <a:lnSpc>
                <a:spcPct val="150000"/>
              </a:lnSpc>
            </a:pPr>
            <a:r>
              <a:rPr lang="en-IN" sz="2300" b="1" dirty="0">
                <a:latin typeface="Bookman Old Style" pitchFamily="18" charset="0"/>
                <a:cs typeface="Times New Roman" panose="02020603050405020304" pitchFamily="18" charset="0"/>
              </a:rPr>
              <a:t>   a. 1200    </a:t>
            </a:r>
          </a:p>
          <a:p>
            <a:pPr algn="just">
              <a:lnSpc>
                <a:spcPct val="150000"/>
              </a:lnSpc>
            </a:pPr>
            <a:r>
              <a:rPr lang="en-IN" sz="2300" b="1" dirty="0">
                <a:latin typeface="Bookman Old Style" pitchFamily="18" charset="0"/>
                <a:cs typeface="Times New Roman" panose="02020603050405020304" pitchFamily="18" charset="0"/>
              </a:rPr>
              <a:t>   b.1500     </a:t>
            </a:r>
          </a:p>
          <a:p>
            <a:pPr algn="just">
              <a:lnSpc>
                <a:spcPct val="150000"/>
              </a:lnSpc>
            </a:pPr>
            <a:r>
              <a:rPr lang="en-IN" sz="2300" b="1" dirty="0">
                <a:latin typeface="Bookman Old Style" pitchFamily="18" charset="0"/>
                <a:cs typeface="Times New Roman" panose="02020603050405020304" pitchFamily="18" charset="0"/>
              </a:rPr>
              <a:t>   c. 1600   </a:t>
            </a:r>
          </a:p>
          <a:p>
            <a:pPr algn="just">
              <a:lnSpc>
                <a:spcPct val="150000"/>
              </a:lnSpc>
            </a:pPr>
            <a:r>
              <a:rPr lang="en-IN" sz="2300" b="1" dirty="0">
                <a:latin typeface="Bookman Old Style" pitchFamily="18" charset="0"/>
                <a:cs typeface="Times New Roman" panose="02020603050405020304" pitchFamily="18" charset="0"/>
              </a:rPr>
              <a:t>   d. 2000</a:t>
            </a:r>
          </a:p>
          <a:p>
            <a:pPr algn="just">
              <a:lnSpc>
                <a:spcPct val="150000"/>
              </a:lnSpc>
            </a:pPr>
            <a:endParaRPr lang="en-IN" sz="2300" b="1" dirty="0">
              <a:latin typeface="+mj-lt"/>
            </a:endParaRPr>
          </a:p>
        </p:txBody>
      </p:sp>
    </p:spTree>
    <p:extLst>
      <p:ext uri="{BB962C8B-B14F-4D97-AF65-F5344CB8AC3E}">
        <p14:creationId xmlns:p14="http://schemas.microsoft.com/office/powerpoint/2010/main" val="33770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4FEC1-20DB-1131-9CD6-BAD34EB5CD10}"/>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CD718CF6-9D18-98D4-CE3E-559CC82817B6}"/>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A7949F9B-99BD-BD91-4204-93F8D741D0F3}"/>
              </a:ext>
            </a:extLst>
          </p:cNvPr>
          <p:cNvSpPr>
            <a:spLocks noGrp="1"/>
          </p:cNvSpPr>
          <p:nvPr>
            <p:ph type="sldNum" sz="quarter" idx="12"/>
          </p:nvPr>
        </p:nvSpPr>
        <p:spPr/>
        <p:txBody>
          <a:bodyPr/>
          <a:lstStyle/>
          <a:p>
            <a:fld id="{6EFE7C99-B088-4EBB-BFF6-BECCC96D5DD8}" type="slidenum">
              <a:rPr lang="en-US" smtClean="0"/>
              <a:t>6</a:t>
            </a:fld>
            <a:endParaRPr lang="en-US"/>
          </a:p>
        </p:txBody>
      </p:sp>
      <p:pic>
        <p:nvPicPr>
          <p:cNvPr id="3" name="Picture 2" descr="A yellow and blue sign with words">
            <a:extLst>
              <a:ext uri="{FF2B5EF4-FFF2-40B4-BE49-F238E27FC236}">
                <a16:creationId xmlns:a16="http://schemas.microsoft.com/office/drawing/2014/main" id="{DB2C0C6D-DB55-6C23-B216-C19A2B700A6A}"/>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E056D403-184B-4526-3B3E-FFE085A32737}"/>
              </a:ext>
            </a:extLst>
          </p:cNvPr>
          <p:cNvSpPr txBox="1"/>
          <p:nvPr/>
        </p:nvSpPr>
        <p:spPr>
          <a:xfrm>
            <a:off x="380637" y="354764"/>
            <a:ext cx="9797505" cy="3745769"/>
          </a:xfrm>
          <a:prstGeom prst="rect">
            <a:avLst/>
          </a:prstGeom>
          <a:noFill/>
        </p:spPr>
        <p:txBody>
          <a:bodyPr wrap="square">
            <a:spAutoFit/>
          </a:bodyPr>
          <a:lstStyle/>
          <a:p>
            <a:pPr algn="just">
              <a:lnSpc>
                <a:spcPct val="150000"/>
              </a:lnSpc>
            </a:pPr>
            <a:r>
              <a:rPr lang="en-IN" sz="2300" b="1" dirty="0">
                <a:latin typeface="+mj-lt"/>
                <a:cs typeface="Times New Roman" panose="02020603050405020304" pitchFamily="18" charset="0"/>
              </a:rPr>
              <a:t>3. </a:t>
            </a:r>
            <a:r>
              <a:rPr lang="en-IN" sz="2300" b="1" dirty="0">
                <a:latin typeface="Bookman Old Style" pitchFamily="18" charset="0"/>
                <a:cs typeface="Times New Roman" panose="02020603050405020304" pitchFamily="18" charset="0"/>
              </a:rPr>
              <a:t>Find the simple interest on Rs. 4500 at 8% p.a. for 2 years 4 months</a:t>
            </a:r>
          </a:p>
          <a:p>
            <a:pPr algn="just">
              <a:lnSpc>
                <a:spcPct val="150000"/>
              </a:lnSpc>
            </a:pPr>
            <a:r>
              <a:rPr lang="en-IN" sz="2300" b="1" dirty="0">
                <a:latin typeface="Bookman Old Style" pitchFamily="18" charset="0"/>
                <a:cs typeface="Times New Roman" panose="02020603050405020304" pitchFamily="18" charset="0"/>
              </a:rPr>
              <a:t>   a. 840       </a:t>
            </a:r>
          </a:p>
          <a:p>
            <a:pPr algn="just">
              <a:lnSpc>
                <a:spcPct val="150000"/>
              </a:lnSpc>
            </a:pPr>
            <a:r>
              <a:rPr lang="en-IN" sz="2300" b="1" dirty="0">
                <a:latin typeface="Bookman Old Style" pitchFamily="18" charset="0"/>
                <a:cs typeface="Times New Roman" panose="02020603050405020304" pitchFamily="18" charset="0"/>
              </a:rPr>
              <a:t>   b. 640    </a:t>
            </a:r>
          </a:p>
          <a:p>
            <a:pPr algn="just">
              <a:lnSpc>
                <a:spcPct val="150000"/>
              </a:lnSpc>
            </a:pPr>
            <a:r>
              <a:rPr lang="en-IN" sz="2300" b="1" dirty="0">
                <a:latin typeface="Bookman Old Style" pitchFamily="18" charset="0"/>
                <a:cs typeface="Times New Roman" panose="02020603050405020304" pitchFamily="18" charset="0"/>
              </a:rPr>
              <a:t>   c.1020  </a:t>
            </a:r>
          </a:p>
          <a:p>
            <a:pPr algn="just">
              <a:lnSpc>
                <a:spcPct val="150000"/>
              </a:lnSpc>
            </a:pPr>
            <a:r>
              <a:rPr lang="en-IN" sz="2300" b="1" dirty="0">
                <a:latin typeface="Bookman Old Style" pitchFamily="18" charset="0"/>
                <a:cs typeface="Times New Roman" panose="02020603050405020304" pitchFamily="18" charset="0"/>
              </a:rPr>
              <a:t>   d. 920</a:t>
            </a:r>
          </a:p>
          <a:p>
            <a:pPr algn="just">
              <a:lnSpc>
                <a:spcPct val="150000"/>
              </a:lnSpc>
            </a:pPr>
            <a:endParaRPr lang="en-IN" sz="2300" b="1" dirty="0">
              <a:latin typeface="+mj-lt"/>
            </a:endParaRPr>
          </a:p>
        </p:txBody>
      </p:sp>
    </p:spTree>
    <p:extLst>
      <p:ext uri="{BB962C8B-B14F-4D97-AF65-F5344CB8AC3E}">
        <p14:creationId xmlns:p14="http://schemas.microsoft.com/office/powerpoint/2010/main" val="3412976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88C6D-EBBA-8663-DDAE-0AF50FC04A6E}"/>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D89675E7-AD8D-02D3-5A42-0225BE23900A}"/>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64C0BB8C-3021-42B1-BBC0-9023B7E15346}"/>
              </a:ext>
            </a:extLst>
          </p:cNvPr>
          <p:cNvSpPr>
            <a:spLocks noGrp="1"/>
          </p:cNvSpPr>
          <p:nvPr>
            <p:ph type="sldNum" sz="quarter" idx="12"/>
          </p:nvPr>
        </p:nvSpPr>
        <p:spPr/>
        <p:txBody>
          <a:bodyPr/>
          <a:lstStyle/>
          <a:p>
            <a:fld id="{6EFE7C99-B088-4EBB-BFF6-BECCC96D5DD8}" type="slidenum">
              <a:rPr lang="en-US" smtClean="0"/>
              <a:t>7</a:t>
            </a:fld>
            <a:endParaRPr lang="en-US"/>
          </a:p>
        </p:txBody>
      </p:sp>
      <p:pic>
        <p:nvPicPr>
          <p:cNvPr id="3" name="Picture 2" descr="A yellow and blue sign with words">
            <a:extLst>
              <a:ext uri="{FF2B5EF4-FFF2-40B4-BE49-F238E27FC236}">
                <a16:creationId xmlns:a16="http://schemas.microsoft.com/office/drawing/2014/main" id="{3E6A0E1C-EBA0-B0A3-4EA3-1DADC48F0E0B}"/>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EC9C2F06-CEFA-80A7-FE30-FDB47A61906C}"/>
              </a:ext>
            </a:extLst>
          </p:cNvPr>
          <p:cNvSpPr txBox="1"/>
          <p:nvPr/>
        </p:nvSpPr>
        <p:spPr>
          <a:xfrm>
            <a:off x="380637" y="354764"/>
            <a:ext cx="9002849" cy="1091196"/>
          </a:xfrm>
          <a:prstGeom prst="rect">
            <a:avLst/>
          </a:prstGeom>
          <a:noFill/>
        </p:spPr>
        <p:txBody>
          <a:bodyPr wrap="square">
            <a:spAutoFit/>
          </a:bodyPr>
          <a:lstStyle/>
          <a:p>
            <a:pPr algn="just">
              <a:lnSpc>
                <a:spcPct val="150000"/>
              </a:lnSpc>
            </a:pPr>
            <a:r>
              <a:rPr lang="en-IN" sz="2300" b="1" dirty="0">
                <a:latin typeface="+mj-lt"/>
              </a:rPr>
              <a:t>4. </a:t>
            </a:r>
            <a:r>
              <a:rPr lang="en-US" sz="2300" b="1" dirty="0">
                <a:latin typeface="Bookman Old Style" pitchFamily="18" charset="0"/>
                <a:cs typeface="Times New Roman" panose="02020603050405020304" pitchFamily="18" charset="0"/>
              </a:rPr>
              <a:t>A sum of money Rs. 3000, invest at 5% p.a. in 5 years. Find simple interest? </a:t>
            </a:r>
            <a:endParaRPr lang="en-IN" sz="2300" b="1" dirty="0">
              <a:latin typeface="+mj-lt"/>
            </a:endParaRPr>
          </a:p>
        </p:txBody>
      </p:sp>
    </p:spTree>
    <p:extLst>
      <p:ext uri="{BB962C8B-B14F-4D97-AF65-F5344CB8AC3E}">
        <p14:creationId xmlns:p14="http://schemas.microsoft.com/office/powerpoint/2010/main" val="3727628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2B930-9F5B-96D8-D4E2-36DEC1991207}"/>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87C1894F-925C-1A7E-A011-5C69299A2E19}"/>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22682115-80A2-69B2-3604-C6BD63D560A4}"/>
              </a:ext>
            </a:extLst>
          </p:cNvPr>
          <p:cNvSpPr>
            <a:spLocks noGrp="1"/>
          </p:cNvSpPr>
          <p:nvPr>
            <p:ph type="sldNum" sz="quarter" idx="12"/>
          </p:nvPr>
        </p:nvSpPr>
        <p:spPr/>
        <p:txBody>
          <a:bodyPr/>
          <a:lstStyle/>
          <a:p>
            <a:fld id="{6EFE7C99-B088-4EBB-BFF6-BECCC96D5DD8}" type="slidenum">
              <a:rPr lang="en-US" smtClean="0"/>
              <a:t>8</a:t>
            </a:fld>
            <a:endParaRPr lang="en-US"/>
          </a:p>
        </p:txBody>
      </p:sp>
      <p:pic>
        <p:nvPicPr>
          <p:cNvPr id="3" name="Picture 2" descr="A yellow and blue sign with words">
            <a:extLst>
              <a:ext uri="{FF2B5EF4-FFF2-40B4-BE49-F238E27FC236}">
                <a16:creationId xmlns:a16="http://schemas.microsoft.com/office/drawing/2014/main" id="{5C896865-AB32-300F-1534-EC09386E1621}"/>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92905DB7-825E-A652-1658-E4678347E9F4}"/>
              </a:ext>
            </a:extLst>
          </p:cNvPr>
          <p:cNvSpPr txBox="1"/>
          <p:nvPr/>
        </p:nvSpPr>
        <p:spPr>
          <a:xfrm>
            <a:off x="380637" y="354764"/>
            <a:ext cx="9797505" cy="4063485"/>
          </a:xfrm>
          <a:prstGeom prst="rect">
            <a:avLst/>
          </a:prstGeom>
          <a:noFill/>
        </p:spPr>
        <p:txBody>
          <a:bodyPr wrap="square">
            <a:spAutoFit/>
          </a:bodyPr>
          <a:lstStyle/>
          <a:p>
            <a:pPr>
              <a:lnSpc>
                <a:spcPct val="150000"/>
              </a:lnSpc>
            </a:pPr>
            <a:r>
              <a:rPr lang="en-IN" sz="2500" b="1" dirty="0">
                <a:latin typeface="+mj-lt"/>
              </a:rPr>
              <a:t>5. </a:t>
            </a:r>
            <a:r>
              <a:rPr lang="en-US" sz="2500" b="1" dirty="0">
                <a:latin typeface="+mj-lt"/>
              </a:rPr>
              <a:t>A sum of Rs. 12500 is invested on 1st January 2016 at 4% simple interest p.a. How much interest in RS. gets accrued on the end of the day on 1st July 2016? </a:t>
            </a:r>
          </a:p>
          <a:p>
            <a:pPr>
              <a:lnSpc>
                <a:spcPct val="150000"/>
              </a:lnSpc>
            </a:pPr>
            <a:r>
              <a:rPr lang="en-US" sz="2500" b="1" dirty="0">
                <a:latin typeface="+mj-lt"/>
              </a:rPr>
              <a:t>A. 240</a:t>
            </a:r>
          </a:p>
          <a:p>
            <a:pPr>
              <a:lnSpc>
                <a:spcPct val="150000"/>
              </a:lnSpc>
            </a:pPr>
            <a:r>
              <a:rPr lang="en-US" sz="2500" b="1" dirty="0">
                <a:latin typeface="+mj-lt"/>
              </a:rPr>
              <a:t>B. 400</a:t>
            </a:r>
          </a:p>
          <a:p>
            <a:pPr>
              <a:lnSpc>
                <a:spcPct val="150000"/>
              </a:lnSpc>
            </a:pPr>
            <a:r>
              <a:rPr lang="en-US" sz="2500" b="1" dirty="0">
                <a:latin typeface="+mj-lt"/>
              </a:rPr>
              <a:t>C. 250</a:t>
            </a:r>
          </a:p>
          <a:p>
            <a:pPr>
              <a:lnSpc>
                <a:spcPct val="150000"/>
              </a:lnSpc>
            </a:pPr>
            <a:r>
              <a:rPr lang="en-US" sz="2500" b="1" dirty="0">
                <a:latin typeface="+mj-lt"/>
              </a:rPr>
              <a:t>D. 500</a:t>
            </a:r>
            <a:endParaRPr lang="en-IN" sz="2500" b="1" dirty="0">
              <a:latin typeface="+mj-lt"/>
            </a:endParaRPr>
          </a:p>
        </p:txBody>
      </p:sp>
    </p:spTree>
    <p:extLst>
      <p:ext uri="{BB962C8B-B14F-4D97-AF65-F5344CB8AC3E}">
        <p14:creationId xmlns:p14="http://schemas.microsoft.com/office/powerpoint/2010/main" val="1487790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5F1ED-80A9-A332-1920-B48DE06CF2EA}"/>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830E4DEB-7281-80BF-0F77-0E5D538FCFA5}"/>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75B75879-7570-7FDE-010D-68CD3383A656}"/>
              </a:ext>
            </a:extLst>
          </p:cNvPr>
          <p:cNvSpPr>
            <a:spLocks noGrp="1"/>
          </p:cNvSpPr>
          <p:nvPr>
            <p:ph type="sldNum" sz="quarter" idx="12"/>
          </p:nvPr>
        </p:nvSpPr>
        <p:spPr/>
        <p:txBody>
          <a:bodyPr/>
          <a:lstStyle/>
          <a:p>
            <a:fld id="{6EFE7C99-B088-4EBB-BFF6-BECCC96D5DD8}" type="slidenum">
              <a:rPr lang="en-US" smtClean="0"/>
              <a:t>9</a:t>
            </a:fld>
            <a:endParaRPr lang="en-US"/>
          </a:p>
        </p:txBody>
      </p:sp>
      <p:pic>
        <p:nvPicPr>
          <p:cNvPr id="3" name="Picture 2" descr="A yellow and blue sign with words">
            <a:extLst>
              <a:ext uri="{FF2B5EF4-FFF2-40B4-BE49-F238E27FC236}">
                <a16:creationId xmlns:a16="http://schemas.microsoft.com/office/drawing/2014/main" id="{D52509A0-DAAE-CBAA-1E6B-005EB8DE7CE3}"/>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631F3652-B84E-290A-9437-C104B12CBC66}"/>
              </a:ext>
            </a:extLst>
          </p:cNvPr>
          <p:cNvSpPr txBox="1"/>
          <p:nvPr/>
        </p:nvSpPr>
        <p:spPr>
          <a:xfrm>
            <a:off x="380637" y="354764"/>
            <a:ext cx="9797505" cy="3120854"/>
          </a:xfrm>
          <a:prstGeom prst="rect">
            <a:avLst/>
          </a:prstGeom>
          <a:noFill/>
        </p:spPr>
        <p:txBody>
          <a:bodyPr wrap="square">
            <a:spAutoFit/>
          </a:bodyPr>
          <a:lstStyle/>
          <a:p>
            <a:pPr lvl="0" algn="just">
              <a:lnSpc>
                <a:spcPct val="115000"/>
              </a:lnSpc>
              <a:spcBef>
                <a:spcPts val="1200"/>
              </a:spcBef>
              <a:buClr>
                <a:schemeClr val="dk1"/>
              </a:buClr>
              <a:buSzPts val="1100"/>
            </a:pPr>
            <a:r>
              <a:rPr lang="en-IN" sz="2300" b="1" dirty="0">
                <a:latin typeface="+mj-lt"/>
              </a:rPr>
              <a:t>6. </a:t>
            </a:r>
            <a:r>
              <a:rPr lang="en-US" sz="2300" b="1" dirty="0">
                <a:latin typeface="+mj-lt"/>
              </a:rPr>
              <a:t>A sum of money, invested for 4 years @ 5% simple interests amounted to ₹150 on maturity. What was the sum invested?</a:t>
            </a:r>
          </a:p>
          <a:p>
            <a:pPr marL="457200" lvl="0" indent="-330200" algn="just">
              <a:lnSpc>
                <a:spcPct val="150000"/>
              </a:lnSpc>
              <a:spcBef>
                <a:spcPts val="1200"/>
              </a:spcBef>
              <a:buSzPts val="1600"/>
              <a:buAutoNum type="alphaUcPeriod"/>
            </a:pPr>
            <a:r>
              <a:rPr lang="en-US" sz="2300" b="1" dirty="0">
                <a:latin typeface="+mj-lt"/>
              </a:rPr>
              <a:t>₹175</a:t>
            </a:r>
          </a:p>
          <a:p>
            <a:pPr marL="457200" lvl="0" indent="-330200" algn="just">
              <a:lnSpc>
                <a:spcPct val="150000"/>
              </a:lnSpc>
              <a:buSzPts val="1600"/>
              <a:buAutoNum type="alphaUcPeriod"/>
            </a:pPr>
            <a:r>
              <a:rPr lang="en-US" sz="2300" b="1" dirty="0">
                <a:latin typeface="+mj-lt"/>
              </a:rPr>
              <a:t>₹125</a:t>
            </a:r>
          </a:p>
          <a:p>
            <a:pPr marL="457200" lvl="0" indent="-330200" algn="just">
              <a:lnSpc>
                <a:spcPct val="150000"/>
              </a:lnSpc>
              <a:buSzPts val="1600"/>
              <a:buAutoNum type="alphaUcPeriod"/>
            </a:pPr>
            <a:r>
              <a:rPr lang="en-US" sz="2300" b="1" dirty="0">
                <a:latin typeface="+mj-lt"/>
              </a:rPr>
              <a:t>₹180</a:t>
            </a:r>
          </a:p>
          <a:p>
            <a:pPr marL="457200" lvl="0" indent="-330200" algn="just">
              <a:lnSpc>
                <a:spcPct val="150000"/>
              </a:lnSpc>
              <a:buSzPts val="1600"/>
              <a:buAutoNum type="alphaUcPeriod"/>
            </a:pPr>
            <a:r>
              <a:rPr lang="en-US" sz="2300" b="1" dirty="0">
                <a:latin typeface="+mj-lt"/>
              </a:rPr>
              <a:t>₹120</a:t>
            </a:r>
            <a:endParaRPr lang="en-IN" sz="2300" b="1" dirty="0">
              <a:latin typeface="+mj-lt"/>
            </a:endParaRPr>
          </a:p>
        </p:txBody>
      </p:sp>
    </p:spTree>
    <p:extLst>
      <p:ext uri="{BB962C8B-B14F-4D97-AF65-F5344CB8AC3E}">
        <p14:creationId xmlns:p14="http://schemas.microsoft.com/office/powerpoint/2010/main" val="457610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EF102-D149-27F9-8CC5-D1ACFB7F30DC}"/>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9E19F92C-AFC5-CC3B-CA5B-70BA26B9B3E1}"/>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1BD1552C-8520-55B6-2A5B-FEB7778E9245}"/>
              </a:ext>
            </a:extLst>
          </p:cNvPr>
          <p:cNvSpPr>
            <a:spLocks noGrp="1"/>
          </p:cNvSpPr>
          <p:nvPr>
            <p:ph type="sldNum" sz="quarter" idx="12"/>
          </p:nvPr>
        </p:nvSpPr>
        <p:spPr/>
        <p:txBody>
          <a:bodyPr/>
          <a:lstStyle/>
          <a:p>
            <a:fld id="{6EFE7C99-B088-4EBB-BFF6-BECCC96D5DD8}" type="slidenum">
              <a:rPr lang="en-US" smtClean="0"/>
              <a:t>10</a:t>
            </a:fld>
            <a:endParaRPr lang="en-US"/>
          </a:p>
        </p:txBody>
      </p:sp>
      <p:pic>
        <p:nvPicPr>
          <p:cNvPr id="3" name="Picture 2" descr="A yellow and blue sign with words">
            <a:extLst>
              <a:ext uri="{FF2B5EF4-FFF2-40B4-BE49-F238E27FC236}">
                <a16:creationId xmlns:a16="http://schemas.microsoft.com/office/drawing/2014/main" id="{3378AE61-6151-3918-B7B1-060E3F6D208D}"/>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2443AF1D-305F-AA4B-D28A-75478F07188A}"/>
              </a:ext>
            </a:extLst>
          </p:cNvPr>
          <p:cNvSpPr txBox="1"/>
          <p:nvPr/>
        </p:nvSpPr>
        <p:spPr>
          <a:xfrm>
            <a:off x="380637" y="354764"/>
            <a:ext cx="9797505" cy="3745769"/>
          </a:xfrm>
          <a:prstGeom prst="rect">
            <a:avLst/>
          </a:prstGeom>
          <a:noFill/>
        </p:spPr>
        <p:txBody>
          <a:bodyPr wrap="square">
            <a:spAutoFit/>
          </a:bodyPr>
          <a:lstStyle/>
          <a:p>
            <a:pPr algn="just">
              <a:lnSpc>
                <a:spcPct val="150000"/>
              </a:lnSpc>
            </a:pPr>
            <a:r>
              <a:rPr lang="en-IN" sz="2300" b="1" dirty="0">
                <a:latin typeface="+mj-lt"/>
              </a:rPr>
              <a:t>7. </a:t>
            </a:r>
            <a:r>
              <a:rPr lang="en-IN" sz="2300" b="1" dirty="0">
                <a:latin typeface="Bookman Old Style" pitchFamily="18" charset="0"/>
                <a:cs typeface="Times New Roman" panose="02020603050405020304" pitchFamily="18" charset="0"/>
              </a:rPr>
              <a:t>At what rate percent of S.I per annum will a sum of money becomes 3 times in 10 years ?</a:t>
            </a:r>
          </a:p>
          <a:p>
            <a:pPr algn="just">
              <a:lnSpc>
                <a:spcPct val="150000"/>
              </a:lnSpc>
            </a:pPr>
            <a:r>
              <a:rPr lang="en-IN" sz="2300" b="1" dirty="0">
                <a:latin typeface="Bookman Old Style" pitchFamily="18" charset="0"/>
                <a:cs typeface="Times New Roman" panose="02020603050405020304" pitchFamily="18" charset="0"/>
              </a:rPr>
              <a:t> a. 10%    </a:t>
            </a:r>
          </a:p>
          <a:p>
            <a:pPr algn="just">
              <a:lnSpc>
                <a:spcPct val="150000"/>
              </a:lnSpc>
            </a:pPr>
            <a:r>
              <a:rPr lang="en-IN" sz="2300" b="1" dirty="0">
                <a:latin typeface="Bookman Old Style" pitchFamily="18" charset="0"/>
                <a:cs typeface="Times New Roman" panose="02020603050405020304" pitchFamily="18" charset="0"/>
              </a:rPr>
              <a:t> b. 20%    </a:t>
            </a:r>
          </a:p>
          <a:p>
            <a:pPr algn="just">
              <a:lnSpc>
                <a:spcPct val="150000"/>
              </a:lnSpc>
            </a:pPr>
            <a:r>
              <a:rPr lang="en-IN" sz="2300" b="1" dirty="0">
                <a:latin typeface="Bookman Old Style" pitchFamily="18" charset="0"/>
                <a:cs typeface="Times New Roman" panose="02020603050405020304" pitchFamily="18" charset="0"/>
              </a:rPr>
              <a:t> c. 30%    </a:t>
            </a:r>
          </a:p>
          <a:p>
            <a:pPr algn="just">
              <a:lnSpc>
                <a:spcPct val="150000"/>
              </a:lnSpc>
            </a:pPr>
            <a:r>
              <a:rPr lang="en-IN" sz="2300" b="1" dirty="0">
                <a:latin typeface="Bookman Old Style" pitchFamily="18" charset="0"/>
                <a:cs typeface="Times New Roman" panose="02020603050405020304" pitchFamily="18" charset="0"/>
              </a:rPr>
              <a:t>  d.40%</a:t>
            </a:r>
          </a:p>
          <a:p>
            <a:pPr marL="127000" lvl="0" algn="just">
              <a:lnSpc>
                <a:spcPct val="150000"/>
              </a:lnSpc>
              <a:buSzPts val="1600"/>
            </a:pPr>
            <a:endParaRPr lang="en-IN" sz="2300" b="1" dirty="0">
              <a:latin typeface="+mj-lt"/>
            </a:endParaRPr>
          </a:p>
        </p:txBody>
      </p:sp>
    </p:spTree>
    <p:extLst>
      <p:ext uri="{BB962C8B-B14F-4D97-AF65-F5344CB8AC3E}">
        <p14:creationId xmlns:p14="http://schemas.microsoft.com/office/powerpoint/2010/main" val="4040789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F7C1B-EF8D-8332-EC2F-7806BD729314}"/>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E74F4ACD-C6B6-6F46-47CB-0F4D960593EF}"/>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105203FC-3E85-9377-F82E-01EED429DE3D}"/>
              </a:ext>
            </a:extLst>
          </p:cNvPr>
          <p:cNvSpPr>
            <a:spLocks noGrp="1"/>
          </p:cNvSpPr>
          <p:nvPr>
            <p:ph type="sldNum" sz="quarter" idx="12"/>
          </p:nvPr>
        </p:nvSpPr>
        <p:spPr/>
        <p:txBody>
          <a:bodyPr/>
          <a:lstStyle/>
          <a:p>
            <a:fld id="{6EFE7C99-B088-4EBB-BFF6-BECCC96D5DD8}" type="slidenum">
              <a:rPr lang="en-US" smtClean="0"/>
              <a:t>11</a:t>
            </a:fld>
            <a:endParaRPr lang="en-US"/>
          </a:p>
        </p:txBody>
      </p:sp>
      <p:pic>
        <p:nvPicPr>
          <p:cNvPr id="3" name="Picture 2" descr="A yellow and blue sign with words">
            <a:extLst>
              <a:ext uri="{FF2B5EF4-FFF2-40B4-BE49-F238E27FC236}">
                <a16:creationId xmlns:a16="http://schemas.microsoft.com/office/drawing/2014/main" id="{380C1ADB-EF96-4ABF-042E-FC90401BB124}"/>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1D0278E1-09AE-4626-47A1-2CF3478C1A9E}"/>
              </a:ext>
            </a:extLst>
          </p:cNvPr>
          <p:cNvSpPr txBox="1"/>
          <p:nvPr/>
        </p:nvSpPr>
        <p:spPr>
          <a:xfrm>
            <a:off x="380637" y="354764"/>
            <a:ext cx="9797505" cy="3745769"/>
          </a:xfrm>
          <a:prstGeom prst="rect">
            <a:avLst/>
          </a:prstGeom>
          <a:noFill/>
        </p:spPr>
        <p:txBody>
          <a:bodyPr wrap="square">
            <a:spAutoFit/>
          </a:bodyPr>
          <a:lstStyle/>
          <a:p>
            <a:pPr algn="just">
              <a:lnSpc>
                <a:spcPct val="150000"/>
              </a:lnSpc>
            </a:pPr>
            <a:r>
              <a:rPr lang="en-IN" sz="2300" b="1" dirty="0">
                <a:latin typeface="+mj-lt"/>
              </a:rPr>
              <a:t>8. </a:t>
            </a:r>
            <a:r>
              <a:rPr lang="en-IN" sz="2300" b="1" dirty="0">
                <a:latin typeface="Bookman Old Style" pitchFamily="18" charset="0"/>
                <a:cs typeface="Times New Roman" panose="02020603050405020304" pitchFamily="18" charset="0"/>
              </a:rPr>
              <a:t>A certain sum of money at a certain rate of S.I becomes double in 5 years . It will become 4 times in:</a:t>
            </a:r>
          </a:p>
          <a:p>
            <a:pPr algn="just">
              <a:lnSpc>
                <a:spcPct val="150000"/>
              </a:lnSpc>
            </a:pPr>
            <a:r>
              <a:rPr lang="en-IN" sz="2300" b="1" dirty="0">
                <a:latin typeface="Bookman Old Style" pitchFamily="18" charset="0"/>
                <a:cs typeface="Times New Roman" panose="02020603050405020304" pitchFamily="18" charset="0"/>
              </a:rPr>
              <a:t> a. 20   </a:t>
            </a:r>
          </a:p>
          <a:p>
            <a:pPr algn="just">
              <a:lnSpc>
                <a:spcPct val="150000"/>
              </a:lnSpc>
            </a:pPr>
            <a:r>
              <a:rPr lang="en-IN" sz="2300" b="1" dirty="0">
                <a:latin typeface="Bookman Old Style" pitchFamily="18" charset="0"/>
                <a:cs typeface="Times New Roman" panose="02020603050405020304" pitchFamily="18" charset="0"/>
              </a:rPr>
              <a:t>  b. 10    </a:t>
            </a:r>
          </a:p>
          <a:p>
            <a:pPr algn="just">
              <a:lnSpc>
                <a:spcPct val="150000"/>
              </a:lnSpc>
            </a:pPr>
            <a:r>
              <a:rPr lang="en-IN" sz="2300" b="1" dirty="0">
                <a:latin typeface="Bookman Old Style" pitchFamily="18" charset="0"/>
                <a:cs typeface="Times New Roman" panose="02020603050405020304" pitchFamily="18" charset="0"/>
              </a:rPr>
              <a:t> c. 5     </a:t>
            </a:r>
          </a:p>
          <a:p>
            <a:pPr algn="just">
              <a:lnSpc>
                <a:spcPct val="150000"/>
              </a:lnSpc>
            </a:pPr>
            <a:r>
              <a:rPr lang="en-IN" sz="2300" b="1" dirty="0">
                <a:latin typeface="Bookman Old Style" pitchFamily="18" charset="0"/>
                <a:cs typeface="Times New Roman" panose="02020603050405020304" pitchFamily="18" charset="0"/>
              </a:rPr>
              <a:t> d.15</a:t>
            </a:r>
          </a:p>
          <a:p>
            <a:pPr marL="127000" lvl="0" algn="just">
              <a:lnSpc>
                <a:spcPct val="150000"/>
              </a:lnSpc>
              <a:buSzPts val="1600"/>
            </a:pPr>
            <a:endParaRPr lang="en-IN" sz="2300" b="1" dirty="0">
              <a:latin typeface="+mj-lt"/>
            </a:endParaRPr>
          </a:p>
        </p:txBody>
      </p:sp>
    </p:spTree>
    <p:extLst>
      <p:ext uri="{BB962C8B-B14F-4D97-AF65-F5344CB8AC3E}">
        <p14:creationId xmlns:p14="http://schemas.microsoft.com/office/powerpoint/2010/main" val="3129602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80D71-9108-D44B-EDC1-A8861DB8EBFF}"/>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50D62433-C521-BF06-5E98-0D241AFC8FF6}"/>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DBD494AA-4504-1909-E8F3-848DC4109514}"/>
              </a:ext>
            </a:extLst>
          </p:cNvPr>
          <p:cNvSpPr>
            <a:spLocks noGrp="1"/>
          </p:cNvSpPr>
          <p:nvPr>
            <p:ph type="sldNum" sz="quarter" idx="12"/>
          </p:nvPr>
        </p:nvSpPr>
        <p:spPr/>
        <p:txBody>
          <a:bodyPr/>
          <a:lstStyle/>
          <a:p>
            <a:fld id="{6EFE7C99-B088-4EBB-BFF6-BECCC96D5DD8}" type="slidenum">
              <a:rPr lang="en-US" smtClean="0"/>
              <a:t>12</a:t>
            </a:fld>
            <a:endParaRPr lang="en-US"/>
          </a:p>
        </p:txBody>
      </p:sp>
      <p:pic>
        <p:nvPicPr>
          <p:cNvPr id="3" name="Picture 2" descr="A yellow and blue sign with words">
            <a:extLst>
              <a:ext uri="{FF2B5EF4-FFF2-40B4-BE49-F238E27FC236}">
                <a16:creationId xmlns:a16="http://schemas.microsoft.com/office/drawing/2014/main" id="{445D2241-3EAF-7DC2-E28C-2BAC1E576898}"/>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C1189F5A-3B36-4259-32BB-7A04000C561F}"/>
              </a:ext>
            </a:extLst>
          </p:cNvPr>
          <p:cNvSpPr txBox="1"/>
          <p:nvPr/>
        </p:nvSpPr>
        <p:spPr>
          <a:xfrm>
            <a:off x="380637" y="354764"/>
            <a:ext cx="9797505" cy="1622111"/>
          </a:xfrm>
          <a:prstGeom prst="rect">
            <a:avLst/>
          </a:prstGeom>
          <a:noFill/>
        </p:spPr>
        <p:txBody>
          <a:bodyPr wrap="square">
            <a:spAutoFit/>
          </a:bodyPr>
          <a:lstStyle/>
          <a:p>
            <a:pPr>
              <a:lnSpc>
                <a:spcPct val="150000"/>
              </a:lnSpc>
            </a:pPr>
            <a:r>
              <a:rPr lang="en-IN" sz="2300" b="1" dirty="0">
                <a:latin typeface="+mj-lt"/>
              </a:rPr>
              <a:t>9. A sum of ₹1000 amounts to ₹1640 at simple interest. If the rate of interest (in % per annum) is numerically equal to the time (in years), find the rate of interest.</a:t>
            </a:r>
          </a:p>
        </p:txBody>
      </p:sp>
    </p:spTree>
    <p:extLst>
      <p:ext uri="{BB962C8B-B14F-4D97-AF65-F5344CB8AC3E}">
        <p14:creationId xmlns:p14="http://schemas.microsoft.com/office/powerpoint/2010/main" val="1661062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F9EA3-C9D5-EE96-C5F6-AE9FCB3BA7AA}"/>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32D9C4AF-247E-E6B7-5EF9-AA78B9ED4197}"/>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2C0793F7-AF33-460F-8188-D17109A86291}"/>
              </a:ext>
            </a:extLst>
          </p:cNvPr>
          <p:cNvSpPr>
            <a:spLocks noGrp="1"/>
          </p:cNvSpPr>
          <p:nvPr>
            <p:ph type="sldNum" sz="quarter" idx="12"/>
          </p:nvPr>
        </p:nvSpPr>
        <p:spPr/>
        <p:txBody>
          <a:bodyPr/>
          <a:lstStyle/>
          <a:p>
            <a:fld id="{6EFE7C99-B088-4EBB-BFF6-BECCC96D5DD8}" type="slidenum">
              <a:rPr lang="en-US" smtClean="0"/>
              <a:t>13</a:t>
            </a:fld>
            <a:endParaRPr lang="en-US"/>
          </a:p>
        </p:txBody>
      </p:sp>
      <p:pic>
        <p:nvPicPr>
          <p:cNvPr id="3" name="Picture 2" descr="A yellow and blue sign with words">
            <a:extLst>
              <a:ext uri="{FF2B5EF4-FFF2-40B4-BE49-F238E27FC236}">
                <a16:creationId xmlns:a16="http://schemas.microsoft.com/office/drawing/2014/main" id="{306123B5-D842-6AFD-15EC-FC19239B440A}"/>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2BA10AEF-79FA-3770-D532-C453612BA484}"/>
              </a:ext>
            </a:extLst>
          </p:cNvPr>
          <p:cNvSpPr txBox="1"/>
          <p:nvPr/>
        </p:nvSpPr>
        <p:spPr>
          <a:xfrm>
            <a:off x="380637" y="354764"/>
            <a:ext cx="9797505" cy="1622111"/>
          </a:xfrm>
          <a:prstGeom prst="rect">
            <a:avLst/>
          </a:prstGeom>
          <a:noFill/>
        </p:spPr>
        <p:txBody>
          <a:bodyPr wrap="square">
            <a:spAutoFit/>
          </a:bodyPr>
          <a:lstStyle/>
          <a:p>
            <a:pPr algn="just">
              <a:lnSpc>
                <a:spcPct val="150000"/>
              </a:lnSpc>
            </a:pPr>
            <a:r>
              <a:rPr lang="en-IN" sz="2300" b="1" dirty="0">
                <a:latin typeface="+mj-lt"/>
              </a:rPr>
              <a:t>10. </a:t>
            </a:r>
            <a:r>
              <a:rPr lang="en-US" sz="2300" b="1" dirty="0">
                <a:latin typeface="+mj-lt"/>
              </a:rPr>
              <a:t>Find the total simple interest on a sum of ₹9000 for 5 years, where the rate of interest is 6% per annum for the first 2 years and 9% per annum for the next 3 years</a:t>
            </a:r>
            <a:endParaRPr lang="en-IN" sz="2300" b="1" dirty="0">
              <a:latin typeface="+mj-lt"/>
            </a:endParaRPr>
          </a:p>
        </p:txBody>
      </p:sp>
    </p:spTree>
    <p:extLst>
      <p:ext uri="{BB962C8B-B14F-4D97-AF65-F5344CB8AC3E}">
        <p14:creationId xmlns:p14="http://schemas.microsoft.com/office/powerpoint/2010/main" val="2967304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D8E4C-B3C2-EA82-6F0A-EFC95C8F47D2}"/>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EAFE71FA-1E39-B92B-4BE1-97531060D7C0}"/>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ED9036E1-23EE-C52F-ECDC-6121A62F26D4}"/>
              </a:ext>
            </a:extLst>
          </p:cNvPr>
          <p:cNvSpPr>
            <a:spLocks noGrp="1"/>
          </p:cNvSpPr>
          <p:nvPr>
            <p:ph type="sldNum" sz="quarter" idx="12"/>
          </p:nvPr>
        </p:nvSpPr>
        <p:spPr/>
        <p:txBody>
          <a:bodyPr/>
          <a:lstStyle/>
          <a:p>
            <a:fld id="{6EFE7C99-B088-4EBB-BFF6-BECCC96D5DD8}" type="slidenum">
              <a:rPr lang="en-US" smtClean="0"/>
              <a:t>14</a:t>
            </a:fld>
            <a:endParaRPr lang="en-US"/>
          </a:p>
        </p:txBody>
      </p:sp>
      <p:pic>
        <p:nvPicPr>
          <p:cNvPr id="3" name="Picture 2" descr="A yellow and blue sign with words">
            <a:extLst>
              <a:ext uri="{FF2B5EF4-FFF2-40B4-BE49-F238E27FC236}">
                <a16:creationId xmlns:a16="http://schemas.microsoft.com/office/drawing/2014/main" id="{2276D5D0-EC40-A10E-F190-7B6609B69BBB}"/>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2E9D74AE-3F91-C059-F2F6-F1CEECDAB93E}"/>
              </a:ext>
            </a:extLst>
          </p:cNvPr>
          <p:cNvSpPr txBox="1"/>
          <p:nvPr/>
        </p:nvSpPr>
        <p:spPr>
          <a:xfrm>
            <a:off x="380637" y="354764"/>
            <a:ext cx="9797505" cy="2153025"/>
          </a:xfrm>
          <a:prstGeom prst="rect">
            <a:avLst/>
          </a:prstGeom>
          <a:noFill/>
        </p:spPr>
        <p:txBody>
          <a:bodyPr wrap="square">
            <a:spAutoFit/>
          </a:bodyPr>
          <a:lstStyle/>
          <a:p>
            <a:pPr algn="just">
              <a:lnSpc>
                <a:spcPct val="150000"/>
              </a:lnSpc>
            </a:pPr>
            <a:r>
              <a:rPr lang="en-IN" sz="2300" b="1" dirty="0">
                <a:latin typeface="+mj-lt"/>
              </a:rPr>
              <a:t>11. </a:t>
            </a:r>
            <a:r>
              <a:rPr lang="en-US" sz="2300" b="1" dirty="0">
                <a:latin typeface="+mj-lt"/>
              </a:rPr>
              <a:t>The simple interest earned on a sum of money at 8% per annum for 2 years is ₹1500 more than the simple interest earned on the same sum at 5% per annum for 3 years. Find the sum?</a:t>
            </a:r>
            <a:endParaRPr lang="en-IN" sz="2300" b="1" dirty="0">
              <a:latin typeface="+mj-lt"/>
            </a:endParaRPr>
          </a:p>
        </p:txBody>
      </p:sp>
    </p:spTree>
    <p:extLst>
      <p:ext uri="{BB962C8B-B14F-4D97-AF65-F5344CB8AC3E}">
        <p14:creationId xmlns:p14="http://schemas.microsoft.com/office/powerpoint/2010/main" val="351196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B8074-B3BC-0A6E-BEC7-D3B81376B7AB}"/>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8FF77DF4-3BBC-2B85-497D-588B7407DA0B}"/>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9742958F-16C1-66D8-C360-D30E6599B4FF}"/>
              </a:ext>
            </a:extLst>
          </p:cNvPr>
          <p:cNvSpPr>
            <a:spLocks noGrp="1"/>
          </p:cNvSpPr>
          <p:nvPr>
            <p:ph type="sldNum" sz="quarter" idx="12"/>
          </p:nvPr>
        </p:nvSpPr>
        <p:spPr/>
        <p:txBody>
          <a:bodyPr/>
          <a:lstStyle/>
          <a:p>
            <a:fld id="{6EFE7C99-B088-4EBB-BFF6-BECCC96D5DD8}" type="slidenum">
              <a:rPr lang="en-US" smtClean="0"/>
              <a:t>15</a:t>
            </a:fld>
            <a:endParaRPr lang="en-US"/>
          </a:p>
        </p:txBody>
      </p:sp>
      <p:pic>
        <p:nvPicPr>
          <p:cNvPr id="3" name="Picture 2" descr="A yellow and blue sign with words">
            <a:extLst>
              <a:ext uri="{FF2B5EF4-FFF2-40B4-BE49-F238E27FC236}">
                <a16:creationId xmlns:a16="http://schemas.microsoft.com/office/drawing/2014/main" id="{21B26E58-8A9D-010C-ED5F-9509187E33A4}"/>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9FB64357-AEA2-6A42-9D0A-AA374CBA1418}"/>
              </a:ext>
            </a:extLst>
          </p:cNvPr>
          <p:cNvSpPr txBox="1"/>
          <p:nvPr/>
        </p:nvSpPr>
        <p:spPr>
          <a:xfrm>
            <a:off x="380637" y="354764"/>
            <a:ext cx="9797505" cy="4276684"/>
          </a:xfrm>
          <a:prstGeom prst="rect">
            <a:avLst/>
          </a:prstGeom>
          <a:noFill/>
        </p:spPr>
        <p:txBody>
          <a:bodyPr wrap="square">
            <a:spAutoFit/>
          </a:bodyPr>
          <a:lstStyle/>
          <a:p>
            <a:pPr algn="just">
              <a:lnSpc>
                <a:spcPct val="150000"/>
              </a:lnSpc>
            </a:pPr>
            <a:r>
              <a:rPr lang="en-IN" sz="2300" b="1" dirty="0">
                <a:latin typeface="+mj-lt"/>
              </a:rPr>
              <a:t>12. </a:t>
            </a:r>
            <a:r>
              <a:rPr lang="en-US" sz="2300" b="1" dirty="0">
                <a:latin typeface="+mj-lt"/>
              </a:rPr>
              <a:t>Raju lends Rs. 3000 to Bharath and a certain sum to Charan at the same time at 6% per annum simple interest. If after 5 years, Raju altogether receives Rs. 1650 as interest from Bharath and Charan, what is the sum lent to Charan? </a:t>
            </a:r>
          </a:p>
          <a:p>
            <a:pPr>
              <a:lnSpc>
                <a:spcPct val="150000"/>
              </a:lnSpc>
            </a:pPr>
            <a:r>
              <a:rPr lang="en-US" sz="2300" b="1" dirty="0">
                <a:latin typeface="+mj-lt"/>
              </a:rPr>
              <a:t>A. Rs. 2500</a:t>
            </a:r>
          </a:p>
          <a:p>
            <a:pPr>
              <a:lnSpc>
                <a:spcPct val="150000"/>
              </a:lnSpc>
            </a:pPr>
            <a:r>
              <a:rPr lang="en-US" sz="2300" b="1" dirty="0">
                <a:latin typeface="+mj-lt"/>
              </a:rPr>
              <a:t>B. Rs. 2750</a:t>
            </a:r>
          </a:p>
          <a:p>
            <a:pPr>
              <a:lnSpc>
                <a:spcPct val="150000"/>
              </a:lnSpc>
            </a:pPr>
            <a:r>
              <a:rPr lang="en-US" sz="2300" b="1" dirty="0">
                <a:latin typeface="+mj-lt"/>
              </a:rPr>
              <a:t>C. Rs. 3250</a:t>
            </a:r>
          </a:p>
          <a:p>
            <a:pPr>
              <a:lnSpc>
                <a:spcPct val="150000"/>
              </a:lnSpc>
            </a:pPr>
            <a:r>
              <a:rPr lang="en-US" sz="2300" b="1" dirty="0">
                <a:latin typeface="+mj-lt"/>
              </a:rPr>
              <a:t>D. Rs. 3300</a:t>
            </a:r>
            <a:endParaRPr lang="en-IN" sz="2300" b="1" dirty="0">
              <a:latin typeface="+mj-lt"/>
            </a:endParaRPr>
          </a:p>
        </p:txBody>
      </p:sp>
    </p:spTree>
    <p:extLst>
      <p:ext uri="{BB962C8B-B14F-4D97-AF65-F5344CB8AC3E}">
        <p14:creationId xmlns:p14="http://schemas.microsoft.com/office/powerpoint/2010/main" val="1798268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F327C-9BAA-0C6C-2B52-16014FF3C85C}"/>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39167448-3B56-3630-3BE7-5E333D5E7AB2}"/>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E577571E-409C-99F5-BA95-8784A0917CB2}"/>
              </a:ext>
            </a:extLst>
          </p:cNvPr>
          <p:cNvSpPr>
            <a:spLocks noGrp="1"/>
          </p:cNvSpPr>
          <p:nvPr>
            <p:ph type="sldNum" sz="quarter" idx="12"/>
          </p:nvPr>
        </p:nvSpPr>
        <p:spPr/>
        <p:txBody>
          <a:bodyPr/>
          <a:lstStyle/>
          <a:p>
            <a:fld id="{6EFE7C99-B088-4EBB-BFF6-BECCC96D5DD8}" type="slidenum">
              <a:rPr lang="en-US" smtClean="0"/>
              <a:t>16</a:t>
            </a:fld>
            <a:endParaRPr lang="en-US"/>
          </a:p>
        </p:txBody>
      </p:sp>
      <p:pic>
        <p:nvPicPr>
          <p:cNvPr id="3" name="Picture 2" descr="A yellow and blue sign with words">
            <a:extLst>
              <a:ext uri="{FF2B5EF4-FFF2-40B4-BE49-F238E27FC236}">
                <a16:creationId xmlns:a16="http://schemas.microsoft.com/office/drawing/2014/main" id="{89E31D8B-CD81-1E52-21A7-3CEBA267C4F1}"/>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A9D382AD-CE11-8762-2D41-AD3B69836654}"/>
              </a:ext>
            </a:extLst>
          </p:cNvPr>
          <p:cNvSpPr txBox="1"/>
          <p:nvPr/>
        </p:nvSpPr>
        <p:spPr>
          <a:xfrm>
            <a:off x="380637" y="354764"/>
            <a:ext cx="9797505" cy="3745769"/>
          </a:xfrm>
          <a:prstGeom prst="rect">
            <a:avLst/>
          </a:prstGeom>
          <a:noFill/>
        </p:spPr>
        <p:txBody>
          <a:bodyPr wrap="square">
            <a:spAutoFit/>
          </a:bodyPr>
          <a:lstStyle/>
          <a:p>
            <a:pPr algn="just">
              <a:lnSpc>
                <a:spcPct val="150000"/>
              </a:lnSpc>
            </a:pPr>
            <a:r>
              <a:rPr lang="en-IN" sz="2300" b="1" dirty="0">
                <a:latin typeface="+mj-lt"/>
              </a:rPr>
              <a:t>13. </a:t>
            </a:r>
            <a:r>
              <a:rPr lang="en-US" sz="2300" b="1" dirty="0">
                <a:latin typeface="+mj-lt"/>
              </a:rPr>
              <a:t>A sum was lent at simple interest at a certain rate for 6 years. Had it been lent at 3% higher, it would have fetched Rs. 540 more. What was the sum? </a:t>
            </a:r>
          </a:p>
          <a:p>
            <a:pPr algn="just">
              <a:lnSpc>
                <a:spcPct val="150000"/>
              </a:lnSpc>
            </a:pPr>
            <a:r>
              <a:rPr lang="en-US" sz="2300" b="1" dirty="0">
                <a:latin typeface="+mj-lt"/>
              </a:rPr>
              <a:t>A. Rs. 3200</a:t>
            </a:r>
          </a:p>
          <a:p>
            <a:pPr algn="just">
              <a:lnSpc>
                <a:spcPct val="150000"/>
              </a:lnSpc>
            </a:pPr>
            <a:r>
              <a:rPr lang="en-US" sz="2300" b="1" dirty="0">
                <a:latin typeface="+mj-lt"/>
              </a:rPr>
              <a:t>B. Rs. 3300</a:t>
            </a:r>
          </a:p>
          <a:p>
            <a:pPr algn="just">
              <a:lnSpc>
                <a:spcPct val="150000"/>
              </a:lnSpc>
            </a:pPr>
            <a:r>
              <a:rPr lang="en-US" sz="2300" b="1" dirty="0">
                <a:latin typeface="+mj-lt"/>
              </a:rPr>
              <a:t>C. Rs. 3000</a:t>
            </a:r>
          </a:p>
          <a:p>
            <a:pPr algn="just">
              <a:lnSpc>
                <a:spcPct val="150000"/>
              </a:lnSpc>
            </a:pPr>
            <a:r>
              <a:rPr lang="en-US" sz="2300" b="1" dirty="0">
                <a:latin typeface="+mj-lt"/>
              </a:rPr>
              <a:t>D. Rs. 2750</a:t>
            </a:r>
            <a:endParaRPr lang="en-IN" sz="2300" b="1" dirty="0">
              <a:latin typeface="+mj-lt"/>
            </a:endParaRPr>
          </a:p>
        </p:txBody>
      </p:sp>
    </p:spTree>
    <p:extLst>
      <p:ext uri="{BB962C8B-B14F-4D97-AF65-F5344CB8AC3E}">
        <p14:creationId xmlns:p14="http://schemas.microsoft.com/office/powerpoint/2010/main" val="1826707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A18B0-7A27-BC0B-00F6-844E2BD132E7}"/>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268C652A-B35E-F3CF-BB39-52A59BE8DDC0}"/>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27DC4D29-2724-EB53-6211-4D43C3DDC6FF}"/>
              </a:ext>
            </a:extLst>
          </p:cNvPr>
          <p:cNvSpPr>
            <a:spLocks noGrp="1"/>
          </p:cNvSpPr>
          <p:nvPr>
            <p:ph type="sldNum" sz="quarter" idx="12"/>
          </p:nvPr>
        </p:nvSpPr>
        <p:spPr/>
        <p:txBody>
          <a:bodyPr/>
          <a:lstStyle/>
          <a:p>
            <a:fld id="{6EFE7C99-B088-4EBB-BFF6-BECCC96D5DD8}" type="slidenum">
              <a:rPr lang="en-US" smtClean="0"/>
              <a:t>17</a:t>
            </a:fld>
            <a:endParaRPr lang="en-US"/>
          </a:p>
        </p:txBody>
      </p:sp>
      <p:pic>
        <p:nvPicPr>
          <p:cNvPr id="3" name="Picture 2" descr="A yellow and blue sign with words">
            <a:extLst>
              <a:ext uri="{FF2B5EF4-FFF2-40B4-BE49-F238E27FC236}">
                <a16:creationId xmlns:a16="http://schemas.microsoft.com/office/drawing/2014/main" id="{2D81D52D-7749-79C6-49F9-9616B890BFDF}"/>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9E222586-BA37-3866-D1A3-5121560A95A2}"/>
              </a:ext>
            </a:extLst>
          </p:cNvPr>
          <p:cNvSpPr txBox="1"/>
          <p:nvPr/>
        </p:nvSpPr>
        <p:spPr>
          <a:xfrm>
            <a:off x="380637" y="354764"/>
            <a:ext cx="9797505" cy="3745769"/>
          </a:xfrm>
          <a:prstGeom prst="rect">
            <a:avLst/>
          </a:prstGeom>
          <a:noFill/>
        </p:spPr>
        <p:txBody>
          <a:bodyPr wrap="square">
            <a:spAutoFit/>
          </a:bodyPr>
          <a:lstStyle/>
          <a:p>
            <a:pPr algn="just">
              <a:lnSpc>
                <a:spcPct val="150000"/>
              </a:lnSpc>
            </a:pPr>
            <a:r>
              <a:rPr lang="en-IN" sz="2300" b="1" dirty="0">
                <a:latin typeface="+mj-lt"/>
              </a:rPr>
              <a:t>14. </a:t>
            </a:r>
            <a:r>
              <a:rPr lang="en-US" sz="2300" b="1" dirty="0">
                <a:latin typeface="+mj-lt"/>
              </a:rPr>
              <a:t>A certain sum of money invested at Simple Interest (S.I.) amounts to ₹990 in 3 years and to ₹1125 in 4 1/2years. What is the rate of interest per annum? </a:t>
            </a:r>
          </a:p>
          <a:p>
            <a:pPr marL="457200" indent="-457200" algn="just">
              <a:lnSpc>
                <a:spcPct val="150000"/>
              </a:lnSpc>
              <a:buAutoNum type="alphaUcPeriod"/>
            </a:pPr>
            <a:r>
              <a:rPr lang="en-US" sz="2300" b="1" dirty="0">
                <a:latin typeface="+mj-lt"/>
              </a:rPr>
              <a:t>13%</a:t>
            </a:r>
          </a:p>
          <a:p>
            <a:pPr algn="just">
              <a:lnSpc>
                <a:spcPct val="150000"/>
              </a:lnSpc>
            </a:pPr>
            <a:r>
              <a:rPr lang="en-US" sz="2300" b="1" dirty="0">
                <a:latin typeface="+mj-lt"/>
              </a:rPr>
              <a:t>B. 12%</a:t>
            </a:r>
          </a:p>
          <a:p>
            <a:pPr algn="just">
              <a:lnSpc>
                <a:spcPct val="150000"/>
              </a:lnSpc>
            </a:pPr>
            <a:r>
              <a:rPr lang="en-US" sz="2300" b="1" dirty="0">
                <a:latin typeface="+mj-lt"/>
              </a:rPr>
              <a:t>C. 13.5%</a:t>
            </a:r>
          </a:p>
          <a:p>
            <a:pPr algn="just">
              <a:lnSpc>
                <a:spcPct val="150000"/>
              </a:lnSpc>
            </a:pPr>
            <a:r>
              <a:rPr lang="en-US" sz="2300" b="1" dirty="0">
                <a:latin typeface="+mj-lt"/>
              </a:rPr>
              <a:t>D. 12.5%</a:t>
            </a:r>
            <a:endParaRPr lang="en-IN" sz="2300" b="1" dirty="0">
              <a:latin typeface="+mj-lt"/>
            </a:endParaRPr>
          </a:p>
        </p:txBody>
      </p:sp>
    </p:spTree>
    <p:extLst>
      <p:ext uri="{BB962C8B-B14F-4D97-AF65-F5344CB8AC3E}">
        <p14:creationId xmlns:p14="http://schemas.microsoft.com/office/powerpoint/2010/main" val="487721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71736-0A4D-8E13-BBD1-13D27FDADA60}"/>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1DB7B771-0EA0-0390-F732-497D53201DD2}"/>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51B0E2DD-420E-D37D-F6F3-FA206076311D}"/>
              </a:ext>
            </a:extLst>
          </p:cNvPr>
          <p:cNvSpPr>
            <a:spLocks noGrp="1"/>
          </p:cNvSpPr>
          <p:nvPr>
            <p:ph type="sldNum" sz="quarter" idx="12"/>
          </p:nvPr>
        </p:nvSpPr>
        <p:spPr/>
        <p:txBody>
          <a:bodyPr/>
          <a:lstStyle/>
          <a:p>
            <a:fld id="{6EFE7C99-B088-4EBB-BFF6-BECCC96D5DD8}" type="slidenum">
              <a:rPr lang="en-US" smtClean="0"/>
              <a:t>18</a:t>
            </a:fld>
            <a:endParaRPr lang="en-US"/>
          </a:p>
        </p:txBody>
      </p:sp>
      <p:pic>
        <p:nvPicPr>
          <p:cNvPr id="3" name="Picture 2" descr="A yellow and blue sign with words">
            <a:extLst>
              <a:ext uri="{FF2B5EF4-FFF2-40B4-BE49-F238E27FC236}">
                <a16:creationId xmlns:a16="http://schemas.microsoft.com/office/drawing/2014/main" id="{B783073D-5D1D-85EC-86B4-323555BD6413}"/>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A5D411DA-9982-DC88-0212-25ABBCE6DC1C}"/>
              </a:ext>
            </a:extLst>
          </p:cNvPr>
          <p:cNvSpPr txBox="1"/>
          <p:nvPr/>
        </p:nvSpPr>
        <p:spPr>
          <a:xfrm>
            <a:off x="380637" y="354764"/>
            <a:ext cx="9797505" cy="3631763"/>
          </a:xfrm>
          <a:prstGeom prst="rect">
            <a:avLst/>
          </a:prstGeom>
          <a:noFill/>
        </p:spPr>
        <p:txBody>
          <a:bodyPr wrap="square">
            <a:spAutoFit/>
          </a:bodyPr>
          <a:lstStyle/>
          <a:p>
            <a:pPr algn="just"/>
            <a:r>
              <a:rPr lang="en-IN" sz="2300" b="1" dirty="0">
                <a:latin typeface="+mj-lt"/>
              </a:rPr>
              <a:t>15. </a:t>
            </a:r>
            <a:r>
              <a:rPr lang="en-US" sz="2300" b="1" dirty="0">
                <a:latin typeface="+mj-lt"/>
              </a:rPr>
              <a:t>A person invested a certain amount in two different schemes A and B at the rate of interest 10% and 15% respectively. If the amount invested in scheme B was two-third of the amount invested in scheme A and the total interest in one year was Rs. 2400, what was the amount invested in scheme B? </a:t>
            </a:r>
          </a:p>
          <a:p>
            <a:pPr algn="just"/>
            <a:r>
              <a:rPr lang="en-US" sz="2300" b="1" dirty="0">
                <a:latin typeface="+mj-lt"/>
              </a:rPr>
              <a:t>A. Rs. 12000</a:t>
            </a:r>
          </a:p>
          <a:p>
            <a:pPr algn="just"/>
            <a:r>
              <a:rPr lang="en-US" sz="2300" b="1" dirty="0">
                <a:latin typeface="+mj-lt"/>
              </a:rPr>
              <a:t>B. Rs. 9000</a:t>
            </a:r>
          </a:p>
          <a:p>
            <a:pPr algn="just"/>
            <a:r>
              <a:rPr lang="en-US" sz="2300" b="1" dirty="0">
                <a:latin typeface="+mj-lt"/>
              </a:rPr>
              <a:t>C. Rs. 7000</a:t>
            </a:r>
          </a:p>
          <a:p>
            <a:pPr algn="just"/>
            <a:r>
              <a:rPr lang="en-US" sz="2300" b="1" dirty="0">
                <a:latin typeface="+mj-lt"/>
              </a:rPr>
              <a:t>D. Rs. 8000</a:t>
            </a:r>
            <a:endParaRPr lang="en-IN" sz="2300" b="1" dirty="0">
              <a:latin typeface="+mj-lt"/>
            </a:endParaRPr>
          </a:p>
        </p:txBody>
      </p:sp>
    </p:spTree>
    <p:extLst>
      <p:ext uri="{BB962C8B-B14F-4D97-AF65-F5344CB8AC3E}">
        <p14:creationId xmlns:p14="http://schemas.microsoft.com/office/powerpoint/2010/main" val="2397010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1D117-F4DA-2AEA-2162-F2B801A6076C}"/>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3049B284-1599-0D2C-1436-34A55A3FEE9A}"/>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444DDE72-366D-B57F-8F12-48E5490B2F79}"/>
              </a:ext>
            </a:extLst>
          </p:cNvPr>
          <p:cNvSpPr>
            <a:spLocks noGrp="1"/>
          </p:cNvSpPr>
          <p:nvPr>
            <p:ph type="sldNum" sz="quarter" idx="12"/>
          </p:nvPr>
        </p:nvSpPr>
        <p:spPr/>
        <p:txBody>
          <a:bodyPr/>
          <a:lstStyle/>
          <a:p>
            <a:fld id="{6EFE7C99-B088-4EBB-BFF6-BECCC96D5DD8}" type="slidenum">
              <a:rPr lang="en-US" smtClean="0"/>
              <a:t>19</a:t>
            </a:fld>
            <a:endParaRPr lang="en-US"/>
          </a:p>
        </p:txBody>
      </p:sp>
      <p:pic>
        <p:nvPicPr>
          <p:cNvPr id="3" name="Picture 2" descr="A yellow and blue sign with words">
            <a:extLst>
              <a:ext uri="{FF2B5EF4-FFF2-40B4-BE49-F238E27FC236}">
                <a16:creationId xmlns:a16="http://schemas.microsoft.com/office/drawing/2014/main" id="{B4139630-5FCA-4A93-E07A-E183285783C3}"/>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A4A7A816-E992-6E46-AB6D-3724162028C5}"/>
              </a:ext>
            </a:extLst>
          </p:cNvPr>
          <p:cNvSpPr txBox="1"/>
          <p:nvPr/>
        </p:nvSpPr>
        <p:spPr>
          <a:xfrm>
            <a:off x="380637" y="354764"/>
            <a:ext cx="9797505" cy="3527889"/>
          </a:xfrm>
          <a:prstGeom prst="rect">
            <a:avLst/>
          </a:prstGeom>
          <a:noFill/>
        </p:spPr>
        <p:txBody>
          <a:bodyPr wrap="square">
            <a:spAutoFit/>
          </a:bodyPr>
          <a:lstStyle/>
          <a:p>
            <a:pPr lvl="0">
              <a:lnSpc>
                <a:spcPct val="115000"/>
              </a:lnSpc>
              <a:spcBef>
                <a:spcPts val="1200"/>
              </a:spcBef>
              <a:buClr>
                <a:schemeClr val="dk1"/>
              </a:buClr>
              <a:buSzPts val="1100"/>
            </a:pPr>
            <a:r>
              <a:rPr lang="en-IN" sz="2300" b="1" dirty="0">
                <a:latin typeface="+mj-lt"/>
              </a:rPr>
              <a:t>16. </a:t>
            </a:r>
            <a:r>
              <a:rPr lang="en-US" sz="2300" b="1" dirty="0">
                <a:latin typeface="+mj-lt"/>
              </a:rPr>
              <a:t>A sum of money invested at simple interest amounts to ₹1,770 in 3 years and to ₹2,130 in 7 years. How much is the sum invested? </a:t>
            </a:r>
          </a:p>
          <a:p>
            <a:pPr marL="457200" lvl="0" indent="-330200">
              <a:lnSpc>
                <a:spcPct val="150000"/>
              </a:lnSpc>
              <a:spcBef>
                <a:spcPts val="1200"/>
              </a:spcBef>
              <a:buSzPts val="1600"/>
              <a:buAutoNum type="alphaUcPeriod"/>
            </a:pPr>
            <a:r>
              <a:rPr lang="en-US" sz="2300" b="1" dirty="0">
                <a:latin typeface="+mj-lt"/>
              </a:rPr>
              <a:t>₹1,740</a:t>
            </a:r>
          </a:p>
          <a:p>
            <a:pPr marL="457200" lvl="0" indent="-330200">
              <a:lnSpc>
                <a:spcPct val="150000"/>
              </a:lnSpc>
              <a:buSzPts val="1600"/>
              <a:buAutoNum type="alphaUcPeriod"/>
            </a:pPr>
            <a:r>
              <a:rPr lang="en-US" sz="2300" b="1" dirty="0">
                <a:latin typeface="+mj-lt"/>
              </a:rPr>
              <a:t>₹1,500</a:t>
            </a:r>
          </a:p>
          <a:p>
            <a:pPr marL="457200" lvl="0" indent="-330200">
              <a:lnSpc>
                <a:spcPct val="150000"/>
              </a:lnSpc>
              <a:buSzPts val="1600"/>
              <a:buAutoNum type="alphaUcPeriod"/>
            </a:pPr>
            <a:r>
              <a:rPr lang="en-US" sz="2300" b="1" dirty="0">
                <a:latin typeface="+mj-lt"/>
              </a:rPr>
              <a:t>₹1,480</a:t>
            </a:r>
          </a:p>
          <a:p>
            <a:pPr marL="457200" lvl="0" indent="-330200">
              <a:lnSpc>
                <a:spcPct val="150000"/>
              </a:lnSpc>
              <a:buSzPts val="1600"/>
              <a:buAutoNum type="alphaUcPeriod"/>
            </a:pPr>
            <a:r>
              <a:rPr lang="en-US" sz="2300" b="1" dirty="0">
                <a:latin typeface="+mj-lt"/>
              </a:rPr>
              <a:t>₹1,600</a:t>
            </a:r>
            <a:endParaRPr lang="en-IN" sz="2300" b="1" dirty="0">
              <a:latin typeface="+mj-lt"/>
            </a:endParaRPr>
          </a:p>
        </p:txBody>
      </p:sp>
    </p:spTree>
    <p:extLst>
      <p:ext uri="{BB962C8B-B14F-4D97-AF65-F5344CB8AC3E}">
        <p14:creationId xmlns:p14="http://schemas.microsoft.com/office/powerpoint/2010/main" val="3541647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106BC-5177-943C-9FE3-E6BA7C3E7313}"/>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63D8FEEE-3AE7-C567-2EE1-A925B4E5AF98}"/>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B624719C-3052-BDC9-A87C-22CF7CF27A22}"/>
              </a:ext>
            </a:extLst>
          </p:cNvPr>
          <p:cNvSpPr>
            <a:spLocks noGrp="1"/>
          </p:cNvSpPr>
          <p:nvPr>
            <p:ph type="sldNum" sz="quarter" idx="12"/>
          </p:nvPr>
        </p:nvSpPr>
        <p:spPr/>
        <p:txBody>
          <a:bodyPr/>
          <a:lstStyle/>
          <a:p>
            <a:fld id="{6EFE7C99-B088-4EBB-BFF6-BECCC96D5DD8}" type="slidenum">
              <a:rPr lang="en-US" smtClean="0"/>
              <a:t>20</a:t>
            </a:fld>
            <a:endParaRPr lang="en-US"/>
          </a:p>
        </p:txBody>
      </p:sp>
      <p:pic>
        <p:nvPicPr>
          <p:cNvPr id="3" name="Picture 2" descr="A yellow and blue sign with words">
            <a:extLst>
              <a:ext uri="{FF2B5EF4-FFF2-40B4-BE49-F238E27FC236}">
                <a16:creationId xmlns:a16="http://schemas.microsoft.com/office/drawing/2014/main" id="{6B1FB581-6B05-C7EB-53B2-A3C2F5FE829B}"/>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C9FF94B0-C50A-F30E-BB13-9BC803CCA5B9}"/>
              </a:ext>
            </a:extLst>
          </p:cNvPr>
          <p:cNvSpPr txBox="1"/>
          <p:nvPr/>
        </p:nvSpPr>
        <p:spPr>
          <a:xfrm>
            <a:off x="380637" y="354764"/>
            <a:ext cx="9797505" cy="3525004"/>
          </a:xfrm>
          <a:prstGeom prst="rect">
            <a:avLst/>
          </a:prstGeom>
          <a:noFill/>
        </p:spPr>
        <p:txBody>
          <a:bodyPr wrap="square">
            <a:spAutoFit/>
          </a:bodyPr>
          <a:lstStyle/>
          <a:p>
            <a:pPr lvl="0" algn="just">
              <a:lnSpc>
                <a:spcPct val="115000"/>
              </a:lnSpc>
              <a:spcBef>
                <a:spcPts val="1200"/>
              </a:spcBef>
              <a:buClr>
                <a:schemeClr val="dk1"/>
              </a:buClr>
              <a:buSzPts val="1100"/>
            </a:pPr>
            <a:r>
              <a:rPr lang="en-IN" sz="2300" b="1" dirty="0">
                <a:latin typeface="+mj-lt"/>
              </a:rPr>
              <a:t>17. </a:t>
            </a:r>
            <a:r>
              <a:rPr lang="en-US" sz="2300" b="1" dirty="0">
                <a:latin typeface="+mj-lt"/>
              </a:rPr>
              <a:t>Ramesh took a loan at a simple interest of 6% with an increase of 0.5% in each subsequent year. If he paid an interest of ₹4,375 after 5 years, how much loan did he take?</a:t>
            </a:r>
          </a:p>
          <a:p>
            <a:pPr lvl="0" algn="just">
              <a:lnSpc>
                <a:spcPct val="115000"/>
              </a:lnSpc>
              <a:spcBef>
                <a:spcPts val="1200"/>
              </a:spcBef>
              <a:buClr>
                <a:schemeClr val="dk1"/>
              </a:buClr>
              <a:buSzPts val="1100"/>
            </a:pPr>
            <a:r>
              <a:rPr lang="en-US" sz="2300" b="1" dirty="0">
                <a:latin typeface="+mj-lt"/>
              </a:rPr>
              <a:t>₹12,000</a:t>
            </a:r>
          </a:p>
          <a:p>
            <a:pPr lvl="0" algn="just">
              <a:lnSpc>
                <a:spcPct val="115000"/>
              </a:lnSpc>
              <a:spcBef>
                <a:spcPts val="1200"/>
              </a:spcBef>
              <a:buClr>
                <a:schemeClr val="dk1"/>
              </a:buClr>
              <a:buSzPts val="1100"/>
            </a:pPr>
            <a:r>
              <a:rPr lang="en-US" sz="2300" b="1" dirty="0">
                <a:latin typeface="+mj-lt"/>
              </a:rPr>
              <a:t>₹12,500</a:t>
            </a:r>
          </a:p>
          <a:p>
            <a:pPr lvl="0" algn="just">
              <a:lnSpc>
                <a:spcPct val="115000"/>
              </a:lnSpc>
              <a:spcBef>
                <a:spcPts val="1200"/>
              </a:spcBef>
              <a:buClr>
                <a:schemeClr val="dk1"/>
              </a:buClr>
              <a:buSzPts val="1100"/>
            </a:pPr>
            <a:r>
              <a:rPr lang="en-US" sz="2300" b="1" dirty="0">
                <a:latin typeface="+mj-lt"/>
              </a:rPr>
              <a:t>₹13,000</a:t>
            </a:r>
          </a:p>
          <a:p>
            <a:pPr lvl="0" algn="just">
              <a:lnSpc>
                <a:spcPct val="115000"/>
              </a:lnSpc>
              <a:spcBef>
                <a:spcPts val="1200"/>
              </a:spcBef>
              <a:buClr>
                <a:schemeClr val="dk1"/>
              </a:buClr>
              <a:buSzPts val="1100"/>
            </a:pPr>
            <a:r>
              <a:rPr lang="en-US" sz="2300" b="1" dirty="0">
                <a:latin typeface="+mj-lt"/>
              </a:rPr>
              <a:t>₹13,500</a:t>
            </a:r>
            <a:endParaRPr lang="en-IN" sz="2300" b="1" dirty="0">
              <a:latin typeface="+mj-lt"/>
            </a:endParaRPr>
          </a:p>
        </p:txBody>
      </p:sp>
    </p:spTree>
    <p:extLst>
      <p:ext uri="{BB962C8B-B14F-4D97-AF65-F5344CB8AC3E}">
        <p14:creationId xmlns:p14="http://schemas.microsoft.com/office/powerpoint/2010/main" val="1198958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40ADD-8654-3304-F844-5B4278F0D3E2}"/>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9BF198F4-60E9-B4E6-CBFC-E14028404941}"/>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F7F5EAEE-7E17-0057-6238-CC82289BC5FD}"/>
              </a:ext>
            </a:extLst>
          </p:cNvPr>
          <p:cNvSpPr>
            <a:spLocks noGrp="1"/>
          </p:cNvSpPr>
          <p:nvPr>
            <p:ph type="sldNum" sz="quarter" idx="12"/>
          </p:nvPr>
        </p:nvSpPr>
        <p:spPr/>
        <p:txBody>
          <a:bodyPr/>
          <a:lstStyle/>
          <a:p>
            <a:fld id="{6EFE7C99-B088-4EBB-BFF6-BECCC96D5DD8}" type="slidenum">
              <a:rPr lang="en-US" smtClean="0"/>
              <a:t>21</a:t>
            </a:fld>
            <a:endParaRPr lang="en-US"/>
          </a:p>
        </p:txBody>
      </p:sp>
      <p:pic>
        <p:nvPicPr>
          <p:cNvPr id="3" name="Picture 2" descr="A yellow and blue sign with words">
            <a:extLst>
              <a:ext uri="{FF2B5EF4-FFF2-40B4-BE49-F238E27FC236}">
                <a16:creationId xmlns:a16="http://schemas.microsoft.com/office/drawing/2014/main" id="{7D3742D7-6578-C44F-A89C-822AD2FDE18D}"/>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9CB3631F-EDAE-9979-7090-BF8AFD5C7CF9}"/>
              </a:ext>
            </a:extLst>
          </p:cNvPr>
          <p:cNvSpPr txBox="1"/>
          <p:nvPr/>
        </p:nvSpPr>
        <p:spPr>
          <a:xfrm>
            <a:off x="380637" y="354764"/>
            <a:ext cx="9797505" cy="3525132"/>
          </a:xfrm>
          <a:prstGeom prst="rect">
            <a:avLst/>
          </a:prstGeom>
          <a:noFill/>
        </p:spPr>
        <p:txBody>
          <a:bodyPr wrap="square">
            <a:spAutoFit/>
          </a:bodyPr>
          <a:lstStyle/>
          <a:p>
            <a:pPr lvl="0">
              <a:lnSpc>
                <a:spcPct val="115000"/>
              </a:lnSpc>
              <a:spcBef>
                <a:spcPts val="1200"/>
              </a:spcBef>
              <a:buClr>
                <a:schemeClr val="dk1"/>
              </a:buClr>
              <a:buSzPts val="1100"/>
            </a:pPr>
            <a:r>
              <a:rPr lang="en-IN" sz="2300" b="1" dirty="0">
                <a:latin typeface="+mj-lt"/>
              </a:rPr>
              <a:t>18. </a:t>
            </a:r>
            <a:r>
              <a:rPr lang="en-US" sz="2300" b="1" dirty="0">
                <a:latin typeface="+mj-lt"/>
              </a:rPr>
              <a:t>A sum invested on simple interest grows to Rs.22500 and Rs.25500 in seven and nine years respectively. What is the rate percentage of the interest?</a:t>
            </a:r>
          </a:p>
          <a:p>
            <a:pPr lvl="0">
              <a:lnSpc>
                <a:spcPct val="115000"/>
              </a:lnSpc>
              <a:spcBef>
                <a:spcPts val="1200"/>
              </a:spcBef>
              <a:buClr>
                <a:schemeClr val="dk1"/>
              </a:buClr>
              <a:buSzPts val="1100"/>
            </a:pPr>
            <a:r>
              <a:rPr lang="en-US" sz="2300" b="1" dirty="0">
                <a:latin typeface="+mj-lt"/>
              </a:rPr>
              <a:t>A. 7.5</a:t>
            </a:r>
          </a:p>
          <a:p>
            <a:pPr lvl="0">
              <a:lnSpc>
                <a:spcPct val="115000"/>
              </a:lnSpc>
              <a:spcBef>
                <a:spcPts val="1200"/>
              </a:spcBef>
              <a:buClr>
                <a:schemeClr val="dk1"/>
              </a:buClr>
              <a:buSzPts val="1100"/>
            </a:pPr>
            <a:r>
              <a:rPr lang="en-US" sz="2300" b="1" dirty="0">
                <a:latin typeface="+mj-lt"/>
              </a:rPr>
              <a:t>B. 9.6</a:t>
            </a:r>
          </a:p>
          <a:p>
            <a:pPr lvl="0">
              <a:lnSpc>
                <a:spcPct val="115000"/>
              </a:lnSpc>
              <a:spcBef>
                <a:spcPts val="1200"/>
              </a:spcBef>
              <a:buClr>
                <a:schemeClr val="dk1"/>
              </a:buClr>
              <a:buSzPts val="1100"/>
            </a:pPr>
            <a:r>
              <a:rPr lang="en-US" sz="2300" b="1" dirty="0">
                <a:latin typeface="+mj-lt"/>
              </a:rPr>
              <a:t>C. 13.5</a:t>
            </a:r>
          </a:p>
          <a:p>
            <a:pPr lvl="0">
              <a:lnSpc>
                <a:spcPct val="115000"/>
              </a:lnSpc>
              <a:spcBef>
                <a:spcPts val="1200"/>
              </a:spcBef>
              <a:buClr>
                <a:schemeClr val="dk1"/>
              </a:buClr>
              <a:buSzPts val="1100"/>
            </a:pPr>
            <a:r>
              <a:rPr lang="en-US" sz="2300" b="1" dirty="0">
                <a:latin typeface="+mj-lt"/>
              </a:rPr>
              <a:t>D. 12.5</a:t>
            </a:r>
            <a:endParaRPr lang="en-IN" sz="2300" b="1" dirty="0">
              <a:latin typeface="+mj-lt"/>
            </a:endParaRPr>
          </a:p>
        </p:txBody>
      </p:sp>
    </p:spTree>
    <p:extLst>
      <p:ext uri="{BB962C8B-B14F-4D97-AF65-F5344CB8AC3E}">
        <p14:creationId xmlns:p14="http://schemas.microsoft.com/office/powerpoint/2010/main" val="819626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FCDF1-A79D-BB79-41A6-165A7FF2FBAD}"/>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58C756C1-ABD1-FBF7-0359-77B7A56332A1}"/>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0CC354AA-411A-4F47-7DA7-40BD49F483DF}"/>
              </a:ext>
            </a:extLst>
          </p:cNvPr>
          <p:cNvSpPr>
            <a:spLocks noGrp="1"/>
          </p:cNvSpPr>
          <p:nvPr>
            <p:ph type="sldNum" sz="quarter" idx="12"/>
          </p:nvPr>
        </p:nvSpPr>
        <p:spPr/>
        <p:txBody>
          <a:bodyPr/>
          <a:lstStyle/>
          <a:p>
            <a:fld id="{6EFE7C99-B088-4EBB-BFF6-BECCC96D5DD8}" type="slidenum">
              <a:rPr lang="en-US" smtClean="0"/>
              <a:t>22</a:t>
            </a:fld>
            <a:endParaRPr lang="en-US"/>
          </a:p>
        </p:txBody>
      </p:sp>
      <p:pic>
        <p:nvPicPr>
          <p:cNvPr id="3" name="Picture 2" descr="A yellow and blue sign with words">
            <a:extLst>
              <a:ext uri="{FF2B5EF4-FFF2-40B4-BE49-F238E27FC236}">
                <a16:creationId xmlns:a16="http://schemas.microsoft.com/office/drawing/2014/main" id="{A6649CBE-E4F1-6B69-BAA8-A267E2802DF9}"/>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B4BF1BEE-AD19-1FC1-4116-E6E33308DA11}"/>
              </a:ext>
            </a:extLst>
          </p:cNvPr>
          <p:cNvSpPr txBox="1"/>
          <p:nvPr/>
        </p:nvSpPr>
        <p:spPr>
          <a:xfrm>
            <a:off x="380637" y="354764"/>
            <a:ext cx="9797505" cy="3525132"/>
          </a:xfrm>
          <a:prstGeom prst="rect">
            <a:avLst/>
          </a:prstGeom>
          <a:noFill/>
        </p:spPr>
        <p:txBody>
          <a:bodyPr wrap="square">
            <a:spAutoFit/>
          </a:bodyPr>
          <a:lstStyle/>
          <a:p>
            <a:pPr lvl="0" algn="just">
              <a:lnSpc>
                <a:spcPct val="115000"/>
              </a:lnSpc>
              <a:spcBef>
                <a:spcPts val="1200"/>
              </a:spcBef>
              <a:buClr>
                <a:schemeClr val="dk1"/>
              </a:buClr>
              <a:buSzPts val="1100"/>
            </a:pPr>
            <a:r>
              <a:rPr lang="en-IN" sz="2300" b="1" dirty="0">
                <a:latin typeface="+mj-lt"/>
              </a:rPr>
              <a:t>19. </a:t>
            </a:r>
            <a:r>
              <a:rPr lang="en-US" sz="2300" b="1" dirty="0">
                <a:latin typeface="+mj-lt"/>
              </a:rPr>
              <a:t>Madhav borrowed Rs. 60000 from a bank at the rate of 12% per annum. Find the amount to be paid by him at the end of the 3 years and 8 months?	</a:t>
            </a:r>
          </a:p>
          <a:p>
            <a:pPr lvl="0" algn="just">
              <a:lnSpc>
                <a:spcPct val="115000"/>
              </a:lnSpc>
              <a:spcBef>
                <a:spcPts val="1200"/>
              </a:spcBef>
              <a:buClr>
                <a:schemeClr val="dk1"/>
              </a:buClr>
              <a:buSzPts val="1100"/>
            </a:pPr>
            <a:r>
              <a:rPr lang="en-US" sz="2300" b="1" dirty="0">
                <a:latin typeface="+mj-lt"/>
              </a:rPr>
              <a:t>A. 86400</a:t>
            </a:r>
          </a:p>
          <a:p>
            <a:pPr lvl="0" algn="just">
              <a:lnSpc>
                <a:spcPct val="115000"/>
              </a:lnSpc>
              <a:spcBef>
                <a:spcPts val="1200"/>
              </a:spcBef>
              <a:buClr>
                <a:schemeClr val="dk1"/>
              </a:buClr>
              <a:buSzPts val="1100"/>
            </a:pPr>
            <a:r>
              <a:rPr lang="en-US" sz="2300" b="1" dirty="0">
                <a:latin typeface="+mj-lt"/>
              </a:rPr>
              <a:t>B. 26400</a:t>
            </a:r>
          </a:p>
          <a:p>
            <a:pPr lvl="0" algn="just">
              <a:lnSpc>
                <a:spcPct val="115000"/>
              </a:lnSpc>
              <a:spcBef>
                <a:spcPts val="1200"/>
              </a:spcBef>
              <a:buClr>
                <a:schemeClr val="dk1"/>
              </a:buClr>
              <a:buSzPts val="1100"/>
            </a:pPr>
            <a:r>
              <a:rPr lang="en-US" sz="2300" b="1" dirty="0">
                <a:latin typeface="+mj-lt"/>
              </a:rPr>
              <a:t>C. 96400</a:t>
            </a:r>
          </a:p>
          <a:p>
            <a:pPr lvl="0" algn="just">
              <a:lnSpc>
                <a:spcPct val="115000"/>
              </a:lnSpc>
              <a:spcBef>
                <a:spcPts val="1200"/>
              </a:spcBef>
              <a:buClr>
                <a:schemeClr val="dk1"/>
              </a:buClr>
              <a:buSzPts val="1100"/>
            </a:pPr>
            <a:r>
              <a:rPr lang="en-US" sz="2300" b="1" dirty="0">
                <a:latin typeface="+mj-lt"/>
              </a:rPr>
              <a:t>D. 100000</a:t>
            </a:r>
            <a:endParaRPr lang="en-IN" sz="2300" b="1" dirty="0">
              <a:latin typeface="+mj-lt"/>
            </a:endParaRPr>
          </a:p>
        </p:txBody>
      </p:sp>
    </p:spTree>
    <p:extLst>
      <p:ext uri="{BB962C8B-B14F-4D97-AF65-F5344CB8AC3E}">
        <p14:creationId xmlns:p14="http://schemas.microsoft.com/office/powerpoint/2010/main" val="940440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967AD-198D-3FED-C0AD-567FF7DF4130}"/>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DEDD6CB0-3AD7-ADFA-F4F5-7D81B3CA38AD}"/>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E7AD6BF8-6F9E-C880-DD17-D008A01C883A}"/>
              </a:ext>
            </a:extLst>
          </p:cNvPr>
          <p:cNvSpPr>
            <a:spLocks noGrp="1"/>
          </p:cNvSpPr>
          <p:nvPr>
            <p:ph type="sldNum" sz="quarter" idx="12"/>
          </p:nvPr>
        </p:nvSpPr>
        <p:spPr/>
        <p:txBody>
          <a:bodyPr/>
          <a:lstStyle/>
          <a:p>
            <a:fld id="{6EFE7C99-B088-4EBB-BFF6-BECCC96D5DD8}" type="slidenum">
              <a:rPr lang="en-US" smtClean="0"/>
              <a:t>23</a:t>
            </a:fld>
            <a:endParaRPr lang="en-US"/>
          </a:p>
        </p:txBody>
      </p:sp>
      <p:pic>
        <p:nvPicPr>
          <p:cNvPr id="3" name="Picture 2" descr="A yellow and blue sign with words">
            <a:extLst>
              <a:ext uri="{FF2B5EF4-FFF2-40B4-BE49-F238E27FC236}">
                <a16:creationId xmlns:a16="http://schemas.microsoft.com/office/drawing/2014/main" id="{9BD14F0B-58F3-FEBC-E132-DAC867E1BD70}"/>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2AA891A4-3878-5F29-FD80-CB4EEBD67098}"/>
              </a:ext>
            </a:extLst>
          </p:cNvPr>
          <p:cNvSpPr txBox="1"/>
          <p:nvPr/>
        </p:nvSpPr>
        <p:spPr>
          <a:xfrm>
            <a:off x="380637" y="354764"/>
            <a:ext cx="9797505" cy="3525132"/>
          </a:xfrm>
          <a:prstGeom prst="rect">
            <a:avLst/>
          </a:prstGeom>
          <a:noFill/>
        </p:spPr>
        <p:txBody>
          <a:bodyPr wrap="square">
            <a:spAutoFit/>
          </a:bodyPr>
          <a:lstStyle/>
          <a:p>
            <a:pPr lvl="0" algn="just">
              <a:lnSpc>
                <a:spcPct val="115000"/>
              </a:lnSpc>
              <a:spcBef>
                <a:spcPts val="1200"/>
              </a:spcBef>
              <a:buClr>
                <a:schemeClr val="dk1"/>
              </a:buClr>
              <a:buSzPts val="1100"/>
            </a:pPr>
            <a:r>
              <a:rPr lang="en-IN" sz="2300" b="1" dirty="0">
                <a:latin typeface="+mj-lt"/>
              </a:rPr>
              <a:t>20. </a:t>
            </a:r>
            <a:r>
              <a:rPr lang="en-US" sz="2300" b="1" dirty="0">
                <a:latin typeface="+mj-lt"/>
              </a:rPr>
              <a:t>A sum of money becomes triple of itself in 8 years, at S.I. in how many years will it becomes six times of itself at the same rate?	</a:t>
            </a:r>
          </a:p>
          <a:p>
            <a:pPr lvl="0" algn="just">
              <a:lnSpc>
                <a:spcPct val="115000"/>
              </a:lnSpc>
              <a:spcBef>
                <a:spcPts val="1200"/>
              </a:spcBef>
              <a:buClr>
                <a:schemeClr val="dk1"/>
              </a:buClr>
              <a:buSzPts val="1100"/>
            </a:pPr>
            <a:r>
              <a:rPr lang="en-US" sz="2300" b="1" dirty="0">
                <a:latin typeface="+mj-lt"/>
              </a:rPr>
              <a:t>A.15 years	</a:t>
            </a:r>
          </a:p>
          <a:p>
            <a:pPr lvl="0" algn="just">
              <a:lnSpc>
                <a:spcPct val="115000"/>
              </a:lnSpc>
              <a:spcBef>
                <a:spcPts val="1200"/>
              </a:spcBef>
              <a:buClr>
                <a:schemeClr val="dk1"/>
              </a:buClr>
              <a:buSzPts val="1100"/>
            </a:pPr>
            <a:r>
              <a:rPr lang="en-US" sz="2300" b="1" dirty="0">
                <a:latin typeface="+mj-lt"/>
              </a:rPr>
              <a:t>B.10 years	</a:t>
            </a:r>
          </a:p>
          <a:p>
            <a:pPr lvl="0" algn="just">
              <a:lnSpc>
                <a:spcPct val="115000"/>
              </a:lnSpc>
              <a:spcBef>
                <a:spcPts val="1200"/>
              </a:spcBef>
              <a:buClr>
                <a:schemeClr val="dk1"/>
              </a:buClr>
              <a:buSzPts val="1100"/>
            </a:pPr>
            <a:r>
              <a:rPr lang="en-US" sz="2300" b="1" dirty="0">
                <a:latin typeface="+mj-lt"/>
              </a:rPr>
              <a:t>C.20 years	</a:t>
            </a:r>
          </a:p>
          <a:p>
            <a:pPr lvl="0" algn="just">
              <a:lnSpc>
                <a:spcPct val="115000"/>
              </a:lnSpc>
              <a:spcBef>
                <a:spcPts val="1200"/>
              </a:spcBef>
              <a:buClr>
                <a:schemeClr val="dk1"/>
              </a:buClr>
              <a:buSzPts val="1100"/>
            </a:pPr>
            <a:r>
              <a:rPr lang="en-US" sz="2300" b="1" dirty="0">
                <a:latin typeface="+mj-lt"/>
              </a:rPr>
              <a:t>D.12 years</a:t>
            </a:r>
            <a:endParaRPr lang="en-IN" sz="2300" b="1" dirty="0">
              <a:latin typeface="+mj-lt"/>
            </a:endParaRPr>
          </a:p>
        </p:txBody>
      </p:sp>
    </p:spTree>
    <p:extLst>
      <p:ext uri="{BB962C8B-B14F-4D97-AF65-F5344CB8AC3E}">
        <p14:creationId xmlns:p14="http://schemas.microsoft.com/office/powerpoint/2010/main" val="15611169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B9DE7-D7DB-A366-5252-B381409A2D7F}"/>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A604BFC2-A4E9-D012-51E9-4741804CD67D}"/>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C5A0C9EA-BE16-62D8-8712-3685B6D57F81}"/>
              </a:ext>
            </a:extLst>
          </p:cNvPr>
          <p:cNvSpPr>
            <a:spLocks noGrp="1"/>
          </p:cNvSpPr>
          <p:nvPr>
            <p:ph type="sldNum" sz="quarter" idx="12"/>
          </p:nvPr>
        </p:nvSpPr>
        <p:spPr/>
        <p:txBody>
          <a:bodyPr/>
          <a:lstStyle/>
          <a:p>
            <a:fld id="{6EFE7C99-B088-4EBB-BFF6-BECCC96D5DD8}" type="slidenum">
              <a:rPr lang="en-US" smtClean="0"/>
              <a:t>24</a:t>
            </a:fld>
            <a:endParaRPr lang="en-US"/>
          </a:p>
        </p:txBody>
      </p:sp>
      <p:pic>
        <p:nvPicPr>
          <p:cNvPr id="3" name="Picture 2" descr="A yellow and blue sign with words">
            <a:extLst>
              <a:ext uri="{FF2B5EF4-FFF2-40B4-BE49-F238E27FC236}">
                <a16:creationId xmlns:a16="http://schemas.microsoft.com/office/drawing/2014/main" id="{CF442B55-023A-0FD3-595D-F06C90B0A46D}"/>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BE88B8BA-64EE-3DD1-9B05-B32274A60409}"/>
              </a:ext>
            </a:extLst>
          </p:cNvPr>
          <p:cNvSpPr txBox="1"/>
          <p:nvPr/>
        </p:nvSpPr>
        <p:spPr>
          <a:xfrm>
            <a:off x="380637" y="354764"/>
            <a:ext cx="9797505" cy="3525132"/>
          </a:xfrm>
          <a:prstGeom prst="rect">
            <a:avLst/>
          </a:prstGeom>
          <a:noFill/>
        </p:spPr>
        <p:txBody>
          <a:bodyPr wrap="square">
            <a:spAutoFit/>
          </a:bodyPr>
          <a:lstStyle/>
          <a:p>
            <a:pPr lvl="0" algn="just">
              <a:lnSpc>
                <a:spcPct val="115000"/>
              </a:lnSpc>
              <a:spcBef>
                <a:spcPts val="1200"/>
              </a:spcBef>
              <a:buClr>
                <a:schemeClr val="dk1"/>
              </a:buClr>
              <a:buSzPts val="1100"/>
            </a:pPr>
            <a:r>
              <a:rPr lang="en-IN" sz="2300" b="1" dirty="0">
                <a:latin typeface="+mj-lt"/>
              </a:rPr>
              <a:t>21. </a:t>
            </a:r>
            <a:r>
              <a:rPr lang="en-US" sz="2300" b="1" dirty="0">
                <a:latin typeface="+mj-lt"/>
              </a:rPr>
              <a:t>The simple interest on a sum of money is 4/25 of the principal and the rate % p.a. is equal to the number of years, what is the time period?	</a:t>
            </a:r>
          </a:p>
          <a:p>
            <a:pPr lvl="0" algn="just">
              <a:lnSpc>
                <a:spcPct val="115000"/>
              </a:lnSpc>
              <a:spcBef>
                <a:spcPts val="1200"/>
              </a:spcBef>
              <a:buClr>
                <a:schemeClr val="dk1"/>
              </a:buClr>
              <a:buSzPts val="1100"/>
            </a:pPr>
            <a:r>
              <a:rPr lang="en-US" sz="2300" b="1" dirty="0">
                <a:latin typeface="+mj-lt"/>
              </a:rPr>
              <a:t>A.16 years	</a:t>
            </a:r>
          </a:p>
          <a:p>
            <a:pPr lvl="0" algn="just">
              <a:lnSpc>
                <a:spcPct val="115000"/>
              </a:lnSpc>
              <a:spcBef>
                <a:spcPts val="1200"/>
              </a:spcBef>
              <a:buClr>
                <a:schemeClr val="dk1"/>
              </a:buClr>
              <a:buSzPts val="1100"/>
            </a:pPr>
            <a:r>
              <a:rPr lang="en-US" sz="2300" b="1" dirty="0">
                <a:latin typeface="+mj-lt"/>
              </a:rPr>
              <a:t>B.8 years	</a:t>
            </a:r>
          </a:p>
          <a:p>
            <a:pPr lvl="0" algn="just">
              <a:lnSpc>
                <a:spcPct val="115000"/>
              </a:lnSpc>
              <a:spcBef>
                <a:spcPts val="1200"/>
              </a:spcBef>
              <a:buClr>
                <a:schemeClr val="dk1"/>
              </a:buClr>
              <a:buSzPts val="1100"/>
            </a:pPr>
            <a:r>
              <a:rPr lang="en-US" sz="2300" b="1" dirty="0">
                <a:latin typeface="+mj-lt"/>
              </a:rPr>
              <a:t>C.6 years	</a:t>
            </a:r>
          </a:p>
          <a:p>
            <a:pPr lvl="0" algn="just">
              <a:lnSpc>
                <a:spcPct val="115000"/>
              </a:lnSpc>
              <a:spcBef>
                <a:spcPts val="1200"/>
              </a:spcBef>
              <a:buClr>
                <a:schemeClr val="dk1"/>
              </a:buClr>
              <a:buSzPts val="1100"/>
            </a:pPr>
            <a:r>
              <a:rPr lang="en-US" sz="2300" b="1" dirty="0">
                <a:latin typeface="+mj-lt"/>
              </a:rPr>
              <a:t>D.4 years</a:t>
            </a:r>
            <a:endParaRPr lang="en-IN" sz="2300" b="1" dirty="0">
              <a:latin typeface="+mj-lt"/>
            </a:endParaRPr>
          </a:p>
        </p:txBody>
      </p:sp>
    </p:spTree>
    <p:extLst>
      <p:ext uri="{BB962C8B-B14F-4D97-AF65-F5344CB8AC3E}">
        <p14:creationId xmlns:p14="http://schemas.microsoft.com/office/powerpoint/2010/main" val="2823503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8ED12-6C0B-1DB2-E55A-A37422CB53BE}"/>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CA16907C-402F-9410-D260-1860EF9D22C4}"/>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00621089-DC17-2CE9-2EFB-507C2C084D88}"/>
              </a:ext>
            </a:extLst>
          </p:cNvPr>
          <p:cNvSpPr>
            <a:spLocks noGrp="1"/>
          </p:cNvSpPr>
          <p:nvPr>
            <p:ph type="sldNum" sz="quarter" idx="12"/>
          </p:nvPr>
        </p:nvSpPr>
        <p:spPr/>
        <p:txBody>
          <a:bodyPr/>
          <a:lstStyle/>
          <a:p>
            <a:fld id="{6EFE7C99-B088-4EBB-BFF6-BECCC96D5DD8}" type="slidenum">
              <a:rPr lang="en-US" smtClean="0"/>
              <a:t>25</a:t>
            </a:fld>
            <a:endParaRPr lang="en-US"/>
          </a:p>
        </p:txBody>
      </p:sp>
      <p:pic>
        <p:nvPicPr>
          <p:cNvPr id="3" name="Picture 2" descr="A yellow and blue sign with words">
            <a:extLst>
              <a:ext uri="{FF2B5EF4-FFF2-40B4-BE49-F238E27FC236}">
                <a16:creationId xmlns:a16="http://schemas.microsoft.com/office/drawing/2014/main" id="{364B0C9A-E1BD-F4CF-9924-3B53B624E1C8}"/>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4" name="TextBox 3">
            <a:extLst>
              <a:ext uri="{FF2B5EF4-FFF2-40B4-BE49-F238E27FC236}">
                <a16:creationId xmlns:a16="http://schemas.microsoft.com/office/drawing/2014/main" id="{324D79F9-A3E7-19A6-CAF4-D3A93B4D6F1D}"/>
              </a:ext>
            </a:extLst>
          </p:cNvPr>
          <p:cNvSpPr txBox="1"/>
          <p:nvPr/>
        </p:nvSpPr>
        <p:spPr>
          <a:xfrm>
            <a:off x="380637" y="354764"/>
            <a:ext cx="9797505" cy="3118098"/>
          </a:xfrm>
          <a:prstGeom prst="rect">
            <a:avLst/>
          </a:prstGeom>
          <a:noFill/>
        </p:spPr>
        <p:txBody>
          <a:bodyPr wrap="square">
            <a:spAutoFit/>
          </a:bodyPr>
          <a:lstStyle/>
          <a:p>
            <a:pPr lvl="0" algn="just">
              <a:lnSpc>
                <a:spcPct val="115000"/>
              </a:lnSpc>
              <a:spcBef>
                <a:spcPts val="1200"/>
              </a:spcBef>
              <a:buClr>
                <a:schemeClr val="dk1"/>
              </a:buClr>
              <a:buSzPts val="1100"/>
            </a:pPr>
            <a:r>
              <a:rPr lang="en-IN" sz="2300" b="1" dirty="0">
                <a:latin typeface="+mj-lt"/>
              </a:rPr>
              <a:t>22. </a:t>
            </a:r>
            <a:r>
              <a:rPr lang="en-US" sz="2300" b="1" dirty="0">
                <a:latin typeface="+mj-lt"/>
              </a:rPr>
              <a:t>At what rate % per annum, a sum of money becomes four times of itself in 15 years?</a:t>
            </a:r>
          </a:p>
          <a:p>
            <a:pPr lvl="0" algn="just">
              <a:lnSpc>
                <a:spcPct val="115000"/>
              </a:lnSpc>
              <a:spcBef>
                <a:spcPts val="1200"/>
              </a:spcBef>
              <a:buClr>
                <a:schemeClr val="dk1"/>
              </a:buClr>
              <a:buSzPts val="1100"/>
            </a:pPr>
            <a:r>
              <a:rPr lang="en-US" sz="2300" b="1" dirty="0">
                <a:latin typeface="+mj-lt"/>
              </a:rPr>
              <a:t>A.10%	</a:t>
            </a:r>
          </a:p>
          <a:p>
            <a:pPr lvl="0" algn="just">
              <a:lnSpc>
                <a:spcPct val="115000"/>
              </a:lnSpc>
              <a:spcBef>
                <a:spcPts val="1200"/>
              </a:spcBef>
              <a:buClr>
                <a:schemeClr val="dk1"/>
              </a:buClr>
              <a:buSzPts val="1100"/>
            </a:pPr>
            <a:r>
              <a:rPr lang="en-US" sz="2300" b="1" dirty="0">
                <a:latin typeface="+mj-lt"/>
              </a:rPr>
              <a:t>B.8%	</a:t>
            </a:r>
          </a:p>
          <a:p>
            <a:pPr lvl="0" algn="just">
              <a:lnSpc>
                <a:spcPct val="115000"/>
              </a:lnSpc>
              <a:spcBef>
                <a:spcPts val="1200"/>
              </a:spcBef>
              <a:buClr>
                <a:schemeClr val="dk1"/>
              </a:buClr>
              <a:buSzPts val="1100"/>
            </a:pPr>
            <a:r>
              <a:rPr lang="en-US" sz="2300" b="1" dirty="0">
                <a:latin typeface="+mj-lt"/>
              </a:rPr>
              <a:t>C.5%	</a:t>
            </a:r>
          </a:p>
          <a:p>
            <a:pPr lvl="0" algn="just">
              <a:lnSpc>
                <a:spcPct val="115000"/>
              </a:lnSpc>
              <a:spcBef>
                <a:spcPts val="1200"/>
              </a:spcBef>
              <a:buClr>
                <a:schemeClr val="dk1"/>
              </a:buClr>
              <a:buSzPts val="1100"/>
            </a:pPr>
            <a:r>
              <a:rPr lang="en-US" sz="2300" b="1" dirty="0">
                <a:latin typeface="+mj-lt"/>
              </a:rPr>
              <a:t>D.20%</a:t>
            </a:r>
            <a:endParaRPr lang="en-IN" sz="2300" b="1" dirty="0">
              <a:latin typeface="+mj-lt"/>
            </a:endParaRPr>
          </a:p>
        </p:txBody>
      </p:sp>
    </p:spTree>
    <p:extLst>
      <p:ext uri="{BB962C8B-B14F-4D97-AF65-F5344CB8AC3E}">
        <p14:creationId xmlns:p14="http://schemas.microsoft.com/office/powerpoint/2010/main" val="35753195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86599-0DC6-8717-1187-B188FBA87775}"/>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74C5C53A-7193-2DC6-0706-5CAA41D53B28}"/>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88F92F8A-7E91-D726-D9BC-A0827B146731}"/>
              </a:ext>
            </a:extLst>
          </p:cNvPr>
          <p:cNvSpPr>
            <a:spLocks noGrp="1"/>
          </p:cNvSpPr>
          <p:nvPr>
            <p:ph type="sldNum" sz="quarter" idx="12"/>
          </p:nvPr>
        </p:nvSpPr>
        <p:spPr/>
        <p:txBody>
          <a:bodyPr/>
          <a:lstStyle/>
          <a:p>
            <a:fld id="{6EFE7C99-B088-4EBB-BFF6-BECCC96D5DD8}" type="slidenum">
              <a:rPr lang="en-US" smtClean="0"/>
              <a:t>26</a:t>
            </a:fld>
            <a:endParaRPr lang="en-US"/>
          </a:p>
        </p:txBody>
      </p:sp>
      <p:sp>
        <p:nvSpPr>
          <p:cNvPr id="4" name="TextBox 3">
            <a:extLst>
              <a:ext uri="{FF2B5EF4-FFF2-40B4-BE49-F238E27FC236}">
                <a16:creationId xmlns:a16="http://schemas.microsoft.com/office/drawing/2014/main" id="{7DCF3B8B-DC92-D4B9-A0F2-92A83FBBE06F}"/>
              </a:ext>
            </a:extLst>
          </p:cNvPr>
          <p:cNvSpPr txBox="1"/>
          <p:nvPr/>
        </p:nvSpPr>
        <p:spPr>
          <a:xfrm>
            <a:off x="152400" y="253188"/>
            <a:ext cx="10025743" cy="4276684"/>
          </a:xfrm>
          <a:prstGeom prst="rect">
            <a:avLst/>
          </a:prstGeom>
          <a:noFill/>
        </p:spPr>
        <p:txBody>
          <a:bodyPr wrap="square">
            <a:spAutoFit/>
          </a:bodyPr>
          <a:lstStyle/>
          <a:p>
            <a:pPr algn="just">
              <a:lnSpc>
                <a:spcPct val="150000"/>
              </a:lnSpc>
            </a:pPr>
            <a:r>
              <a:rPr lang="en-IN" sz="2300" b="1" dirty="0">
                <a:latin typeface="Bookman Old Style" pitchFamily="18" charset="0"/>
                <a:cs typeface="Times New Roman" panose="02020603050405020304" pitchFamily="18" charset="0"/>
              </a:rPr>
              <a:t>23. A person invested 2/3 of his capital at the rate of 6% and 1/5</a:t>
            </a:r>
            <a:r>
              <a:rPr lang="en-IN" sz="2300" b="1" baseline="30000" dirty="0">
                <a:latin typeface="Bookman Old Style" pitchFamily="18" charset="0"/>
                <a:cs typeface="Times New Roman" panose="02020603050405020304" pitchFamily="18" charset="0"/>
              </a:rPr>
              <a:t>th</a:t>
            </a:r>
            <a:r>
              <a:rPr lang="en-IN" sz="2300" b="1" dirty="0">
                <a:latin typeface="Bookman Old Style" pitchFamily="18" charset="0"/>
                <a:cs typeface="Times New Roman" panose="02020603050405020304" pitchFamily="18" charset="0"/>
              </a:rPr>
              <a:t> at the rate of 10% and remaining at the rate of 15%. If his annual income is Rs.3600. Find the capital ?</a:t>
            </a:r>
          </a:p>
          <a:p>
            <a:pPr algn="just">
              <a:lnSpc>
                <a:spcPct val="150000"/>
              </a:lnSpc>
            </a:pPr>
            <a:r>
              <a:rPr lang="en-IN" sz="2300" b="1" dirty="0">
                <a:latin typeface="Bookman Old Style" pitchFamily="18" charset="0"/>
                <a:cs typeface="Times New Roman" panose="02020603050405020304" pitchFamily="18" charset="0"/>
              </a:rPr>
              <a:t>    A. 30000    </a:t>
            </a:r>
          </a:p>
          <a:p>
            <a:pPr algn="just">
              <a:lnSpc>
                <a:spcPct val="150000"/>
              </a:lnSpc>
            </a:pPr>
            <a:r>
              <a:rPr lang="en-IN" sz="2300" b="1" dirty="0">
                <a:latin typeface="Bookman Old Style" pitchFamily="18" charset="0"/>
                <a:cs typeface="Times New Roman" panose="02020603050405020304" pitchFamily="18" charset="0"/>
              </a:rPr>
              <a:t>   B.  20000   </a:t>
            </a:r>
          </a:p>
          <a:p>
            <a:pPr algn="just">
              <a:lnSpc>
                <a:spcPct val="150000"/>
              </a:lnSpc>
            </a:pPr>
            <a:r>
              <a:rPr lang="en-IN" sz="2300" b="1" dirty="0">
                <a:latin typeface="Bookman Old Style" pitchFamily="18" charset="0"/>
                <a:cs typeface="Times New Roman" panose="02020603050405020304" pitchFamily="18" charset="0"/>
              </a:rPr>
              <a:t>    C. 45000    </a:t>
            </a:r>
          </a:p>
          <a:p>
            <a:pPr algn="just">
              <a:lnSpc>
                <a:spcPct val="150000"/>
              </a:lnSpc>
            </a:pPr>
            <a:r>
              <a:rPr lang="en-IN" sz="2300" b="1" dirty="0">
                <a:latin typeface="Bookman Old Style" pitchFamily="18" charset="0"/>
                <a:cs typeface="Times New Roman" panose="02020603050405020304" pitchFamily="18" charset="0"/>
              </a:rPr>
              <a:t>    D. 4500</a:t>
            </a:r>
          </a:p>
          <a:p>
            <a:pPr algn="just">
              <a:lnSpc>
                <a:spcPct val="150000"/>
              </a:lnSpc>
            </a:pP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45773BE9-5626-A557-2771-A4C856E69FB9}"/>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4886718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D9B26-6CF6-820C-2893-3115D04B9A24}"/>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1BCE79D0-1856-8EFC-5096-B54EB26F9727}"/>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52ED51B0-0705-4D7F-0164-BCED21FFE2DA}"/>
              </a:ext>
            </a:extLst>
          </p:cNvPr>
          <p:cNvSpPr>
            <a:spLocks noGrp="1"/>
          </p:cNvSpPr>
          <p:nvPr>
            <p:ph type="sldNum" sz="quarter" idx="12"/>
          </p:nvPr>
        </p:nvSpPr>
        <p:spPr/>
        <p:txBody>
          <a:bodyPr/>
          <a:lstStyle/>
          <a:p>
            <a:fld id="{6EFE7C99-B088-4EBB-BFF6-BECCC96D5DD8}" type="slidenum">
              <a:rPr lang="en-US" smtClean="0"/>
              <a:t>27</a:t>
            </a:fld>
            <a:endParaRPr lang="en-US"/>
          </a:p>
        </p:txBody>
      </p:sp>
      <p:sp>
        <p:nvSpPr>
          <p:cNvPr id="4" name="TextBox 3">
            <a:extLst>
              <a:ext uri="{FF2B5EF4-FFF2-40B4-BE49-F238E27FC236}">
                <a16:creationId xmlns:a16="http://schemas.microsoft.com/office/drawing/2014/main" id="{07284C99-8948-54EA-D0CD-3D1D462CE663}"/>
              </a:ext>
            </a:extLst>
          </p:cNvPr>
          <p:cNvSpPr txBox="1"/>
          <p:nvPr/>
        </p:nvSpPr>
        <p:spPr>
          <a:xfrm>
            <a:off x="424544" y="204336"/>
            <a:ext cx="9601200" cy="4807598"/>
          </a:xfrm>
          <a:prstGeom prst="rect">
            <a:avLst/>
          </a:prstGeom>
          <a:noFill/>
        </p:spPr>
        <p:txBody>
          <a:bodyPr wrap="square">
            <a:spAutoFit/>
          </a:bodyPr>
          <a:lstStyle/>
          <a:p>
            <a:pPr algn="just">
              <a:lnSpc>
                <a:spcPct val="150000"/>
              </a:lnSpc>
            </a:pPr>
            <a:r>
              <a:rPr lang="en-IN" sz="2300" b="1" dirty="0">
                <a:latin typeface="Bookman Old Style" pitchFamily="18" charset="0"/>
                <a:cs typeface="Times New Roman" panose="02020603050405020304" pitchFamily="18" charset="0"/>
              </a:rPr>
              <a:t>24. A person lends 40% of his sum of money at 15%p.a., 50% of rest at 10%p.a. and the rest at 18%p.a. rate of interest. What would be the annual rate of interest, if interest is calculated on the whole sum ?</a:t>
            </a:r>
          </a:p>
          <a:p>
            <a:pPr algn="just">
              <a:lnSpc>
                <a:spcPct val="150000"/>
              </a:lnSpc>
            </a:pPr>
            <a:r>
              <a:rPr lang="en-IN" sz="2300" b="1" dirty="0">
                <a:latin typeface="Bookman Old Style" pitchFamily="18" charset="0"/>
                <a:cs typeface="Times New Roman" panose="02020603050405020304" pitchFamily="18" charset="0"/>
              </a:rPr>
              <a:t>A.14.33%     </a:t>
            </a:r>
          </a:p>
          <a:p>
            <a:pPr algn="just">
              <a:lnSpc>
                <a:spcPct val="150000"/>
              </a:lnSpc>
            </a:pPr>
            <a:r>
              <a:rPr lang="en-IN" sz="2300" b="1" dirty="0">
                <a:latin typeface="Bookman Old Style" pitchFamily="18" charset="0"/>
                <a:cs typeface="Times New Roman" panose="02020603050405020304" pitchFamily="18" charset="0"/>
              </a:rPr>
              <a:t>B.13.4%       </a:t>
            </a:r>
          </a:p>
          <a:p>
            <a:pPr algn="just">
              <a:lnSpc>
                <a:spcPct val="150000"/>
              </a:lnSpc>
            </a:pPr>
            <a:r>
              <a:rPr lang="en-IN" sz="2300" b="1" dirty="0">
                <a:latin typeface="Bookman Old Style" pitchFamily="18" charset="0"/>
                <a:cs typeface="Times New Roman" panose="02020603050405020304" pitchFamily="18" charset="0"/>
              </a:rPr>
              <a:t>C.13.33%        </a:t>
            </a:r>
          </a:p>
          <a:p>
            <a:pPr algn="just">
              <a:lnSpc>
                <a:spcPct val="150000"/>
              </a:lnSpc>
            </a:pPr>
            <a:r>
              <a:rPr lang="en-IN" sz="2300" b="1" dirty="0">
                <a:latin typeface="Bookman Old Style" pitchFamily="18" charset="0"/>
                <a:cs typeface="Times New Roman" panose="02020603050405020304" pitchFamily="18" charset="0"/>
              </a:rPr>
              <a:t>D. 14.4%</a:t>
            </a:r>
          </a:p>
          <a:p>
            <a:pPr algn="just">
              <a:lnSpc>
                <a:spcPct val="150000"/>
              </a:lnSpc>
            </a:pP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439BDEA3-7F4F-C1AA-516A-AE25ACAA99A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7704315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2D97C-384B-A203-B6B7-D0AE51FFE7E8}"/>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46A404D1-2343-1CFD-298B-DAE09F2AA933}"/>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8163B44D-BDDC-0CDD-641A-E2EE0FDC8895}"/>
              </a:ext>
            </a:extLst>
          </p:cNvPr>
          <p:cNvSpPr>
            <a:spLocks noGrp="1"/>
          </p:cNvSpPr>
          <p:nvPr>
            <p:ph type="sldNum" sz="quarter" idx="12"/>
          </p:nvPr>
        </p:nvSpPr>
        <p:spPr/>
        <p:txBody>
          <a:bodyPr/>
          <a:lstStyle/>
          <a:p>
            <a:fld id="{6EFE7C99-B088-4EBB-BFF6-BECCC96D5DD8}" type="slidenum">
              <a:rPr lang="en-US" smtClean="0"/>
              <a:t>28</a:t>
            </a:fld>
            <a:endParaRPr lang="en-US"/>
          </a:p>
        </p:txBody>
      </p:sp>
      <p:sp>
        <p:nvSpPr>
          <p:cNvPr id="4" name="TextBox 3">
            <a:extLst>
              <a:ext uri="{FF2B5EF4-FFF2-40B4-BE49-F238E27FC236}">
                <a16:creationId xmlns:a16="http://schemas.microsoft.com/office/drawing/2014/main" id="{EE61E77D-8C3E-DAF7-0F71-858C837A2488}"/>
              </a:ext>
            </a:extLst>
          </p:cNvPr>
          <p:cNvSpPr txBox="1"/>
          <p:nvPr/>
        </p:nvSpPr>
        <p:spPr>
          <a:xfrm>
            <a:off x="72807" y="210609"/>
            <a:ext cx="10187704" cy="4807598"/>
          </a:xfrm>
          <a:prstGeom prst="rect">
            <a:avLst/>
          </a:prstGeom>
          <a:noFill/>
        </p:spPr>
        <p:txBody>
          <a:bodyPr wrap="square">
            <a:spAutoFit/>
          </a:bodyPr>
          <a:lstStyle/>
          <a:p>
            <a:pPr algn="just">
              <a:lnSpc>
                <a:spcPct val="150000"/>
              </a:lnSpc>
            </a:pPr>
            <a:r>
              <a:rPr lang="en-IN" sz="2300" b="1" dirty="0">
                <a:latin typeface="Bookman Old Style" pitchFamily="18" charset="0"/>
                <a:cs typeface="Times New Roman" panose="02020603050405020304" pitchFamily="18" charset="0"/>
              </a:rPr>
              <a:t>25. </a:t>
            </a:r>
            <a:r>
              <a:rPr lang="en-US" sz="2300" b="1" dirty="0">
                <a:latin typeface="Bookman Old Style" panose="02050604050505020204" pitchFamily="18" charset="0"/>
              </a:rPr>
              <a:t>The rate of simple interest on a sum of money is 5% p.a. for the first 4 years, 8% p.a. for the next 3 years and 10% p.a. for the period beyond 7 years. If the simple interest accumulated by the sum over a period of 10 years is Rs. 1,850, then the sum is:</a:t>
            </a:r>
          </a:p>
          <a:p>
            <a:pPr algn="just">
              <a:lnSpc>
                <a:spcPct val="150000"/>
              </a:lnSpc>
            </a:pPr>
            <a:r>
              <a:rPr lang="en-IN" sz="2300" b="1" dirty="0">
                <a:latin typeface="Bookman Old Style" pitchFamily="18" charset="0"/>
                <a:cs typeface="Times New Roman" panose="02020603050405020304" pitchFamily="18" charset="0"/>
              </a:rPr>
              <a:t>  a. 1650        </a:t>
            </a:r>
          </a:p>
          <a:p>
            <a:pPr algn="just">
              <a:lnSpc>
                <a:spcPct val="150000"/>
              </a:lnSpc>
            </a:pPr>
            <a:r>
              <a:rPr lang="en-IN" sz="2300" b="1" dirty="0">
                <a:latin typeface="Bookman Old Style" pitchFamily="18" charset="0"/>
                <a:cs typeface="Times New Roman" panose="02020603050405020304" pitchFamily="18" charset="0"/>
              </a:rPr>
              <a:t>  b. 2750       </a:t>
            </a:r>
          </a:p>
          <a:p>
            <a:pPr algn="just">
              <a:lnSpc>
                <a:spcPct val="150000"/>
              </a:lnSpc>
            </a:pPr>
            <a:r>
              <a:rPr lang="en-IN" sz="2300" b="1" dirty="0">
                <a:latin typeface="Bookman Old Style" pitchFamily="18" charset="0"/>
                <a:cs typeface="Times New Roman" panose="02020603050405020304" pitchFamily="18" charset="0"/>
              </a:rPr>
              <a:t>  c. 2500       </a:t>
            </a:r>
          </a:p>
          <a:p>
            <a:pPr algn="just">
              <a:lnSpc>
                <a:spcPct val="150000"/>
              </a:lnSpc>
            </a:pPr>
            <a:r>
              <a:rPr lang="en-IN" sz="2300" b="1" dirty="0">
                <a:latin typeface="Bookman Old Style" pitchFamily="18" charset="0"/>
                <a:cs typeface="Times New Roman" panose="02020603050405020304" pitchFamily="18" charset="0"/>
              </a:rPr>
              <a:t>  d. 1500</a:t>
            </a:r>
          </a:p>
          <a:p>
            <a:pPr algn="just">
              <a:lnSpc>
                <a:spcPct val="150000"/>
              </a:lnSpc>
            </a:pP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29DE7FA4-8E8F-3D6E-CFEA-C76FCDB1543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0853685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AA86B-B867-A714-0603-D04AB6735ACF}"/>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658D9AD1-B746-DCD8-8D71-C6A740C27718}"/>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BBA907FB-3AD7-94C9-9F15-EC46E1CAFEAB}"/>
              </a:ext>
            </a:extLst>
          </p:cNvPr>
          <p:cNvSpPr>
            <a:spLocks noGrp="1"/>
          </p:cNvSpPr>
          <p:nvPr>
            <p:ph type="sldNum" sz="quarter" idx="12"/>
          </p:nvPr>
        </p:nvSpPr>
        <p:spPr/>
        <p:txBody>
          <a:bodyPr/>
          <a:lstStyle/>
          <a:p>
            <a:fld id="{6EFE7C99-B088-4EBB-BFF6-BECCC96D5DD8}" type="slidenum">
              <a:rPr lang="en-US" smtClean="0"/>
              <a:t>29</a:t>
            </a:fld>
            <a:endParaRPr lang="en-US"/>
          </a:p>
        </p:txBody>
      </p:sp>
      <p:sp>
        <p:nvSpPr>
          <p:cNvPr id="4" name="TextBox 3">
            <a:extLst>
              <a:ext uri="{FF2B5EF4-FFF2-40B4-BE49-F238E27FC236}">
                <a16:creationId xmlns:a16="http://schemas.microsoft.com/office/drawing/2014/main" id="{7D065FEC-917F-BBD8-FCCE-25FFCB8DB94B}"/>
              </a:ext>
            </a:extLst>
          </p:cNvPr>
          <p:cNvSpPr txBox="1"/>
          <p:nvPr/>
        </p:nvSpPr>
        <p:spPr>
          <a:xfrm>
            <a:off x="72807" y="210609"/>
            <a:ext cx="10187704" cy="4438266"/>
          </a:xfrm>
          <a:prstGeom prst="rect">
            <a:avLst/>
          </a:prstGeom>
          <a:noFill/>
        </p:spPr>
        <p:txBody>
          <a:bodyPr wrap="square">
            <a:spAutoFit/>
          </a:bodyPr>
          <a:lstStyle/>
          <a:p>
            <a:pPr algn="just">
              <a:lnSpc>
                <a:spcPct val="150000"/>
              </a:lnSpc>
            </a:pPr>
            <a:r>
              <a:rPr lang="en-IN" sz="2300" b="1" dirty="0">
                <a:latin typeface="Bookman Old Style" pitchFamily="18" charset="0"/>
                <a:cs typeface="Times New Roman" panose="02020603050405020304" pitchFamily="18" charset="0"/>
              </a:rPr>
              <a:t>26. </a:t>
            </a:r>
            <a:r>
              <a:rPr lang="en-IN" sz="2400" b="1" dirty="0">
                <a:latin typeface="Bookman Old Style" pitchFamily="18" charset="0"/>
                <a:cs typeface="Times New Roman" panose="02020603050405020304" pitchFamily="18" charset="0"/>
              </a:rPr>
              <a:t>A person deposited Rs. 400 for 2 years , Rs.550 for 4 years and Rs.1200 for 6 years. He received total S.I. of Rs.1020. Rate of interest per annum is:</a:t>
            </a:r>
          </a:p>
          <a:p>
            <a:pPr marL="457200" indent="-457200" algn="just">
              <a:lnSpc>
                <a:spcPct val="150000"/>
              </a:lnSpc>
              <a:buAutoNum type="alphaLcPeriod"/>
            </a:pPr>
            <a:r>
              <a:rPr lang="en-IN" sz="2400" b="1" dirty="0">
                <a:latin typeface="Bookman Old Style" pitchFamily="18" charset="0"/>
                <a:cs typeface="Times New Roman" panose="02020603050405020304" pitchFamily="18" charset="0"/>
              </a:rPr>
              <a:t>7%       </a:t>
            </a:r>
          </a:p>
          <a:p>
            <a:pPr marL="457200" indent="-457200" algn="just">
              <a:lnSpc>
                <a:spcPct val="150000"/>
              </a:lnSpc>
              <a:buAutoNum type="alphaLcPeriod"/>
            </a:pPr>
            <a:r>
              <a:rPr lang="en-IN" sz="2400" b="1" dirty="0">
                <a:latin typeface="Bookman Old Style" pitchFamily="18" charset="0"/>
                <a:cs typeface="Times New Roman" panose="02020603050405020304" pitchFamily="18" charset="0"/>
              </a:rPr>
              <a:t>b.8%        </a:t>
            </a:r>
          </a:p>
          <a:p>
            <a:pPr algn="just">
              <a:lnSpc>
                <a:spcPct val="150000"/>
              </a:lnSpc>
            </a:pPr>
            <a:r>
              <a:rPr lang="en-IN" sz="2400" b="1" dirty="0">
                <a:latin typeface="Bookman Old Style" pitchFamily="18" charset="0"/>
                <a:cs typeface="Times New Roman" panose="02020603050405020304" pitchFamily="18" charset="0"/>
              </a:rPr>
              <a:t>c. 9%       </a:t>
            </a:r>
          </a:p>
          <a:p>
            <a:pPr algn="just">
              <a:lnSpc>
                <a:spcPct val="150000"/>
              </a:lnSpc>
            </a:pPr>
            <a:r>
              <a:rPr lang="en-IN" sz="2400" b="1" dirty="0">
                <a:latin typeface="Bookman Old Style" pitchFamily="18" charset="0"/>
                <a:cs typeface="Times New Roman" panose="02020603050405020304" pitchFamily="18" charset="0"/>
              </a:rPr>
              <a:t> d. 10%</a:t>
            </a:r>
          </a:p>
          <a:p>
            <a:pPr algn="just">
              <a:lnSpc>
                <a:spcPct val="150000"/>
              </a:lnSpc>
            </a:pP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38F07021-093F-6AC1-72FC-6DDD97604BFA}"/>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0039346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D9F56-6586-64EB-357D-7609AE6E4916}"/>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8B4186CD-3746-09CE-F84D-FC4B0B932D42}"/>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F9255E79-678D-BE73-C00C-F1E26942D956}"/>
              </a:ext>
            </a:extLst>
          </p:cNvPr>
          <p:cNvSpPr>
            <a:spLocks noGrp="1"/>
          </p:cNvSpPr>
          <p:nvPr>
            <p:ph type="sldNum" sz="quarter" idx="12"/>
          </p:nvPr>
        </p:nvSpPr>
        <p:spPr/>
        <p:txBody>
          <a:bodyPr/>
          <a:lstStyle/>
          <a:p>
            <a:fld id="{6EFE7C99-B088-4EBB-BFF6-BECCC96D5DD8}" type="slidenum">
              <a:rPr lang="en-US" smtClean="0"/>
              <a:t>30</a:t>
            </a:fld>
            <a:endParaRPr lang="en-US"/>
          </a:p>
        </p:txBody>
      </p:sp>
      <p:sp>
        <p:nvSpPr>
          <p:cNvPr id="4" name="TextBox 3">
            <a:extLst>
              <a:ext uri="{FF2B5EF4-FFF2-40B4-BE49-F238E27FC236}">
                <a16:creationId xmlns:a16="http://schemas.microsoft.com/office/drawing/2014/main" id="{6866CED7-6BDC-7031-E056-AD1128104BF9}"/>
              </a:ext>
            </a:extLst>
          </p:cNvPr>
          <p:cNvSpPr txBox="1"/>
          <p:nvPr/>
        </p:nvSpPr>
        <p:spPr>
          <a:xfrm>
            <a:off x="3632436" y="432468"/>
            <a:ext cx="3182021" cy="1395190"/>
          </a:xfrm>
          <a:prstGeom prst="rect">
            <a:avLst/>
          </a:prstGeom>
          <a:noFill/>
        </p:spPr>
        <p:txBody>
          <a:bodyPr wrap="square">
            <a:spAutoFit/>
          </a:bodyPr>
          <a:lstStyle/>
          <a:p>
            <a:pPr algn="just">
              <a:lnSpc>
                <a:spcPct val="150000"/>
              </a:lnSpc>
            </a:pPr>
            <a:r>
              <a:rPr lang="en-US" sz="3000" b="1" dirty="0">
                <a:latin typeface="Bookman Old Style" pitchFamily="18" charset="0"/>
                <a:cs typeface="Times New Roman" panose="02020603050405020304" pitchFamily="18" charset="0"/>
              </a:rPr>
              <a:t>Installments</a:t>
            </a:r>
            <a:endParaRPr lang="en-IN" sz="3000" b="1" dirty="0">
              <a:latin typeface="Bookman Old Style" pitchFamily="18" charset="0"/>
              <a:cs typeface="Times New Roman" panose="02020603050405020304" pitchFamily="18" charset="0"/>
            </a:endParaRPr>
          </a:p>
          <a:p>
            <a:pPr algn="just">
              <a:lnSpc>
                <a:spcPct val="150000"/>
              </a:lnSpc>
            </a:pPr>
            <a:endParaRPr lang="en-IN" sz="30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E5F50311-0A2D-4D8A-CE53-F057A1D70992}"/>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6713432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5CB81-2B1C-0F45-553C-BA5DA48608CB}"/>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CE63A313-5F73-7615-2420-8045E6EDB87A}"/>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3DCA3B7A-8E3F-2C02-C2CC-3FE2706DAA3C}"/>
              </a:ext>
            </a:extLst>
          </p:cNvPr>
          <p:cNvSpPr>
            <a:spLocks noGrp="1"/>
          </p:cNvSpPr>
          <p:nvPr>
            <p:ph type="sldNum" sz="quarter" idx="12"/>
          </p:nvPr>
        </p:nvSpPr>
        <p:spPr/>
        <p:txBody>
          <a:bodyPr/>
          <a:lstStyle/>
          <a:p>
            <a:fld id="{6EFE7C99-B088-4EBB-BFF6-BECCC96D5DD8}" type="slidenum">
              <a:rPr lang="en-US" smtClean="0"/>
              <a:t>31</a:t>
            </a:fld>
            <a:endParaRPr lang="en-US"/>
          </a:p>
        </p:txBody>
      </p:sp>
      <p:sp>
        <p:nvSpPr>
          <p:cNvPr id="4" name="TextBox 3">
            <a:extLst>
              <a:ext uri="{FF2B5EF4-FFF2-40B4-BE49-F238E27FC236}">
                <a16:creationId xmlns:a16="http://schemas.microsoft.com/office/drawing/2014/main" id="{5640A815-4882-5FC9-7CE3-3B418EAA48EC}"/>
              </a:ext>
            </a:extLst>
          </p:cNvPr>
          <p:cNvSpPr txBox="1"/>
          <p:nvPr/>
        </p:nvSpPr>
        <p:spPr>
          <a:xfrm>
            <a:off x="655646" y="214146"/>
            <a:ext cx="9283011" cy="3214854"/>
          </a:xfrm>
          <a:prstGeom prst="rect">
            <a:avLst/>
          </a:prstGeom>
          <a:noFill/>
        </p:spPr>
        <p:txBody>
          <a:bodyPr wrap="square">
            <a:spAutoFit/>
          </a:bodyPr>
          <a:lstStyle/>
          <a:p>
            <a:pPr marL="457200" indent="-457200" algn="just">
              <a:lnSpc>
                <a:spcPct val="150000"/>
              </a:lnSpc>
              <a:buAutoNum type="arabicPeriod"/>
            </a:pPr>
            <a:r>
              <a:rPr lang="en-US" sz="2300" b="1" dirty="0">
                <a:latin typeface="Bookman Old Style" pitchFamily="18" charset="0"/>
                <a:cs typeface="Times New Roman" panose="02020603050405020304" pitchFamily="18" charset="0"/>
              </a:rPr>
              <a:t>What annual instalment will discharge a debit of Rs. 5664 in 4 years at 12% simple interest?</a:t>
            </a:r>
          </a:p>
          <a:p>
            <a:pPr marL="457200" indent="-457200" algn="just">
              <a:lnSpc>
                <a:spcPct val="150000"/>
              </a:lnSpc>
              <a:buAutoNum type="alphaUcPeriod"/>
            </a:pPr>
            <a:r>
              <a:rPr lang="en-US" sz="2300" b="1" dirty="0">
                <a:latin typeface="Bookman Old Style" pitchFamily="18" charset="0"/>
                <a:cs typeface="Times New Roman" panose="02020603050405020304" pitchFamily="18" charset="0"/>
              </a:rPr>
              <a:t>1230</a:t>
            </a:r>
          </a:p>
          <a:p>
            <a:pPr algn="just">
              <a:lnSpc>
                <a:spcPct val="150000"/>
              </a:lnSpc>
            </a:pPr>
            <a:r>
              <a:rPr lang="en-US" sz="2300" b="1" dirty="0">
                <a:latin typeface="Bookman Old Style" pitchFamily="18" charset="0"/>
                <a:cs typeface="Times New Roman" panose="02020603050405020304" pitchFamily="18" charset="0"/>
              </a:rPr>
              <a:t>B. 1210</a:t>
            </a:r>
          </a:p>
          <a:p>
            <a:pPr algn="just">
              <a:lnSpc>
                <a:spcPct val="150000"/>
              </a:lnSpc>
            </a:pPr>
            <a:r>
              <a:rPr lang="en-US" sz="2300" b="1" dirty="0">
                <a:latin typeface="Bookman Old Style" pitchFamily="18" charset="0"/>
                <a:cs typeface="Times New Roman" panose="02020603050405020304" pitchFamily="18" charset="0"/>
              </a:rPr>
              <a:t>C. 1200</a:t>
            </a:r>
          </a:p>
          <a:p>
            <a:pPr algn="just">
              <a:lnSpc>
                <a:spcPct val="150000"/>
              </a:lnSpc>
            </a:pPr>
            <a:r>
              <a:rPr lang="en-US" sz="2300" b="1" dirty="0">
                <a:latin typeface="Bookman Old Style" pitchFamily="18" charset="0"/>
                <a:cs typeface="Times New Roman" panose="02020603050405020304" pitchFamily="18" charset="0"/>
              </a:rPr>
              <a:t>D. 1220</a:t>
            </a: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0EE0A46E-08F5-DF1D-7A2E-9C068EAFE716}"/>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36068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F344-A743-8E70-848E-1D9EE4A5B52C}"/>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7C7B76FC-8AED-8467-387E-5B33B2CE23AD}"/>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1B2876C3-2DED-589D-B9D9-1CC774AFB238}"/>
              </a:ext>
            </a:extLst>
          </p:cNvPr>
          <p:cNvSpPr>
            <a:spLocks noGrp="1"/>
          </p:cNvSpPr>
          <p:nvPr>
            <p:ph type="sldNum" sz="quarter" idx="12"/>
          </p:nvPr>
        </p:nvSpPr>
        <p:spPr/>
        <p:txBody>
          <a:bodyPr/>
          <a:lstStyle/>
          <a:p>
            <a:fld id="{6EFE7C99-B088-4EBB-BFF6-BECCC96D5DD8}" type="slidenum">
              <a:rPr lang="en-US" smtClean="0"/>
              <a:t>32</a:t>
            </a:fld>
            <a:endParaRPr lang="en-US"/>
          </a:p>
        </p:txBody>
      </p:sp>
      <p:sp>
        <p:nvSpPr>
          <p:cNvPr id="4" name="TextBox 3">
            <a:extLst>
              <a:ext uri="{FF2B5EF4-FFF2-40B4-BE49-F238E27FC236}">
                <a16:creationId xmlns:a16="http://schemas.microsoft.com/office/drawing/2014/main" id="{7E5F5CBB-108B-0211-3E41-03B5F8103E79}"/>
              </a:ext>
            </a:extLst>
          </p:cNvPr>
          <p:cNvSpPr txBox="1"/>
          <p:nvPr/>
        </p:nvSpPr>
        <p:spPr>
          <a:xfrm>
            <a:off x="346128" y="214146"/>
            <a:ext cx="9914383" cy="3214854"/>
          </a:xfrm>
          <a:prstGeom prst="rect">
            <a:avLst/>
          </a:prstGeom>
          <a:noFill/>
        </p:spPr>
        <p:txBody>
          <a:bodyPr wrap="square">
            <a:spAutoFit/>
          </a:bodyPr>
          <a:lstStyle/>
          <a:p>
            <a:pPr algn="just">
              <a:lnSpc>
                <a:spcPct val="150000"/>
              </a:lnSpc>
            </a:pPr>
            <a:r>
              <a:rPr lang="en-US" sz="2300" b="1" dirty="0">
                <a:latin typeface="Bookman Old Style" pitchFamily="18" charset="0"/>
                <a:cs typeface="Times New Roman" panose="02020603050405020304" pitchFamily="18" charset="0"/>
              </a:rPr>
              <a:t>  2. What annual instalment will discharge a debit of Rs. 9600 in 5 years at 10% simple interest?</a:t>
            </a:r>
          </a:p>
          <a:p>
            <a:pPr marL="457200" indent="-457200" algn="just">
              <a:lnSpc>
                <a:spcPct val="150000"/>
              </a:lnSpc>
              <a:buAutoNum type="alphaUcPeriod"/>
            </a:pPr>
            <a:r>
              <a:rPr lang="en-US" sz="2300" b="1" dirty="0">
                <a:latin typeface="Bookman Old Style" pitchFamily="18" charset="0"/>
                <a:cs typeface="Times New Roman" panose="02020603050405020304" pitchFamily="18" charset="0"/>
              </a:rPr>
              <a:t>1450</a:t>
            </a:r>
          </a:p>
          <a:p>
            <a:pPr algn="just">
              <a:lnSpc>
                <a:spcPct val="150000"/>
              </a:lnSpc>
            </a:pPr>
            <a:r>
              <a:rPr lang="en-US" sz="2300" b="1" dirty="0">
                <a:latin typeface="Bookman Old Style" pitchFamily="18" charset="0"/>
                <a:cs typeface="Times New Roman" panose="02020603050405020304" pitchFamily="18" charset="0"/>
              </a:rPr>
              <a:t>B. 1550</a:t>
            </a:r>
          </a:p>
          <a:p>
            <a:pPr algn="just">
              <a:lnSpc>
                <a:spcPct val="150000"/>
              </a:lnSpc>
            </a:pPr>
            <a:r>
              <a:rPr lang="en-US" sz="2300" b="1" dirty="0">
                <a:latin typeface="Bookman Old Style" pitchFamily="18" charset="0"/>
                <a:cs typeface="Times New Roman" panose="02020603050405020304" pitchFamily="18" charset="0"/>
              </a:rPr>
              <a:t>C. 1500</a:t>
            </a:r>
          </a:p>
          <a:p>
            <a:pPr algn="just">
              <a:lnSpc>
                <a:spcPct val="150000"/>
              </a:lnSpc>
            </a:pPr>
            <a:r>
              <a:rPr lang="en-US" sz="2300" b="1" dirty="0">
                <a:latin typeface="Bookman Old Style" pitchFamily="18" charset="0"/>
                <a:cs typeface="Times New Roman" panose="02020603050405020304" pitchFamily="18" charset="0"/>
              </a:rPr>
              <a:t>D. 1600</a:t>
            </a: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2A809F89-7FA7-B949-5D63-2F050E9186DC}"/>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560507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0DF82-1782-F416-AD03-E86F9599F7AD}"/>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F3576A63-B120-6175-4F2A-161FD2E8A11A}"/>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7110D655-30CD-ACF3-FD64-78840D7D2F46}"/>
              </a:ext>
            </a:extLst>
          </p:cNvPr>
          <p:cNvSpPr>
            <a:spLocks noGrp="1"/>
          </p:cNvSpPr>
          <p:nvPr>
            <p:ph type="sldNum" sz="quarter" idx="12"/>
          </p:nvPr>
        </p:nvSpPr>
        <p:spPr/>
        <p:txBody>
          <a:bodyPr/>
          <a:lstStyle/>
          <a:p>
            <a:fld id="{6EFE7C99-B088-4EBB-BFF6-BECCC96D5DD8}" type="slidenum">
              <a:rPr lang="en-US" smtClean="0"/>
              <a:t>33</a:t>
            </a:fld>
            <a:endParaRPr lang="en-US"/>
          </a:p>
        </p:txBody>
      </p:sp>
      <p:sp>
        <p:nvSpPr>
          <p:cNvPr id="4" name="TextBox 3">
            <a:extLst>
              <a:ext uri="{FF2B5EF4-FFF2-40B4-BE49-F238E27FC236}">
                <a16:creationId xmlns:a16="http://schemas.microsoft.com/office/drawing/2014/main" id="{C0613A68-D6C3-49AC-29A1-D5EA0BE7E842}"/>
              </a:ext>
            </a:extLst>
          </p:cNvPr>
          <p:cNvSpPr txBox="1"/>
          <p:nvPr/>
        </p:nvSpPr>
        <p:spPr>
          <a:xfrm>
            <a:off x="346128" y="214146"/>
            <a:ext cx="9914383" cy="3884268"/>
          </a:xfrm>
          <a:prstGeom prst="rect">
            <a:avLst/>
          </a:prstGeom>
          <a:noFill/>
        </p:spPr>
        <p:txBody>
          <a:bodyPr wrap="square">
            <a:spAutoFit/>
          </a:bodyPr>
          <a:lstStyle/>
          <a:p>
            <a:pPr algn="just">
              <a:lnSpc>
                <a:spcPct val="150000"/>
              </a:lnSpc>
            </a:pPr>
            <a:r>
              <a:rPr lang="en-US" sz="2300" b="1" dirty="0">
                <a:latin typeface="Bookman Old Style" pitchFamily="18" charset="0"/>
                <a:cs typeface="Times New Roman" panose="02020603050405020304" pitchFamily="18" charset="0"/>
              </a:rPr>
              <a:t>  3. </a:t>
            </a:r>
            <a:r>
              <a:rPr lang="en-IN" sz="2400" b="1" dirty="0">
                <a:latin typeface="Bookman Old Style" pitchFamily="18" charset="0"/>
                <a:cs typeface="Times New Roman" panose="02020603050405020304" pitchFamily="18" charset="0"/>
              </a:rPr>
              <a:t>The annual payment of Rs. 4000 in 6 years at 8% per annum will discharge a debt of what amount ?</a:t>
            </a:r>
          </a:p>
          <a:p>
            <a:pPr marL="457200" indent="-457200" algn="just">
              <a:lnSpc>
                <a:spcPct val="150000"/>
              </a:lnSpc>
              <a:buAutoNum type="alphaLcPeriod"/>
            </a:pPr>
            <a:r>
              <a:rPr lang="en-IN" sz="2400" b="1" dirty="0">
                <a:latin typeface="Bookman Old Style" pitchFamily="18" charset="0"/>
                <a:cs typeface="Times New Roman" panose="02020603050405020304" pitchFamily="18" charset="0"/>
              </a:rPr>
              <a:t>24000       </a:t>
            </a:r>
          </a:p>
          <a:p>
            <a:pPr algn="just">
              <a:lnSpc>
                <a:spcPct val="150000"/>
              </a:lnSpc>
            </a:pPr>
            <a:r>
              <a:rPr lang="en-IN" sz="2400" b="1" dirty="0">
                <a:latin typeface="Bookman Old Style" pitchFamily="18" charset="0"/>
                <a:cs typeface="Times New Roman" panose="02020603050405020304" pitchFamily="18" charset="0"/>
              </a:rPr>
              <a:t>b. 26400   </a:t>
            </a:r>
          </a:p>
          <a:p>
            <a:pPr algn="just">
              <a:lnSpc>
                <a:spcPct val="150000"/>
              </a:lnSpc>
            </a:pPr>
            <a:r>
              <a:rPr lang="en-IN" sz="2400" b="1" dirty="0">
                <a:latin typeface="Bookman Old Style" pitchFamily="18" charset="0"/>
                <a:cs typeface="Times New Roman" panose="02020603050405020304" pitchFamily="18" charset="0"/>
              </a:rPr>
              <a:t>c. 27200    </a:t>
            </a:r>
          </a:p>
          <a:p>
            <a:pPr algn="just">
              <a:lnSpc>
                <a:spcPct val="150000"/>
              </a:lnSpc>
            </a:pPr>
            <a:r>
              <a:rPr lang="en-IN" sz="2400" b="1" dirty="0">
                <a:latin typeface="Bookman Old Style" pitchFamily="18" charset="0"/>
                <a:cs typeface="Times New Roman" panose="02020603050405020304" pitchFamily="18" charset="0"/>
              </a:rPr>
              <a:t>d.28800</a:t>
            </a:r>
          </a:p>
          <a:p>
            <a:pPr algn="just">
              <a:lnSpc>
                <a:spcPct val="150000"/>
              </a:lnSpc>
            </a:pP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ECBA21BA-03AE-4107-723E-854FC2BB57C3}"/>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3783755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A2072-9DEA-A032-8A70-5CDAEBB1096D}"/>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2F9D42B1-A38F-62FA-C147-B8CE24BF68EC}"/>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741D31D5-011F-2A67-E03C-9BFD143DC5E1}"/>
              </a:ext>
            </a:extLst>
          </p:cNvPr>
          <p:cNvSpPr>
            <a:spLocks noGrp="1"/>
          </p:cNvSpPr>
          <p:nvPr>
            <p:ph type="sldNum" sz="quarter" idx="12"/>
          </p:nvPr>
        </p:nvSpPr>
        <p:spPr/>
        <p:txBody>
          <a:bodyPr/>
          <a:lstStyle/>
          <a:p>
            <a:fld id="{6EFE7C99-B088-4EBB-BFF6-BECCC96D5DD8}" type="slidenum">
              <a:rPr lang="en-US" smtClean="0"/>
              <a:t>34</a:t>
            </a:fld>
            <a:endParaRPr lang="en-US"/>
          </a:p>
        </p:txBody>
      </p:sp>
      <p:sp>
        <p:nvSpPr>
          <p:cNvPr id="4" name="TextBox 3">
            <a:extLst>
              <a:ext uri="{FF2B5EF4-FFF2-40B4-BE49-F238E27FC236}">
                <a16:creationId xmlns:a16="http://schemas.microsoft.com/office/drawing/2014/main" id="{DD20C2DD-0C12-37C6-1DEA-C9A33A076A4F}"/>
              </a:ext>
            </a:extLst>
          </p:cNvPr>
          <p:cNvSpPr txBox="1"/>
          <p:nvPr/>
        </p:nvSpPr>
        <p:spPr>
          <a:xfrm>
            <a:off x="154903" y="337414"/>
            <a:ext cx="9914383" cy="5110373"/>
          </a:xfrm>
          <a:prstGeom prst="rect">
            <a:avLst/>
          </a:prstGeom>
          <a:noFill/>
        </p:spPr>
        <p:txBody>
          <a:bodyPr wrap="square">
            <a:spAutoFit/>
          </a:bodyPr>
          <a:lstStyle/>
          <a:p>
            <a:pPr algn="just">
              <a:lnSpc>
                <a:spcPct val="150000"/>
              </a:lnSpc>
            </a:pPr>
            <a:r>
              <a:rPr lang="en-US" sz="2200" b="1" dirty="0">
                <a:latin typeface="Bookman Old Style" pitchFamily="18" charset="0"/>
                <a:cs typeface="Times New Roman" panose="02020603050405020304" pitchFamily="18" charset="0"/>
              </a:rPr>
              <a:t>  4. A person borrows Rs. 100000 from a bank at 10% per annum simple interest and clears the debt in five years. If the instalment paid at the end of the first, second, third and fourth years to clear the debt are Rs. 10000, Rs. 20000, Rs. 30000 and Rs. 40000 respectively, what amount should be paid at the end of the fifth year to clear the debt?</a:t>
            </a:r>
          </a:p>
          <a:p>
            <a:pPr algn="just">
              <a:lnSpc>
                <a:spcPct val="150000"/>
              </a:lnSpc>
            </a:pPr>
            <a:r>
              <a:rPr lang="en-US" sz="2200" b="1" dirty="0">
                <a:latin typeface="Bookman Old Style" pitchFamily="18" charset="0"/>
                <a:cs typeface="Times New Roman" panose="02020603050405020304" pitchFamily="18" charset="0"/>
              </a:rPr>
              <a:t> A. 38250</a:t>
            </a:r>
          </a:p>
          <a:p>
            <a:pPr algn="just">
              <a:lnSpc>
                <a:spcPct val="150000"/>
              </a:lnSpc>
            </a:pPr>
            <a:r>
              <a:rPr lang="en-US" sz="2200" b="1" dirty="0">
                <a:latin typeface="Bookman Old Style" pitchFamily="18" charset="0"/>
                <a:cs typeface="Times New Roman" panose="02020603050405020304" pitchFamily="18" charset="0"/>
              </a:rPr>
              <a:t> B. 39490</a:t>
            </a:r>
          </a:p>
          <a:p>
            <a:pPr algn="just">
              <a:lnSpc>
                <a:spcPct val="150000"/>
              </a:lnSpc>
            </a:pPr>
            <a:r>
              <a:rPr lang="en-US" sz="2200" b="1" dirty="0">
                <a:latin typeface="Bookman Old Style" pitchFamily="18" charset="0"/>
                <a:cs typeface="Times New Roman" panose="02020603050405020304" pitchFamily="18" charset="0"/>
              </a:rPr>
              <a:t> C. 40450</a:t>
            </a:r>
          </a:p>
          <a:p>
            <a:pPr algn="just">
              <a:lnSpc>
                <a:spcPct val="150000"/>
              </a:lnSpc>
            </a:pPr>
            <a:r>
              <a:rPr lang="en-US" sz="2200" b="1" dirty="0">
                <a:latin typeface="Bookman Old Style" pitchFamily="18" charset="0"/>
                <a:cs typeface="Times New Roman" panose="02020603050405020304" pitchFamily="18" charset="0"/>
              </a:rPr>
              <a:t> D. 367450</a:t>
            </a:r>
            <a:endParaRPr lang="en-IN" sz="22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07DD5D1-6946-7841-8CED-2BB1731C2586}"/>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4923249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52591-D857-C2AB-C092-00F68C6E23C8}"/>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7111CBA4-2E6A-F79E-1263-54B5F90EFBCE}"/>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CBA7CC6A-FEB8-47BC-256D-9983D3C433BF}"/>
              </a:ext>
            </a:extLst>
          </p:cNvPr>
          <p:cNvSpPr>
            <a:spLocks noGrp="1"/>
          </p:cNvSpPr>
          <p:nvPr>
            <p:ph type="sldNum" sz="quarter" idx="12"/>
          </p:nvPr>
        </p:nvSpPr>
        <p:spPr/>
        <p:txBody>
          <a:bodyPr/>
          <a:lstStyle/>
          <a:p>
            <a:fld id="{6EFE7C99-B088-4EBB-BFF6-BECCC96D5DD8}" type="slidenum">
              <a:rPr lang="en-US" smtClean="0"/>
              <a:t>35</a:t>
            </a:fld>
            <a:endParaRPr lang="en-US"/>
          </a:p>
        </p:txBody>
      </p:sp>
      <p:sp>
        <p:nvSpPr>
          <p:cNvPr id="4" name="TextBox 3">
            <a:extLst>
              <a:ext uri="{FF2B5EF4-FFF2-40B4-BE49-F238E27FC236}">
                <a16:creationId xmlns:a16="http://schemas.microsoft.com/office/drawing/2014/main" id="{EE78E327-6FB5-21E0-94F4-4ED5D82D08A8}"/>
              </a:ext>
            </a:extLst>
          </p:cNvPr>
          <p:cNvSpPr txBox="1"/>
          <p:nvPr/>
        </p:nvSpPr>
        <p:spPr>
          <a:xfrm>
            <a:off x="250009" y="110213"/>
            <a:ext cx="9914383" cy="4807598"/>
          </a:xfrm>
          <a:prstGeom prst="rect">
            <a:avLst/>
          </a:prstGeom>
          <a:noFill/>
        </p:spPr>
        <p:txBody>
          <a:bodyPr wrap="square">
            <a:spAutoFit/>
          </a:bodyPr>
          <a:lstStyle/>
          <a:p>
            <a:pPr algn="just">
              <a:lnSpc>
                <a:spcPct val="150000"/>
              </a:lnSpc>
            </a:pPr>
            <a:r>
              <a:rPr lang="en-US" sz="2300" b="1" dirty="0">
                <a:latin typeface="Bookman Old Style" pitchFamily="18" charset="0"/>
                <a:cs typeface="Times New Roman" panose="02020603050405020304" pitchFamily="18" charset="0"/>
              </a:rPr>
              <a:t>  5. Damani purchased an item costing Rs. 7500 and paid Rs 3500 as a down payment for the same. If the simple interest charged for the remaining amount is 9% per annum and Damani cleared all dues after 4 months of the purchase, how much did Damani pay after 4 months as interest?</a:t>
            </a:r>
          </a:p>
          <a:p>
            <a:pPr algn="just">
              <a:lnSpc>
                <a:spcPct val="150000"/>
              </a:lnSpc>
            </a:pPr>
            <a:r>
              <a:rPr lang="en-US" sz="2300" b="1" dirty="0">
                <a:latin typeface="Bookman Old Style" pitchFamily="18" charset="0"/>
                <a:cs typeface="Times New Roman" panose="02020603050405020304" pitchFamily="18" charset="0"/>
              </a:rPr>
              <a:t> A. 120</a:t>
            </a:r>
          </a:p>
          <a:p>
            <a:pPr algn="just">
              <a:lnSpc>
                <a:spcPct val="150000"/>
              </a:lnSpc>
            </a:pPr>
            <a:r>
              <a:rPr lang="en-US" sz="2300" b="1" dirty="0">
                <a:latin typeface="Bookman Old Style" pitchFamily="18" charset="0"/>
                <a:cs typeface="Times New Roman" panose="02020603050405020304" pitchFamily="18" charset="0"/>
              </a:rPr>
              <a:t> B. 100</a:t>
            </a:r>
          </a:p>
          <a:p>
            <a:pPr algn="just">
              <a:lnSpc>
                <a:spcPct val="150000"/>
              </a:lnSpc>
            </a:pPr>
            <a:r>
              <a:rPr lang="en-US" sz="2300" b="1" dirty="0">
                <a:latin typeface="Bookman Old Style" pitchFamily="18" charset="0"/>
                <a:cs typeface="Times New Roman" panose="02020603050405020304" pitchFamily="18" charset="0"/>
              </a:rPr>
              <a:t> C. 132</a:t>
            </a:r>
          </a:p>
          <a:p>
            <a:pPr algn="just">
              <a:lnSpc>
                <a:spcPct val="150000"/>
              </a:lnSpc>
            </a:pPr>
            <a:r>
              <a:rPr lang="en-US" sz="2300" b="1" dirty="0">
                <a:latin typeface="Bookman Old Style" pitchFamily="18" charset="0"/>
                <a:cs typeface="Times New Roman" panose="02020603050405020304" pitchFamily="18" charset="0"/>
              </a:rPr>
              <a:t> D. 125</a:t>
            </a: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DBFA6CCB-DDDB-4D87-7C64-8032A7F3F577}"/>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2175490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58502-9EF6-E4D8-77AB-306572C9B3F9}"/>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74873BB4-C24F-2460-94BF-7B264D72664D}"/>
              </a:ext>
            </a:extLst>
          </p:cNvPr>
          <p:cNvSpPr>
            <a:spLocks noGrp="1"/>
          </p:cNvSpPr>
          <p:nvPr>
            <p:ph type="dt" sz="half" idx="10"/>
          </p:nvPr>
        </p:nvSpPr>
        <p:spPr/>
        <p:txBody>
          <a:bodyPr/>
          <a:lstStyle/>
          <a:p>
            <a:fld id="{38F3B24F-02C3-48DA-B7A8-4A361D6C12C8}" type="datetime1">
              <a:rPr lang="en-US" smtClean="0"/>
              <a:t>5/20/2026</a:t>
            </a:fld>
            <a:endParaRPr lang="en-US" dirty="0"/>
          </a:p>
        </p:txBody>
      </p:sp>
      <p:sp>
        <p:nvSpPr>
          <p:cNvPr id="15" name="Slide Number Placeholder 14">
            <a:extLst>
              <a:ext uri="{FF2B5EF4-FFF2-40B4-BE49-F238E27FC236}">
                <a16:creationId xmlns:a16="http://schemas.microsoft.com/office/drawing/2014/main" id="{185D17ED-192E-214D-BC39-E26CD0BCA7A2}"/>
              </a:ext>
            </a:extLst>
          </p:cNvPr>
          <p:cNvSpPr>
            <a:spLocks noGrp="1"/>
          </p:cNvSpPr>
          <p:nvPr>
            <p:ph type="sldNum" sz="quarter" idx="12"/>
          </p:nvPr>
        </p:nvSpPr>
        <p:spPr/>
        <p:txBody>
          <a:bodyPr/>
          <a:lstStyle/>
          <a:p>
            <a:fld id="{6EFE7C99-B088-4EBB-BFF6-BECCC96D5DD8}" type="slidenum">
              <a:rPr lang="en-US" smtClean="0"/>
              <a:t>36</a:t>
            </a:fld>
            <a:endParaRPr lang="en-US"/>
          </a:p>
        </p:txBody>
      </p:sp>
      <p:pic>
        <p:nvPicPr>
          <p:cNvPr id="2" name="Picture 2" descr="Say Thank You For Your Attention">
            <a:extLst>
              <a:ext uri="{FF2B5EF4-FFF2-40B4-BE49-F238E27FC236}">
                <a16:creationId xmlns:a16="http://schemas.microsoft.com/office/drawing/2014/main" id="{4707998D-556D-0EA7-F7BC-A51E90BDC8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799" y="1153885"/>
            <a:ext cx="5323115" cy="426629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yellow and blue sign with words">
            <a:extLst>
              <a:ext uri="{FF2B5EF4-FFF2-40B4-BE49-F238E27FC236}">
                <a16:creationId xmlns:a16="http://schemas.microsoft.com/office/drawing/2014/main" id="{5B0C8807-C165-6818-4A85-8E73648B60A2}"/>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6877569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Damask</Template>
  <TotalTime>2876</TotalTime>
  <Words>1686</Words>
  <Application>Microsoft Office PowerPoint</Application>
  <PresentationFormat>Widescreen</PresentationFormat>
  <Paragraphs>213</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Arial</vt:lpstr>
      <vt:lpstr>Bookman Old Style</vt:lpstr>
      <vt:lpstr>Rockwell</vt:lpstr>
      <vt:lpstr>Damask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Sujoy  Saha</dc:creator>
  <cp:lastModifiedBy>harikrishnareddy pagadam</cp:lastModifiedBy>
  <cp:revision>102</cp:revision>
  <dcterms:created xsi:type="dcterms:W3CDTF">2025-01-02T14:33:31Z</dcterms:created>
  <dcterms:modified xsi:type="dcterms:W3CDTF">2026-05-20T14:07:13Z</dcterms:modified>
</cp:coreProperties>
</file>