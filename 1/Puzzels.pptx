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301" r:id="rId3"/>
    <p:sldId id="287" r:id="rId4"/>
    <p:sldId id="289" r:id="rId5"/>
    <p:sldId id="290" r:id="rId6"/>
    <p:sldId id="297" r:id="rId7"/>
    <p:sldId id="291" r:id="rId8"/>
    <p:sldId id="298" r:id="rId9"/>
    <p:sldId id="303" r:id="rId10"/>
    <p:sldId id="302" r:id="rId11"/>
    <p:sldId id="299" r:id="rId12"/>
    <p:sldId id="30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4E91"/>
    <a:srgbClr val="D1DAFF"/>
    <a:srgbClr val="FFFFFF"/>
    <a:srgbClr val="164F8F"/>
    <a:srgbClr val="184F90"/>
    <a:srgbClr val="105498"/>
    <a:srgbClr val="185090"/>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8BA0C7-BE67-48D5-BD35-DA5DB3D3A476}" type="datetimeFigureOut">
              <a:rPr lang="en-US" smtClean="0"/>
              <a:t>6/21/2026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467D57-D457-4EAE-BF4F-2FDE0C552E3A}" type="slidenum">
              <a:rPr lang="en-US" smtClean="0"/>
              <a:t>‹#›</a:t>
            </a:fld>
            <a:endParaRPr lang="en-US"/>
          </a:p>
        </p:txBody>
      </p:sp>
    </p:spTree>
    <p:extLst>
      <p:ext uri="{BB962C8B-B14F-4D97-AF65-F5344CB8AC3E}">
        <p14:creationId xmlns:p14="http://schemas.microsoft.com/office/powerpoint/2010/main" val="1529617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7FEDEED-7842-4258-8A82-6812FA1E8BFB}" type="datetime1">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328849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90CC30-37F6-49DC-8F97-9FC4C90ABBE4}" type="datetime1">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358514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446254-DF34-4B25-8594-5D60DA2E06AD}" type="datetime1">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861638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23910C-AAA9-4EBC-B496-A3B1AB664E29}" type="datetime1">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2062329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00867D-E0D5-49E8-B491-4AFA3BE2396B}" type="datetime1">
              <a:rPr lang="en-US" smtClean="0"/>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388770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2E511D-A56B-4FB4-867E-80BB956F2BC0}" type="datetime1">
              <a:rPr lang="en-US" smtClean="0"/>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3934253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3F6D47-A815-4926-A44E-2D6ED0185A8A}" type="datetime1">
              <a:rPr lang="en-US" smtClean="0"/>
              <a:t>6/21/2026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2418549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159D76-0D3E-4EA7-B250-0F2D356A6FC0}" type="datetime1">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985202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B2B5876-36BD-4EF0-A012-C15007E79556}" type="datetime1">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3265885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7A8920-E8A9-414C-8407-630EE2D7E960}" type="datetime1">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898755116"/>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7A8920-E8A9-414C-8407-630EE2D7E960}" type="datetime1">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663541381"/>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7A8920-E8A9-414C-8407-630EE2D7E960}" type="datetime1">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18710289"/>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7A8920-E8A9-414C-8407-630EE2D7E960}" type="datetime1">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013213305"/>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E7A8920-E8A9-414C-8407-630EE2D7E960}" type="datetime1">
              <a:rPr lang="en-US" smtClean="0"/>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4173934615"/>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E7A8920-E8A9-414C-8407-630EE2D7E960}" type="datetime1">
              <a:rPr lang="en-US" smtClean="0"/>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2788256022"/>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DAB554-37BB-4542-BE7B-4A6B4EE64334}" type="datetime1">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4227554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5A672A-4548-49D3-BFAB-EEFB9AC642E7}" type="datetime1">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467282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CE7A8920-E8A9-414C-8407-630EE2D7E960}" type="datetime1">
              <a:rPr lang="en-US" smtClean="0"/>
              <a:t>6/21/2026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EFE7C99-B088-4EBB-BFF6-BECCC96D5DD8}" type="slidenum">
              <a:rPr lang="en-US" smtClean="0"/>
              <a:t>‹#›</a:t>
            </a:fld>
            <a:endParaRPr lang="en-US"/>
          </a:p>
        </p:txBody>
      </p:sp>
    </p:spTree>
    <p:extLst>
      <p:ext uri="{BB962C8B-B14F-4D97-AF65-F5344CB8AC3E}">
        <p14:creationId xmlns:p14="http://schemas.microsoft.com/office/powerpoint/2010/main" val="387668233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ate Placeholder 12">
            <a:extLst>
              <a:ext uri="{FF2B5EF4-FFF2-40B4-BE49-F238E27FC236}">
                <a16:creationId xmlns:a16="http://schemas.microsoft.com/office/drawing/2014/main" id="{742C3F97-7163-10DB-A067-B3F1568C9564}"/>
              </a:ext>
            </a:extLst>
          </p:cNvPr>
          <p:cNvSpPr>
            <a:spLocks noGrp="1"/>
          </p:cNvSpPr>
          <p:nvPr>
            <p:ph type="dt" sz="half" idx="10"/>
          </p:nvPr>
        </p:nvSpPr>
        <p:spPr/>
        <p:txBody>
          <a:bodyPr/>
          <a:lstStyle/>
          <a:p>
            <a:fld id="{5ED396FE-0C88-4477-8CA6-DFFA80F6EC4B}" type="datetime1">
              <a:rPr lang="en-US" smtClean="0"/>
              <a:t>6/21/2026</a:t>
            </a:fld>
            <a:endParaRPr lang="en-US"/>
          </a:p>
        </p:txBody>
      </p:sp>
      <p:sp>
        <p:nvSpPr>
          <p:cNvPr id="15" name="Slide Number Placeholder 14">
            <a:extLst>
              <a:ext uri="{FF2B5EF4-FFF2-40B4-BE49-F238E27FC236}">
                <a16:creationId xmlns:a16="http://schemas.microsoft.com/office/drawing/2014/main" id="{B743A2CC-628E-6D6B-CB09-6DD9562DC0FF}"/>
              </a:ext>
            </a:extLst>
          </p:cNvPr>
          <p:cNvSpPr>
            <a:spLocks noGrp="1"/>
          </p:cNvSpPr>
          <p:nvPr>
            <p:ph type="sldNum" sz="quarter" idx="12"/>
          </p:nvPr>
        </p:nvSpPr>
        <p:spPr/>
        <p:txBody>
          <a:bodyPr/>
          <a:lstStyle/>
          <a:p>
            <a:fld id="{6EFE7C99-B088-4EBB-BFF6-BECCC96D5DD8}" type="slidenum">
              <a:rPr lang="en-US" smtClean="0"/>
              <a:t>1</a:t>
            </a:fld>
            <a:endParaRPr lang="en-US"/>
          </a:p>
        </p:txBody>
      </p:sp>
      <p:sp>
        <p:nvSpPr>
          <p:cNvPr id="11" name="TextBox 10">
            <a:extLst>
              <a:ext uri="{FF2B5EF4-FFF2-40B4-BE49-F238E27FC236}">
                <a16:creationId xmlns:a16="http://schemas.microsoft.com/office/drawing/2014/main" id="{61643550-BC90-31DB-C96C-291D61ED3D0D}"/>
              </a:ext>
            </a:extLst>
          </p:cNvPr>
          <p:cNvSpPr txBox="1"/>
          <p:nvPr/>
        </p:nvSpPr>
        <p:spPr>
          <a:xfrm>
            <a:off x="3723966" y="2152471"/>
            <a:ext cx="4548538" cy="553998"/>
          </a:xfrm>
          <a:prstGeom prst="rect">
            <a:avLst/>
          </a:prstGeom>
          <a:noFill/>
        </p:spPr>
        <p:txBody>
          <a:bodyPr wrap="square" rtlCol="0">
            <a:spAutoFit/>
          </a:bodyPr>
          <a:lstStyle/>
          <a:p>
            <a:r>
              <a:rPr lang="en-US" sz="3000" b="1" dirty="0">
                <a:latin typeface="+mj-lt"/>
              </a:rPr>
              <a:t>Puzzle Test</a:t>
            </a:r>
          </a:p>
        </p:txBody>
      </p:sp>
      <p:pic>
        <p:nvPicPr>
          <p:cNvPr id="7" name="Picture 6" descr="A yellow and blue sign with words">
            <a:extLst>
              <a:ext uri="{FF2B5EF4-FFF2-40B4-BE49-F238E27FC236}">
                <a16:creationId xmlns:a16="http://schemas.microsoft.com/office/drawing/2014/main" id="{49F0F81C-3DF3-E649-4639-EE7BDE3C09E8}"/>
              </a:ext>
            </a:extLst>
          </p:cNvPr>
          <p:cNvPicPr>
            <a:picLocks noChangeAspect="1"/>
          </p:cNvPicPr>
          <p:nvPr/>
        </p:nvPicPr>
        <p:blipFill>
          <a:blip r:embed="rId2"/>
          <a:stretch>
            <a:fillRect/>
          </a:stretch>
        </p:blipFill>
        <p:spPr>
          <a:xfrm>
            <a:off x="10314940" y="262613"/>
            <a:ext cx="1681480" cy="1452880"/>
          </a:xfrm>
          <a:prstGeom prst="rect">
            <a:avLst/>
          </a:prstGeom>
        </p:spPr>
      </p:pic>
    </p:spTree>
    <p:extLst>
      <p:ext uri="{BB962C8B-B14F-4D97-AF65-F5344CB8AC3E}">
        <p14:creationId xmlns:p14="http://schemas.microsoft.com/office/powerpoint/2010/main" val="1434162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8C438-9D95-0301-16C0-4D207696CBC0}"/>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282A8125-5390-C6CA-8E6F-A63EE315FE60}"/>
              </a:ext>
            </a:extLst>
          </p:cNvPr>
          <p:cNvSpPr>
            <a:spLocks noGrp="1"/>
          </p:cNvSpPr>
          <p:nvPr>
            <p:ph type="dt" sz="half" idx="10"/>
          </p:nvPr>
        </p:nvSpPr>
        <p:spPr/>
        <p:txBody>
          <a:bodyPr/>
          <a:lstStyle/>
          <a:p>
            <a:fld id="{5ED396FE-0C88-4477-8CA6-DFFA80F6EC4B}" type="datetime1">
              <a:rPr lang="en-US" smtClean="0"/>
              <a:t>6/21/2026</a:t>
            </a:fld>
            <a:endParaRPr lang="en-US"/>
          </a:p>
        </p:txBody>
      </p:sp>
      <p:sp>
        <p:nvSpPr>
          <p:cNvPr id="15" name="Slide Number Placeholder 14">
            <a:extLst>
              <a:ext uri="{FF2B5EF4-FFF2-40B4-BE49-F238E27FC236}">
                <a16:creationId xmlns:a16="http://schemas.microsoft.com/office/drawing/2014/main" id="{79D078FA-B21B-5528-7275-CACD84C64876}"/>
              </a:ext>
            </a:extLst>
          </p:cNvPr>
          <p:cNvSpPr>
            <a:spLocks noGrp="1"/>
          </p:cNvSpPr>
          <p:nvPr>
            <p:ph type="sldNum" sz="quarter" idx="12"/>
          </p:nvPr>
        </p:nvSpPr>
        <p:spPr/>
        <p:txBody>
          <a:bodyPr/>
          <a:lstStyle/>
          <a:p>
            <a:fld id="{6EFE7C99-B088-4EBB-BFF6-BECCC96D5DD8}" type="slidenum">
              <a:rPr lang="en-US" smtClean="0"/>
              <a:t>2</a:t>
            </a:fld>
            <a:endParaRPr lang="en-US"/>
          </a:p>
        </p:txBody>
      </p:sp>
      <p:pic>
        <p:nvPicPr>
          <p:cNvPr id="7" name="Picture 6" descr="A yellow and blue sign with words">
            <a:extLst>
              <a:ext uri="{FF2B5EF4-FFF2-40B4-BE49-F238E27FC236}">
                <a16:creationId xmlns:a16="http://schemas.microsoft.com/office/drawing/2014/main" id="{41DB5962-C999-044E-1FB9-59017D684F1A}"/>
              </a:ext>
            </a:extLst>
          </p:cNvPr>
          <p:cNvPicPr>
            <a:picLocks noChangeAspect="1"/>
          </p:cNvPicPr>
          <p:nvPr/>
        </p:nvPicPr>
        <p:blipFill>
          <a:blip r:embed="rId2"/>
          <a:stretch>
            <a:fillRect/>
          </a:stretch>
        </p:blipFill>
        <p:spPr>
          <a:xfrm>
            <a:off x="10314940" y="262613"/>
            <a:ext cx="1681480" cy="1452880"/>
          </a:xfrm>
          <a:prstGeom prst="rect">
            <a:avLst/>
          </a:prstGeom>
        </p:spPr>
      </p:pic>
    </p:spTree>
    <p:extLst>
      <p:ext uri="{BB962C8B-B14F-4D97-AF65-F5344CB8AC3E}">
        <p14:creationId xmlns:p14="http://schemas.microsoft.com/office/powerpoint/2010/main" val="1866859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6872-20A9-21AA-2F5F-C392669C22B4}"/>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B806D6FD-73B2-9687-4191-B1B3CE6AB94E}"/>
              </a:ext>
            </a:extLst>
          </p:cNvPr>
          <p:cNvSpPr>
            <a:spLocks noGrp="1"/>
          </p:cNvSpPr>
          <p:nvPr>
            <p:ph type="dt" sz="half" idx="10"/>
          </p:nvPr>
        </p:nvSpPr>
        <p:spPr>
          <a:xfrm>
            <a:off x="838200" y="6391975"/>
            <a:ext cx="2743200" cy="365125"/>
          </a:xfrm>
        </p:spPr>
        <p:txBody>
          <a:bodyPr/>
          <a:lstStyle/>
          <a:p>
            <a:fld id="{38F3B24F-02C3-48DA-B7A8-4A361D6C12C8}" type="datetime1">
              <a:rPr lang="en-US" smtClean="0"/>
              <a:t>6/21/2026</a:t>
            </a:fld>
            <a:endParaRPr lang="en-US" dirty="0"/>
          </a:p>
        </p:txBody>
      </p:sp>
      <p:sp>
        <p:nvSpPr>
          <p:cNvPr id="15" name="Slide Number Placeholder 14">
            <a:extLst>
              <a:ext uri="{FF2B5EF4-FFF2-40B4-BE49-F238E27FC236}">
                <a16:creationId xmlns:a16="http://schemas.microsoft.com/office/drawing/2014/main" id="{42E68F9A-E8CB-2664-57BF-8CB5E321B266}"/>
              </a:ext>
            </a:extLst>
          </p:cNvPr>
          <p:cNvSpPr>
            <a:spLocks noGrp="1"/>
          </p:cNvSpPr>
          <p:nvPr>
            <p:ph type="sldNum" sz="quarter" idx="12"/>
          </p:nvPr>
        </p:nvSpPr>
        <p:spPr>
          <a:xfrm>
            <a:off x="8610600" y="6391975"/>
            <a:ext cx="2743200" cy="365125"/>
          </a:xfrm>
        </p:spPr>
        <p:txBody>
          <a:bodyPr/>
          <a:lstStyle/>
          <a:p>
            <a:fld id="{6EFE7C99-B088-4EBB-BFF6-BECCC96D5DD8}" type="slidenum">
              <a:rPr lang="en-US" smtClean="0"/>
              <a:t>3</a:t>
            </a:fld>
            <a:endParaRPr lang="en-US"/>
          </a:p>
        </p:txBody>
      </p:sp>
      <p:sp>
        <p:nvSpPr>
          <p:cNvPr id="10" name="TextBox 9">
            <a:extLst>
              <a:ext uri="{FF2B5EF4-FFF2-40B4-BE49-F238E27FC236}">
                <a16:creationId xmlns:a16="http://schemas.microsoft.com/office/drawing/2014/main" id="{C4E8FB54-03CF-E846-FA8C-A131E93B0679}"/>
              </a:ext>
            </a:extLst>
          </p:cNvPr>
          <p:cNvSpPr txBox="1"/>
          <p:nvPr/>
        </p:nvSpPr>
        <p:spPr>
          <a:xfrm>
            <a:off x="2337283" y="235347"/>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71" name="Group 70">
            <a:extLst>
              <a:ext uri="{FF2B5EF4-FFF2-40B4-BE49-F238E27FC236}">
                <a16:creationId xmlns:a16="http://schemas.microsoft.com/office/drawing/2014/main" id="{C45561B6-3EA3-D9D0-B7B5-C23F3F3B2FFB}"/>
              </a:ext>
            </a:extLst>
          </p:cNvPr>
          <p:cNvGrpSpPr/>
          <p:nvPr/>
        </p:nvGrpSpPr>
        <p:grpSpPr>
          <a:xfrm>
            <a:off x="5555481" y="1817209"/>
            <a:ext cx="2747205" cy="1005840"/>
            <a:chOff x="2777695" y="1606378"/>
            <a:chExt cx="1417839" cy="642551"/>
          </a:xfrm>
        </p:grpSpPr>
        <p:sp>
          <p:nvSpPr>
            <p:cNvPr id="72" name="Rounded Rectangle 1">
              <a:extLst>
                <a:ext uri="{FF2B5EF4-FFF2-40B4-BE49-F238E27FC236}">
                  <a16:creationId xmlns:a16="http://schemas.microsoft.com/office/drawing/2014/main" id="{6E555BF4-EB53-7EDF-F53B-14B1D75ED21D}"/>
                </a:ext>
              </a:extLst>
            </p:cNvPr>
            <p:cNvSpPr/>
            <p:nvPr/>
          </p:nvSpPr>
          <p:spPr>
            <a:xfrm>
              <a:off x="2789953" y="1606378"/>
              <a:ext cx="1405581" cy="642551"/>
            </a:xfrm>
            <a:custGeom>
              <a:avLst/>
              <a:gdLst/>
              <a:ahLst/>
              <a:cxnLst/>
              <a:rect l="0" t="0" r="0" b="0"/>
              <a:pathLst>
                <a:path w="1405581" h="642551">
                  <a:moveTo>
                    <a:pt x="0" y="0"/>
                  </a:moveTo>
                  <a:lnTo>
                    <a:pt x="1084305" y="0"/>
                  </a:lnTo>
                  <a:lnTo>
                    <a:pt x="1084305" y="642551"/>
                  </a:lnTo>
                  <a:lnTo>
                    <a:pt x="0" y="642551"/>
                  </a:lnTo>
                  <a:close/>
                  <a:moveTo>
                    <a:pt x="1084305" y="642551"/>
                  </a:moveTo>
                  <a:lnTo>
                    <a:pt x="1084305" y="0"/>
                  </a:lnTo>
                  <a:cubicBezTo>
                    <a:pt x="1261741" y="0"/>
                    <a:pt x="1405581" y="143839"/>
                    <a:pt x="1405581" y="321275"/>
                  </a:cubicBezTo>
                  <a:cubicBezTo>
                    <a:pt x="1405581" y="498711"/>
                    <a:pt x="1261741" y="642551"/>
                    <a:pt x="1084305" y="642551"/>
                  </a:cubicBezTo>
                  <a:close/>
                </a:path>
              </a:pathLst>
            </a:custGeom>
            <a:solidFill>
              <a:srgbClr val="3CC583"/>
            </a:solidFill>
            <a:ln>
              <a:noFill/>
            </a:ln>
          </p:spPr>
          <p:txBody>
            <a:bodyPr rtlCol="0" anchor="ctr"/>
            <a:lstStyle/>
            <a:p>
              <a:pPr algn="ctr"/>
              <a:endParaRPr/>
            </a:p>
          </p:txBody>
        </p:sp>
        <p:sp>
          <p:nvSpPr>
            <p:cNvPr id="73" name="Rounded Rectangle 2">
              <a:extLst>
                <a:ext uri="{FF2B5EF4-FFF2-40B4-BE49-F238E27FC236}">
                  <a16:creationId xmlns:a16="http://schemas.microsoft.com/office/drawing/2014/main" id="{A4E09F09-820D-EC66-3098-415AABB17A05}"/>
                </a:ext>
              </a:extLst>
            </p:cNvPr>
            <p:cNvSpPr/>
            <p:nvPr/>
          </p:nvSpPr>
          <p:spPr>
            <a:xfrm>
              <a:off x="2777695" y="1606378"/>
              <a:ext cx="1405581" cy="642551"/>
            </a:xfrm>
            <a:custGeom>
              <a:avLst/>
              <a:gdLst/>
              <a:ahLst/>
              <a:cxnLst/>
              <a:rect l="0" t="0" r="0" b="0"/>
              <a:pathLst>
                <a:path w="1405581" h="642551">
                  <a:moveTo>
                    <a:pt x="1084305" y="642551"/>
                  </a:moveTo>
                  <a:lnTo>
                    <a:pt x="0" y="642551"/>
                  </a:lnTo>
                  <a:moveTo>
                    <a:pt x="0" y="0"/>
                  </a:moveTo>
                  <a:lnTo>
                    <a:pt x="1084305" y="0"/>
                  </a:lnTo>
                  <a:moveTo>
                    <a:pt x="1084305" y="0"/>
                  </a:moveTo>
                  <a:cubicBezTo>
                    <a:pt x="1261741" y="0"/>
                    <a:pt x="1405581" y="143839"/>
                    <a:pt x="1405581" y="321275"/>
                  </a:cubicBezTo>
                  <a:cubicBezTo>
                    <a:pt x="1405581" y="498711"/>
                    <a:pt x="1261741" y="642551"/>
                    <a:pt x="1084305" y="642551"/>
                  </a:cubicBezTo>
                  <a:moveTo>
                    <a:pt x="0" y="642551"/>
                  </a:moveTo>
                  <a:lnTo>
                    <a:pt x="0" y="0"/>
                  </a:lnTo>
                </a:path>
              </a:pathLst>
            </a:custGeom>
            <a:noFill/>
            <a:ln w="10039">
              <a:solidFill>
                <a:srgbClr val="FFFFFF"/>
              </a:solidFill>
            </a:ln>
          </p:spPr>
          <p:txBody>
            <a:bodyPr rtlCol="0" anchor="ctr"/>
            <a:lstStyle/>
            <a:p>
              <a:pPr algn="ctr"/>
              <a:endParaRPr/>
            </a:p>
          </p:txBody>
        </p:sp>
      </p:grpSp>
      <p:grpSp>
        <p:nvGrpSpPr>
          <p:cNvPr id="74" name="Group 73">
            <a:extLst>
              <a:ext uri="{FF2B5EF4-FFF2-40B4-BE49-F238E27FC236}">
                <a16:creationId xmlns:a16="http://schemas.microsoft.com/office/drawing/2014/main" id="{6F495087-C1FC-2A32-EE15-D7FC9B2CF1C5}"/>
              </a:ext>
            </a:extLst>
          </p:cNvPr>
          <p:cNvGrpSpPr/>
          <p:nvPr/>
        </p:nvGrpSpPr>
        <p:grpSpPr>
          <a:xfrm>
            <a:off x="5555480" y="3814836"/>
            <a:ext cx="2747206" cy="1005840"/>
            <a:chOff x="2777695" y="3212756"/>
            <a:chExt cx="1646537" cy="642551"/>
          </a:xfrm>
        </p:grpSpPr>
        <p:sp>
          <p:nvSpPr>
            <p:cNvPr id="75" name="Rounded Rectangle 4">
              <a:extLst>
                <a:ext uri="{FF2B5EF4-FFF2-40B4-BE49-F238E27FC236}">
                  <a16:creationId xmlns:a16="http://schemas.microsoft.com/office/drawing/2014/main" id="{96E21A6D-9251-23A1-8C76-31E7554AD72D}"/>
                </a:ext>
              </a:extLst>
            </p:cNvPr>
            <p:cNvSpPr/>
            <p:nvPr/>
          </p:nvSpPr>
          <p:spPr>
            <a:xfrm>
              <a:off x="2777695" y="3212756"/>
              <a:ext cx="1646537" cy="642551"/>
            </a:xfrm>
            <a:custGeom>
              <a:avLst/>
              <a:gdLst/>
              <a:ahLst/>
              <a:cxnLst/>
              <a:rect l="0" t="0" r="0" b="0"/>
              <a:pathLst>
                <a:path w="1646537" h="642551">
                  <a:moveTo>
                    <a:pt x="0" y="0"/>
                  </a:moveTo>
                  <a:lnTo>
                    <a:pt x="1325262" y="0"/>
                  </a:lnTo>
                  <a:lnTo>
                    <a:pt x="1325262" y="642551"/>
                  </a:lnTo>
                  <a:lnTo>
                    <a:pt x="0" y="642551"/>
                  </a:lnTo>
                  <a:close/>
                  <a:moveTo>
                    <a:pt x="1325262" y="642551"/>
                  </a:moveTo>
                  <a:lnTo>
                    <a:pt x="1325262" y="0"/>
                  </a:lnTo>
                  <a:cubicBezTo>
                    <a:pt x="1502698" y="0"/>
                    <a:pt x="1646537" y="143839"/>
                    <a:pt x="1646537" y="321275"/>
                  </a:cubicBezTo>
                  <a:cubicBezTo>
                    <a:pt x="1646537" y="498711"/>
                    <a:pt x="1502698" y="642551"/>
                    <a:pt x="1325262" y="642551"/>
                  </a:cubicBezTo>
                  <a:close/>
                </a:path>
              </a:pathLst>
            </a:custGeom>
            <a:solidFill>
              <a:srgbClr val="1EABDA"/>
            </a:solidFill>
            <a:ln>
              <a:noFill/>
            </a:ln>
          </p:spPr>
          <p:txBody>
            <a:bodyPr rtlCol="0" anchor="ctr"/>
            <a:lstStyle/>
            <a:p>
              <a:pPr algn="ctr"/>
              <a:endParaRPr/>
            </a:p>
          </p:txBody>
        </p:sp>
        <p:sp>
          <p:nvSpPr>
            <p:cNvPr id="76" name="Rounded Rectangle 5">
              <a:extLst>
                <a:ext uri="{FF2B5EF4-FFF2-40B4-BE49-F238E27FC236}">
                  <a16:creationId xmlns:a16="http://schemas.microsoft.com/office/drawing/2014/main" id="{CEC79F57-A8F8-E6FD-B25B-02C0DFAB1056}"/>
                </a:ext>
              </a:extLst>
            </p:cNvPr>
            <p:cNvSpPr/>
            <p:nvPr/>
          </p:nvSpPr>
          <p:spPr>
            <a:xfrm>
              <a:off x="2777695" y="3212756"/>
              <a:ext cx="1646537" cy="642551"/>
            </a:xfrm>
            <a:custGeom>
              <a:avLst/>
              <a:gdLst/>
              <a:ahLst/>
              <a:cxnLst/>
              <a:rect l="0" t="0" r="0" b="0"/>
              <a:pathLst>
                <a:path w="1646537" h="642551">
                  <a:moveTo>
                    <a:pt x="1325262" y="642551"/>
                  </a:moveTo>
                  <a:lnTo>
                    <a:pt x="0" y="642551"/>
                  </a:lnTo>
                  <a:moveTo>
                    <a:pt x="0" y="0"/>
                  </a:moveTo>
                  <a:lnTo>
                    <a:pt x="1325262" y="0"/>
                  </a:lnTo>
                  <a:moveTo>
                    <a:pt x="1325262" y="0"/>
                  </a:moveTo>
                  <a:cubicBezTo>
                    <a:pt x="1502698" y="0"/>
                    <a:pt x="1646537" y="143839"/>
                    <a:pt x="1646537" y="321275"/>
                  </a:cubicBezTo>
                  <a:cubicBezTo>
                    <a:pt x="1646537" y="498711"/>
                    <a:pt x="1502698" y="642551"/>
                    <a:pt x="1325262" y="642551"/>
                  </a:cubicBezTo>
                  <a:moveTo>
                    <a:pt x="0" y="642551"/>
                  </a:moveTo>
                  <a:lnTo>
                    <a:pt x="0" y="0"/>
                  </a:lnTo>
                </a:path>
              </a:pathLst>
            </a:custGeom>
            <a:noFill/>
            <a:ln w="10039">
              <a:solidFill>
                <a:srgbClr val="FFFFFF"/>
              </a:solidFill>
            </a:ln>
          </p:spPr>
          <p:txBody>
            <a:bodyPr rtlCol="0" anchor="ctr"/>
            <a:lstStyle/>
            <a:p>
              <a:pPr algn="ctr"/>
              <a:endParaRPr/>
            </a:p>
          </p:txBody>
        </p:sp>
      </p:grpSp>
      <p:grpSp>
        <p:nvGrpSpPr>
          <p:cNvPr id="77" name="Group 76">
            <a:extLst>
              <a:ext uri="{FF2B5EF4-FFF2-40B4-BE49-F238E27FC236}">
                <a16:creationId xmlns:a16="http://schemas.microsoft.com/office/drawing/2014/main" id="{3FCB1635-9643-0778-5DB0-A46731B16DFF}"/>
              </a:ext>
            </a:extLst>
          </p:cNvPr>
          <p:cNvGrpSpPr/>
          <p:nvPr/>
        </p:nvGrpSpPr>
        <p:grpSpPr>
          <a:xfrm>
            <a:off x="5525215" y="5820920"/>
            <a:ext cx="2894389" cy="1001018"/>
            <a:chOff x="2777695" y="4819135"/>
            <a:chExt cx="1967813" cy="642551"/>
          </a:xfrm>
        </p:grpSpPr>
        <p:sp>
          <p:nvSpPr>
            <p:cNvPr id="78" name="Rounded Rectangle 7">
              <a:extLst>
                <a:ext uri="{FF2B5EF4-FFF2-40B4-BE49-F238E27FC236}">
                  <a16:creationId xmlns:a16="http://schemas.microsoft.com/office/drawing/2014/main" id="{7FD6E93D-D8B3-2C4D-67D6-70F4D74E2EF9}"/>
                </a:ext>
              </a:extLst>
            </p:cNvPr>
            <p:cNvSpPr/>
            <p:nvPr/>
          </p:nvSpPr>
          <p:spPr>
            <a:xfrm>
              <a:off x="2777695" y="4819135"/>
              <a:ext cx="1967813" cy="642551"/>
            </a:xfrm>
            <a:custGeom>
              <a:avLst/>
              <a:gdLst/>
              <a:ahLst/>
              <a:cxnLst/>
              <a:rect l="0" t="0" r="0" b="0"/>
              <a:pathLst>
                <a:path w="1967813" h="642551">
                  <a:moveTo>
                    <a:pt x="0" y="0"/>
                  </a:moveTo>
                  <a:lnTo>
                    <a:pt x="1646537" y="0"/>
                  </a:lnTo>
                  <a:lnTo>
                    <a:pt x="1646537" y="642551"/>
                  </a:lnTo>
                  <a:lnTo>
                    <a:pt x="0" y="642551"/>
                  </a:lnTo>
                  <a:close/>
                  <a:moveTo>
                    <a:pt x="1646537" y="642551"/>
                  </a:moveTo>
                  <a:lnTo>
                    <a:pt x="1646537" y="0"/>
                  </a:lnTo>
                  <a:cubicBezTo>
                    <a:pt x="1823973" y="0"/>
                    <a:pt x="1967813" y="143839"/>
                    <a:pt x="1967813" y="321275"/>
                  </a:cubicBezTo>
                  <a:cubicBezTo>
                    <a:pt x="1967813" y="498711"/>
                    <a:pt x="1823973" y="642551"/>
                    <a:pt x="1646537" y="642551"/>
                  </a:cubicBezTo>
                  <a:close/>
                </a:path>
              </a:pathLst>
            </a:custGeom>
            <a:solidFill>
              <a:srgbClr val="E0CB15"/>
            </a:solidFill>
            <a:ln>
              <a:noFill/>
            </a:ln>
          </p:spPr>
          <p:txBody>
            <a:bodyPr rtlCol="0" anchor="ctr"/>
            <a:lstStyle/>
            <a:p>
              <a:pPr algn="ctr"/>
              <a:endParaRPr/>
            </a:p>
          </p:txBody>
        </p:sp>
        <p:sp>
          <p:nvSpPr>
            <p:cNvPr id="79" name="Rounded Rectangle 8">
              <a:extLst>
                <a:ext uri="{FF2B5EF4-FFF2-40B4-BE49-F238E27FC236}">
                  <a16:creationId xmlns:a16="http://schemas.microsoft.com/office/drawing/2014/main" id="{C0916909-0041-593C-81BB-CBE3E3F6823F}"/>
                </a:ext>
              </a:extLst>
            </p:cNvPr>
            <p:cNvSpPr/>
            <p:nvPr/>
          </p:nvSpPr>
          <p:spPr>
            <a:xfrm>
              <a:off x="2777695" y="4819135"/>
              <a:ext cx="1967813" cy="642551"/>
            </a:xfrm>
            <a:custGeom>
              <a:avLst/>
              <a:gdLst/>
              <a:ahLst/>
              <a:cxnLst/>
              <a:rect l="0" t="0" r="0" b="0"/>
              <a:pathLst>
                <a:path w="1967813" h="642551">
                  <a:moveTo>
                    <a:pt x="1646537" y="642551"/>
                  </a:moveTo>
                  <a:lnTo>
                    <a:pt x="0" y="642551"/>
                  </a:lnTo>
                  <a:moveTo>
                    <a:pt x="0" y="0"/>
                  </a:moveTo>
                  <a:lnTo>
                    <a:pt x="1646537" y="0"/>
                  </a:lnTo>
                  <a:moveTo>
                    <a:pt x="1646537" y="0"/>
                  </a:moveTo>
                  <a:cubicBezTo>
                    <a:pt x="1823973" y="0"/>
                    <a:pt x="1967813" y="143839"/>
                    <a:pt x="1967813" y="321275"/>
                  </a:cubicBezTo>
                  <a:cubicBezTo>
                    <a:pt x="1967813" y="498711"/>
                    <a:pt x="1823973" y="642551"/>
                    <a:pt x="1646537" y="642551"/>
                  </a:cubicBezTo>
                  <a:moveTo>
                    <a:pt x="0" y="642551"/>
                  </a:moveTo>
                  <a:lnTo>
                    <a:pt x="0" y="0"/>
                  </a:lnTo>
                </a:path>
              </a:pathLst>
            </a:custGeom>
            <a:noFill/>
            <a:ln w="10039">
              <a:solidFill>
                <a:srgbClr val="FFFFFF"/>
              </a:solidFill>
            </a:ln>
          </p:spPr>
          <p:txBody>
            <a:bodyPr rtlCol="0" anchor="ctr"/>
            <a:lstStyle/>
            <a:p>
              <a:pPr algn="ctr"/>
              <a:endParaRPr/>
            </a:p>
          </p:txBody>
        </p:sp>
      </p:grpSp>
      <p:grpSp>
        <p:nvGrpSpPr>
          <p:cNvPr id="80" name="Group 79">
            <a:extLst>
              <a:ext uri="{FF2B5EF4-FFF2-40B4-BE49-F238E27FC236}">
                <a16:creationId xmlns:a16="http://schemas.microsoft.com/office/drawing/2014/main" id="{EF2C289B-E8F5-CB03-68D9-D8CB84CA7630}"/>
              </a:ext>
            </a:extLst>
          </p:cNvPr>
          <p:cNvGrpSpPr/>
          <p:nvPr/>
        </p:nvGrpSpPr>
        <p:grpSpPr>
          <a:xfrm>
            <a:off x="3550708" y="835850"/>
            <a:ext cx="2958440" cy="1005840"/>
            <a:chOff x="1050839" y="803189"/>
            <a:chExt cx="1726856" cy="642551"/>
          </a:xfrm>
        </p:grpSpPr>
        <p:sp>
          <p:nvSpPr>
            <p:cNvPr id="81" name="Rounded Rectangle 10">
              <a:extLst>
                <a:ext uri="{FF2B5EF4-FFF2-40B4-BE49-F238E27FC236}">
                  <a16:creationId xmlns:a16="http://schemas.microsoft.com/office/drawing/2014/main" id="{8FA1214F-3DFF-9109-ABCC-E5D1D6A2DF6D}"/>
                </a:ext>
              </a:extLst>
            </p:cNvPr>
            <p:cNvSpPr/>
            <p:nvPr/>
          </p:nvSpPr>
          <p:spPr>
            <a:xfrm>
              <a:off x="1050839" y="803189"/>
              <a:ext cx="1726856" cy="642551"/>
            </a:xfrm>
            <a:custGeom>
              <a:avLst/>
              <a:gdLst/>
              <a:ahLst/>
              <a:cxnLst/>
              <a:rect l="0" t="0" r="0" b="0"/>
              <a:pathLst>
                <a:path w="1726856" h="642551">
                  <a:moveTo>
                    <a:pt x="321275" y="0"/>
                  </a:moveTo>
                  <a:lnTo>
                    <a:pt x="1726856" y="0"/>
                  </a:lnTo>
                  <a:lnTo>
                    <a:pt x="1726856" y="642551"/>
                  </a:lnTo>
                  <a:lnTo>
                    <a:pt x="321275" y="642551"/>
                  </a:lnTo>
                  <a:close/>
                  <a:moveTo>
                    <a:pt x="321275" y="0"/>
                  </a:moveTo>
                  <a:lnTo>
                    <a:pt x="321275" y="642551"/>
                  </a:lnTo>
                  <a:cubicBezTo>
                    <a:pt x="143839" y="642551"/>
                    <a:pt x="0" y="498711"/>
                    <a:pt x="0" y="321275"/>
                  </a:cubicBezTo>
                  <a:cubicBezTo>
                    <a:pt x="0" y="143839"/>
                    <a:pt x="143839" y="0"/>
                    <a:pt x="321275" y="0"/>
                  </a:cubicBezTo>
                  <a:close/>
                </a:path>
              </a:pathLst>
            </a:custGeom>
            <a:solidFill>
              <a:srgbClr val="4E88E7"/>
            </a:solidFill>
            <a:ln>
              <a:noFill/>
            </a:ln>
          </p:spPr>
          <p:txBody>
            <a:bodyPr rtlCol="0" anchor="ctr"/>
            <a:lstStyle/>
            <a:p>
              <a:pPr algn="ctr"/>
              <a:endParaRPr/>
            </a:p>
          </p:txBody>
        </p:sp>
        <p:sp>
          <p:nvSpPr>
            <p:cNvPr id="82" name="Rounded Rectangle 11">
              <a:extLst>
                <a:ext uri="{FF2B5EF4-FFF2-40B4-BE49-F238E27FC236}">
                  <a16:creationId xmlns:a16="http://schemas.microsoft.com/office/drawing/2014/main" id="{BA046A0E-F541-9683-11B9-655A28F2249A}"/>
                </a:ext>
              </a:extLst>
            </p:cNvPr>
            <p:cNvSpPr/>
            <p:nvPr/>
          </p:nvSpPr>
          <p:spPr>
            <a:xfrm>
              <a:off x="1050839" y="803189"/>
              <a:ext cx="1726856" cy="642551"/>
            </a:xfrm>
            <a:custGeom>
              <a:avLst/>
              <a:gdLst/>
              <a:ahLst/>
              <a:cxnLst/>
              <a:rect l="0" t="0" r="0" b="0"/>
              <a:pathLst>
                <a:path w="1726856" h="642551">
                  <a:moveTo>
                    <a:pt x="321275" y="0"/>
                  </a:moveTo>
                  <a:lnTo>
                    <a:pt x="1726856" y="0"/>
                  </a:lnTo>
                  <a:moveTo>
                    <a:pt x="1726856" y="642551"/>
                  </a:moveTo>
                  <a:lnTo>
                    <a:pt x="321275" y="642551"/>
                  </a:lnTo>
                  <a:moveTo>
                    <a:pt x="321275" y="642551"/>
                  </a:moveTo>
                  <a:cubicBezTo>
                    <a:pt x="143839" y="642551"/>
                    <a:pt x="0" y="498711"/>
                    <a:pt x="0" y="321275"/>
                  </a:cubicBezTo>
                  <a:cubicBezTo>
                    <a:pt x="0" y="143839"/>
                    <a:pt x="143839" y="0"/>
                    <a:pt x="321275" y="0"/>
                  </a:cubicBezTo>
                  <a:moveTo>
                    <a:pt x="1726856" y="0"/>
                  </a:moveTo>
                  <a:lnTo>
                    <a:pt x="1726856" y="642551"/>
                  </a:lnTo>
                </a:path>
              </a:pathLst>
            </a:custGeom>
            <a:noFill/>
            <a:ln w="10039">
              <a:solidFill>
                <a:srgbClr val="FFFFFF"/>
              </a:solidFill>
            </a:ln>
          </p:spPr>
          <p:txBody>
            <a:bodyPr rtlCol="0" anchor="ctr"/>
            <a:lstStyle/>
            <a:p>
              <a:pPr algn="ctr"/>
              <a:endParaRPr/>
            </a:p>
          </p:txBody>
        </p:sp>
      </p:grpSp>
      <p:grpSp>
        <p:nvGrpSpPr>
          <p:cNvPr id="83" name="Group 82">
            <a:extLst>
              <a:ext uri="{FF2B5EF4-FFF2-40B4-BE49-F238E27FC236}">
                <a16:creationId xmlns:a16="http://schemas.microsoft.com/office/drawing/2014/main" id="{22A0B3B9-9F33-71FD-D3AC-7B9B18B45750}"/>
              </a:ext>
            </a:extLst>
          </p:cNvPr>
          <p:cNvGrpSpPr/>
          <p:nvPr/>
        </p:nvGrpSpPr>
        <p:grpSpPr>
          <a:xfrm>
            <a:off x="3637630" y="2809770"/>
            <a:ext cx="2958441" cy="1005840"/>
            <a:chOff x="1372114" y="2409567"/>
            <a:chExt cx="1405581" cy="642551"/>
          </a:xfrm>
        </p:grpSpPr>
        <p:sp>
          <p:nvSpPr>
            <p:cNvPr id="84" name="Rounded Rectangle 13">
              <a:extLst>
                <a:ext uri="{FF2B5EF4-FFF2-40B4-BE49-F238E27FC236}">
                  <a16:creationId xmlns:a16="http://schemas.microsoft.com/office/drawing/2014/main" id="{8CD29A3B-BE44-EA0D-0494-D71B0B8A292A}"/>
                </a:ext>
              </a:extLst>
            </p:cNvPr>
            <p:cNvSpPr/>
            <p:nvPr/>
          </p:nvSpPr>
          <p:spPr>
            <a:xfrm>
              <a:off x="1372114" y="2409567"/>
              <a:ext cx="1405581" cy="642551"/>
            </a:xfrm>
            <a:custGeom>
              <a:avLst/>
              <a:gdLst/>
              <a:ahLst/>
              <a:cxnLst/>
              <a:rect l="0" t="0" r="0" b="0"/>
              <a:pathLst>
                <a:path w="1405581" h="642551">
                  <a:moveTo>
                    <a:pt x="321275" y="0"/>
                  </a:moveTo>
                  <a:lnTo>
                    <a:pt x="1405581" y="0"/>
                  </a:lnTo>
                  <a:lnTo>
                    <a:pt x="1405581" y="642551"/>
                  </a:lnTo>
                  <a:lnTo>
                    <a:pt x="321275" y="642551"/>
                  </a:lnTo>
                  <a:close/>
                  <a:moveTo>
                    <a:pt x="321275" y="0"/>
                  </a:moveTo>
                  <a:lnTo>
                    <a:pt x="321275" y="642551"/>
                  </a:lnTo>
                  <a:cubicBezTo>
                    <a:pt x="143839" y="642551"/>
                    <a:pt x="0" y="498711"/>
                    <a:pt x="0" y="321275"/>
                  </a:cubicBezTo>
                  <a:cubicBezTo>
                    <a:pt x="0" y="143839"/>
                    <a:pt x="143839" y="0"/>
                    <a:pt x="321275" y="0"/>
                  </a:cubicBezTo>
                  <a:close/>
                </a:path>
              </a:pathLst>
            </a:custGeom>
            <a:solidFill>
              <a:srgbClr val="92BD39"/>
            </a:solidFill>
            <a:ln>
              <a:noFill/>
            </a:ln>
          </p:spPr>
          <p:txBody>
            <a:bodyPr rtlCol="0" anchor="ctr"/>
            <a:lstStyle/>
            <a:p>
              <a:pPr algn="ctr"/>
              <a:endParaRPr/>
            </a:p>
          </p:txBody>
        </p:sp>
        <p:sp>
          <p:nvSpPr>
            <p:cNvPr id="85" name="Rounded Rectangle 14">
              <a:extLst>
                <a:ext uri="{FF2B5EF4-FFF2-40B4-BE49-F238E27FC236}">
                  <a16:creationId xmlns:a16="http://schemas.microsoft.com/office/drawing/2014/main" id="{73A23099-9AEE-D1A0-54EA-2B212FAB107D}"/>
                </a:ext>
              </a:extLst>
            </p:cNvPr>
            <p:cNvSpPr/>
            <p:nvPr/>
          </p:nvSpPr>
          <p:spPr>
            <a:xfrm>
              <a:off x="1372114" y="2409567"/>
              <a:ext cx="1405581" cy="642551"/>
            </a:xfrm>
            <a:custGeom>
              <a:avLst/>
              <a:gdLst/>
              <a:ahLst/>
              <a:cxnLst/>
              <a:rect l="0" t="0" r="0" b="0"/>
              <a:pathLst>
                <a:path w="1405581" h="642551">
                  <a:moveTo>
                    <a:pt x="321275" y="0"/>
                  </a:moveTo>
                  <a:lnTo>
                    <a:pt x="1405581" y="0"/>
                  </a:lnTo>
                  <a:moveTo>
                    <a:pt x="321275" y="642551"/>
                  </a:moveTo>
                  <a:lnTo>
                    <a:pt x="1405581" y="642551"/>
                  </a:lnTo>
                  <a:moveTo>
                    <a:pt x="321275" y="642551"/>
                  </a:moveTo>
                  <a:cubicBezTo>
                    <a:pt x="143839" y="642551"/>
                    <a:pt x="0" y="498711"/>
                    <a:pt x="0" y="321275"/>
                  </a:cubicBezTo>
                  <a:cubicBezTo>
                    <a:pt x="0" y="143839"/>
                    <a:pt x="143839" y="0"/>
                    <a:pt x="321275" y="0"/>
                  </a:cubicBezTo>
                  <a:moveTo>
                    <a:pt x="1405581" y="0"/>
                  </a:moveTo>
                  <a:lnTo>
                    <a:pt x="1405581" y="642551"/>
                  </a:lnTo>
                </a:path>
              </a:pathLst>
            </a:custGeom>
            <a:noFill/>
            <a:ln w="10039">
              <a:solidFill>
                <a:srgbClr val="FFFFFF"/>
              </a:solidFill>
            </a:ln>
          </p:spPr>
          <p:txBody>
            <a:bodyPr rtlCol="0" anchor="ctr"/>
            <a:lstStyle/>
            <a:p>
              <a:pPr algn="ctr"/>
              <a:endParaRPr/>
            </a:p>
          </p:txBody>
        </p:sp>
      </p:grpSp>
      <p:grpSp>
        <p:nvGrpSpPr>
          <p:cNvPr id="86" name="Group 85">
            <a:extLst>
              <a:ext uri="{FF2B5EF4-FFF2-40B4-BE49-F238E27FC236}">
                <a16:creationId xmlns:a16="http://schemas.microsoft.com/office/drawing/2014/main" id="{B1919E31-7FAD-5829-81CE-2B99030465D3}"/>
              </a:ext>
            </a:extLst>
          </p:cNvPr>
          <p:cNvGrpSpPr/>
          <p:nvPr/>
        </p:nvGrpSpPr>
        <p:grpSpPr>
          <a:xfrm>
            <a:off x="3628900" y="4815854"/>
            <a:ext cx="3082129" cy="1005840"/>
            <a:chOff x="6693" y="4015945"/>
            <a:chExt cx="2771002" cy="642551"/>
          </a:xfrm>
        </p:grpSpPr>
        <p:sp>
          <p:nvSpPr>
            <p:cNvPr id="87" name="Rounded Rectangle 16">
              <a:extLst>
                <a:ext uri="{FF2B5EF4-FFF2-40B4-BE49-F238E27FC236}">
                  <a16:creationId xmlns:a16="http://schemas.microsoft.com/office/drawing/2014/main" id="{4A883D63-5417-9C36-CF0A-170EBF756C8F}"/>
                </a:ext>
              </a:extLst>
            </p:cNvPr>
            <p:cNvSpPr/>
            <p:nvPr/>
          </p:nvSpPr>
          <p:spPr>
            <a:xfrm>
              <a:off x="6693" y="4015945"/>
              <a:ext cx="2771002" cy="642551"/>
            </a:xfrm>
            <a:custGeom>
              <a:avLst/>
              <a:gdLst/>
              <a:ahLst/>
              <a:cxnLst/>
              <a:rect l="0" t="0" r="0" b="0"/>
              <a:pathLst>
                <a:path w="2771002" h="642551">
                  <a:moveTo>
                    <a:pt x="321275" y="0"/>
                  </a:moveTo>
                  <a:lnTo>
                    <a:pt x="2771002" y="0"/>
                  </a:lnTo>
                  <a:lnTo>
                    <a:pt x="2771002" y="642551"/>
                  </a:lnTo>
                  <a:lnTo>
                    <a:pt x="321275" y="642551"/>
                  </a:lnTo>
                  <a:close/>
                  <a:moveTo>
                    <a:pt x="321275" y="0"/>
                  </a:moveTo>
                  <a:lnTo>
                    <a:pt x="321275" y="642551"/>
                  </a:lnTo>
                  <a:cubicBezTo>
                    <a:pt x="143839" y="642551"/>
                    <a:pt x="0" y="498711"/>
                    <a:pt x="0" y="321275"/>
                  </a:cubicBezTo>
                  <a:cubicBezTo>
                    <a:pt x="0" y="143839"/>
                    <a:pt x="143839" y="0"/>
                    <a:pt x="321275" y="0"/>
                  </a:cubicBezTo>
                  <a:close/>
                </a:path>
              </a:pathLst>
            </a:custGeom>
            <a:solidFill>
              <a:srgbClr val="969696"/>
            </a:solidFill>
            <a:ln>
              <a:noFill/>
            </a:ln>
          </p:spPr>
          <p:txBody>
            <a:bodyPr rtlCol="0" anchor="ctr"/>
            <a:lstStyle/>
            <a:p>
              <a:pPr algn="ctr"/>
              <a:endParaRPr/>
            </a:p>
          </p:txBody>
        </p:sp>
        <p:sp>
          <p:nvSpPr>
            <p:cNvPr id="88" name="Rounded Rectangle 17">
              <a:extLst>
                <a:ext uri="{FF2B5EF4-FFF2-40B4-BE49-F238E27FC236}">
                  <a16:creationId xmlns:a16="http://schemas.microsoft.com/office/drawing/2014/main" id="{64D6DFDA-0E37-D869-9368-E5415B0ADFB3}"/>
                </a:ext>
              </a:extLst>
            </p:cNvPr>
            <p:cNvSpPr/>
            <p:nvPr/>
          </p:nvSpPr>
          <p:spPr>
            <a:xfrm>
              <a:off x="6693" y="4015945"/>
              <a:ext cx="2771002" cy="642551"/>
            </a:xfrm>
            <a:custGeom>
              <a:avLst/>
              <a:gdLst/>
              <a:ahLst/>
              <a:cxnLst/>
              <a:rect l="0" t="0" r="0" b="0"/>
              <a:pathLst>
                <a:path w="2771002" h="642551">
                  <a:moveTo>
                    <a:pt x="321275" y="0"/>
                  </a:moveTo>
                  <a:lnTo>
                    <a:pt x="2771002" y="0"/>
                  </a:lnTo>
                  <a:moveTo>
                    <a:pt x="2771002" y="642551"/>
                  </a:moveTo>
                  <a:lnTo>
                    <a:pt x="321275" y="642551"/>
                  </a:lnTo>
                  <a:moveTo>
                    <a:pt x="321275" y="642551"/>
                  </a:moveTo>
                  <a:cubicBezTo>
                    <a:pt x="143839" y="642551"/>
                    <a:pt x="0" y="498711"/>
                    <a:pt x="0" y="321275"/>
                  </a:cubicBezTo>
                  <a:cubicBezTo>
                    <a:pt x="0" y="143839"/>
                    <a:pt x="143839" y="0"/>
                    <a:pt x="321275" y="0"/>
                  </a:cubicBezTo>
                  <a:moveTo>
                    <a:pt x="2771002" y="0"/>
                  </a:moveTo>
                  <a:lnTo>
                    <a:pt x="2771002" y="642551"/>
                  </a:lnTo>
                </a:path>
              </a:pathLst>
            </a:custGeom>
            <a:noFill/>
            <a:ln w="10039">
              <a:solidFill>
                <a:srgbClr val="FFFFFF"/>
              </a:solidFill>
            </a:ln>
          </p:spPr>
          <p:txBody>
            <a:bodyPr rtlCol="0" anchor="ctr"/>
            <a:lstStyle/>
            <a:p>
              <a:pPr algn="ctr"/>
              <a:endParaRPr/>
            </a:p>
          </p:txBody>
        </p:sp>
      </p:grpSp>
      <p:sp>
        <p:nvSpPr>
          <p:cNvPr id="89" name="Rounded Rectangle 19">
            <a:extLst>
              <a:ext uri="{FF2B5EF4-FFF2-40B4-BE49-F238E27FC236}">
                <a16:creationId xmlns:a16="http://schemas.microsoft.com/office/drawing/2014/main" id="{1A80F4A5-5FCF-3DBF-D8C6-E62F3698352F}"/>
              </a:ext>
            </a:extLst>
          </p:cNvPr>
          <p:cNvSpPr/>
          <p:nvPr/>
        </p:nvSpPr>
        <p:spPr>
          <a:xfrm>
            <a:off x="3688843" y="5176217"/>
            <a:ext cx="430995" cy="423576"/>
          </a:xfrm>
          <a:custGeom>
            <a:avLst/>
            <a:gdLst/>
            <a:ahLst/>
            <a:cxnLst/>
            <a:rect l="0" t="0" r="0" b="0"/>
            <a:pathLst>
              <a:path w="240956" h="220877">
                <a:moveTo>
                  <a:pt x="15059" y="0"/>
                </a:moveTo>
                <a:lnTo>
                  <a:pt x="225896" y="0"/>
                </a:lnTo>
                <a:cubicBezTo>
                  <a:pt x="233928" y="0"/>
                  <a:pt x="240956" y="7027"/>
                  <a:pt x="240956" y="15059"/>
                </a:cubicBezTo>
                <a:lnTo>
                  <a:pt x="240956" y="42669"/>
                </a:lnTo>
                <a:cubicBezTo>
                  <a:pt x="240956" y="48214"/>
                  <a:pt x="236461" y="52709"/>
                  <a:pt x="230916" y="52709"/>
                </a:cubicBezTo>
                <a:lnTo>
                  <a:pt x="10039" y="52709"/>
                </a:lnTo>
                <a:cubicBezTo>
                  <a:pt x="4494" y="52709"/>
                  <a:pt x="0" y="48214"/>
                  <a:pt x="0" y="42669"/>
                </a:cubicBezTo>
                <a:lnTo>
                  <a:pt x="0" y="15059"/>
                </a:lnTo>
                <a:cubicBezTo>
                  <a:pt x="0" y="7027"/>
                  <a:pt x="7027" y="0"/>
                  <a:pt x="15059" y="0"/>
                </a:cubicBezTo>
                <a:close/>
                <a:moveTo>
                  <a:pt x="218869" y="70279"/>
                </a:moveTo>
                <a:cubicBezTo>
                  <a:pt x="223027" y="70279"/>
                  <a:pt x="226398" y="73650"/>
                  <a:pt x="226398" y="77808"/>
                </a:cubicBezTo>
                <a:lnTo>
                  <a:pt x="226398" y="183227"/>
                </a:lnTo>
                <a:cubicBezTo>
                  <a:pt x="226398" y="204451"/>
                  <a:pt x="209973" y="220877"/>
                  <a:pt x="188749" y="220877"/>
                </a:cubicBezTo>
                <a:lnTo>
                  <a:pt x="52207" y="220877"/>
                </a:lnTo>
                <a:cubicBezTo>
                  <a:pt x="30983" y="220877"/>
                  <a:pt x="14557" y="204451"/>
                  <a:pt x="14557" y="183227"/>
                </a:cubicBezTo>
                <a:lnTo>
                  <a:pt x="14557" y="77808"/>
                </a:lnTo>
                <a:cubicBezTo>
                  <a:pt x="14557" y="73650"/>
                  <a:pt x="17929" y="70279"/>
                  <a:pt x="22087" y="70279"/>
                </a:cubicBezTo>
                <a:close/>
                <a:moveTo>
                  <a:pt x="159764" y="119996"/>
                </a:moveTo>
                <a:cubicBezTo>
                  <a:pt x="163656" y="116042"/>
                  <a:pt x="163607" y="109682"/>
                  <a:pt x="159653" y="105790"/>
                </a:cubicBezTo>
                <a:cubicBezTo>
                  <a:pt x="155700" y="101897"/>
                  <a:pt x="149339" y="101946"/>
                  <a:pt x="145447" y="105900"/>
                </a:cubicBezTo>
                <a:lnTo>
                  <a:pt x="120478" y="131271"/>
                </a:lnTo>
                <a:lnTo>
                  <a:pt x="95509" y="105900"/>
                </a:lnTo>
                <a:cubicBezTo>
                  <a:pt x="91616" y="101946"/>
                  <a:pt x="85256" y="101897"/>
                  <a:pt x="81302" y="105790"/>
                </a:cubicBezTo>
                <a:cubicBezTo>
                  <a:pt x="77349" y="109682"/>
                  <a:pt x="77299" y="116042"/>
                  <a:pt x="81192" y="119996"/>
                </a:cubicBezTo>
                <a:lnTo>
                  <a:pt x="106392" y="145578"/>
                </a:lnTo>
                <a:lnTo>
                  <a:pt x="81192" y="171159"/>
                </a:lnTo>
                <a:cubicBezTo>
                  <a:pt x="77299" y="175113"/>
                  <a:pt x="77349" y="181473"/>
                  <a:pt x="81302" y="185366"/>
                </a:cubicBezTo>
                <a:cubicBezTo>
                  <a:pt x="85256" y="189258"/>
                  <a:pt x="91616" y="189209"/>
                  <a:pt x="95509" y="185255"/>
                </a:cubicBezTo>
                <a:lnTo>
                  <a:pt x="120478" y="159884"/>
                </a:lnTo>
                <a:lnTo>
                  <a:pt x="145447" y="185255"/>
                </a:lnTo>
                <a:cubicBezTo>
                  <a:pt x="149339" y="189209"/>
                  <a:pt x="155700" y="189258"/>
                  <a:pt x="159653" y="185366"/>
                </a:cubicBezTo>
                <a:cubicBezTo>
                  <a:pt x="163607" y="181473"/>
                  <a:pt x="163656" y="175113"/>
                  <a:pt x="159764" y="171159"/>
                </a:cubicBezTo>
                <a:lnTo>
                  <a:pt x="134564" y="145578"/>
                </a:lnTo>
                <a:close/>
              </a:path>
            </a:pathLst>
          </a:custGeom>
          <a:solidFill>
            <a:srgbClr val="484848"/>
          </a:solidFill>
          <a:ln>
            <a:noFill/>
          </a:ln>
        </p:spPr>
        <p:txBody>
          <a:bodyPr rtlCol="0" anchor="ctr"/>
          <a:lstStyle/>
          <a:p>
            <a:pPr algn="ctr"/>
            <a:endParaRPr/>
          </a:p>
        </p:txBody>
      </p:sp>
      <p:sp>
        <p:nvSpPr>
          <p:cNvPr id="90" name="Rounded Rectangle 20">
            <a:extLst>
              <a:ext uri="{FF2B5EF4-FFF2-40B4-BE49-F238E27FC236}">
                <a16:creationId xmlns:a16="http://schemas.microsoft.com/office/drawing/2014/main" id="{10EAFAA1-DC4B-AAEF-99CB-45F27D34512E}"/>
              </a:ext>
            </a:extLst>
          </p:cNvPr>
          <p:cNvSpPr/>
          <p:nvPr/>
        </p:nvSpPr>
        <p:spPr>
          <a:xfrm>
            <a:off x="3705087" y="1061573"/>
            <a:ext cx="463846" cy="565162"/>
          </a:xfrm>
          <a:custGeom>
            <a:avLst/>
            <a:gdLst/>
            <a:ahLst/>
            <a:cxnLst/>
            <a:rect l="0" t="0" r="0" b="0"/>
            <a:pathLst>
              <a:path w="226356" h="241572">
                <a:moveTo>
                  <a:pt x="216166" y="241477"/>
                </a:moveTo>
                <a:cubicBezTo>
                  <a:pt x="213388" y="241572"/>
                  <a:pt x="210695" y="240511"/>
                  <a:pt x="208728" y="238547"/>
                </a:cubicBezTo>
                <a:lnTo>
                  <a:pt x="185235" y="214953"/>
                </a:lnTo>
                <a:cubicBezTo>
                  <a:pt x="183595" y="213345"/>
                  <a:pt x="181073" y="213056"/>
                  <a:pt x="179111" y="214250"/>
                </a:cubicBezTo>
                <a:cubicBezTo>
                  <a:pt x="170581" y="219335"/>
                  <a:pt x="160829" y="222007"/>
                  <a:pt x="150899" y="221981"/>
                </a:cubicBezTo>
                <a:cubicBezTo>
                  <a:pt x="120236" y="221981"/>
                  <a:pt x="95378" y="197124"/>
                  <a:pt x="95378" y="166460"/>
                </a:cubicBezTo>
                <a:cubicBezTo>
                  <a:pt x="95378" y="135797"/>
                  <a:pt x="120236" y="110940"/>
                  <a:pt x="150899" y="110940"/>
                </a:cubicBezTo>
                <a:cubicBezTo>
                  <a:pt x="181562" y="110940"/>
                  <a:pt x="206419" y="135797"/>
                  <a:pt x="206419" y="166460"/>
                </a:cubicBezTo>
                <a:cubicBezTo>
                  <a:pt x="206445" y="176391"/>
                  <a:pt x="203773" y="186142"/>
                  <a:pt x="198688" y="194672"/>
                </a:cubicBezTo>
                <a:cubicBezTo>
                  <a:pt x="197494" y="196634"/>
                  <a:pt x="197784" y="199157"/>
                  <a:pt x="199391" y="200797"/>
                </a:cubicBezTo>
                <a:lnTo>
                  <a:pt x="223387" y="223788"/>
                </a:lnTo>
                <a:cubicBezTo>
                  <a:pt x="225287" y="225673"/>
                  <a:pt x="226356" y="228239"/>
                  <a:pt x="226356" y="230916"/>
                </a:cubicBezTo>
                <a:cubicBezTo>
                  <a:pt x="226356" y="233593"/>
                  <a:pt x="225287" y="236160"/>
                  <a:pt x="223387" y="238045"/>
                </a:cubicBezTo>
                <a:cubicBezTo>
                  <a:pt x="221559" y="240139"/>
                  <a:pt x="218944" y="241381"/>
                  <a:pt x="216166" y="241477"/>
                </a:cubicBezTo>
                <a:close/>
                <a:moveTo>
                  <a:pt x="150899" y="201399"/>
                </a:moveTo>
                <a:cubicBezTo>
                  <a:pt x="160360" y="201479"/>
                  <a:pt x="169462" y="197784"/>
                  <a:pt x="176189" y="191132"/>
                </a:cubicBezTo>
                <a:cubicBezTo>
                  <a:pt x="182917" y="184480"/>
                  <a:pt x="186715" y="175420"/>
                  <a:pt x="186741" y="165958"/>
                </a:cubicBezTo>
                <a:cubicBezTo>
                  <a:pt x="186741" y="146385"/>
                  <a:pt x="170874" y="130518"/>
                  <a:pt x="151300" y="130518"/>
                </a:cubicBezTo>
                <a:cubicBezTo>
                  <a:pt x="131727" y="130518"/>
                  <a:pt x="115860" y="146385"/>
                  <a:pt x="115860" y="165958"/>
                </a:cubicBezTo>
                <a:cubicBezTo>
                  <a:pt x="115860" y="185532"/>
                  <a:pt x="131727" y="201399"/>
                  <a:pt x="151300" y="201399"/>
                </a:cubicBezTo>
                <a:close/>
                <a:moveTo>
                  <a:pt x="145578" y="238446"/>
                </a:moveTo>
                <a:cubicBezTo>
                  <a:pt x="145578" y="239833"/>
                  <a:pt x="144454" y="240956"/>
                  <a:pt x="143068" y="240956"/>
                </a:cubicBezTo>
                <a:lnTo>
                  <a:pt x="30119" y="240956"/>
                </a:lnTo>
                <a:cubicBezTo>
                  <a:pt x="13485" y="240956"/>
                  <a:pt x="0" y="227471"/>
                  <a:pt x="0" y="210837"/>
                </a:cubicBezTo>
                <a:lnTo>
                  <a:pt x="0" y="30119"/>
                </a:lnTo>
                <a:cubicBezTo>
                  <a:pt x="0" y="13485"/>
                  <a:pt x="13485" y="0"/>
                  <a:pt x="30119" y="0"/>
                </a:cubicBezTo>
                <a:lnTo>
                  <a:pt x="155617" y="0"/>
                </a:lnTo>
                <a:cubicBezTo>
                  <a:pt x="166707" y="0"/>
                  <a:pt x="175697" y="8989"/>
                  <a:pt x="175697" y="20079"/>
                </a:cubicBezTo>
                <a:lnTo>
                  <a:pt x="175697" y="35239"/>
                </a:lnTo>
                <a:cubicBezTo>
                  <a:pt x="175697" y="37625"/>
                  <a:pt x="177375" y="39682"/>
                  <a:pt x="179713" y="40159"/>
                </a:cubicBezTo>
                <a:cubicBezTo>
                  <a:pt x="189213" y="42096"/>
                  <a:pt x="195972" y="50545"/>
                  <a:pt x="195777" y="60239"/>
                </a:cubicBezTo>
                <a:lnTo>
                  <a:pt x="195777" y="106121"/>
                </a:lnTo>
                <a:cubicBezTo>
                  <a:pt x="195784" y="107070"/>
                  <a:pt x="195234" y="107934"/>
                  <a:pt x="194371" y="108330"/>
                </a:cubicBezTo>
                <a:cubicBezTo>
                  <a:pt x="193570" y="108818"/>
                  <a:pt x="192563" y="108818"/>
                  <a:pt x="191761" y="108330"/>
                </a:cubicBezTo>
                <a:cubicBezTo>
                  <a:pt x="179808" y="99616"/>
                  <a:pt x="165389" y="94939"/>
                  <a:pt x="150597" y="94977"/>
                </a:cubicBezTo>
                <a:cubicBezTo>
                  <a:pt x="111791" y="92992"/>
                  <a:pt x="78719" y="122836"/>
                  <a:pt x="76724" y="161642"/>
                </a:cubicBezTo>
                <a:cubicBezTo>
                  <a:pt x="74728" y="200449"/>
                  <a:pt x="104563" y="233528"/>
                  <a:pt x="143369" y="235535"/>
                </a:cubicBezTo>
                <a:cubicBezTo>
                  <a:pt x="144599" y="235683"/>
                  <a:pt x="145537" y="236706"/>
                  <a:pt x="145578" y="237944"/>
                </a:cubicBezTo>
                <a:close/>
                <a:moveTo>
                  <a:pt x="30119" y="40159"/>
                </a:moveTo>
                <a:lnTo>
                  <a:pt x="153107" y="40159"/>
                </a:lnTo>
                <a:cubicBezTo>
                  <a:pt x="154494" y="40159"/>
                  <a:pt x="155617" y="39035"/>
                  <a:pt x="155617" y="37649"/>
                </a:cubicBezTo>
                <a:lnTo>
                  <a:pt x="155617" y="22589"/>
                </a:lnTo>
                <a:cubicBezTo>
                  <a:pt x="155617" y="21203"/>
                  <a:pt x="154494" y="20079"/>
                  <a:pt x="153107" y="20079"/>
                </a:cubicBezTo>
                <a:lnTo>
                  <a:pt x="30119" y="20079"/>
                </a:lnTo>
                <a:cubicBezTo>
                  <a:pt x="24574" y="20079"/>
                  <a:pt x="20079" y="24574"/>
                  <a:pt x="20079" y="30119"/>
                </a:cubicBezTo>
                <a:cubicBezTo>
                  <a:pt x="20079" y="35664"/>
                  <a:pt x="24574" y="40159"/>
                  <a:pt x="30119" y="40159"/>
                </a:cubicBezTo>
                <a:close/>
              </a:path>
            </a:pathLst>
          </a:custGeom>
          <a:solidFill>
            <a:srgbClr val="484848"/>
          </a:solidFill>
          <a:ln>
            <a:noFill/>
          </a:ln>
        </p:spPr>
        <p:txBody>
          <a:bodyPr rtlCol="0" anchor="ctr"/>
          <a:lstStyle/>
          <a:p>
            <a:pPr algn="ctr"/>
            <a:endParaRPr dirty="0"/>
          </a:p>
        </p:txBody>
      </p:sp>
      <p:sp>
        <p:nvSpPr>
          <p:cNvPr id="91" name="Rounded Rectangle 21">
            <a:extLst>
              <a:ext uri="{FF2B5EF4-FFF2-40B4-BE49-F238E27FC236}">
                <a16:creationId xmlns:a16="http://schemas.microsoft.com/office/drawing/2014/main" id="{9CB96CBB-15CD-96F8-C51F-2796BCCF424A}"/>
              </a:ext>
            </a:extLst>
          </p:cNvPr>
          <p:cNvSpPr/>
          <p:nvPr/>
        </p:nvSpPr>
        <p:spPr>
          <a:xfrm>
            <a:off x="7571731" y="4013028"/>
            <a:ext cx="506676" cy="615553"/>
          </a:xfrm>
          <a:custGeom>
            <a:avLst/>
            <a:gdLst/>
            <a:ahLst/>
            <a:cxnLst/>
            <a:rect l="0" t="0" r="0" b="0"/>
            <a:pathLst>
              <a:path w="241684" h="238145">
                <a:moveTo>
                  <a:pt x="0" y="0"/>
                </a:moveTo>
                <a:moveTo>
                  <a:pt x="238747" y="125799"/>
                </a:moveTo>
                <a:lnTo>
                  <a:pt x="217965" y="146381"/>
                </a:lnTo>
                <a:cubicBezTo>
                  <a:pt x="216531" y="147758"/>
                  <a:pt x="214632" y="148546"/>
                  <a:pt x="212644" y="148590"/>
                </a:cubicBezTo>
                <a:cubicBezTo>
                  <a:pt x="211642" y="148593"/>
                  <a:pt x="210651" y="148387"/>
                  <a:pt x="209732" y="147987"/>
                </a:cubicBezTo>
                <a:cubicBezTo>
                  <a:pt x="206940" y="146816"/>
                  <a:pt x="205121" y="144087"/>
                  <a:pt x="205114" y="141060"/>
                </a:cubicBezTo>
                <a:lnTo>
                  <a:pt x="205114" y="128008"/>
                </a:lnTo>
                <a:lnTo>
                  <a:pt x="160135" y="128008"/>
                </a:lnTo>
                <a:cubicBezTo>
                  <a:pt x="157476" y="136327"/>
                  <a:pt x="149743" y="141972"/>
                  <a:pt x="141009" y="141972"/>
                </a:cubicBezTo>
                <a:cubicBezTo>
                  <a:pt x="132276" y="141972"/>
                  <a:pt x="124543" y="136327"/>
                  <a:pt x="121883" y="128008"/>
                </a:cubicBezTo>
                <a:lnTo>
                  <a:pt x="67668" y="128008"/>
                </a:lnTo>
                <a:cubicBezTo>
                  <a:pt x="65629" y="133318"/>
                  <a:pt x="61433" y="137514"/>
                  <a:pt x="56122" y="139554"/>
                </a:cubicBezTo>
                <a:lnTo>
                  <a:pt x="56122" y="177203"/>
                </a:lnTo>
                <a:lnTo>
                  <a:pt x="79415" y="177203"/>
                </a:lnTo>
                <a:cubicBezTo>
                  <a:pt x="84960" y="177203"/>
                  <a:pt x="89455" y="181698"/>
                  <a:pt x="89455" y="187243"/>
                </a:cubicBezTo>
                <a:lnTo>
                  <a:pt x="89455" y="228105"/>
                </a:lnTo>
                <a:cubicBezTo>
                  <a:pt x="89455" y="233650"/>
                  <a:pt x="84960" y="238145"/>
                  <a:pt x="79415" y="238145"/>
                </a:cubicBezTo>
                <a:lnTo>
                  <a:pt x="17770" y="238145"/>
                </a:lnTo>
                <a:cubicBezTo>
                  <a:pt x="12225" y="238145"/>
                  <a:pt x="7730" y="233650"/>
                  <a:pt x="7730" y="228105"/>
                </a:cubicBezTo>
                <a:lnTo>
                  <a:pt x="7730" y="187042"/>
                </a:lnTo>
                <a:cubicBezTo>
                  <a:pt x="7730" y="181497"/>
                  <a:pt x="12225" y="177002"/>
                  <a:pt x="17770" y="177002"/>
                </a:cubicBezTo>
                <a:lnTo>
                  <a:pt x="41063" y="177002"/>
                </a:lnTo>
                <a:lnTo>
                  <a:pt x="41063" y="139554"/>
                </a:lnTo>
                <a:cubicBezTo>
                  <a:pt x="35714" y="137538"/>
                  <a:pt x="31478" y="133339"/>
                  <a:pt x="29416" y="128008"/>
                </a:cubicBezTo>
                <a:lnTo>
                  <a:pt x="7529" y="128008"/>
                </a:lnTo>
                <a:cubicBezTo>
                  <a:pt x="3371" y="128008"/>
                  <a:pt x="0" y="124637"/>
                  <a:pt x="0" y="120478"/>
                </a:cubicBezTo>
                <a:cubicBezTo>
                  <a:pt x="0" y="116319"/>
                  <a:pt x="3371" y="112948"/>
                  <a:pt x="7529" y="112948"/>
                </a:cubicBezTo>
                <a:lnTo>
                  <a:pt x="29416" y="112948"/>
                </a:lnTo>
                <a:cubicBezTo>
                  <a:pt x="32076" y="104629"/>
                  <a:pt x="39808" y="98983"/>
                  <a:pt x="48542" y="98983"/>
                </a:cubicBezTo>
                <a:cubicBezTo>
                  <a:pt x="57276" y="98983"/>
                  <a:pt x="65008" y="104629"/>
                  <a:pt x="67668" y="112948"/>
                </a:cubicBezTo>
                <a:lnTo>
                  <a:pt x="121883" y="112948"/>
                </a:lnTo>
                <a:cubicBezTo>
                  <a:pt x="123945" y="107617"/>
                  <a:pt x="128181" y="103418"/>
                  <a:pt x="133530" y="101402"/>
                </a:cubicBezTo>
                <a:lnTo>
                  <a:pt x="133530" y="63753"/>
                </a:lnTo>
                <a:lnTo>
                  <a:pt x="110438" y="63753"/>
                </a:lnTo>
                <a:cubicBezTo>
                  <a:pt x="104893" y="63753"/>
                  <a:pt x="100398" y="59258"/>
                  <a:pt x="100398" y="53713"/>
                </a:cubicBezTo>
                <a:lnTo>
                  <a:pt x="100398" y="12650"/>
                </a:lnTo>
                <a:cubicBezTo>
                  <a:pt x="100398" y="7105"/>
                  <a:pt x="104893" y="2610"/>
                  <a:pt x="110438" y="2610"/>
                </a:cubicBezTo>
                <a:lnTo>
                  <a:pt x="171882" y="2610"/>
                </a:lnTo>
                <a:cubicBezTo>
                  <a:pt x="177427" y="2610"/>
                  <a:pt x="181922" y="7105"/>
                  <a:pt x="181922" y="12650"/>
                </a:cubicBezTo>
                <a:lnTo>
                  <a:pt x="181922" y="53914"/>
                </a:lnTo>
                <a:cubicBezTo>
                  <a:pt x="181922" y="59458"/>
                  <a:pt x="177427" y="63953"/>
                  <a:pt x="171882" y="63953"/>
                </a:cubicBezTo>
                <a:lnTo>
                  <a:pt x="148589" y="63953"/>
                </a:lnTo>
                <a:lnTo>
                  <a:pt x="148589" y="101402"/>
                </a:lnTo>
                <a:cubicBezTo>
                  <a:pt x="154090" y="103321"/>
                  <a:pt x="158486" y="107534"/>
                  <a:pt x="160637" y="112948"/>
                </a:cubicBezTo>
                <a:lnTo>
                  <a:pt x="205114" y="112948"/>
                </a:lnTo>
                <a:lnTo>
                  <a:pt x="205114" y="99896"/>
                </a:lnTo>
                <a:cubicBezTo>
                  <a:pt x="205121" y="96868"/>
                  <a:pt x="206940" y="94139"/>
                  <a:pt x="209732" y="92969"/>
                </a:cubicBezTo>
                <a:cubicBezTo>
                  <a:pt x="212556" y="91865"/>
                  <a:pt x="215763" y="92491"/>
                  <a:pt x="217965" y="94575"/>
                </a:cubicBezTo>
                <a:lnTo>
                  <a:pt x="238747" y="115157"/>
                </a:lnTo>
                <a:cubicBezTo>
                  <a:pt x="241684" y="118097"/>
                  <a:pt x="241684" y="122859"/>
                  <a:pt x="238747" y="125799"/>
                </a:cubicBezTo>
                <a:close/>
              </a:path>
            </a:pathLst>
          </a:custGeom>
          <a:solidFill>
            <a:srgbClr val="484848"/>
          </a:solidFill>
          <a:ln>
            <a:noFill/>
          </a:ln>
        </p:spPr>
        <p:txBody>
          <a:bodyPr rtlCol="0" anchor="ctr"/>
          <a:lstStyle/>
          <a:p>
            <a:pPr algn="ctr"/>
            <a:endParaRPr/>
          </a:p>
        </p:txBody>
      </p:sp>
      <p:sp>
        <p:nvSpPr>
          <p:cNvPr id="92" name="Rounded Rectangle 22">
            <a:extLst>
              <a:ext uri="{FF2B5EF4-FFF2-40B4-BE49-F238E27FC236}">
                <a16:creationId xmlns:a16="http://schemas.microsoft.com/office/drawing/2014/main" id="{D28F55EA-D46F-3F77-1205-151543526387}"/>
              </a:ext>
            </a:extLst>
          </p:cNvPr>
          <p:cNvSpPr/>
          <p:nvPr/>
        </p:nvSpPr>
        <p:spPr>
          <a:xfrm>
            <a:off x="7619800" y="6013059"/>
            <a:ext cx="611170" cy="684665"/>
          </a:xfrm>
          <a:custGeom>
            <a:avLst/>
            <a:gdLst/>
            <a:ahLst/>
            <a:cxnLst/>
            <a:rect l="0" t="0" r="0" b="0"/>
            <a:pathLst>
              <a:path w="194821" h="237470">
                <a:moveTo>
                  <a:pt x="188789" y="41803"/>
                </a:moveTo>
                <a:cubicBezTo>
                  <a:pt x="192299" y="42516"/>
                  <a:pt x="194821" y="45601"/>
                  <a:pt x="194821" y="49182"/>
                </a:cubicBezTo>
                <a:cubicBezTo>
                  <a:pt x="194821" y="52763"/>
                  <a:pt x="192299" y="55849"/>
                  <a:pt x="188789" y="56562"/>
                </a:cubicBezTo>
                <a:cubicBezTo>
                  <a:pt x="171470" y="60046"/>
                  <a:pt x="157324" y="74262"/>
                  <a:pt x="153800" y="92243"/>
                </a:cubicBezTo>
                <a:cubicBezTo>
                  <a:pt x="153108" y="95777"/>
                  <a:pt x="150011" y="98325"/>
                  <a:pt x="146411" y="98325"/>
                </a:cubicBezTo>
                <a:cubicBezTo>
                  <a:pt x="142810" y="98325"/>
                  <a:pt x="139714" y="95777"/>
                  <a:pt x="139021" y="92243"/>
                </a:cubicBezTo>
                <a:cubicBezTo>
                  <a:pt x="135487" y="74262"/>
                  <a:pt x="121361" y="60046"/>
                  <a:pt x="104033" y="56552"/>
                </a:cubicBezTo>
                <a:cubicBezTo>
                  <a:pt x="100523" y="55839"/>
                  <a:pt x="98001" y="52753"/>
                  <a:pt x="98001" y="49172"/>
                </a:cubicBezTo>
                <a:cubicBezTo>
                  <a:pt x="98001" y="45591"/>
                  <a:pt x="100523" y="42506"/>
                  <a:pt x="104033" y="41793"/>
                </a:cubicBezTo>
                <a:cubicBezTo>
                  <a:pt x="121351" y="38309"/>
                  <a:pt x="135497" y="24083"/>
                  <a:pt x="139021" y="6081"/>
                </a:cubicBezTo>
                <a:cubicBezTo>
                  <a:pt x="139714" y="2548"/>
                  <a:pt x="142810" y="0"/>
                  <a:pt x="146411" y="0"/>
                </a:cubicBezTo>
                <a:cubicBezTo>
                  <a:pt x="150011" y="0"/>
                  <a:pt x="153108" y="2548"/>
                  <a:pt x="153800" y="6081"/>
                </a:cubicBezTo>
                <a:cubicBezTo>
                  <a:pt x="157334" y="24083"/>
                  <a:pt x="171470" y="38309"/>
                  <a:pt x="188789" y="41803"/>
                </a:cubicBezTo>
                <a:close/>
                <a:moveTo>
                  <a:pt x="110920" y="19896"/>
                </a:moveTo>
                <a:cubicBezTo>
                  <a:pt x="107856" y="22200"/>
                  <a:pt x="104322" y="23797"/>
                  <a:pt x="100569" y="24575"/>
                </a:cubicBezTo>
                <a:cubicBezTo>
                  <a:pt x="88847" y="26930"/>
                  <a:pt x="80414" y="37227"/>
                  <a:pt x="80414" y="49182"/>
                </a:cubicBezTo>
                <a:cubicBezTo>
                  <a:pt x="80414" y="61138"/>
                  <a:pt x="88847" y="71435"/>
                  <a:pt x="100569" y="73790"/>
                </a:cubicBezTo>
                <a:cubicBezTo>
                  <a:pt x="110769" y="75838"/>
                  <a:pt x="119584" y="84463"/>
                  <a:pt x="121783" y="95627"/>
                </a:cubicBezTo>
                <a:cubicBezTo>
                  <a:pt x="123319" y="103459"/>
                  <a:pt x="128489" y="110094"/>
                  <a:pt x="135708" y="113498"/>
                </a:cubicBezTo>
                <a:cubicBezTo>
                  <a:pt x="132416" y="119705"/>
                  <a:pt x="128079" y="125298"/>
                  <a:pt x="122887" y="130033"/>
                </a:cubicBezTo>
                <a:cubicBezTo>
                  <a:pt x="115558" y="137403"/>
                  <a:pt x="110579" y="147272"/>
                  <a:pt x="108500" y="157824"/>
                </a:cubicBezTo>
                <a:lnTo>
                  <a:pt x="35410" y="157824"/>
                </a:lnTo>
                <a:cubicBezTo>
                  <a:pt x="33332" y="147272"/>
                  <a:pt x="28362" y="137403"/>
                  <a:pt x="21033" y="130033"/>
                </a:cubicBezTo>
                <a:cubicBezTo>
                  <a:pt x="7760" y="118046"/>
                  <a:pt x="0" y="99643"/>
                  <a:pt x="0" y="80155"/>
                </a:cubicBezTo>
                <a:cubicBezTo>
                  <a:pt x="0" y="40869"/>
                  <a:pt x="32659" y="8200"/>
                  <a:pt x="71955" y="8200"/>
                </a:cubicBezTo>
                <a:cubicBezTo>
                  <a:pt x="86232" y="8200"/>
                  <a:pt x="99635" y="12517"/>
                  <a:pt x="110910" y="19896"/>
                </a:cubicBezTo>
                <a:close/>
                <a:moveTo>
                  <a:pt x="36504" y="172884"/>
                </a:moveTo>
                <a:lnTo>
                  <a:pt x="107406" y="172884"/>
                </a:lnTo>
                <a:lnTo>
                  <a:pt x="107406" y="189680"/>
                </a:lnTo>
                <a:cubicBezTo>
                  <a:pt x="107370" y="204353"/>
                  <a:pt x="96538" y="216760"/>
                  <a:pt x="82005" y="218776"/>
                </a:cubicBezTo>
                <a:lnTo>
                  <a:pt x="82005" y="227430"/>
                </a:lnTo>
                <a:cubicBezTo>
                  <a:pt x="82005" y="232975"/>
                  <a:pt x="77510" y="237470"/>
                  <a:pt x="71965" y="237470"/>
                </a:cubicBezTo>
                <a:cubicBezTo>
                  <a:pt x="66420" y="237470"/>
                  <a:pt x="61925" y="232975"/>
                  <a:pt x="61925" y="227430"/>
                </a:cubicBezTo>
                <a:lnTo>
                  <a:pt x="61925" y="218776"/>
                </a:lnTo>
                <a:cubicBezTo>
                  <a:pt x="47384" y="216769"/>
                  <a:pt x="36542" y="204359"/>
                  <a:pt x="36504" y="189680"/>
                </a:cubicBezTo>
                <a:close/>
              </a:path>
            </a:pathLst>
          </a:custGeom>
          <a:solidFill>
            <a:srgbClr val="484848"/>
          </a:solidFill>
          <a:ln>
            <a:noFill/>
          </a:ln>
        </p:spPr>
        <p:txBody>
          <a:bodyPr rtlCol="0" anchor="ctr"/>
          <a:lstStyle/>
          <a:p>
            <a:pPr algn="ctr"/>
            <a:endParaRPr/>
          </a:p>
        </p:txBody>
      </p:sp>
      <p:sp>
        <p:nvSpPr>
          <p:cNvPr id="93" name="Rounded Rectangle 23">
            <a:extLst>
              <a:ext uri="{FF2B5EF4-FFF2-40B4-BE49-F238E27FC236}">
                <a16:creationId xmlns:a16="http://schemas.microsoft.com/office/drawing/2014/main" id="{5DFCDB84-6D13-901F-3B5A-E4578C3BB8A0}"/>
              </a:ext>
            </a:extLst>
          </p:cNvPr>
          <p:cNvSpPr/>
          <p:nvPr/>
        </p:nvSpPr>
        <p:spPr>
          <a:xfrm>
            <a:off x="7498195" y="2155231"/>
            <a:ext cx="513152" cy="471551"/>
          </a:xfrm>
          <a:custGeom>
            <a:avLst/>
            <a:gdLst/>
            <a:ahLst/>
            <a:cxnLst/>
            <a:rect l="0" t="0" r="0" b="0"/>
            <a:pathLst>
              <a:path w="231720" h="234541">
                <a:moveTo>
                  <a:pt x="231720" y="35049"/>
                </a:moveTo>
                <a:lnTo>
                  <a:pt x="231720" y="215767"/>
                </a:lnTo>
                <a:cubicBezTo>
                  <a:pt x="231720" y="225470"/>
                  <a:pt x="223853" y="233336"/>
                  <a:pt x="214150" y="233336"/>
                </a:cubicBezTo>
                <a:lnTo>
                  <a:pt x="106924" y="233336"/>
                </a:lnTo>
                <a:cubicBezTo>
                  <a:pt x="112404" y="229028"/>
                  <a:pt x="117239" y="223956"/>
                  <a:pt x="121281" y="218277"/>
                </a:cubicBezTo>
                <a:lnTo>
                  <a:pt x="214150" y="218277"/>
                </a:lnTo>
                <a:cubicBezTo>
                  <a:pt x="215536" y="218277"/>
                  <a:pt x="216660" y="217153"/>
                  <a:pt x="216660" y="215767"/>
                </a:cubicBezTo>
                <a:lnTo>
                  <a:pt x="216660" y="35049"/>
                </a:lnTo>
                <a:cubicBezTo>
                  <a:pt x="216660" y="33663"/>
                  <a:pt x="215536" y="32539"/>
                  <a:pt x="214150" y="32539"/>
                </a:cubicBezTo>
                <a:lnTo>
                  <a:pt x="204110" y="32539"/>
                </a:lnTo>
                <a:lnTo>
                  <a:pt x="204110" y="19989"/>
                </a:lnTo>
                <a:cubicBezTo>
                  <a:pt x="204160" y="19153"/>
                  <a:pt x="204160" y="18315"/>
                  <a:pt x="204110" y="17479"/>
                </a:cubicBezTo>
                <a:lnTo>
                  <a:pt x="214150" y="17479"/>
                </a:lnTo>
                <a:cubicBezTo>
                  <a:pt x="223831" y="17534"/>
                  <a:pt x="231665" y="25368"/>
                  <a:pt x="231720" y="35049"/>
                </a:cubicBezTo>
                <a:close/>
                <a:moveTo>
                  <a:pt x="93671" y="32539"/>
                </a:moveTo>
                <a:lnTo>
                  <a:pt x="83632" y="32539"/>
                </a:lnTo>
                <a:cubicBezTo>
                  <a:pt x="82245" y="32539"/>
                  <a:pt x="81122" y="33663"/>
                  <a:pt x="81122" y="35049"/>
                </a:cubicBezTo>
                <a:lnTo>
                  <a:pt x="81122" y="101915"/>
                </a:lnTo>
                <a:cubicBezTo>
                  <a:pt x="76205" y="100509"/>
                  <a:pt x="71160" y="99601"/>
                  <a:pt x="66062" y="99204"/>
                </a:cubicBezTo>
                <a:lnTo>
                  <a:pt x="66062" y="35049"/>
                </a:lnTo>
                <a:cubicBezTo>
                  <a:pt x="66062" y="25345"/>
                  <a:pt x="73928" y="17479"/>
                  <a:pt x="83632" y="17479"/>
                </a:cubicBezTo>
                <a:lnTo>
                  <a:pt x="93671" y="17479"/>
                </a:lnTo>
                <a:cubicBezTo>
                  <a:pt x="93621" y="18315"/>
                  <a:pt x="93621" y="19153"/>
                  <a:pt x="93671" y="19989"/>
                </a:cubicBezTo>
                <a:close/>
                <a:moveTo>
                  <a:pt x="184030" y="14969"/>
                </a:moveTo>
                <a:cubicBezTo>
                  <a:pt x="186780" y="15023"/>
                  <a:pt x="188997" y="17239"/>
                  <a:pt x="189050" y="19989"/>
                </a:cubicBezTo>
                <a:lnTo>
                  <a:pt x="189050" y="40069"/>
                </a:lnTo>
                <a:cubicBezTo>
                  <a:pt x="189050" y="42841"/>
                  <a:pt x="186803" y="45089"/>
                  <a:pt x="184030" y="45089"/>
                </a:cubicBezTo>
                <a:lnTo>
                  <a:pt x="113751" y="45089"/>
                </a:lnTo>
                <a:cubicBezTo>
                  <a:pt x="110979" y="45089"/>
                  <a:pt x="108731" y="42841"/>
                  <a:pt x="108731" y="40069"/>
                </a:cubicBezTo>
                <a:lnTo>
                  <a:pt x="108731" y="19989"/>
                </a:lnTo>
                <a:cubicBezTo>
                  <a:pt x="108731" y="17217"/>
                  <a:pt x="110979" y="14969"/>
                  <a:pt x="113751" y="14969"/>
                </a:cubicBezTo>
                <a:lnTo>
                  <a:pt x="122887" y="14969"/>
                </a:lnTo>
                <a:cubicBezTo>
                  <a:pt x="126531" y="14943"/>
                  <a:pt x="129873" y="12945"/>
                  <a:pt x="131622" y="9749"/>
                </a:cubicBezTo>
                <a:cubicBezTo>
                  <a:pt x="135251" y="3700"/>
                  <a:pt x="141787" y="0"/>
                  <a:pt x="148840" y="0"/>
                </a:cubicBezTo>
                <a:cubicBezTo>
                  <a:pt x="155894" y="0"/>
                  <a:pt x="162430" y="3700"/>
                  <a:pt x="166059" y="9749"/>
                </a:cubicBezTo>
                <a:cubicBezTo>
                  <a:pt x="167808" y="12945"/>
                  <a:pt x="171150" y="14943"/>
                  <a:pt x="174794" y="14969"/>
                </a:cubicBezTo>
                <a:close/>
                <a:moveTo>
                  <a:pt x="189050" y="92778"/>
                </a:moveTo>
                <a:lnTo>
                  <a:pt x="108731" y="92778"/>
                </a:lnTo>
                <a:cubicBezTo>
                  <a:pt x="104573" y="92778"/>
                  <a:pt x="101201" y="89407"/>
                  <a:pt x="101201" y="85248"/>
                </a:cubicBezTo>
                <a:cubicBezTo>
                  <a:pt x="101201" y="81090"/>
                  <a:pt x="104573" y="77718"/>
                  <a:pt x="108731" y="77718"/>
                </a:cubicBezTo>
                <a:lnTo>
                  <a:pt x="189050" y="77718"/>
                </a:lnTo>
                <a:cubicBezTo>
                  <a:pt x="193186" y="77773"/>
                  <a:pt x="196526" y="81112"/>
                  <a:pt x="196580" y="85248"/>
                </a:cubicBezTo>
                <a:cubicBezTo>
                  <a:pt x="196580" y="89407"/>
                  <a:pt x="193209" y="92778"/>
                  <a:pt x="189050" y="92778"/>
                </a:cubicBezTo>
                <a:close/>
                <a:moveTo>
                  <a:pt x="196580" y="120388"/>
                </a:moveTo>
                <a:cubicBezTo>
                  <a:pt x="196580" y="124547"/>
                  <a:pt x="193209" y="127918"/>
                  <a:pt x="189050" y="127918"/>
                </a:cubicBezTo>
                <a:lnTo>
                  <a:pt x="133831" y="127918"/>
                </a:lnTo>
                <a:cubicBezTo>
                  <a:pt x="129672" y="127918"/>
                  <a:pt x="126301" y="124547"/>
                  <a:pt x="126301" y="120388"/>
                </a:cubicBezTo>
                <a:cubicBezTo>
                  <a:pt x="126301" y="116229"/>
                  <a:pt x="129672" y="112858"/>
                  <a:pt x="133831" y="112858"/>
                </a:cubicBezTo>
                <a:lnTo>
                  <a:pt x="189050" y="112858"/>
                </a:lnTo>
                <a:cubicBezTo>
                  <a:pt x="193209" y="112858"/>
                  <a:pt x="196580" y="116229"/>
                  <a:pt x="196580" y="120388"/>
                </a:cubicBezTo>
                <a:close/>
                <a:moveTo>
                  <a:pt x="196580" y="155527"/>
                </a:moveTo>
                <a:cubicBezTo>
                  <a:pt x="196580" y="159686"/>
                  <a:pt x="193209" y="163057"/>
                  <a:pt x="189050" y="163057"/>
                </a:cubicBezTo>
                <a:lnTo>
                  <a:pt x="153911" y="163057"/>
                </a:lnTo>
                <a:cubicBezTo>
                  <a:pt x="149752" y="163057"/>
                  <a:pt x="146381" y="159686"/>
                  <a:pt x="146381" y="155527"/>
                </a:cubicBezTo>
                <a:cubicBezTo>
                  <a:pt x="146381" y="151369"/>
                  <a:pt x="149752" y="147997"/>
                  <a:pt x="153911" y="147997"/>
                </a:cubicBezTo>
                <a:lnTo>
                  <a:pt x="189050" y="147997"/>
                </a:lnTo>
                <a:cubicBezTo>
                  <a:pt x="193209" y="147997"/>
                  <a:pt x="196580" y="151369"/>
                  <a:pt x="196580" y="155527"/>
                </a:cubicBezTo>
                <a:close/>
                <a:moveTo>
                  <a:pt x="196580" y="190667"/>
                </a:moveTo>
                <a:cubicBezTo>
                  <a:pt x="196580" y="194826"/>
                  <a:pt x="193209" y="198197"/>
                  <a:pt x="189050" y="198197"/>
                </a:cubicBezTo>
                <a:lnTo>
                  <a:pt x="153911" y="198197"/>
                </a:lnTo>
                <a:cubicBezTo>
                  <a:pt x="149752" y="198197"/>
                  <a:pt x="146381" y="194826"/>
                  <a:pt x="146381" y="190667"/>
                </a:cubicBezTo>
                <a:cubicBezTo>
                  <a:pt x="146381" y="186508"/>
                  <a:pt x="149752" y="183137"/>
                  <a:pt x="153911" y="183137"/>
                </a:cubicBezTo>
                <a:lnTo>
                  <a:pt x="189050" y="183137"/>
                </a:lnTo>
                <a:cubicBezTo>
                  <a:pt x="193209" y="183137"/>
                  <a:pt x="196580" y="186508"/>
                  <a:pt x="196580" y="190667"/>
                </a:cubicBezTo>
                <a:close/>
                <a:moveTo>
                  <a:pt x="120478" y="174302"/>
                </a:moveTo>
                <a:cubicBezTo>
                  <a:pt x="120478" y="207571"/>
                  <a:pt x="93508" y="234541"/>
                  <a:pt x="60239" y="234541"/>
                </a:cubicBezTo>
                <a:cubicBezTo>
                  <a:pt x="26970" y="234541"/>
                  <a:pt x="0" y="207571"/>
                  <a:pt x="0" y="174302"/>
                </a:cubicBezTo>
                <a:cubicBezTo>
                  <a:pt x="0" y="141033"/>
                  <a:pt x="26970" y="114063"/>
                  <a:pt x="60239" y="114063"/>
                </a:cubicBezTo>
                <a:cubicBezTo>
                  <a:pt x="93508" y="114063"/>
                  <a:pt x="120478" y="141033"/>
                  <a:pt x="120478" y="174302"/>
                </a:cubicBezTo>
                <a:close/>
                <a:moveTo>
                  <a:pt x="93069" y="161351"/>
                </a:moveTo>
                <a:cubicBezTo>
                  <a:pt x="95564" y="158024"/>
                  <a:pt x="94890" y="153304"/>
                  <a:pt x="91563" y="150809"/>
                </a:cubicBezTo>
                <a:cubicBezTo>
                  <a:pt x="88236" y="148313"/>
                  <a:pt x="83516" y="148988"/>
                  <a:pt x="81021" y="152315"/>
                </a:cubicBezTo>
                <a:lnTo>
                  <a:pt x="51906" y="191169"/>
                </a:lnTo>
                <a:lnTo>
                  <a:pt x="36846" y="176109"/>
                </a:lnTo>
                <a:cubicBezTo>
                  <a:pt x="33879" y="173345"/>
                  <a:pt x="29256" y="173426"/>
                  <a:pt x="26388" y="176294"/>
                </a:cubicBezTo>
                <a:cubicBezTo>
                  <a:pt x="23521" y="179161"/>
                  <a:pt x="23439" y="183784"/>
                  <a:pt x="26204" y="186751"/>
                </a:cubicBezTo>
                <a:lnTo>
                  <a:pt x="41263" y="201811"/>
                </a:lnTo>
                <a:cubicBezTo>
                  <a:pt x="44349" y="204897"/>
                  <a:pt x="48622" y="206492"/>
                  <a:pt x="52975" y="206184"/>
                </a:cubicBezTo>
                <a:cubicBezTo>
                  <a:pt x="57328" y="205875"/>
                  <a:pt x="61333" y="203694"/>
                  <a:pt x="63953" y="200205"/>
                </a:cubicBezTo>
                <a:lnTo>
                  <a:pt x="93069" y="161351"/>
                </a:lnTo>
                <a:close/>
              </a:path>
            </a:pathLst>
          </a:custGeom>
          <a:solidFill>
            <a:srgbClr val="484848"/>
          </a:solidFill>
          <a:ln>
            <a:noFill/>
          </a:ln>
        </p:spPr>
        <p:txBody>
          <a:bodyPr rtlCol="0" anchor="ctr"/>
          <a:lstStyle/>
          <a:p>
            <a:pPr algn="ctr"/>
            <a:endParaRPr/>
          </a:p>
        </p:txBody>
      </p:sp>
      <p:sp>
        <p:nvSpPr>
          <p:cNvPr id="94" name="Rounded Rectangle 24">
            <a:extLst>
              <a:ext uri="{FF2B5EF4-FFF2-40B4-BE49-F238E27FC236}">
                <a16:creationId xmlns:a16="http://schemas.microsoft.com/office/drawing/2014/main" id="{B7D5C9D6-6099-FF3E-3F00-E34D58626684}"/>
              </a:ext>
            </a:extLst>
          </p:cNvPr>
          <p:cNvSpPr/>
          <p:nvPr/>
        </p:nvSpPr>
        <p:spPr>
          <a:xfrm>
            <a:off x="3871635" y="3100246"/>
            <a:ext cx="581612" cy="644356"/>
          </a:xfrm>
          <a:custGeom>
            <a:avLst/>
            <a:gdLst/>
            <a:ahLst/>
            <a:cxnLst/>
            <a:rect l="0" t="0" r="0" b="0"/>
            <a:pathLst>
              <a:path w="240956" h="240956">
                <a:moveTo>
                  <a:pt x="95880" y="166962"/>
                </a:moveTo>
                <a:lnTo>
                  <a:pt x="23995" y="166962"/>
                </a:lnTo>
                <a:cubicBezTo>
                  <a:pt x="10782" y="166963"/>
                  <a:pt x="55" y="156281"/>
                  <a:pt x="0" y="143068"/>
                </a:cubicBezTo>
                <a:lnTo>
                  <a:pt x="0" y="23995"/>
                </a:lnTo>
                <a:cubicBezTo>
                  <a:pt x="0" y="10743"/>
                  <a:pt x="10743" y="0"/>
                  <a:pt x="23995" y="0"/>
                </a:cubicBezTo>
                <a:lnTo>
                  <a:pt x="168468" y="0"/>
                </a:lnTo>
                <a:cubicBezTo>
                  <a:pt x="181681" y="55"/>
                  <a:pt x="192363" y="10782"/>
                  <a:pt x="192363" y="23995"/>
                </a:cubicBezTo>
                <a:lnTo>
                  <a:pt x="192363" y="97085"/>
                </a:lnTo>
                <a:cubicBezTo>
                  <a:pt x="187407" y="96048"/>
                  <a:pt x="182366" y="95477"/>
                  <a:pt x="177304" y="95378"/>
                </a:cubicBezTo>
                <a:lnTo>
                  <a:pt x="177304" y="85338"/>
                </a:lnTo>
                <a:lnTo>
                  <a:pt x="142164" y="85338"/>
                </a:lnTo>
                <a:lnTo>
                  <a:pt x="142164" y="102707"/>
                </a:lnTo>
                <a:cubicBezTo>
                  <a:pt x="130596" y="108078"/>
                  <a:pt x="120451" y="116091"/>
                  <a:pt x="112546" y="126100"/>
                </a:cubicBezTo>
                <a:lnTo>
                  <a:pt x="86443" y="126100"/>
                </a:lnTo>
                <a:lnTo>
                  <a:pt x="86443" y="151903"/>
                </a:lnTo>
                <a:lnTo>
                  <a:pt x="98993" y="151903"/>
                </a:lnTo>
                <a:cubicBezTo>
                  <a:pt x="97437" y="156801"/>
                  <a:pt x="96394" y="161848"/>
                  <a:pt x="95880" y="166962"/>
                </a:cubicBezTo>
                <a:close/>
                <a:moveTo>
                  <a:pt x="142164" y="70279"/>
                </a:moveTo>
                <a:lnTo>
                  <a:pt x="177304" y="70279"/>
                </a:lnTo>
                <a:lnTo>
                  <a:pt x="177304" y="44476"/>
                </a:lnTo>
                <a:lnTo>
                  <a:pt x="142164" y="44476"/>
                </a:lnTo>
                <a:close/>
                <a:moveTo>
                  <a:pt x="86443" y="70279"/>
                </a:moveTo>
                <a:lnTo>
                  <a:pt x="127104" y="70279"/>
                </a:lnTo>
                <a:lnTo>
                  <a:pt x="127104" y="44476"/>
                </a:lnTo>
                <a:lnTo>
                  <a:pt x="86443" y="44476"/>
                </a:lnTo>
                <a:close/>
                <a:moveTo>
                  <a:pt x="86443" y="111040"/>
                </a:moveTo>
                <a:lnTo>
                  <a:pt x="127104" y="111040"/>
                </a:lnTo>
                <a:lnTo>
                  <a:pt x="127104" y="85338"/>
                </a:lnTo>
                <a:lnTo>
                  <a:pt x="86443" y="85338"/>
                </a:lnTo>
                <a:close/>
                <a:moveTo>
                  <a:pt x="71383" y="126100"/>
                </a:moveTo>
                <a:lnTo>
                  <a:pt x="15059" y="126100"/>
                </a:lnTo>
                <a:lnTo>
                  <a:pt x="15059" y="143068"/>
                </a:lnTo>
                <a:cubicBezTo>
                  <a:pt x="15114" y="147963"/>
                  <a:pt x="19099" y="151903"/>
                  <a:pt x="23995" y="151903"/>
                </a:cubicBezTo>
                <a:lnTo>
                  <a:pt x="71383" y="151903"/>
                </a:lnTo>
                <a:close/>
                <a:moveTo>
                  <a:pt x="71383" y="85338"/>
                </a:moveTo>
                <a:lnTo>
                  <a:pt x="15059" y="85338"/>
                </a:lnTo>
                <a:lnTo>
                  <a:pt x="15059" y="111040"/>
                </a:lnTo>
                <a:lnTo>
                  <a:pt x="71383" y="111040"/>
                </a:lnTo>
                <a:close/>
                <a:moveTo>
                  <a:pt x="71383" y="44476"/>
                </a:moveTo>
                <a:lnTo>
                  <a:pt x="15059" y="44476"/>
                </a:lnTo>
                <a:lnTo>
                  <a:pt x="15059" y="70279"/>
                </a:lnTo>
                <a:lnTo>
                  <a:pt x="71383" y="70279"/>
                </a:lnTo>
                <a:close/>
                <a:moveTo>
                  <a:pt x="240956" y="175697"/>
                </a:moveTo>
                <a:cubicBezTo>
                  <a:pt x="240956" y="211739"/>
                  <a:pt x="211739" y="240956"/>
                  <a:pt x="175697" y="240956"/>
                </a:cubicBezTo>
                <a:cubicBezTo>
                  <a:pt x="139655" y="240956"/>
                  <a:pt x="110438" y="211739"/>
                  <a:pt x="110438" y="175697"/>
                </a:cubicBezTo>
                <a:cubicBezTo>
                  <a:pt x="110438" y="139655"/>
                  <a:pt x="139655" y="110438"/>
                  <a:pt x="175697" y="110438"/>
                </a:cubicBezTo>
                <a:cubicBezTo>
                  <a:pt x="211716" y="110493"/>
                  <a:pt x="240901" y="139678"/>
                  <a:pt x="240956" y="175697"/>
                </a:cubicBezTo>
                <a:close/>
                <a:moveTo>
                  <a:pt x="220877" y="175697"/>
                </a:moveTo>
                <a:cubicBezTo>
                  <a:pt x="220877" y="150745"/>
                  <a:pt x="200649" y="130518"/>
                  <a:pt x="175697" y="130518"/>
                </a:cubicBezTo>
                <a:cubicBezTo>
                  <a:pt x="150745" y="130518"/>
                  <a:pt x="130518" y="150745"/>
                  <a:pt x="130518" y="175697"/>
                </a:cubicBezTo>
                <a:cubicBezTo>
                  <a:pt x="130518" y="200649"/>
                  <a:pt x="150745" y="220877"/>
                  <a:pt x="175697" y="220877"/>
                </a:cubicBezTo>
                <a:cubicBezTo>
                  <a:pt x="200626" y="220821"/>
                  <a:pt x="220821" y="200626"/>
                  <a:pt x="220877" y="175697"/>
                </a:cubicBezTo>
                <a:close/>
                <a:moveTo>
                  <a:pt x="203307" y="175697"/>
                </a:moveTo>
                <a:cubicBezTo>
                  <a:pt x="203307" y="179856"/>
                  <a:pt x="199936" y="183227"/>
                  <a:pt x="195777" y="183227"/>
                </a:cubicBezTo>
                <a:lnTo>
                  <a:pt x="175697" y="183227"/>
                </a:lnTo>
                <a:cubicBezTo>
                  <a:pt x="171561" y="183173"/>
                  <a:pt x="168221" y="179833"/>
                  <a:pt x="168167" y="175697"/>
                </a:cubicBezTo>
                <a:lnTo>
                  <a:pt x="168167" y="145578"/>
                </a:lnTo>
                <a:cubicBezTo>
                  <a:pt x="168167" y="141419"/>
                  <a:pt x="171538" y="138048"/>
                  <a:pt x="175697" y="138048"/>
                </a:cubicBezTo>
                <a:cubicBezTo>
                  <a:pt x="179856" y="138048"/>
                  <a:pt x="183227" y="141419"/>
                  <a:pt x="183227" y="145578"/>
                </a:cubicBezTo>
                <a:lnTo>
                  <a:pt x="183227" y="165657"/>
                </a:lnTo>
                <a:cubicBezTo>
                  <a:pt x="183227" y="167044"/>
                  <a:pt x="184351" y="168167"/>
                  <a:pt x="185737" y="168167"/>
                </a:cubicBezTo>
                <a:lnTo>
                  <a:pt x="195777" y="168167"/>
                </a:lnTo>
                <a:cubicBezTo>
                  <a:pt x="199936" y="168167"/>
                  <a:pt x="203307" y="171538"/>
                  <a:pt x="203307" y="175697"/>
                </a:cubicBezTo>
                <a:close/>
              </a:path>
            </a:pathLst>
          </a:custGeom>
          <a:solidFill>
            <a:srgbClr val="484848"/>
          </a:solidFill>
          <a:ln>
            <a:noFill/>
          </a:ln>
        </p:spPr>
        <p:txBody>
          <a:bodyPr rtlCol="0" anchor="ctr"/>
          <a:lstStyle/>
          <a:p>
            <a:pPr algn="ctr"/>
            <a:endParaRPr/>
          </a:p>
        </p:txBody>
      </p:sp>
      <p:sp>
        <p:nvSpPr>
          <p:cNvPr id="95" name="TextBox 94">
            <a:extLst>
              <a:ext uri="{FF2B5EF4-FFF2-40B4-BE49-F238E27FC236}">
                <a16:creationId xmlns:a16="http://schemas.microsoft.com/office/drawing/2014/main" id="{BC5AEFFC-F5C9-DADC-3598-B9ADE3B9E0C8}"/>
              </a:ext>
            </a:extLst>
          </p:cNvPr>
          <p:cNvSpPr txBox="1"/>
          <p:nvPr/>
        </p:nvSpPr>
        <p:spPr>
          <a:xfrm>
            <a:off x="6794154" y="2987152"/>
            <a:ext cx="3289362" cy="615553"/>
          </a:xfrm>
          <a:prstGeom prst="rect">
            <a:avLst/>
          </a:prstGeom>
          <a:noFill/>
          <a:ln>
            <a:noFill/>
          </a:ln>
        </p:spPr>
        <p:txBody>
          <a:bodyPr wrap="none" lIns="0" tIns="0" rIns="0" bIns="0" anchor="t">
            <a:spAutoFit/>
          </a:bodyPr>
          <a:lstStyle/>
          <a:p>
            <a:pPr algn="l"/>
            <a:r>
              <a:rPr sz="2000" b="0" dirty="0">
                <a:latin typeface="Roboto"/>
              </a:rPr>
              <a:t>Organize data in a structured
format</a:t>
            </a:r>
          </a:p>
        </p:txBody>
      </p:sp>
      <p:sp>
        <p:nvSpPr>
          <p:cNvPr id="96" name="TextBox 95">
            <a:extLst>
              <a:ext uri="{FF2B5EF4-FFF2-40B4-BE49-F238E27FC236}">
                <a16:creationId xmlns:a16="http://schemas.microsoft.com/office/drawing/2014/main" id="{7BB26253-5583-6D88-FE90-C89FF720A2CF}"/>
              </a:ext>
            </a:extLst>
          </p:cNvPr>
          <p:cNvSpPr txBox="1"/>
          <p:nvPr/>
        </p:nvSpPr>
        <p:spPr>
          <a:xfrm>
            <a:off x="5775485" y="2143200"/>
            <a:ext cx="1386598" cy="307777"/>
          </a:xfrm>
          <a:prstGeom prst="rect">
            <a:avLst/>
          </a:prstGeom>
          <a:noFill/>
          <a:ln>
            <a:noFill/>
          </a:ln>
        </p:spPr>
        <p:txBody>
          <a:bodyPr wrap="none" lIns="0" tIns="0" rIns="0" bIns="0" anchor="t">
            <a:spAutoFit/>
          </a:bodyPr>
          <a:lstStyle/>
          <a:p>
            <a:pPr algn="l"/>
            <a:r>
              <a:rPr sz="2000" b="1" dirty="0">
                <a:latin typeface="Roboto"/>
              </a:rPr>
              <a:t>Collect Data</a:t>
            </a:r>
          </a:p>
        </p:txBody>
      </p:sp>
      <p:sp>
        <p:nvSpPr>
          <p:cNvPr id="97" name="TextBox 96">
            <a:extLst>
              <a:ext uri="{FF2B5EF4-FFF2-40B4-BE49-F238E27FC236}">
                <a16:creationId xmlns:a16="http://schemas.microsoft.com/office/drawing/2014/main" id="{2DDDC9A7-D1EA-0450-B70A-7C1A9F56984C}"/>
              </a:ext>
            </a:extLst>
          </p:cNvPr>
          <p:cNvSpPr txBox="1"/>
          <p:nvPr/>
        </p:nvSpPr>
        <p:spPr>
          <a:xfrm>
            <a:off x="1830927" y="3978378"/>
            <a:ext cx="3406382" cy="615553"/>
          </a:xfrm>
          <a:prstGeom prst="rect">
            <a:avLst/>
          </a:prstGeom>
          <a:noFill/>
          <a:ln>
            <a:noFill/>
          </a:ln>
        </p:spPr>
        <p:txBody>
          <a:bodyPr wrap="none" lIns="0" tIns="0" rIns="0" bIns="0" anchor="t">
            <a:spAutoFit/>
          </a:bodyPr>
          <a:lstStyle/>
          <a:p>
            <a:pPr algn="r"/>
            <a:r>
              <a:rPr sz="2000" b="0" dirty="0">
                <a:latin typeface="Roboto"/>
              </a:rPr>
              <a:t>Consider multiple approaches
to solve the puzzle</a:t>
            </a:r>
          </a:p>
        </p:txBody>
      </p:sp>
      <p:sp>
        <p:nvSpPr>
          <p:cNvPr id="98" name="TextBox 97">
            <a:extLst>
              <a:ext uri="{FF2B5EF4-FFF2-40B4-BE49-F238E27FC236}">
                <a16:creationId xmlns:a16="http://schemas.microsoft.com/office/drawing/2014/main" id="{647962F0-DF04-F77D-68E0-55A95D14E9B4}"/>
              </a:ext>
            </a:extLst>
          </p:cNvPr>
          <p:cNvSpPr txBox="1"/>
          <p:nvPr/>
        </p:nvSpPr>
        <p:spPr>
          <a:xfrm>
            <a:off x="5596471" y="4104768"/>
            <a:ext cx="1939634" cy="307777"/>
          </a:xfrm>
          <a:prstGeom prst="rect">
            <a:avLst/>
          </a:prstGeom>
          <a:noFill/>
          <a:ln>
            <a:noFill/>
          </a:ln>
        </p:spPr>
        <p:txBody>
          <a:bodyPr wrap="none" lIns="0" tIns="0" rIns="0" bIns="0" anchor="t">
            <a:spAutoFit/>
          </a:bodyPr>
          <a:lstStyle/>
          <a:p>
            <a:pPr algn="l"/>
            <a:r>
              <a:rPr sz="2000" b="1" dirty="0">
                <a:latin typeface="Roboto"/>
              </a:rPr>
              <a:t>Explore Methods</a:t>
            </a:r>
          </a:p>
        </p:txBody>
      </p:sp>
      <p:sp>
        <p:nvSpPr>
          <p:cNvPr id="99" name="TextBox 98">
            <a:extLst>
              <a:ext uri="{FF2B5EF4-FFF2-40B4-BE49-F238E27FC236}">
                <a16:creationId xmlns:a16="http://schemas.microsoft.com/office/drawing/2014/main" id="{73FEB840-D075-BA66-F67A-39F3D3D0E99A}"/>
              </a:ext>
            </a:extLst>
          </p:cNvPr>
          <p:cNvSpPr txBox="1"/>
          <p:nvPr/>
        </p:nvSpPr>
        <p:spPr>
          <a:xfrm>
            <a:off x="2352361" y="2005598"/>
            <a:ext cx="2911828" cy="615553"/>
          </a:xfrm>
          <a:prstGeom prst="rect">
            <a:avLst/>
          </a:prstGeom>
          <a:noFill/>
          <a:ln>
            <a:noFill/>
          </a:ln>
        </p:spPr>
        <p:txBody>
          <a:bodyPr wrap="square" lIns="0" tIns="0" rIns="0" bIns="0" anchor="t">
            <a:spAutoFit/>
          </a:bodyPr>
          <a:lstStyle/>
          <a:p>
            <a:pPr algn="r"/>
            <a:r>
              <a:rPr sz="2000" b="0" dirty="0">
                <a:latin typeface="Roboto"/>
              </a:rPr>
              <a:t>Gather all necessary data for</a:t>
            </a:r>
            <a:r>
              <a:rPr lang="en-US" sz="2000" b="0" dirty="0">
                <a:latin typeface="Roboto"/>
              </a:rPr>
              <a:t> </a:t>
            </a:r>
            <a:r>
              <a:rPr sz="2000" b="0" dirty="0">
                <a:latin typeface="Roboto"/>
              </a:rPr>
              <a:t>the puzzle</a:t>
            </a:r>
          </a:p>
        </p:txBody>
      </p:sp>
      <p:sp>
        <p:nvSpPr>
          <p:cNvPr id="100" name="TextBox 99">
            <a:extLst>
              <a:ext uri="{FF2B5EF4-FFF2-40B4-BE49-F238E27FC236}">
                <a16:creationId xmlns:a16="http://schemas.microsoft.com/office/drawing/2014/main" id="{1C9A2854-FD60-DBF9-9F24-DAC87426E032}"/>
              </a:ext>
            </a:extLst>
          </p:cNvPr>
          <p:cNvSpPr txBox="1"/>
          <p:nvPr/>
        </p:nvSpPr>
        <p:spPr>
          <a:xfrm>
            <a:off x="6696913" y="1059044"/>
            <a:ext cx="3061736" cy="615553"/>
          </a:xfrm>
          <a:prstGeom prst="rect">
            <a:avLst/>
          </a:prstGeom>
          <a:noFill/>
          <a:ln>
            <a:noFill/>
          </a:ln>
        </p:spPr>
        <p:txBody>
          <a:bodyPr wrap="none" lIns="0" tIns="0" rIns="0" bIns="0" anchor="t">
            <a:spAutoFit/>
          </a:bodyPr>
          <a:lstStyle/>
          <a:p>
            <a:pPr algn="l"/>
            <a:r>
              <a:rPr sz="2000" b="0" dirty="0">
                <a:latin typeface="Roboto"/>
              </a:rPr>
              <a:t>Thoroughly understand the
given information</a:t>
            </a:r>
          </a:p>
        </p:txBody>
      </p:sp>
      <p:sp>
        <p:nvSpPr>
          <p:cNvPr id="101" name="TextBox 100">
            <a:extLst>
              <a:ext uri="{FF2B5EF4-FFF2-40B4-BE49-F238E27FC236}">
                <a16:creationId xmlns:a16="http://schemas.microsoft.com/office/drawing/2014/main" id="{3B044CC2-A8FD-0453-D570-C9FF328409D4}"/>
              </a:ext>
            </a:extLst>
          </p:cNvPr>
          <p:cNvSpPr txBox="1"/>
          <p:nvPr/>
        </p:nvSpPr>
        <p:spPr>
          <a:xfrm>
            <a:off x="4181271" y="1141358"/>
            <a:ext cx="1989327" cy="307777"/>
          </a:xfrm>
          <a:prstGeom prst="rect">
            <a:avLst/>
          </a:prstGeom>
          <a:noFill/>
          <a:ln>
            <a:noFill/>
          </a:ln>
        </p:spPr>
        <p:txBody>
          <a:bodyPr wrap="none" lIns="0" tIns="0" rIns="0" bIns="0" anchor="t">
            <a:spAutoFit/>
          </a:bodyPr>
          <a:lstStyle/>
          <a:p>
            <a:pPr algn="r"/>
            <a:r>
              <a:rPr sz="2000" b="1" dirty="0">
                <a:latin typeface="Roboto"/>
              </a:rPr>
              <a:t>Read</a:t>
            </a:r>
            <a:r>
              <a:rPr sz="1600" b="1" dirty="0">
                <a:latin typeface="Roboto"/>
              </a:rPr>
              <a:t> </a:t>
            </a:r>
            <a:r>
              <a:rPr sz="2000" b="1" dirty="0">
                <a:latin typeface="Roboto"/>
              </a:rPr>
              <a:t>Information</a:t>
            </a:r>
            <a:endParaRPr sz="1600" b="1" dirty="0">
              <a:latin typeface="Roboto"/>
            </a:endParaRPr>
          </a:p>
        </p:txBody>
      </p:sp>
      <p:sp>
        <p:nvSpPr>
          <p:cNvPr id="102" name="TextBox 101">
            <a:extLst>
              <a:ext uri="{FF2B5EF4-FFF2-40B4-BE49-F238E27FC236}">
                <a16:creationId xmlns:a16="http://schemas.microsoft.com/office/drawing/2014/main" id="{09731625-523B-4E59-8E1C-D65E43BC5D35}"/>
              </a:ext>
            </a:extLst>
          </p:cNvPr>
          <p:cNvSpPr txBox="1"/>
          <p:nvPr/>
        </p:nvSpPr>
        <p:spPr>
          <a:xfrm>
            <a:off x="4049765" y="4882482"/>
            <a:ext cx="2694648" cy="615553"/>
          </a:xfrm>
          <a:prstGeom prst="rect">
            <a:avLst/>
          </a:prstGeom>
          <a:noFill/>
          <a:ln>
            <a:noFill/>
          </a:ln>
        </p:spPr>
        <p:txBody>
          <a:bodyPr wrap="none" lIns="0" tIns="0" rIns="0" bIns="0" anchor="t">
            <a:spAutoFit/>
          </a:bodyPr>
          <a:lstStyle/>
          <a:p>
            <a:pPr algn="ctr"/>
            <a:r>
              <a:rPr sz="2000" b="1" dirty="0">
                <a:latin typeface="Roboto"/>
              </a:rPr>
              <a:t>Eliminate Unnecessary </a:t>
            </a:r>
            <a:endParaRPr lang="en-US" sz="2000" b="1" dirty="0">
              <a:latin typeface="Roboto"/>
            </a:endParaRPr>
          </a:p>
          <a:p>
            <a:pPr algn="ctr"/>
            <a:r>
              <a:rPr sz="2000" b="1" dirty="0">
                <a:latin typeface="Roboto"/>
              </a:rPr>
              <a:t>Information</a:t>
            </a:r>
          </a:p>
        </p:txBody>
      </p:sp>
      <p:sp>
        <p:nvSpPr>
          <p:cNvPr id="103" name="TextBox 102">
            <a:extLst>
              <a:ext uri="{FF2B5EF4-FFF2-40B4-BE49-F238E27FC236}">
                <a16:creationId xmlns:a16="http://schemas.microsoft.com/office/drawing/2014/main" id="{D850EDF2-9BEF-22C8-6968-46F590D63BD2}"/>
              </a:ext>
            </a:extLst>
          </p:cNvPr>
          <p:cNvSpPr txBox="1"/>
          <p:nvPr/>
        </p:nvSpPr>
        <p:spPr>
          <a:xfrm>
            <a:off x="6833317" y="5019865"/>
            <a:ext cx="3169137" cy="615553"/>
          </a:xfrm>
          <a:prstGeom prst="rect">
            <a:avLst/>
          </a:prstGeom>
          <a:noFill/>
          <a:ln>
            <a:noFill/>
          </a:ln>
        </p:spPr>
        <p:txBody>
          <a:bodyPr wrap="none" lIns="0" tIns="0" rIns="0" bIns="0" anchor="t">
            <a:spAutoFit/>
          </a:bodyPr>
          <a:lstStyle/>
          <a:p>
            <a:pPr algn="l"/>
            <a:r>
              <a:rPr sz="2000" b="0" dirty="0">
                <a:latin typeface="Roboto"/>
              </a:rPr>
              <a:t>Remove irrelevant details to
simplify the puzzle</a:t>
            </a:r>
          </a:p>
        </p:txBody>
      </p:sp>
      <p:sp>
        <p:nvSpPr>
          <p:cNvPr id="105" name="TextBox 104">
            <a:extLst>
              <a:ext uri="{FF2B5EF4-FFF2-40B4-BE49-F238E27FC236}">
                <a16:creationId xmlns:a16="http://schemas.microsoft.com/office/drawing/2014/main" id="{657C05B0-6121-191B-BE82-C9155F52EB32}"/>
              </a:ext>
            </a:extLst>
          </p:cNvPr>
          <p:cNvSpPr txBox="1"/>
          <p:nvPr/>
        </p:nvSpPr>
        <p:spPr>
          <a:xfrm>
            <a:off x="1698215" y="6189649"/>
            <a:ext cx="3504164" cy="615553"/>
          </a:xfrm>
          <a:prstGeom prst="rect">
            <a:avLst/>
          </a:prstGeom>
          <a:noFill/>
          <a:ln>
            <a:noFill/>
          </a:ln>
        </p:spPr>
        <p:txBody>
          <a:bodyPr wrap="none" lIns="0" tIns="0" rIns="0" bIns="0" anchor="t">
            <a:spAutoFit/>
          </a:bodyPr>
          <a:lstStyle/>
          <a:p>
            <a:pPr algn="r"/>
            <a:r>
              <a:rPr sz="2000" b="0" dirty="0">
                <a:latin typeface="Roboto"/>
              </a:rPr>
              <a:t>Arrive at a final solution for the
puzzle</a:t>
            </a:r>
          </a:p>
        </p:txBody>
      </p:sp>
      <p:sp>
        <p:nvSpPr>
          <p:cNvPr id="106" name="TextBox 105">
            <a:extLst>
              <a:ext uri="{FF2B5EF4-FFF2-40B4-BE49-F238E27FC236}">
                <a16:creationId xmlns:a16="http://schemas.microsoft.com/office/drawing/2014/main" id="{E472DD57-E9EA-F734-7F7E-B6ED75957902}"/>
              </a:ext>
            </a:extLst>
          </p:cNvPr>
          <p:cNvSpPr txBox="1"/>
          <p:nvPr/>
        </p:nvSpPr>
        <p:spPr>
          <a:xfrm>
            <a:off x="5746777" y="6041747"/>
            <a:ext cx="1635063" cy="615553"/>
          </a:xfrm>
          <a:prstGeom prst="rect">
            <a:avLst/>
          </a:prstGeom>
          <a:noFill/>
          <a:ln>
            <a:noFill/>
          </a:ln>
        </p:spPr>
        <p:txBody>
          <a:bodyPr wrap="none" lIns="0" tIns="0" rIns="0" bIns="0" anchor="t">
            <a:spAutoFit/>
          </a:bodyPr>
          <a:lstStyle/>
          <a:p>
            <a:pPr algn="l"/>
            <a:r>
              <a:rPr sz="2000" b="1" dirty="0">
                <a:latin typeface="Roboto"/>
              </a:rPr>
              <a:t>Conclude with</a:t>
            </a:r>
            <a:endParaRPr lang="en-US" sz="2000" b="1" dirty="0">
              <a:latin typeface="Roboto"/>
            </a:endParaRPr>
          </a:p>
          <a:p>
            <a:pPr algn="ctr"/>
            <a:r>
              <a:rPr sz="2000" b="1" dirty="0">
                <a:latin typeface="Roboto"/>
              </a:rPr>
              <a:t> Answer</a:t>
            </a:r>
          </a:p>
        </p:txBody>
      </p:sp>
      <p:sp>
        <p:nvSpPr>
          <p:cNvPr id="107" name="TextBox 106">
            <a:extLst>
              <a:ext uri="{FF2B5EF4-FFF2-40B4-BE49-F238E27FC236}">
                <a16:creationId xmlns:a16="http://schemas.microsoft.com/office/drawing/2014/main" id="{0866D810-8AF6-318D-E1E1-B986D573C8CC}"/>
              </a:ext>
            </a:extLst>
          </p:cNvPr>
          <p:cNvSpPr txBox="1"/>
          <p:nvPr/>
        </p:nvSpPr>
        <p:spPr>
          <a:xfrm>
            <a:off x="4586688" y="3158801"/>
            <a:ext cx="1521250" cy="307777"/>
          </a:xfrm>
          <a:prstGeom prst="rect">
            <a:avLst/>
          </a:prstGeom>
          <a:noFill/>
          <a:ln>
            <a:noFill/>
          </a:ln>
        </p:spPr>
        <p:txBody>
          <a:bodyPr wrap="none" lIns="0" tIns="0" rIns="0" bIns="0" anchor="t">
            <a:spAutoFit/>
          </a:bodyPr>
          <a:lstStyle/>
          <a:p>
            <a:pPr algn="r"/>
            <a:r>
              <a:rPr sz="2000" b="1" dirty="0">
                <a:latin typeface="Roboto"/>
              </a:rPr>
              <a:t>Arrange Data</a:t>
            </a:r>
          </a:p>
        </p:txBody>
      </p:sp>
      <p:pic>
        <p:nvPicPr>
          <p:cNvPr id="2" name="Picture 1" descr="A yellow and blue sign with words">
            <a:extLst>
              <a:ext uri="{FF2B5EF4-FFF2-40B4-BE49-F238E27FC236}">
                <a16:creationId xmlns:a16="http://schemas.microsoft.com/office/drawing/2014/main" id="{48E1898F-0B50-A2DE-9F67-5ABEBA51246E}"/>
              </a:ext>
            </a:extLst>
          </p:cNvPr>
          <p:cNvPicPr>
            <a:picLocks noChangeAspect="1"/>
          </p:cNvPicPr>
          <p:nvPr/>
        </p:nvPicPr>
        <p:blipFill>
          <a:blip r:embed="rId2"/>
          <a:stretch>
            <a:fillRect/>
          </a:stretch>
        </p:blipFill>
        <p:spPr>
          <a:xfrm>
            <a:off x="10314940" y="262613"/>
            <a:ext cx="1681480" cy="1452880"/>
          </a:xfrm>
          <a:prstGeom prst="rect">
            <a:avLst/>
          </a:prstGeom>
        </p:spPr>
      </p:pic>
    </p:spTree>
    <p:extLst>
      <p:ext uri="{BB962C8B-B14F-4D97-AF65-F5344CB8AC3E}">
        <p14:creationId xmlns:p14="http://schemas.microsoft.com/office/powerpoint/2010/main" val="2244136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DC85D-9DF0-908F-7B81-AD2E7C3706AA}"/>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8D30FD56-F214-DBD3-3AA1-4EEF87832470}"/>
              </a:ext>
            </a:extLst>
          </p:cNvPr>
          <p:cNvSpPr>
            <a:spLocks noGrp="1"/>
          </p:cNvSpPr>
          <p:nvPr>
            <p:ph type="dt" sz="half" idx="10"/>
          </p:nvPr>
        </p:nvSpPr>
        <p:spPr/>
        <p:txBody>
          <a:bodyPr/>
          <a:lstStyle/>
          <a:p>
            <a:fld id="{38F3B24F-02C3-48DA-B7A8-4A361D6C12C8}" type="datetime1">
              <a:rPr lang="en-US" smtClean="0"/>
              <a:t>6/21/2026</a:t>
            </a:fld>
            <a:endParaRPr lang="en-US" dirty="0"/>
          </a:p>
        </p:txBody>
      </p:sp>
      <p:sp>
        <p:nvSpPr>
          <p:cNvPr id="15" name="Slide Number Placeholder 14">
            <a:extLst>
              <a:ext uri="{FF2B5EF4-FFF2-40B4-BE49-F238E27FC236}">
                <a16:creationId xmlns:a16="http://schemas.microsoft.com/office/drawing/2014/main" id="{F37601E6-4222-C3A8-2022-D69F20648E4F}"/>
              </a:ext>
            </a:extLst>
          </p:cNvPr>
          <p:cNvSpPr>
            <a:spLocks noGrp="1"/>
          </p:cNvSpPr>
          <p:nvPr>
            <p:ph type="sldNum" sz="quarter" idx="12"/>
          </p:nvPr>
        </p:nvSpPr>
        <p:spPr/>
        <p:txBody>
          <a:bodyPr/>
          <a:lstStyle/>
          <a:p>
            <a:fld id="{6EFE7C99-B088-4EBB-BFF6-BECCC96D5DD8}" type="slidenum">
              <a:rPr lang="en-US" smtClean="0"/>
              <a:t>4</a:t>
            </a:fld>
            <a:endParaRPr lang="en-US"/>
          </a:p>
        </p:txBody>
      </p:sp>
      <p:pic>
        <p:nvPicPr>
          <p:cNvPr id="4" name="Picture 3" descr="A yellow and blue sign with words">
            <a:extLst>
              <a:ext uri="{FF2B5EF4-FFF2-40B4-BE49-F238E27FC236}">
                <a16:creationId xmlns:a16="http://schemas.microsoft.com/office/drawing/2014/main" id="{7C78F107-0163-C0CF-08D4-8762F2A8CB83}"/>
              </a:ext>
            </a:extLst>
          </p:cNvPr>
          <p:cNvPicPr>
            <a:picLocks noChangeAspect="1"/>
          </p:cNvPicPr>
          <p:nvPr/>
        </p:nvPicPr>
        <p:blipFill>
          <a:blip r:embed="rId2"/>
          <a:stretch>
            <a:fillRect/>
          </a:stretch>
        </p:blipFill>
        <p:spPr>
          <a:xfrm>
            <a:off x="10314940" y="262613"/>
            <a:ext cx="1681480" cy="1452880"/>
          </a:xfrm>
          <a:prstGeom prst="rect">
            <a:avLst/>
          </a:prstGeom>
        </p:spPr>
      </p:pic>
      <p:sp>
        <p:nvSpPr>
          <p:cNvPr id="5" name="TextBox 4">
            <a:extLst>
              <a:ext uri="{FF2B5EF4-FFF2-40B4-BE49-F238E27FC236}">
                <a16:creationId xmlns:a16="http://schemas.microsoft.com/office/drawing/2014/main" id="{E275F518-F681-E9F0-9C9D-EA3255CF26FC}"/>
              </a:ext>
            </a:extLst>
          </p:cNvPr>
          <p:cNvSpPr txBox="1"/>
          <p:nvPr/>
        </p:nvSpPr>
        <p:spPr>
          <a:xfrm>
            <a:off x="424544" y="445371"/>
            <a:ext cx="8654142" cy="5755422"/>
          </a:xfrm>
          <a:prstGeom prst="rect">
            <a:avLst/>
          </a:prstGeom>
          <a:noFill/>
        </p:spPr>
        <p:txBody>
          <a:bodyPr wrap="square">
            <a:spAutoFit/>
          </a:bodyPr>
          <a:lstStyle/>
          <a:p>
            <a:r>
              <a:rPr lang="en-IN" sz="2300" b="1" dirty="0">
                <a:latin typeface="+mj-lt"/>
              </a:rPr>
              <a:t>1. Study the following information carefully and answer the given questions.</a:t>
            </a:r>
          </a:p>
          <a:p>
            <a:r>
              <a:rPr lang="en-IN" sz="2300" b="1" dirty="0" err="1">
                <a:latin typeface="+mj-lt"/>
              </a:rPr>
              <a:t>i</a:t>
            </a:r>
            <a:r>
              <a:rPr lang="en-IN" sz="2300" b="1" dirty="0">
                <a:latin typeface="+mj-lt"/>
              </a:rPr>
              <a:t>. B and E are good in dramatics and computer science.</a:t>
            </a:r>
          </a:p>
          <a:p>
            <a:r>
              <a:rPr lang="en-IN" sz="2300" b="1" dirty="0">
                <a:latin typeface="+mj-lt"/>
              </a:rPr>
              <a:t>ii. A and B are good in computer science and physics.</a:t>
            </a:r>
          </a:p>
          <a:p>
            <a:r>
              <a:rPr lang="en-IN" sz="2300" b="1" dirty="0">
                <a:latin typeface="+mj-lt"/>
              </a:rPr>
              <a:t>iii. A, D and C are good in physics and history.</a:t>
            </a:r>
          </a:p>
          <a:p>
            <a:r>
              <a:rPr lang="en-IN" sz="2300" b="1" dirty="0">
                <a:latin typeface="+mj-lt"/>
              </a:rPr>
              <a:t>iv. C and A are good in physics and mathematics.</a:t>
            </a:r>
          </a:p>
          <a:p>
            <a:r>
              <a:rPr lang="en-IN" sz="2300" b="1" dirty="0">
                <a:latin typeface="+mj-lt"/>
              </a:rPr>
              <a:t>v. D and E are good in history and dramatics.</a:t>
            </a:r>
          </a:p>
          <a:p>
            <a:r>
              <a:rPr lang="en-IN" sz="2300" b="1" dirty="0">
                <a:latin typeface="+mj-lt"/>
              </a:rPr>
              <a:t>1. Who is good in physics, history and dramatics?</a:t>
            </a:r>
          </a:p>
          <a:p>
            <a:pPr marL="457200" indent="-457200">
              <a:buAutoNum type="alphaLcParenR"/>
            </a:pPr>
            <a:r>
              <a:rPr lang="en-IN" sz="2300" b="1" dirty="0">
                <a:latin typeface="+mj-lt"/>
              </a:rPr>
              <a:t>A b) B c) D d) E</a:t>
            </a:r>
          </a:p>
          <a:p>
            <a:endParaRPr lang="en-IN" sz="2300" b="1" dirty="0">
              <a:latin typeface="+mj-lt"/>
            </a:endParaRPr>
          </a:p>
          <a:p>
            <a:r>
              <a:rPr lang="en-IN" sz="2300" b="1" dirty="0">
                <a:latin typeface="+mj-lt"/>
              </a:rPr>
              <a:t>2. Who is good in physics, history and mathematics, but not in computer science?</a:t>
            </a:r>
          </a:p>
          <a:p>
            <a:r>
              <a:rPr lang="en-IN" sz="2300" b="1" dirty="0">
                <a:latin typeface="+mj-lt"/>
              </a:rPr>
              <a:t>a) A</a:t>
            </a:r>
          </a:p>
          <a:p>
            <a:r>
              <a:rPr lang="en-IN" sz="2300" b="1" dirty="0">
                <a:latin typeface="+mj-lt"/>
              </a:rPr>
              <a:t>b) B</a:t>
            </a:r>
          </a:p>
          <a:p>
            <a:r>
              <a:rPr lang="en-IN" sz="2300" b="1" dirty="0">
                <a:latin typeface="+mj-lt"/>
              </a:rPr>
              <a:t>c) C</a:t>
            </a:r>
          </a:p>
          <a:p>
            <a:r>
              <a:rPr lang="en-IN" sz="2300" b="1" dirty="0">
                <a:latin typeface="+mj-lt"/>
              </a:rPr>
              <a:t>d) D</a:t>
            </a:r>
          </a:p>
        </p:txBody>
      </p:sp>
    </p:spTree>
    <p:extLst>
      <p:ext uri="{BB962C8B-B14F-4D97-AF65-F5344CB8AC3E}">
        <p14:creationId xmlns:p14="http://schemas.microsoft.com/office/powerpoint/2010/main" val="4042154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5EFDD-DC44-A480-E3B0-D2218541F592}"/>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C76B2D4F-1E03-E987-297D-460D8A32E7A0}"/>
              </a:ext>
            </a:extLst>
          </p:cNvPr>
          <p:cNvSpPr>
            <a:spLocks noGrp="1"/>
          </p:cNvSpPr>
          <p:nvPr>
            <p:ph type="dt" sz="half" idx="10"/>
          </p:nvPr>
        </p:nvSpPr>
        <p:spPr/>
        <p:txBody>
          <a:bodyPr/>
          <a:lstStyle/>
          <a:p>
            <a:fld id="{38F3B24F-02C3-48DA-B7A8-4A361D6C12C8}" type="datetime1">
              <a:rPr lang="en-US" smtClean="0"/>
              <a:t>6/21/2026</a:t>
            </a:fld>
            <a:endParaRPr lang="en-US" dirty="0"/>
          </a:p>
        </p:txBody>
      </p:sp>
      <p:sp>
        <p:nvSpPr>
          <p:cNvPr id="15" name="Slide Number Placeholder 14">
            <a:extLst>
              <a:ext uri="{FF2B5EF4-FFF2-40B4-BE49-F238E27FC236}">
                <a16:creationId xmlns:a16="http://schemas.microsoft.com/office/drawing/2014/main" id="{5AE9654A-AD5E-3F3A-BEE0-3884C064BBDB}"/>
              </a:ext>
            </a:extLst>
          </p:cNvPr>
          <p:cNvSpPr>
            <a:spLocks noGrp="1"/>
          </p:cNvSpPr>
          <p:nvPr>
            <p:ph type="sldNum" sz="quarter" idx="12"/>
          </p:nvPr>
        </p:nvSpPr>
        <p:spPr/>
        <p:txBody>
          <a:bodyPr/>
          <a:lstStyle/>
          <a:p>
            <a:fld id="{6EFE7C99-B088-4EBB-BFF6-BECCC96D5DD8}" type="slidenum">
              <a:rPr lang="en-US" smtClean="0"/>
              <a:t>5</a:t>
            </a:fld>
            <a:endParaRPr lang="en-US"/>
          </a:p>
        </p:txBody>
      </p:sp>
      <p:pic>
        <p:nvPicPr>
          <p:cNvPr id="4" name="Picture 3" descr="A yellow and blue sign with words">
            <a:extLst>
              <a:ext uri="{FF2B5EF4-FFF2-40B4-BE49-F238E27FC236}">
                <a16:creationId xmlns:a16="http://schemas.microsoft.com/office/drawing/2014/main" id="{4C656618-0195-5190-616E-FCE3093D9023}"/>
              </a:ext>
            </a:extLst>
          </p:cNvPr>
          <p:cNvPicPr>
            <a:picLocks noChangeAspect="1"/>
          </p:cNvPicPr>
          <p:nvPr/>
        </p:nvPicPr>
        <p:blipFill>
          <a:blip r:embed="rId2"/>
          <a:stretch>
            <a:fillRect/>
          </a:stretch>
        </p:blipFill>
        <p:spPr>
          <a:xfrm>
            <a:off x="10314940" y="262613"/>
            <a:ext cx="1681480" cy="1452880"/>
          </a:xfrm>
          <a:prstGeom prst="rect">
            <a:avLst/>
          </a:prstGeom>
        </p:spPr>
      </p:pic>
      <p:sp>
        <p:nvSpPr>
          <p:cNvPr id="5" name="TextBox 4">
            <a:extLst>
              <a:ext uri="{FF2B5EF4-FFF2-40B4-BE49-F238E27FC236}">
                <a16:creationId xmlns:a16="http://schemas.microsoft.com/office/drawing/2014/main" id="{A01EF510-8897-F64D-8280-EE36E6ABCE30}"/>
              </a:ext>
            </a:extLst>
          </p:cNvPr>
          <p:cNvSpPr txBox="1"/>
          <p:nvPr/>
        </p:nvSpPr>
        <p:spPr>
          <a:xfrm>
            <a:off x="457201" y="372186"/>
            <a:ext cx="9579428" cy="5047536"/>
          </a:xfrm>
          <a:prstGeom prst="rect">
            <a:avLst/>
          </a:prstGeom>
          <a:noFill/>
        </p:spPr>
        <p:txBody>
          <a:bodyPr wrap="square">
            <a:spAutoFit/>
          </a:bodyPr>
          <a:lstStyle/>
          <a:p>
            <a:r>
              <a:rPr lang="en-IN" sz="2300" b="1" dirty="0">
                <a:latin typeface="+mj-lt"/>
              </a:rPr>
              <a:t>2. </a:t>
            </a:r>
            <a:r>
              <a:rPr lang="en-IN" sz="2300" b="1" dirty="0">
                <a:solidFill>
                  <a:schemeClr val="accent6"/>
                </a:solidFill>
                <a:latin typeface="+mj-lt"/>
              </a:rPr>
              <a:t>Ravi and Kunal are good in hockey and volleyball. Sachin and Ravi are good in hockey and baseball. Gaurav and Kunal are good in cricket and volleyball. Sachin, Gaurav and Michael are good in football and baseball.</a:t>
            </a:r>
          </a:p>
          <a:p>
            <a:r>
              <a:rPr lang="en-IN" sz="2300" b="1" dirty="0">
                <a:latin typeface="+mj-lt"/>
              </a:rPr>
              <a:t>1. Who is good in hockey, cricket and volleyball?</a:t>
            </a:r>
          </a:p>
          <a:p>
            <a:r>
              <a:rPr lang="en-IN" sz="2300" b="1" dirty="0">
                <a:latin typeface="+mj-lt"/>
              </a:rPr>
              <a:t>a) Sachin</a:t>
            </a:r>
          </a:p>
          <a:p>
            <a:r>
              <a:rPr lang="en-IN" sz="2300" b="1" dirty="0">
                <a:latin typeface="+mj-lt"/>
              </a:rPr>
              <a:t>b) Kunal</a:t>
            </a:r>
          </a:p>
          <a:p>
            <a:r>
              <a:rPr lang="en-IN" sz="2300" b="1" dirty="0">
                <a:latin typeface="+mj-lt"/>
              </a:rPr>
              <a:t>c) Ravi</a:t>
            </a:r>
          </a:p>
          <a:p>
            <a:r>
              <a:rPr lang="en-IN" sz="2300" b="1" dirty="0">
                <a:latin typeface="+mj-lt"/>
              </a:rPr>
              <a:t>d) Gaurav</a:t>
            </a:r>
          </a:p>
          <a:p>
            <a:r>
              <a:rPr lang="en-IN" sz="2300" b="1" dirty="0">
                <a:latin typeface="+mj-lt"/>
              </a:rPr>
              <a:t>2. Who is good in baseball, cricket, volleyball and football?</a:t>
            </a:r>
          </a:p>
          <a:p>
            <a:r>
              <a:rPr lang="en-IN" sz="2300" b="1" dirty="0">
                <a:latin typeface="+mj-lt"/>
              </a:rPr>
              <a:t>a) Sachin</a:t>
            </a:r>
          </a:p>
          <a:p>
            <a:r>
              <a:rPr lang="en-IN" sz="2300" b="1" dirty="0">
                <a:latin typeface="+mj-lt"/>
              </a:rPr>
              <a:t>b) Kunal</a:t>
            </a:r>
          </a:p>
          <a:p>
            <a:r>
              <a:rPr lang="en-IN" sz="2300" b="1" dirty="0">
                <a:latin typeface="+mj-lt"/>
              </a:rPr>
              <a:t>c) Gaurav</a:t>
            </a:r>
          </a:p>
          <a:p>
            <a:r>
              <a:rPr lang="en-IN" sz="2300" b="1" dirty="0">
                <a:latin typeface="+mj-lt"/>
              </a:rPr>
              <a:t>d) Ravi</a:t>
            </a:r>
          </a:p>
        </p:txBody>
      </p:sp>
    </p:spTree>
    <p:extLst>
      <p:ext uri="{BB962C8B-B14F-4D97-AF65-F5344CB8AC3E}">
        <p14:creationId xmlns:p14="http://schemas.microsoft.com/office/powerpoint/2010/main" val="3625453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93077-9CE0-F165-FD07-58FE705DD7DE}"/>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DD695963-30A0-4436-80E2-73AB48A0D27E}"/>
              </a:ext>
            </a:extLst>
          </p:cNvPr>
          <p:cNvSpPr>
            <a:spLocks noGrp="1"/>
          </p:cNvSpPr>
          <p:nvPr>
            <p:ph type="dt" sz="half" idx="10"/>
          </p:nvPr>
        </p:nvSpPr>
        <p:spPr/>
        <p:txBody>
          <a:bodyPr/>
          <a:lstStyle/>
          <a:p>
            <a:fld id="{38F3B24F-02C3-48DA-B7A8-4A361D6C12C8}" type="datetime1">
              <a:rPr lang="en-US" smtClean="0"/>
              <a:t>6/21/2026</a:t>
            </a:fld>
            <a:endParaRPr lang="en-US" dirty="0"/>
          </a:p>
        </p:txBody>
      </p:sp>
      <p:sp>
        <p:nvSpPr>
          <p:cNvPr id="15" name="Slide Number Placeholder 14">
            <a:extLst>
              <a:ext uri="{FF2B5EF4-FFF2-40B4-BE49-F238E27FC236}">
                <a16:creationId xmlns:a16="http://schemas.microsoft.com/office/drawing/2014/main" id="{9F93C79F-4AB0-8AA8-1295-C710ED29F017}"/>
              </a:ext>
            </a:extLst>
          </p:cNvPr>
          <p:cNvSpPr>
            <a:spLocks noGrp="1"/>
          </p:cNvSpPr>
          <p:nvPr>
            <p:ph type="sldNum" sz="quarter" idx="12"/>
          </p:nvPr>
        </p:nvSpPr>
        <p:spPr/>
        <p:txBody>
          <a:bodyPr/>
          <a:lstStyle/>
          <a:p>
            <a:fld id="{6EFE7C99-B088-4EBB-BFF6-BECCC96D5DD8}" type="slidenum">
              <a:rPr lang="en-US" smtClean="0"/>
              <a:t>6</a:t>
            </a:fld>
            <a:endParaRPr lang="en-US"/>
          </a:p>
        </p:txBody>
      </p:sp>
      <p:pic>
        <p:nvPicPr>
          <p:cNvPr id="2" name="Picture 1" descr="A yellow and blue sign with words">
            <a:extLst>
              <a:ext uri="{FF2B5EF4-FFF2-40B4-BE49-F238E27FC236}">
                <a16:creationId xmlns:a16="http://schemas.microsoft.com/office/drawing/2014/main" id="{11F42F73-08E5-3B01-08F5-B7533FA06CAE}"/>
              </a:ext>
            </a:extLst>
          </p:cNvPr>
          <p:cNvPicPr>
            <a:picLocks noChangeAspect="1"/>
          </p:cNvPicPr>
          <p:nvPr/>
        </p:nvPicPr>
        <p:blipFill>
          <a:blip r:embed="rId2"/>
          <a:stretch>
            <a:fillRect/>
          </a:stretch>
        </p:blipFill>
        <p:spPr>
          <a:xfrm>
            <a:off x="10314940" y="262613"/>
            <a:ext cx="1681480" cy="1452880"/>
          </a:xfrm>
          <a:prstGeom prst="rect">
            <a:avLst/>
          </a:prstGeom>
        </p:spPr>
      </p:pic>
      <p:sp>
        <p:nvSpPr>
          <p:cNvPr id="5" name="TextBox 4">
            <a:extLst>
              <a:ext uri="{FF2B5EF4-FFF2-40B4-BE49-F238E27FC236}">
                <a16:creationId xmlns:a16="http://schemas.microsoft.com/office/drawing/2014/main" id="{D8F7DAFC-B329-CCD5-E82E-163D012A2105}"/>
              </a:ext>
            </a:extLst>
          </p:cNvPr>
          <p:cNvSpPr txBox="1"/>
          <p:nvPr/>
        </p:nvSpPr>
        <p:spPr>
          <a:xfrm>
            <a:off x="435065" y="262613"/>
            <a:ext cx="9579428" cy="3631763"/>
          </a:xfrm>
          <a:prstGeom prst="rect">
            <a:avLst/>
          </a:prstGeom>
          <a:noFill/>
        </p:spPr>
        <p:txBody>
          <a:bodyPr wrap="square">
            <a:spAutoFit/>
          </a:bodyPr>
          <a:lstStyle/>
          <a:p>
            <a:pPr algn="just"/>
            <a:r>
              <a:rPr lang="en-IN" sz="2300" b="1" dirty="0">
                <a:latin typeface="+mj-lt"/>
              </a:rPr>
              <a:t>3. Five friends P, Q, R, S and T travelled to different cities of Chennai, Kolkata, Delhi, Bangalore and Hyderabad by different modes of transport of bus, train, aeroplane, car and boat from Mumbai.</a:t>
            </a:r>
          </a:p>
          <a:p>
            <a:pPr algn="just"/>
            <a:r>
              <a:rPr lang="en-IN" sz="2300" b="1" dirty="0" err="1">
                <a:solidFill>
                  <a:schemeClr val="accent6"/>
                </a:solidFill>
                <a:latin typeface="+mj-lt"/>
              </a:rPr>
              <a:t>i</a:t>
            </a:r>
            <a:r>
              <a:rPr lang="en-IN" sz="2300" b="1" dirty="0">
                <a:solidFill>
                  <a:schemeClr val="accent6"/>
                </a:solidFill>
                <a:latin typeface="+mj-lt"/>
              </a:rPr>
              <a:t>. The person who travelled to Delhi did not travel by boat.</a:t>
            </a:r>
          </a:p>
          <a:p>
            <a:pPr algn="just"/>
            <a:r>
              <a:rPr lang="en-IN" sz="2300" b="1" dirty="0">
                <a:solidFill>
                  <a:schemeClr val="accent6"/>
                </a:solidFill>
                <a:latin typeface="+mj-lt"/>
              </a:rPr>
              <a:t>ii. R went to Bangalore by car and Q went to Kolkata by aeroplane.</a:t>
            </a:r>
          </a:p>
          <a:p>
            <a:pPr algn="just"/>
            <a:r>
              <a:rPr lang="en-IN" sz="2300" b="1" dirty="0">
                <a:solidFill>
                  <a:schemeClr val="accent6"/>
                </a:solidFill>
                <a:latin typeface="+mj-lt"/>
              </a:rPr>
              <a:t>iii. S travelled by boat whereas T travelled by train.</a:t>
            </a:r>
          </a:p>
          <a:p>
            <a:pPr algn="just"/>
            <a:r>
              <a:rPr lang="en-IN" sz="2300" b="1" dirty="0">
                <a:solidFill>
                  <a:schemeClr val="accent6"/>
                </a:solidFill>
                <a:latin typeface="+mj-lt"/>
              </a:rPr>
              <a:t>iv. Mumbai is not connected by bus to Delhi and Chennai.</a:t>
            </a:r>
          </a:p>
          <a:p>
            <a:pPr algn="just"/>
            <a:endParaRPr lang="en-IN" sz="2300" b="1" dirty="0">
              <a:latin typeface="+mj-lt"/>
            </a:endParaRPr>
          </a:p>
        </p:txBody>
      </p:sp>
      <p:sp>
        <p:nvSpPr>
          <p:cNvPr id="4" name="TextBox 3">
            <a:extLst>
              <a:ext uri="{FF2B5EF4-FFF2-40B4-BE49-F238E27FC236}">
                <a16:creationId xmlns:a16="http://schemas.microsoft.com/office/drawing/2014/main" id="{E8AF293C-44E1-5393-A3FD-3E6B8330BBF6}"/>
              </a:ext>
            </a:extLst>
          </p:cNvPr>
          <p:cNvSpPr txBox="1"/>
          <p:nvPr/>
        </p:nvSpPr>
        <p:spPr>
          <a:xfrm>
            <a:off x="533399" y="3636506"/>
            <a:ext cx="5170715" cy="2246769"/>
          </a:xfrm>
          <a:prstGeom prst="rect">
            <a:avLst/>
          </a:prstGeom>
          <a:noFill/>
        </p:spPr>
        <p:txBody>
          <a:bodyPr wrap="square">
            <a:spAutoFit/>
          </a:bodyPr>
          <a:lstStyle/>
          <a:p>
            <a:r>
              <a:rPr lang="en-US" sz="2000" dirty="0">
                <a:latin typeface="+mj-lt"/>
              </a:rPr>
              <a:t>Which of the following combination is true for S?</a:t>
            </a:r>
          </a:p>
          <a:p>
            <a:r>
              <a:rPr lang="en-IN" sz="2000" dirty="0">
                <a:latin typeface="+mj-lt"/>
              </a:rPr>
              <a:t>a) Delhi – Bus</a:t>
            </a:r>
          </a:p>
          <a:p>
            <a:r>
              <a:rPr lang="en-IN" sz="2000" dirty="0">
                <a:latin typeface="+mj-lt"/>
              </a:rPr>
              <a:t>b) Chennai – Bus</a:t>
            </a:r>
          </a:p>
          <a:p>
            <a:r>
              <a:rPr lang="en-IN" sz="2000" dirty="0">
                <a:latin typeface="+mj-lt"/>
              </a:rPr>
              <a:t>c) Chennai – Boat</a:t>
            </a:r>
          </a:p>
          <a:p>
            <a:r>
              <a:rPr lang="en-IN" sz="2000" dirty="0">
                <a:latin typeface="+mj-lt"/>
              </a:rPr>
              <a:t>d) Data inadequate</a:t>
            </a:r>
          </a:p>
          <a:p>
            <a:r>
              <a:rPr lang="en-IN" sz="2000" dirty="0">
                <a:latin typeface="+mj-lt"/>
              </a:rPr>
              <a:t>e) None of these</a:t>
            </a:r>
          </a:p>
        </p:txBody>
      </p:sp>
    </p:spTree>
    <p:extLst>
      <p:ext uri="{BB962C8B-B14F-4D97-AF65-F5344CB8AC3E}">
        <p14:creationId xmlns:p14="http://schemas.microsoft.com/office/powerpoint/2010/main" val="573354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403A8-285D-CD1E-C79D-52416AABF6C3}"/>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8615658C-2CA2-B8B9-7C82-966A9F38DEEB}"/>
              </a:ext>
            </a:extLst>
          </p:cNvPr>
          <p:cNvSpPr>
            <a:spLocks noGrp="1"/>
          </p:cNvSpPr>
          <p:nvPr>
            <p:ph type="dt" sz="half" idx="10"/>
          </p:nvPr>
        </p:nvSpPr>
        <p:spPr/>
        <p:txBody>
          <a:bodyPr/>
          <a:lstStyle/>
          <a:p>
            <a:fld id="{38F3B24F-02C3-48DA-B7A8-4A361D6C12C8}" type="datetime1">
              <a:rPr lang="en-US" smtClean="0"/>
              <a:t>6/21/2026</a:t>
            </a:fld>
            <a:endParaRPr lang="en-US" dirty="0"/>
          </a:p>
        </p:txBody>
      </p:sp>
      <p:sp>
        <p:nvSpPr>
          <p:cNvPr id="15" name="Slide Number Placeholder 14">
            <a:extLst>
              <a:ext uri="{FF2B5EF4-FFF2-40B4-BE49-F238E27FC236}">
                <a16:creationId xmlns:a16="http://schemas.microsoft.com/office/drawing/2014/main" id="{08AA303B-C961-CB67-5975-D5EE1C98321C}"/>
              </a:ext>
            </a:extLst>
          </p:cNvPr>
          <p:cNvSpPr>
            <a:spLocks noGrp="1"/>
          </p:cNvSpPr>
          <p:nvPr>
            <p:ph type="sldNum" sz="quarter" idx="12"/>
          </p:nvPr>
        </p:nvSpPr>
        <p:spPr/>
        <p:txBody>
          <a:bodyPr/>
          <a:lstStyle/>
          <a:p>
            <a:fld id="{6EFE7C99-B088-4EBB-BFF6-BECCC96D5DD8}" type="slidenum">
              <a:rPr lang="en-US" smtClean="0"/>
              <a:t>7</a:t>
            </a:fld>
            <a:endParaRPr lang="en-US"/>
          </a:p>
        </p:txBody>
      </p:sp>
      <p:sp>
        <p:nvSpPr>
          <p:cNvPr id="6" name="TextBox 5">
            <a:extLst>
              <a:ext uri="{FF2B5EF4-FFF2-40B4-BE49-F238E27FC236}">
                <a16:creationId xmlns:a16="http://schemas.microsoft.com/office/drawing/2014/main" id="{77B510EC-CF8C-49B0-44DC-907E30C0F315}"/>
              </a:ext>
            </a:extLst>
          </p:cNvPr>
          <p:cNvSpPr txBox="1"/>
          <p:nvPr/>
        </p:nvSpPr>
        <p:spPr>
          <a:xfrm>
            <a:off x="413656" y="166568"/>
            <a:ext cx="9580610" cy="5401479"/>
          </a:xfrm>
          <a:prstGeom prst="rect">
            <a:avLst/>
          </a:prstGeom>
          <a:noFill/>
        </p:spPr>
        <p:txBody>
          <a:bodyPr wrap="square">
            <a:spAutoFit/>
          </a:bodyPr>
          <a:lstStyle/>
          <a:p>
            <a:pPr>
              <a:buNone/>
            </a:pPr>
            <a:r>
              <a:rPr lang="en-US" sz="2300" b="1" dirty="0">
                <a:latin typeface="Bookman Old Style" panose="02050604050505020204" pitchFamily="18" charset="0"/>
              </a:rPr>
              <a:t>Example 4:</a:t>
            </a:r>
          </a:p>
          <a:p>
            <a:r>
              <a:rPr lang="en-US" sz="2300" b="1" dirty="0">
                <a:solidFill>
                  <a:schemeClr val="accent6"/>
                </a:solidFill>
                <a:latin typeface="Bookman Old Style" panose="02050604050505020204" pitchFamily="18" charset="0"/>
              </a:rPr>
              <a:t> </a:t>
            </a:r>
            <a:r>
              <a:rPr lang="en-US" sz="2300" b="1" dirty="0" err="1">
                <a:solidFill>
                  <a:schemeClr val="accent6"/>
                </a:solidFill>
                <a:latin typeface="Bookman Old Style" panose="02050604050505020204" pitchFamily="18" charset="0"/>
              </a:rPr>
              <a:t>i</a:t>
            </a:r>
            <a:r>
              <a:rPr lang="en-US" sz="2300" b="1" dirty="0">
                <a:solidFill>
                  <a:schemeClr val="accent6"/>
                </a:solidFill>
                <a:latin typeface="Bookman Old Style" panose="02050604050505020204" pitchFamily="18" charset="0"/>
              </a:rPr>
              <a:t>. There is a group of 5 persons - A, B, C, D and E.</a:t>
            </a:r>
            <a:br>
              <a:rPr lang="en-US" sz="2300" b="1" dirty="0">
                <a:solidFill>
                  <a:schemeClr val="accent6"/>
                </a:solidFill>
                <a:latin typeface="Bookman Old Style" panose="02050604050505020204" pitchFamily="18" charset="0"/>
              </a:rPr>
            </a:br>
            <a:r>
              <a:rPr lang="en-US" sz="2300" b="1" dirty="0">
                <a:solidFill>
                  <a:schemeClr val="accent6"/>
                </a:solidFill>
                <a:latin typeface="Bookman Old Style" panose="02050604050505020204" pitchFamily="18" charset="0"/>
              </a:rPr>
              <a:t>ii. One of them is a horticulturist, one is a physicist, one is a journalist, one is an industrialist, and one is an advocate.</a:t>
            </a:r>
            <a:br>
              <a:rPr lang="en-US" sz="2300" b="1" dirty="0">
                <a:solidFill>
                  <a:schemeClr val="accent6"/>
                </a:solidFill>
                <a:latin typeface="Bookman Old Style" panose="02050604050505020204" pitchFamily="18" charset="0"/>
              </a:rPr>
            </a:br>
            <a:r>
              <a:rPr lang="en-US" sz="2300" b="1" dirty="0">
                <a:solidFill>
                  <a:schemeClr val="accent6"/>
                </a:solidFill>
                <a:latin typeface="Bookman Old Style" panose="02050604050505020204" pitchFamily="18" charset="0"/>
              </a:rPr>
              <a:t>iii. Three of them -- A, C and Advocate prefer tea to coffee and two of them -- B and the journalist -- prefer coffee to tea.</a:t>
            </a:r>
            <a:br>
              <a:rPr lang="en-US" sz="2300" b="1" dirty="0">
                <a:solidFill>
                  <a:schemeClr val="accent6"/>
                </a:solidFill>
                <a:latin typeface="Bookman Old Style" panose="02050604050505020204" pitchFamily="18" charset="0"/>
              </a:rPr>
            </a:br>
            <a:r>
              <a:rPr lang="en-US" sz="2300" b="1" dirty="0">
                <a:solidFill>
                  <a:schemeClr val="accent6"/>
                </a:solidFill>
                <a:latin typeface="Bookman Old Style" panose="02050604050505020204" pitchFamily="18" charset="0"/>
              </a:rPr>
              <a:t>iv. The industrialist and D and A are friends to one another but two of them prefer coffee to tea.</a:t>
            </a:r>
            <a:br>
              <a:rPr lang="en-US" sz="2300" b="1" dirty="0">
                <a:solidFill>
                  <a:schemeClr val="accent6"/>
                </a:solidFill>
                <a:latin typeface="Bookman Old Style" panose="02050604050505020204" pitchFamily="18" charset="0"/>
              </a:rPr>
            </a:br>
            <a:r>
              <a:rPr lang="en-US" sz="2300" b="1" dirty="0">
                <a:solidFill>
                  <a:schemeClr val="accent6"/>
                </a:solidFill>
                <a:latin typeface="Bookman Old Style" panose="02050604050505020204" pitchFamily="18" charset="0"/>
              </a:rPr>
              <a:t>v. The horticulturist is C's brother.</a:t>
            </a:r>
          </a:p>
          <a:p>
            <a:endParaRPr lang="en-US" sz="2300" b="1" dirty="0">
              <a:latin typeface="Bookman Old Style" panose="02050604050505020204" pitchFamily="18" charset="0"/>
            </a:endParaRPr>
          </a:p>
          <a:p>
            <a:r>
              <a:rPr lang="en-US" sz="2300" b="1" dirty="0">
                <a:latin typeface="Bookman Old Style" panose="02050604050505020204" pitchFamily="18" charset="0"/>
              </a:rPr>
              <a:t>1. Who is horticulturist?</a:t>
            </a:r>
            <a:br>
              <a:rPr lang="en-US" sz="2300" b="1" dirty="0">
                <a:latin typeface="Bookman Old Style" panose="02050604050505020204" pitchFamily="18" charset="0"/>
              </a:rPr>
            </a:br>
            <a:r>
              <a:rPr lang="en-US" sz="2300" b="1" dirty="0">
                <a:latin typeface="Bookman Old Style" panose="02050604050505020204" pitchFamily="18" charset="0"/>
              </a:rPr>
              <a:t>a) A  b) B  c) C  d) D  e) E</a:t>
            </a:r>
          </a:p>
          <a:p>
            <a:r>
              <a:rPr lang="en-US" sz="2300" b="1" dirty="0">
                <a:latin typeface="Bookman Old Style" panose="02050604050505020204" pitchFamily="18" charset="0"/>
              </a:rPr>
              <a:t>2. Who is industrialist?</a:t>
            </a:r>
            <a:br>
              <a:rPr lang="en-US" sz="2300" b="1" dirty="0">
                <a:latin typeface="Bookman Old Style" panose="02050604050505020204" pitchFamily="18" charset="0"/>
              </a:rPr>
            </a:br>
            <a:r>
              <a:rPr lang="en-US" sz="2300" b="1" dirty="0">
                <a:latin typeface="Bookman Old Style" panose="02050604050505020204" pitchFamily="18" charset="0"/>
              </a:rPr>
              <a:t>a) E  b) C  c) B  d) A  e) D</a:t>
            </a:r>
          </a:p>
          <a:p>
            <a:pPr marL="400050" indent="-400050">
              <a:buAutoNum type="romanLcPeriod"/>
            </a:pPr>
            <a:endParaRPr lang="en-US" sz="2300" b="1" dirty="0">
              <a:latin typeface="Bookman Old Style" panose="02050604050505020204" pitchFamily="18" charset="0"/>
            </a:endParaRPr>
          </a:p>
        </p:txBody>
      </p:sp>
      <p:pic>
        <p:nvPicPr>
          <p:cNvPr id="2" name="Picture 1" descr="A yellow and blue sign with words">
            <a:extLst>
              <a:ext uri="{FF2B5EF4-FFF2-40B4-BE49-F238E27FC236}">
                <a16:creationId xmlns:a16="http://schemas.microsoft.com/office/drawing/2014/main" id="{ED405C91-501F-30A3-1925-8F9BD6525FFF}"/>
              </a:ext>
            </a:extLst>
          </p:cNvPr>
          <p:cNvPicPr>
            <a:picLocks noChangeAspect="1"/>
          </p:cNvPicPr>
          <p:nvPr/>
        </p:nvPicPr>
        <p:blipFill>
          <a:blip r:embed="rId2"/>
          <a:stretch>
            <a:fillRect/>
          </a:stretch>
        </p:blipFill>
        <p:spPr>
          <a:xfrm>
            <a:off x="10314940" y="262613"/>
            <a:ext cx="1681480" cy="1452880"/>
          </a:xfrm>
          <a:prstGeom prst="rect">
            <a:avLst/>
          </a:prstGeom>
        </p:spPr>
      </p:pic>
    </p:spTree>
    <p:extLst>
      <p:ext uri="{BB962C8B-B14F-4D97-AF65-F5344CB8AC3E}">
        <p14:creationId xmlns:p14="http://schemas.microsoft.com/office/powerpoint/2010/main" val="3632696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5AB5B-20A6-221D-E2EE-23B7B3AE3605}"/>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F38077A5-C900-5A03-F413-FF2C92A6B157}"/>
              </a:ext>
            </a:extLst>
          </p:cNvPr>
          <p:cNvSpPr>
            <a:spLocks noGrp="1"/>
          </p:cNvSpPr>
          <p:nvPr>
            <p:ph type="dt" sz="half" idx="10"/>
          </p:nvPr>
        </p:nvSpPr>
        <p:spPr/>
        <p:txBody>
          <a:bodyPr/>
          <a:lstStyle/>
          <a:p>
            <a:fld id="{38F3B24F-02C3-48DA-B7A8-4A361D6C12C8}" type="datetime1">
              <a:rPr lang="en-US" smtClean="0"/>
              <a:t>6/21/2026</a:t>
            </a:fld>
            <a:endParaRPr lang="en-US" dirty="0"/>
          </a:p>
        </p:txBody>
      </p:sp>
      <p:sp>
        <p:nvSpPr>
          <p:cNvPr id="15" name="Slide Number Placeholder 14">
            <a:extLst>
              <a:ext uri="{FF2B5EF4-FFF2-40B4-BE49-F238E27FC236}">
                <a16:creationId xmlns:a16="http://schemas.microsoft.com/office/drawing/2014/main" id="{600AE4A3-9BF6-8B42-5EFE-7F8F8BCC0924}"/>
              </a:ext>
            </a:extLst>
          </p:cNvPr>
          <p:cNvSpPr>
            <a:spLocks noGrp="1"/>
          </p:cNvSpPr>
          <p:nvPr>
            <p:ph type="sldNum" sz="quarter" idx="12"/>
          </p:nvPr>
        </p:nvSpPr>
        <p:spPr/>
        <p:txBody>
          <a:bodyPr/>
          <a:lstStyle/>
          <a:p>
            <a:fld id="{6EFE7C99-B088-4EBB-BFF6-BECCC96D5DD8}" type="slidenum">
              <a:rPr lang="en-US" smtClean="0"/>
              <a:t>8</a:t>
            </a:fld>
            <a:endParaRPr lang="en-US"/>
          </a:p>
        </p:txBody>
      </p:sp>
      <p:sp>
        <p:nvSpPr>
          <p:cNvPr id="6" name="TextBox 5">
            <a:extLst>
              <a:ext uri="{FF2B5EF4-FFF2-40B4-BE49-F238E27FC236}">
                <a16:creationId xmlns:a16="http://schemas.microsoft.com/office/drawing/2014/main" id="{C241771C-9049-2D04-306C-1D03C1372981}"/>
              </a:ext>
            </a:extLst>
          </p:cNvPr>
          <p:cNvSpPr txBox="1"/>
          <p:nvPr/>
        </p:nvSpPr>
        <p:spPr>
          <a:xfrm>
            <a:off x="276449" y="185057"/>
            <a:ext cx="8845779" cy="6247864"/>
          </a:xfrm>
          <a:prstGeom prst="rect">
            <a:avLst/>
          </a:prstGeom>
          <a:noFill/>
        </p:spPr>
        <p:txBody>
          <a:bodyPr wrap="square">
            <a:spAutoFit/>
          </a:bodyPr>
          <a:lstStyle/>
          <a:p>
            <a:pPr algn="just"/>
            <a:r>
              <a:rPr lang="en-US" sz="2000" dirty="0">
                <a:latin typeface="+mj-lt"/>
              </a:rPr>
              <a:t>5. Study the following information carefully and answer the questions given below:</a:t>
            </a:r>
          </a:p>
          <a:p>
            <a:pPr algn="just"/>
            <a:r>
              <a:rPr lang="en-US" sz="2000" dirty="0">
                <a:solidFill>
                  <a:schemeClr val="accent6"/>
                </a:solidFill>
                <a:latin typeface="+mj-lt"/>
              </a:rPr>
              <a:t>(A) </a:t>
            </a:r>
            <a:r>
              <a:rPr lang="en-US" sz="2000" dirty="0">
                <a:latin typeface="+mj-lt"/>
              </a:rPr>
              <a:t>Eight persons A, B, C, D, E, F, G and H work in three different companies X, Y and Z.</a:t>
            </a:r>
          </a:p>
          <a:p>
            <a:pPr algn="just"/>
            <a:r>
              <a:rPr lang="en-US" sz="2000" dirty="0">
                <a:solidFill>
                  <a:schemeClr val="accent6"/>
                </a:solidFill>
                <a:latin typeface="+mj-lt"/>
              </a:rPr>
              <a:t>(B) </a:t>
            </a:r>
            <a:r>
              <a:rPr lang="en-US" sz="2000" dirty="0">
                <a:latin typeface="+mj-lt"/>
              </a:rPr>
              <a:t>There are two ladies who work in different companies and their specialization is also different.</a:t>
            </a:r>
          </a:p>
          <a:p>
            <a:pPr algn="just"/>
            <a:r>
              <a:rPr lang="en-US" sz="2000" dirty="0">
                <a:solidFill>
                  <a:schemeClr val="accent6"/>
                </a:solidFill>
                <a:latin typeface="+mj-lt"/>
              </a:rPr>
              <a:t>(C) </a:t>
            </a:r>
            <a:r>
              <a:rPr lang="en-US" sz="2000" dirty="0">
                <a:latin typeface="+mj-lt"/>
              </a:rPr>
              <a:t>Two of them have specialization in Finance , another two have specialization in Human Resources, two have specialization in Marketing, one is engineer and one of them is specialist in Computer.</a:t>
            </a:r>
          </a:p>
          <a:p>
            <a:pPr algn="just"/>
            <a:r>
              <a:rPr lang="en-US" sz="2000" dirty="0">
                <a:solidFill>
                  <a:schemeClr val="accent6"/>
                </a:solidFill>
                <a:latin typeface="+mj-lt"/>
              </a:rPr>
              <a:t>(D) </a:t>
            </a:r>
            <a:r>
              <a:rPr lang="en-US" sz="2000" dirty="0">
                <a:latin typeface="+mj-lt"/>
              </a:rPr>
              <a:t>D is a specialist in Human Resource working in Company X while her friend G is a Finance Specialist and </a:t>
            </a:r>
            <a:r>
              <a:rPr lang="en-IN" sz="2000" dirty="0">
                <a:latin typeface="+mj-lt"/>
              </a:rPr>
              <a:t>works in Company Z.</a:t>
            </a:r>
          </a:p>
          <a:p>
            <a:pPr algn="just"/>
            <a:r>
              <a:rPr lang="en-US" sz="2000" dirty="0">
                <a:latin typeface="+mj-lt"/>
              </a:rPr>
              <a:t>(</a:t>
            </a:r>
            <a:r>
              <a:rPr lang="en-US" sz="2000" dirty="0">
                <a:solidFill>
                  <a:schemeClr val="accent6"/>
                </a:solidFill>
                <a:latin typeface="+mj-lt"/>
              </a:rPr>
              <a:t>E) </a:t>
            </a:r>
            <a:r>
              <a:rPr lang="en-US" sz="2000" dirty="0">
                <a:latin typeface="+mj-lt"/>
              </a:rPr>
              <a:t>H is a Human Resource specialist who works with Marketing specialist B but does not work in company Y.</a:t>
            </a:r>
          </a:p>
          <a:p>
            <a:pPr algn="just"/>
            <a:r>
              <a:rPr lang="en-US" sz="2000" dirty="0">
                <a:solidFill>
                  <a:schemeClr val="accent6"/>
                </a:solidFill>
                <a:latin typeface="+mj-lt"/>
              </a:rPr>
              <a:t>(F) </a:t>
            </a:r>
            <a:r>
              <a:rPr lang="en-US" sz="2000" dirty="0">
                <a:latin typeface="+mj-lt"/>
              </a:rPr>
              <a:t>The two persons with same specialization do not work together.</a:t>
            </a:r>
          </a:p>
          <a:p>
            <a:pPr algn="just"/>
            <a:r>
              <a:rPr lang="en-US" sz="2000" dirty="0">
                <a:solidFill>
                  <a:schemeClr val="accent6"/>
                </a:solidFill>
                <a:latin typeface="+mj-lt"/>
              </a:rPr>
              <a:t>(G) </a:t>
            </a:r>
            <a:r>
              <a:rPr lang="en-US" sz="2000" dirty="0">
                <a:latin typeface="+mj-lt"/>
              </a:rPr>
              <a:t>Marketing specialist F works in Company Y and his friend A who is Finance specialist works in Company X with only one other specialist.</a:t>
            </a:r>
          </a:p>
          <a:p>
            <a:pPr algn="just"/>
            <a:r>
              <a:rPr lang="en-US" sz="2000" dirty="0">
                <a:solidFill>
                  <a:schemeClr val="accent6"/>
                </a:solidFill>
                <a:latin typeface="+mj-lt"/>
              </a:rPr>
              <a:t>(H) </a:t>
            </a:r>
            <a:r>
              <a:rPr lang="en-US" sz="2000" dirty="0">
                <a:latin typeface="+mj-lt"/>
              </a:rPr>
              <a:t>In no company more than three persons work.</a:t>
            </a:r>
          </a:p>
          <a:p>
            <a:pPr algn="just"/>
            <a:r>
              <a:rPr lang="en-US" sz="2000" dirty="0">
                <a:solidFill>
                  <a:schemeClr val="accent6"/>
                </a:solidFill>
                <a:latin typeface="+mj-lt"/>
              </a:rPr>
              <a:t>(I) </a:t>
            </a:r>
            <a:r>
              <a:rPr lang="en-US" sz="2000" dirty="0">
                <a:latin typeface="+mj-lt"/>
              </a:rPr>
              <a:t>C is an engineer and his sister works in Company Z.</a:t>
            </a:r>
          </a:p>
          <a:p>
            <a:pPr algn="just"/>
            <a:r>
              <a:rPr lang="en-US" sz="2000" dirty="0">
                <a:solidFill>
                  <a:schemeClr val="accent6"/>
                </a:solidFill>
                <a:latin typeface="+mj-lt"/>
              </a:rPr>
              <a:t>(J) </a:t>
            </a:r>
            <a:r>
              <a:rPr lang="en-US" sz="2000" dirty="0">
                <a:latin typeface="+mj-lt"/>
              </a:rPr>
              <a:t>No lady is an engineer or Computer specialist.</a:t>
            </a:r>
          </a:p>
        </p:txBody>
      </p:sp>
      <p:pic>
        <p:nvPicPr>
          <p:cNvPr id="2" name="Picture 1" descr="A yellow and blue sign with words">
            <a:extLst>
              <a:ext uri="{FF2B5EF4-FFF2-40B4-BE49-F238E27FC236}">
                <a16:creationId xmlns:a16="http://schemas.microsoft.com/office/drawing/2014/main" id="{9F06E272-A30B-66D8-E7AF-48CB5499AB48}"/>
              </a:ext>
            </a:extLst>
          </p:cNvPr>
          <p:cNvPicPr>
            <a:picLocks noChangeAspect="1"/>
          </p:cNvPicPr>
          <p:nvPr/>
        </p:nvPicPr>
        <p:blipFill>
          <a:blip r:embed="rId2"/>
          <a:stretch>
            <a:fillRect/>
          </a:stretch>
        </p:blipFill>
        <p:spPr>
          <a:xfrm>
            <a:off x="10421936" y="0"/>
            <a:ext cx="1681480" cy="1452880"/>
          </a:xfrm>
          <a:prstGeom prst="rect">
            <a:avLst/>
          </a:prstGeom>
        </p:spPr>
      </p:pic>
    </p:spTree>
    <p:extLst>
      <p:ext uri="{BB962C8B-B14F-4D97-AF65-F5344CB8AC3E}">
        <p14:creationId xmlns:p14="http://schemas.microsoft.com/office/powerpoint/2010/main" val="3511099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D7E3C-EE08-3994-96FB-D7FB1A2D233B}"/>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6FB777B5-F283-515E-E976-BD9C928F2C05}"/>
              </a:ext>
            </a:extLst>
          </p:cNvPr>
          <p:cNvSpPr>
            <a:spLocks noGrp="1"/>
          </p:cNvSpPr>
          <p:nvPr>
            <p:ph type="dt" sz="half" idx="10"/>
          </p:nvPr>
        </p:nvSpPr>
        <p:spPr/>
        <p:txBody>
          <a:bodyPr/>
          <a:lstStyle/>
          <a:p>
            <a:fld id="{38F3B24F-02C3-48DA-B7A8-4A361D6C12C8}" type="datetime1">
              <a:rPr lang="en-US" smtClean="0"/>
              <a:t>6/21/2026</a:t>
            </a:fld>
            <a:endParaRPr lang="en-US" dirty="0"/>
          </a:p>
        </p:txBody>
      </p:sp>
      <p:sp>
        <p:nvSpPr>
          <p:cNvPr id="15" name="Slide Number Placeholder 14">
            <a:extLst>
              <a:ext uri="{FF2B5EF4-FFF2-40B4-BE49-F238E27FC236}">
                <a16:creationId xmlns:a16="http://schemas.microsoft.com/office/drawing/2014/main" id="{7A4B29C5-EA51-50D2-4AAD-35CA589DD3A4}"/>
              </a:ext>
            </a:extLst>
          </p:cNvPr>
          <p:cNvSpPr>
            <a:spLocks noGrp="1"/>
          </p:cNvSpPr>
          <p:nvPr>
            <p:ph type="sldNum" sz="quarter" idx="12"/>
          </p:nvPr>
        </p:nvSpPr>
        <p:spPr/>
        <p:txBody>
          <a:bodyPr/>
          <a:lstStyle/>
          <a:p>
            <a:fld id="{6EFE7C99-B088-4EBB-BFF6-BECCC96D5DD8}" type="slidenum">
              <a:rPr lang="en-US" smtClean="0"/>
              <a:t>9</a:t>
            </a:fld>
            <a:endParaRPr lang="en-US"/>
          </a:p>
        </p:txBody>
      </p:sp>
      <p:sp>
        <p:nvSpPr>
          <p:cNvPr id="6" name="TextBox 5">
            <a:extLst>
              <a:ext uri="{FF2B5EF4-FFF2-40B4-BE49-F238E27FC236}">
                <a16:creationId xmlns:a16="http://schemas.microsoft.com/office/drawing/2014/main" id="{04315948-9F83-7621-B04C-9E690E8C5073}"/>
              </a:ext>
            </a:extLst>
          </p:cNvPr>
          <p:cNvSpPr txBox="1"/>
          <p:nvPr/>
        </p:nvSpPr>
        <p:spPr>
          <a:xfrm>
            <a:off x="276449" y="185057"/>
            <a:ext cx="10424208" cy="4809715"/>
          </a:xfrm>
          <a:prstGeom prst="rect">
            <a:avLst/>
          </a:prstGeom>
          <a:noFill/>
        </p:spPr>
        <p:txBody>
          <a:bodyPr wrap="square">
            <a:spAutoFit/>
          </a:bodyPr>
          <a:lstStyle/>
          <a:p>
            <a:pPr>
              <a:lnSpc>
                <a:spcPct val="150000"/>
              </a:lnSpc>
            </a:pPr>
            <a:r>
              <a:rPr lang="en-US" sz="2300" dirty="0">
                <a:latin typeface="+mj-lt"/>
              </a:rPr>
              <a:t>5. </a:t>
            </a:r>
            <a:r>
              <a:rPr lang="en-US" sz="2300" dirty="0">
                <a:solidFill>
                  <a:schemeClr val="accent6"/>
                </a:solidFill>
                <a:latin typeface="+mj-lt"/>
              </a:rPr>
              <a:t>Questions:</a:t>
            </a:r>
          </a:p>
          <a:p>
            <a:pPr>
              <a:lnSpc>
                <a:spcPct val="150000"/>
              </a:lnSpc>
            </a:pPr>
            <a:r>
              <a:rPr lang="en-US" sz="2300" dirty="0">
                <a:latin typeface="+mj-lt"/>
              </a:rPr>
              <a:t> </a:t>
            </a:r>
            <a:r>
              <a:rPr lang="en-US" sz="2300" dirty="0"/>
              <a:t>1. In which company does C work?</a:t>
            </a:r>
          </a:p>
          <a:p>
            <a:pPr>
              <a:lnSpc>
                <a:spcPct val="150000"/>
              </a:lnSpc>
            </a:pPr>
            <a:r>
              <a:rPr lang="en-IN" sz="2300" dirty="0"/>
              <a:t>   1) X       2) Y        3) Z          4) Either Y or Z            5) None</a:t>
            </a:r>
          </a:p>
          <a:p>
            <a:pPr>
              <a:lnSpc>
                <a:spcPct val="150000"/>
              </a:lnSpc>
            </a:pPr>
            <a:r>
              <a:rPr lang="en-US" sz="2300" dirty="0"/>
              <a:t> 2. In which two companies do Human Resource specialists work?</a:t>
            </a:r>
          </a:p>
          <a:p>
            <a:pPr>
              <a:lnSpc>
                <a:spcPct val="150000"/>
              </a:lnSpc>
            </a:pPr>
            <a:r>
              <a:rPr lang="en-US" sz="2300" dirty="0"/>
              <a:t>   1) X and Y      2) Y and Z        3) X and Z        4) Data inadequate      5) None</a:t>
            </a:r>
          </a:p>
          <a:p>
            <a:pPr>
              <a:lnSpc>
                <a:spcPct val="150000"/>
              </a:lnSpc>
            </a:pPr>
            <a:r>
              <a:rPr lang="en-US" sz="2300" dirty="0"/>
              <a:t> 3. The two ladies are</a:t>
            </a:r>
          </a:p>
          <a:p>
            <a:pPr>
              <a:lnSpc>
                <a:spcPct val="150000"/>
              </a:lnSpc>
            </a:pPr>
            <a:r>
              <a:rPr lang="en-US" sz="2300" dirty="0"/>
              <a:t>   1) B and D      2) D and G         3) D and H       4) Either (1) or (2)         5) None</a:t>
            </a:r>
          </a:p>
          <a:p>
            <a:pPr>
              <a:lnSpc>
                <a:spcPct val="150000"/>
              </a:lnSpc>
            </a:pPr>
            <a:r>
              <a:rPr lang="en-US" sz="2300" dirty="0"/>
              <a:t> 4. Who is computer specialist?</a:t>
            </a:r>
          </a:p>
          <a:p>
            <a:pPr>
              <a:lnSpc>
                <a:spcPct val="150000"/>
              </a:lnSpc>
            </a:pPr>
            <a:r>
              <a:rPr lang="pt-BR" sz="2300" dirty="0"/>
              <a:t>     1) C       2) E        3) H        4) Data inadequate            5) None</a:t>
            </a:r>
            <a:endParaRPr lang="en-US" sz="2300" dirty="0">
              <a:latin typeface="+mj-lt"/>
            </a:endParaRPr>
          </a:p>
        </p:txBody>
      </p:sp>
      <p:pic>
        <p:nvPicPr>
          <p:cNvPr id="2" name="Picture 1" descr="A yellow and blue sign with words">
            <a:extLst>
              <a:ext uri="{FF2B5EF4-FFF2-40B4-BE49-F238E27FC236}">
                <a16:creationId xmlns:a16="http://schemas.microsoft.com/office/drawing/2014/main" id="{BB8183C6-D8EA-AA39-4835-09D51F73387E}"/>
              </a:ext>
            </a:extLst>
          </p:cNvPr>
          <p:cNvPicPr>
            <a:picLocks noChangeAspect="1"/>
          </p:cNvPicPr>
          <p:nvPr/>
        </p:nvPicPr>
        <p:blipFill>
          <a:blip r:embed="rId2"/>
          <a:stretch>
            <a:fillRect/>
          </a:stretch>
        </p:blipFill>
        <p:spPr>
          <a:xfrm>
            <a:off x="10421936" y="0"/>
            <a:ext cx="1681480" cy="1452880"/>
          </a:xfrm>
          <a:prstGeom prst="rect">
            <a:avLst/>
          </a:prstGeom>
        </p:spPr>
      </p:pic>
    </p:spTree>
    <p:extLst>
      <p:ext uri="{BB962C8B-B14F-4D97-AF65-F5344CB8AC3E}">
        <p14:creationId xmlns:p14="http://schemas.microsoft.com/office/powerpoint/2010/main" val="2204253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1CB0F-C498-8259-E24E-2CAE05E8FA30}"/>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42D227E9-C9F9-6EB6-E97F-FBDA6D77F8FD}"/>
              </a:ext>
            </a:extLst>
          </p:cNvPr>
          <p:cNvSpPr>
            <a:spLocks noGrp="1"/>
          </p:cNvSpPr>
          <p:nvPr>
            <p:ph type="dt" sz="half" idx="10"/>
          </p:nvPr>
        </p:nvSpPr>
        <p:spPr/>
        <p:txBody>
          <a:bodyPr/>
          <a:lstStyle/>
          <a:p>
            <a:fld id="{38F3B24F-02C3-48DA-B7A8-4A361D6C12C8}" type="datetime1">
              <a:rPr lang="en-US" smtClean="0"/>
              <a:t>6/21/2026</a:t>
            </a:fld>
            <a:endParaRPr lang="en-US" dirty="0"/>
          </a:p>
        </p:txBody>
      </p:sp>
      <p:sp>
        <p:nvSpPr>
          <p:cNvPr id="15" name="Slide Number Placeholder 14">
            <a:extLst>
              <a:ext uri="{FF2B5EF4-FFF2-40B4-BE49-F238E27FC236}">
                <a16:creationId xmlns:a16="http://schemas.microsoft.com/office/drawing/2014/main" id="{66A4EA1A-F23E-4D0D-42B2-AA03D0E7F6A3}"/>
              </a:ext>
            </a:extLst>
          </p:cNvPr>
          <p:cNvSpPr>
            <a:spLocks noGrp="1"/>
          </p:cNvSpPr>
          <p:nvPr>
            <p:ph type="sldNum" sz="quarter" idx="12"/>
          </p:nvPr>
        </p:nvSpPr>
        <p:spPr/>
        <p:txBody>
          <a:bodyPr/>
          <a:lstStyle/>
          <a:p>
            <a:fld id="{6EFE7C99-B088-4EBB-BFF6-BECCC96D5DD8}" type="slidenum">
              <a:rPr lang="en-US" smtClean="0"/>
              <a:t>10</a:t>
            </a:fld>
            <a:endParaRPr lang="en-US"/>
          </a:p>
        </p:txBody>
      </p:sp>
      <p:sp>
        <p:nvSpPr>
          <p:cNvPr id="6" name="TextBox 5">
            <a:extLst>
              <a:ext uri="{FF2B5EF4-FFF2-40B4-BE49-F238E27FC236}">
                <a16:creationId xmlns:a16="http://schemas.microsoft.com/office/drawing/2014/main" id="{F8E47E86-FF86-EDFF-124D-82614411500A}"/>
              </a:ext>
            </a:extLst>
          </p:cNvPr>
          <p:cNvSpPr txBox="1"/>
          <p:nvPr/>
        </p:nvSpPr>
        <p:spPr>
          <a:xfrm>
            <a:off x="200250" y="0"/>
            <a:ext cx="8018464" cy="6500882"/>
          </a:xfrm>
          <a:prstGeom prst="rect">
            <a:avLst/>
          </a:prstGeom>
          <a:noFill/>
        </p:spPr>
        <p:txBody>
          <a:bodyPr wrap="square">
            <a:spAutoFit/>
          </a:bodyPr>
          <a:lstStyle/>
          <a:p>
            <a:pPr algn="just">
              <a:lnSpc>
                <a:spcPct val="150000"/>
              </a:lnSpc>
            </a:pPr>
            <a:r>
              <a:rPr lang="en-US" sz="2000" b="1" dirty="0">
                <a:latin typeface="Bookman Old Style" pitchFamily="18" charset="0"/>
              </a:rPr>
              <a:t>6. Study the following information carefully and answer the given below.</a:t>
            </a:r>
          </a:p>
          <a:p>
            <a:pPr algn="just">
              <a:lnSpc>
                <a:spcPct val="150000"/>
              </a:lnSpc>
            </a:pPr>
            <a:r>
              <a:rPr lang="en-US" sz="2000" b="1" dirty="0">
                <a:latin typeface="Bookman Old Style" pitchFamily="18" charset="0"/>
              </a:rPr>
              <a:t>Nine persons- A, B, C, D, E, F, G, H and I are living in a nine- storey building but not necessarily in the same order. The bottommost floor is numbered as 1 and the floor immediately above it is numbered as 2 and so on. D lives on an even numbered floor but above fifth floor. Only three persons live between D and C. A lives two floors above C. G lives immediately above A. Only one person lives between G and B, who lives above A. As many floors below B as above F. I lives above H but below E, who doesn’t live on the topmost floor.</a:t>
            </a:r>
          </a:p>
          <a:p>
            <a:pPr algn="just">
              <a:lnSpc>
                <a:spcPct val="150000"/>
              </a:lnSpc>
            </a:pPr>
            <a:r>
              <a:rPr lang="en-US" sz="2000" b="1" dirty="0">
                <a:latin typeface="Bookman Old Style" pitchFamily="18" charset="0"/>
              </a:rPr>
              <a:t>1.Who among the following person lives on the fifth floor?</a:t>
            </a:r>
          </a:p>
          <a:p>
            <a:pPr algn="just">
              <a:lnSpc>
                <a:spcPct val="150000"/>
              </a:lnSpc>
            </a:pPr>
            <a:r>
              <a:rPr lang="en-US" sz="2000" b="1" dirty="0">
                <a:latin typeface="Bookman Old Style" pitchFamily="18" charset="0"/>
              </a:rPr>
              <a:t>    a) G               b) E              c) I           d) B</a:t>
            </a:r>
          </a:p>
        </p:txBody>
      </p:sp>
      <p:pic>
        <p:nvPicPr>
          <p:cNvPr id="2" name="Picture 1" descr="A yellow and blue sign with words">
            <a:extLst>
              <a:ext uri="{FF2B5EF4-FFF2-40B4-BE49-F238E27FC236}">
                <a16:creationId xmlns:a16="http://schemas.microsoft.com/office/drawing/2014/main" id="{87AB2DAC-588A-64E5-B7D3-A0BFAD798683}"/>
              </a:ext>
            </a:extLst>
          </p:cNvPr>
          <p:cNvPicPr>
            <a:picLocks noChangeAspect="1"/>
          </p:cNvPicPr>
          <p:nvPr/>
        </p:nvPicPr>
        <p:blipFill>
          <a:blip r:embed="rId2"/>
          <a:stretch>
            <a:fillRect/>
          </a:stretch>
        </p:blipFill>
        <p:spPr>
          <a:xfrm>
            <a:off x="10421936" y="0"/>
            <a:ext cx="1681480" cy="1452880"/>
          </a:xfrm>
          <a:prstGeom prst="rect">
            <a:avLst/>
          </a:prstGeom>
        </p:spPr>
      </p:pic>
    </p:spTree>
    <p:extLst>
      <p:ext uri="{BB962C8B-B14F-4D97-AF65-F5344CB8AC3E}">
        <p14:creationId xmlns:p14="http://schemas.microsoft.com/office/powerpoint/2010/main" val="3410141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2E0BB-6D8B-8961-9896-9FDEF85D1E06}"/>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A7BAFCEE-1830-6AE6-4B69-9589987BF24B}"/>
              </a:ext>
            </a:extLst>
          </p:cNvPr>
          <p:cNvSpPr>
            <a:spLocks noGrp="1"/>
          </p:cNvSpPr>
          <p:nvPr>
            <p:ph type="dt" sz="half" idx="10"/>
          </p:nvPr>
        </p:nvSpPr>
        <p:spPr/>
        <p:txBody>
          <a:bodyPr/>
          <a:lstStyle/>
          <a:p>
            <a:fld id="{38F3B24F-02C3-48DA-B7A8-4A361D6C12C8}" type="datetime1">
              <a:rPr lang="en-US" smtClean="0"/>
              <a:t>6/21/2026</a:t>
            </a:fld>
            <a:endParaRPr lang="en-US" dirty="0"/>
          </a:p>
        </p:txBody>
      </p:sp>
      <p:sp>
        <p:nvSpPr>
          <p:cNvPr id="15" name="Slide Number Placeholder 14">
            <a:extLst>
              <a:ext uri="{FF2B5EF4-FFF2-40B4-BE49-F238E27FC236}">
                <a16:creationId xmlns:a16="http://schemas.microsoft.com/office/drawing/2014/main" id="{DABE2499-180D-DBAD-6D07-14D857B37602}"/>
              </a:ext>
            </a:extLst>
          </p:cNvPr>
          <p:cNvSpPr>
            <a:spLocks noGrp="1"/>
          </p:cNvSpPr>
          <p:nvPr>
            <p:ph type="sldNum" sz="quarter" idx="12"/>
          </p:nvPr>
        </p:nvSpPr>
        <p:spPr/>
        <p:txBody>
          <a:bodyPr/>
          <a:lstStyle/>
          <a:p>
            <a:fld id="{6EFE7C99-B088-4EBB-BFF6-BECCC96D5DD8}" type="slidenum">
              <a:rPr lang="en-US" smtClean="0"/>
              <a:t>11</a:t>
            </a:fld>
            <a:endParaRPr lang="en-US"/>
          </a:p>
        </p:txBody>
      </p:sp>
      <p:sp>
        <p:nvSpPr>
          <p:cNvPr id="6" name="TextBox 5">
            <a:extLst>
              <a:ext uri="{FF2B5EF4-FFF2-40B4-BE49-F238E27FC236}">
                <a16:creationId xmlns:a16="http://schemas.microsoft.com/office/drawing/2014/main" id="{261BB575-6E5C-0D7D-50FE-BE8747732D69}"/>
              </a:ext>
            </a:extLst>
          </p:cNvPr>
          <p:cNvSpPr txBox="1"/>
          <p:nvPr/>
        </p:nvSpPr>
        <p:spPr>
          <a:xfrm>
            <a:off x="327708" y="44899"/>
            <a:ext cx="8870721" cy="6182911"/>
          </a:xfrm>
          <a:prstGeom prst="rect">
            <a:avLst/>
          </a:prstGeom>
          <a:noFill/>
        </p:spPr>
        <p:txBody>
          <a:bodyPr wrap="square">
            <a:spAutoFit/>
          </a:bodyPr>
          <a:lstStyle/>
          <a:p>
            <a:pPr algn="just">
              <a:lnSpc>
                <a:spcPct val="150000"/>
              </a:lnSpc>
            </a:pPr>
            <a:r>
              <a:rPr lang="en-US" sz="1900" dirty="0">
                <a:latin typeface="Bookman Old Style" panose="02050604050505020204" pitchFamily="18" charset="0"/>
              </a:rPr>
              <a:t>7. Eight boxes P, Q, R, S, T, U, V and W are kept one above other. Each box has different chocolates among the following viz., </a:t>
            </a:r>
            <a:r>
              <a:rPr lang="en-US" sz="1900" dirty="0" err="1">
                <a:latin typeface="Bookman Old Style" panose="02050604050505020204" pitchFamily="18" charset="0"/>
              </a:rPr>
              <a:t>Diarymilk</a:t>
            </a:r>
            <a:r>
              <a:rPr lang="en-US" sz="1900" dirty="0">
                <a:latin typeface="Bookman Old Style" panose="02050604050505020204" pitchFamily="18" charset="0"/>
              </a:rPr>
              <a:t>, </a:t>
            </a:r>
            <a:r>
              <a:rPr lang="en-US" sz="1900" dirty="0" err="1">
                <a:latin typeface="Bookman Old Style" panose="02050604050505020204" pitchFamily="18" charset="0"/>
              </a:rPr>
              <a:t>milkybar</a:t>
            </a:r>
            <a:r>
              <a:rPr lang="en-US" sz="1900" dirty="0">
                <a:latin typeface="Bookman Old Style" panose="02050604050505020204" pitchFamily="18" charset="0"/>
              </a:rPr>
              <a:t>, Hershey’s, kit-Kat, nestle, Sneakers, munch and 5-star. The information given above is not necessarily in the same order.</a:t>
            </a:r>
          </a:p>
          <a:p>
            <a:pPr algn="just">
              <a:lnSpc>
                <a:spcPct val="150000"/>
              </a:lnSpc>
            </a:pPr>
            <a:r>
              <a:rPr lang="en-US" sz="1900" dirty="0">
                <a:latin typeface="Bookman Old Style" panose="02050604050505020204" pitchFamily="18" charset="0"/>
              </a:rPr>
              <a:t>3 boxes kept in order below box P which contains Nestle chocolate. There is only one box between Box P and Box T. The box kept immediately below Box T has </a:t>
            </a:r>
            <a:r>
              <a:rPr lang="en-US" sz="1900" dirty="0" err="1">
                <a:latin typeface="Bookman Old Style" panose="02050604050505020204" pitchFamily="18" charset="0"/>
              </a:rPr>
              <a:t>kitkat</a:t>
            </a:r>
            <a:r>
              <a:rPr lang="en-US" sz="1900" dirty="0">
                <a:latin typeface="Bookman Old Style" panose="02050604050505020204" pitchFamily="18" charset="0"/>
              </a:rPr>
              <a:t> chocolate. The box kept at the top most position has Hershey’s inside it, and the box kept at the bottom has </a:t>
            </a:r>
            <a:r>
              <a:rPr lang="en-US" sz="1900" dirty="0" err="1">
                <a:latin typeface="Bookman Old Style" panose="02050604050505020204" pitchFamily="18" charset="0"/>
              </a:rPr>
              <a:t>kitkat</a:t>
            </a:r>
            <a:r>
              <a:rPr lang="en-US" sz="1900" dirty="0">
                <a:latin typeface="Bookman Old Style" panose="02050604050505020204" pitchFamily="18" charset="0"/>
              </a:rPr>
              <a:t>. The box which has </a:t>
            </a:r>
            <a:r>
              <a:rPr lang="en-US" sz="1900" dirty="0" err="1">
                <a:latin typeface="Bookman Old Style" panose="02050604050505020204" pitchFamily="18" charset="0"/>
              </a:rPr>
              <a:t>Milkybar</a:t>
            </a:r>
            <a:r>
              <a:rPr lang="en-US" sz="1900" dirty="0">
                <a:latin typeface="Bookman Old Style" panose="02050604050505020204" pitchFamily="18" charset="0"/>
              </a:rPr>
              <a:t> is kept below the box which has nestle but above the box which has diary milk. Box S, which contains Munch, is kept immediately below the box which contains 5 star and immediately above the box which contains Sneakers. Box Q contains 5-stars and Box R is kept at the top. Neither Box V nor Box W is kept at the bottom. Box W is kept above Box V.</a:t>
            </a:r>
          </a:p>
        </p:txBody>
      </p:sp>
      <p:pic>
        <p:nvPicPr>
          <p:cNvPr id="2" name="Picture 1" descr="A yellow and blue sign with words">
            <a:extLst>
              <a:ext uri="{FF2B5EF4-FFF2-40B4-BE49-F238E27FC236}">
                <a16:creationId xmlns:a16="http://schemas.microsoft.com/office/drawing/2014/main" id="{B71BB30F-2F81-EB4B-F17B-1A2359A7148F}"/>
              </a:ext>
            </a:extLst>
          </p:cNvPr>
          <p:cNvPicPr>
            <a:picLocks noChangeAspect="1"/>
          </p:cNvPicPr>
          <p:nvPr/>
        </p:nvPicPr>
        <p:blipFill>
          <a:blip r:embed="rId2"/>
          <a:stretch>
            <a:fillRect/>
          </a:stretch>
        </p:blipFill>
        <p:spPr>
          <a:xfrm>
            <a:off x="10314940" y="262613"/>
            <a:ext cx="1681480" cy="1452880"/>
          </a:xfrm>
          <a:prstGeom prst="rect">
            <a:avLst/>
          </a:prstGeom>
        </p:spPr>
      </p:pic>
    </p:spTree>
    <p:extLst>
      <p:ext uri="{BB962C8B-B14F-4D97-AF65-F5344CB8AC3E}">
        <p14:creationId xmlns:p14="http://schemas.microsoft.com/office/powerpoint/2010/main" val="3186813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821A6-6B08-DE03-F581-92650A90B901}"/>
            </a:ext>
          </a:extLst>
        </p:cNvPr>
        <p:cNvGrpSpPr/>
        <p:nvPr/>
      </p:nvGrpSpPr>
      <p:grpSpPr>
        <a:xfrm>
          <a:off x="0" y="0"/>
          <a:ext cx="0" cy="0"/>
          <a:chOff x="0" y="0"/>
          <a:chExt cx="0" cy="0"/>
        </a:xfrm>
      </p:grpSpPr>
      <p:sp>
        <p:nvSpPr>
          <p:cNvPr id="13" name="Date Placeholder 12">
            <a:extLst>
              <a:ext uri="{FF2B5EF4-FFF2-40B4-BE49-F238E27FC236}">
                <a16:creationId xmlns:a16="http://schemas.microsoft.com/office/drawing/2014/main" id="{BADE7191-7DBB-A517-D79A-EB45724BF02E}"/>
              </a:ext>
            </a:extLst>
          </p:cNvPr>
          <p:cNvSpPr>
            <a:spLocks noGrp="1"/>
          </p:cNvSpPr>
          <p:nvPr>
            <p:ph type="dt" sz="half" idx="10"/>
          </p:nvPr>
        </p:nvSpPr>
        <p:spPr/>
        <p:txBody>
          <a:bodyPr/>
          <a:lstStyle/>
          <a:p>
            <a:fld id="{38F3B24F-02C3-48DA-B7A8-4A361D6C12C8}" type="datetime1">
              <a:rPr lang="en-US" smtClean="0"/>
              <a:t>6/21/2026</a:t>
            </a:fld>
            <a:endParaRPr lang="en-US" dirty="0"/>
          </a:p>
        </p:txBody>
      </p:sp>
      <p:sp>
        <p:nvSpPr>
          <p:cNvPr id="15" name="Slide Number Placeholder 14">
            <a:extLst>
              <a:ext uri="{FF2B5EF4-FFF2-40B4-BE49-F238E27FC236}">
                <a16:creationId xmlns:a16="http://schemas.microsoft.com/office/drawing/2014/main" id="{A1E40F52-E162-6F59-316A-1F9C11F9D031}"/>
              </a:ext>
            </a:extLst>
          </p:cNvPr>
          <p:cNvSpPr>
            <a:spLocks noGrp="1"/>
          </p:cNvSpPr>
          <p:nvPr>
            <p:ph type="sldNum" sz="quarter" idx="12"/>
          </p:nvPr>
        </p:nvSpPr>
        <p:spPr/>
        <p:txBody>
          <a:bodyPr/>
          <a:lstStyle/>
          <a:p>
            <a:fld id="{6EFE7C99-B088-4EBB-BFF6-BECCC96D5DD8}" type="slidenum">
              <a:rPr lang="en-US" smtClean="0"/>
              <a:t>12</a:t>
            </a:fld>
            <a:endParaRPr lang="en-US"/>
          </a:p>
        </p:txBody>
      </p:sp>
      <p:sp>
        <p:nvSpPr>
          <p:cNvPr id="6" name="TextBox 5">
            <a:extLst>
              <a:ext uri="{FF2B5EF4-FFF2-40B4-BE49-F238E27FC236}">
                <a16:creationId xmlns:a16="http://schemas.microsoft.com/office/drawing/2014/main" id="{E543AABF-C138-3A85-CC1A-0DAA5807875D}"/>
              </a:ext>
            </a:extLst>
          </p:cNvPr>
          <p:cNvSpPr txBox="1"/>
          <p:nvPr/>
        </p:nvSpPr>
        <p:spPr>
          <a:xfrm>
            <a:off x="195580" y="262613"/>
            <a:ext cx="9963509" cy="4654223"/>
          </a:xfrm>
          <a:prstGeom prst="rect">
            <a:avLst/>
          </a:prstGeom>
          <a:noFill/>
        </p:spPr>
        <p:txBody>
          <a:bodyPr wrap="square">
            <a:spAutoFit/>
          </a:bodyPr>
          <a:lstStyle/>
          <a:p>
            <a:pPr lvl="0" eaLnBrk="0" fontAlgn="base" hangingPunct="0">
              <a:lnSpc>
                <a:spcPct val="150000"/>
              </a:lnSpc>
              <a:spcBef>
                <a:spcPct val="0"/>
              </a:spcBef>
              <a:spcAft>
                <a:spcPct val="0"/>
              </a:spcAft>
            </a:pPr>
            <a:r>
              <a:rPr lang="en-US" sz="2000" b="1" dirty="0">
                <a:latin typeface="Bookman Old Style" panose="02050604050505020204" pitchFamily="18" charset="0"/>
              </a:rPr>
              <a:t>7. I. </a:t>
            </a:r>
            <a:r>
              <a:rPr lang="en-US" altLang="en-US" sz="2000" b="1" dirty="0">
                <a:latin typeface="Bookman Old Style" panose="02050604050505020204" pitchFamily="18" charset="0"/>
              </a:rPr>
              <a:t>Which of the following is correct combination?</a:t>
            </a:r>
            <a:br>
              <a:rPr lang="en-US" altLang="en-US" sz="2000" b="1" dirty="0">
                <a:latin typeface="Bookman Old Style" panose="02050604050505020204" pitchFamily="18" charset="0"/>
              </a:rPr>
            </a:br>
            <a:r>
              <a:rPr lang="en-US" altLang="en-US" sz="2000" b="1" dirty="0">
                <a:latin typeface="Bookman Old Style" panose="02050604050505020204" pitchFamily="18" charset="0"/>
              </a:rPr>
              <a:t>              A.W – Dairy milk     B. U – Snickers    </a:t>
            </a:r>
          </a:p>
          <a:p>
            <a:pPr lvl="0" eaLnBrk="0" fontAlgn="base" hangingPunct="0">
              <a:lnSpc>
                <a:spcPct val="150000"/>
              </a:lnSpc>
              <a:spcBef>
                <a:spcPct val="0"/>
              </a:spcBef>
              <a:spcAft>
                <a:spcPct val="0"/>
              </a:spcAft>
            </a:pPr>
            <a:r>
              <a:rPr lang="en-US" altLang="en-US" sz="2000" b="1" dirty="0">
                <a:latin typeface="Bookman Old Style" panose="02050604050505020204" pitchFamily="18" charset="0"/>
              </a:rPr>
              <a:t>              C. W – Snickers         D. R – Dairy milk</a:t>
            </a:r>
          </a:p>
          <a:p>
            <a:pPr lvl="0" eaLnBrk="0" fontAlgn="base" hangingPunct="0">
              <a:lnSpc>
                <a:spcPct val="150000"/>
              </a:lnSpc>
              <a:spcBef>
                <a:spcPct val="0"/>
              </a:spcBef>
              <a:spcAft>
                <a:spcPct val="0"/>
              </a:spcAft>
            </a:pPr>
            <a:r>
              <a:rPr lang="en-US" altLang="en-US" sz="2000" b="1" dirty="0">
                <a:latin typeface="Bookman Old Style" panose="02050604050505020204" pitchFamily="18" charset="0"/>
              </a:rPr>
              <a:t>     II. Which boxes are Adjacent to each other?</a:t>
            </a:r>
            <a:br>
              <a:rPr lang="en-US" altLang="en-US" sz="2000" b="1" dirty="0">
                <a:latin typeface="Bookman Old Style" panose="02050604050505020204" pitchFamily="18" charset="0"/>
              </a:rPr>
            </a:br>
            <a:r>
              <a:rPr lang="en-US" altLang="en-US" sz="2000" b="1" dirty="0">
                <a:latin typeface="Bookman Old Style" panose="02050604050505020204" pitchFamily="18" charset="0"/>
              </a:rPr>
              <a:t>            A. P &amp; T      B. Q &amp; W	 C. P &amp; V		D. S &amp; T</a:t>
            </a:r>
          </a:p>
          <a:p>
            <a:pPr lvl="0" eaLnBrk="0" fontAlgn="base" hangingPunct="0">
              <a:lnSpc>
                <a:spcPct val="150000"/>
              </a:lnSpc>
              <a:spcBef>
                <a:spcPct val="0"/>
              </a:spcBef>
              <a:spcAft>
                <a:spcPct val="0"/>
              </a:spcAft>
            </a:pPr>
            <a:r>
              <a:rPr lang="en-US" altLang="en-US" sz="2000" b="1" dirty="0">
                <a:latin typeface="Bookman Old Style" panose="02050604050505020204" pitchFamily="18" charset="0"/>
              </a:rPr>
              <a:t>    III. Which box is in between Box Q and Box W?</a:t>
            </a:r>
            <a:br>
              <a:rPr lang="en-US" altLang="en-US" sz="2000" b="1" dirty="0">
                <a:latin typeface="Bookman Old Style" panose="02050604050505020204" pitchFamily="18" charset="0"/>
              </a:rPr>
            </a:br>
            <a:r>
              <a:rPr lang="en-US" altLang="en-US" sz="2000" b="1" dirty="0">
                <a:latin typeface="Bookman Old Style" panose="02050604050505020204" pitchFamily="18" charset="0"/>
              </a:rPr>
              <a:t>             A. T		B. S		C. V		D. R</a:t>
            </a:r>
          </a:p>
          <a:p>
            <a:pPr lvl="0" eaLnBrk="0" fontAlgn="base" hangingPunct="0">
              <a:lnSpc>
                <a:spcPct val="150000"/>
              </a:lnSpc>
              <a:spcBef>
                <a:spcPct val="0"/>
              </a:spcBef>
              <a:spcAft>
                <a:spcPct val="0"/>
              </a:spcAft>
            </a:pPr>
            <a:r>
              <a:rPr lang="en-US" altLang="en-US" sz="2000" b="1" dirty="0">
                <a:latin typeface="Bookman Old Style" panose="02050604050505020204" pitchFamily="18" charset="0"/>
              </a:rPr>
              <a:t>    IV. How many boxes are in between Box S and Box T?</a:t>
            </a:r>
            <a:br>
              <a:rPr lang="en-US" altLang="en-US" sz="2000" b="1" dirty="0">
                <a:latin typeface="Bookman Old Style" panose="02050604050505020204" pitchFamily="18" charset="0"/>
              </a:rPr>
            </a:br>
            <a:r>
              <a:rPr lang="en-US" altLang="en-US" sz="2000" b="1" dirty="0">
                <a:latin typeface="Bookman Old Style" panose="02050604050505020204" pitchFamily="18" charset="0"/>
              </a:rPr>
              <a:t>             A. One	B. Two   C. Three		D. Cannot be Determined</a:t>
            </a:r>
          </a:p>
          <a:p>
            <a:pPr algn="just">
              <a:lnSpc>
                <a:spcPct val="150000"/>
              </a:lnSpc>
            </a:pPr>
            <a:r>
              <a:rPr lang="en-US" sz="2000" b="1" dirty="0">
                <a:latin typeface="Bookman Old Style" panose="02050604050505020204" pitchFamily="18" charset="0"/>
              </a:rPr>
              <a:t> </a:t>
            </a:r>
          </a:p>
        </p:txBody>
      </p:sp>
      <p:pic>
        <p:nvPicPr>
          <p:cNvPr id="2" name="Picture 1" descr="A yellow and blue sign with words">
            <a:extLst>
              <a:ext uri="{FF2B5EF4-FFF2-40B4-BE49-F238E27FC236}">
                <a16:creationId xmlns:a16="http://schemas.microsoft.com/office/drawing/2014/main" id="{AC34FF4D-7958-1C37-70D5-BC426B145ADF}"/>
              </a:ext>
            </a:extLst>
          </p:cNvPr>
          <p:cNvPicPr>
            <a:picLocks noChangeAspect="1"/>
          </p:cNvPicPr>
          <p:nvPr/>
        </p:nvPicPr>
        <p:blipFill>
          <a:blip r:embed="rId2"/>
          <a:stretch>
            <a:fillRect/>
          </a:stretch>
        </p:blipFill>
        <p:spPr>
          <a:xfrm>
            <a:off x="10314940" y="262613"/>
            <a:ext cx="1681480" cy="1452880"/>
          </a:xfrm>
          <a:prstGeom prst="rect">
            <a:avLst/>
          </a:prstGeom>
        </p:spPr>
      </p:pic>
    </p:spTree>
    <p:extLst>
      <p:ext uri="{BB962C8B-B14F-4D97-AF65-F5344CB8AC3E}">
        <p14:creationId xmlns:p14="http://schemas.microsoft.com/office/powerpoint/2010/main" val="1872722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Damask</Template>
  <TotalTime>3573</TotalTime>
  <Words>1483</Words>
  <Application>Microsoft Office PowerPoint</Application>
  <PresentationFormat>Widescreen</PresentationFormat>
  <Paragraphs>113</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Bookman Old Style</vt:lpstr>
      <vt:lpstr>Roboto</vt:lpstr>
      <vt:lpstr>Rockwell</vt:lpstr>
      <vt:lpstr>Damask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Sujoy  Saha</dc:creator>
  <cp:lastModifiedBy>harikrishnareddy pagadam</cp:lastModifiedBy>
  <cp:revision>127</cp:revision>
  <dcterms:created xsi:type="dcterms:W3CDTF">2025-01-02T14:33:31Z</dcterms:created>
  <dcterms:modified xsi:type="dcterms:W3CDTF">2026-06-21T13:52:59Z</dcterms:modified>
</cp:coreProperties>
</file>