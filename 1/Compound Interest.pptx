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3" r:id="rId1"/>
  </p:sldMasterIdLst>
  <p:notesMasterIdLst>
    <p:notesMasterId r:id="rId41"/>
  </p:notesMasterIdLst>
  <p:sldIdLst>
    <p:sldId id="256" r:id="rId2"/>
    <p:sldId id="299" r:id="rId3"/>
    <p:sldId id="300" r:id="rId4"/>
    <p:sldId id="308" r:id="rId5"/>
    <p:sldId id="310" r:id="rId6"/>
    <p:sldId id="311" r:id="rId7"/>
    <p:sldId id="312" r:id="rId8"/>
    <p:sldId id="313" r:id="rId9"/>
    <p:sldId id="314" r:id="rId10"/>
    <p:sldId id="315" r:id="rId11"/>
    <p:sldId id="316" r:id="rId12"/>
    <p:sldId id="335" r:id="rId13"/>
    <p:sldId id="319" r:id="rId14"/>
    <p:sldId id="320" r:id="rId15"/>
    <p:sldId id="337" r:id="rId16"/>
    <p:sldId id="336" r:id="rId17"/>
    <p:sldId id="338" r:id="rId18"/>
    <p:sldId id="339" r:id="rId19"/>
    <p:sldId id="340" r:id="rId20"/>
    <p:sldId id="321" r:id="rId21"/>
    <p:sldId id="317" r:id="rId22"/>
    <p:sldId id="322" r:id="rId23"/>
    <p:sldId id="257" r:id="rId24"/>
    <p:sldId id="305" r:id="rId25"/>
    <p:sldId id="304" r:id="rId26"/>
    <p:sldId id="301" r:id="rId27"/>
    <p:sldId id="318" r:id="rId28"/>
    <p:sldId id="303" r:id="rId29"/>
    <p:sldId id="306" r:id="rId30"/>
    <p:sldId id="307" r:id="rId31"/>
    <p:sldId id="328" r:id="rId32"/>
    <p:sldId id="288" r:id="rId33"/>
    <p:sldId id="330" r:id="rId34"/>
    <p:sldId id="331" r:id="rId35"/>
    <p:sldId id="332" r:id="rId36"/>
    <p:sldId id="333" r:id="rId37"/>
    <p:sldId id="334" r:id="rId38"/>
    <p:sldId id="341" r:id="rId39"/>
    <p:sldId id="329"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IRAN KUMAR GANTA" userId="04d4457b2c6f4d58" providerId="LiveId" clId="{415B0607-3D18-4380-816B-9D66A004EED0}"/>
    <pc:docChg chg="custSel addSld modSld">
      <pc:chgData name="KIRAN KUMAR GANTA" userId="04d4457b2c6f4d58" providerId="LiveId" clId="{415B0607-3D18-4380-816B-9D66A004EED0}" dt="2022-12-03T13:27:18.705" v="6110" actId="20577"/>
      <pc:docMkLst>
        <pc:docMk/>
      </pc:docMkLst>
      <pc:sldChg chg="modSp mod">
        <pc:chgData name="KIRAN KUMAR GANTA" userId="04d4457b2c6f4d58" providerId="LiveId" clId="{415B0607-3D18-4380-816B-9D66A004EED0}" dt="2022-11-22T09:44:02.084" v="109" actId="113"/>
        <pc:sldMkLst>
          <pc:docMk/>
          <pc:sldMk cId="2745039445" sldId="259"/>
        </pc:sldMkLst>
        <pc:spChg chg="mod">
          <ac:chgData name="KIRAN KUMAR GANTA" userId="04d4457b2c6f4d58" providerId="LiveId" clId="{415B0607-3D18-4380-816B-9D66A004EED0}" dt="2022-11-22T09:44:02.084" v="109" actId="113"/>
          <ac:spMkLst>
            <pc:docMk/>
            <pc:sldMk cId="2745039445" sldId="259"/>
            <ac:spMk id="3" creationId="{3F7F7275-821A-7B23-BE3E-B9410147340D}"/>
          </ac:spMkLst>
        </pc:spChg>
      </pc:sldChg>
      <pc:sldChg chg="delSp modSp new mod">
        <pc:chgData name="KIRAN KUMAR GANTA" userId="04d4457b2c6f4d58" providerId="LiveId" clId="{415B0607-3D18-4380-816B-9D66A004EED0}" dt="2022-11-22T09:45:58.981" v="253" actId="113"/>
        <pc:sldMkLst>
          <pc:docMk/>
          <pc:sldMk cId="3259336835" sldId="260"/>
        </pc:sldMkLst>
        <pc:spChg chg="del mod">
          <ac:chgData name="KIRAN KUMAR GANTA" userId="04d4457b2c6f4d58" providerId="LiveId" clId="{415B0607-3D18-4380-816B-9D66A004EED0}" dt="2022-11-22T09:44:16.597" v="112" actId="478"/>
          <ac:spMkLst>
            <pc:docMk/>
            <pc:sldMk cId="3259336835" sldId="260"/>
            <ac:spMk id="2" creationId="{C99E18C2-BC0C-7ED6-C1EA-F75EE7BAD2FC}"/>
          </ac:spMkLst>
        </pc:spChg>
        <pc:spChg chg="mod">
          <ac:chgData name="KIRAN KUMAR GANTA" userId="04d4457b2c6f4d58" providerId="LiveId" clId="{415B0607-3D18-4380-816B-9D66A004EED0}" dt="2022-11-22T09:45:58.981" v="253" actId="113"/>
          <ac:spMkLst>
            <pc:docMk/>
            <pc:sldMk cId="3259336835" sldId="260"/>
            <ac:spMk id="3" creationId="{BD0CAEFC-D594-A38A-CE5E-25A0316665E1}"/>
          </ac:spMkLst>
        </pc:spChg>
      </pc:sldChg>
      <pc:sldChg chg="delSp modSp new mod">
        <pc:chgData name="KIRAN KUMAR GANTA" userId="04d4457b2c6f4d58" providerId="LiveId" clId="{415B0607-3D18-4380-816B-9D66A004EED0}" dt="2022-11-22T09:47:48.159" v="368" actId="113"/>
        <pc:sldMkLst>
          <pc:docMk/>
          <pc:sldMk cId="3231654361" sldId="261"/>
        </pc:sldMkLst>
        <pc:spChg chg="del mod">
          <ac:chgData name="KIRAN KUMAR GANTA" userId="04d4457b2c6f4d58" providerId="LiveId" clId="{415B0607-3D18-4380-816B-9D66A004EED0}" dt="2022-11-22T09:46:11.354" v="256" actId="478"/>
          <ac:spMkLst>
            <pc:docMk/>
            <pc:sldMk cId="3231654361" sldId="261"/>
            <ac:spMk id="2" creationId="{B92F98AE-B313-6351-8B77-07F241C7A521}"/>
          </ac:spMkLst>
        </pc:spChg>
        <pc:spChg chg="mod">
          <ac:chgData name="KIRAN KUMAR GANTA" userId="04d4457b2c6f4d58" providerId="LiveId" clId="{415B0607-3D18-4380-816B-9D66A004EED0}" dt="2022-11-22T09:47:48.159" v="368" actId="113"/>
          <ac:spMkLst>
            <pc:docMk/>
            <pc:sldMk cId="3231654361" sldId="261"/>
            <ac:spMk id="3" creationId="{0A237550-1DE1-9F96-6294-BBF931B4F42B}"/>
          </ac:spMkLst>
        </pc:spChg>
      </pc:sldChg>
      <pc:sldChg chg="delSp modSp new mod">
        <pc:chgData name="KIRAN KUMAR GANTA" userId="04d4457b2c6f4d58" providerId="LiveId" clId="{415B0607-3D18-4380-816B-9D66A004EED0}" dt="2022-11-22T09:49:35.756" v="490" actId="113"/>
        <pc:sldMkLst>
          <pc:docMk/>
          <pc:sldMk cId="2471644895" sldId="262"/>
        </pc:sldMkLst>
        <pc:spChg chg="del mod">
          <ac:chgData name="KIRAN KUMAR GANTA" userId="04d4457b2c6f4d58" providerId="LiveId" clId="{415B0607-3D18-4380-816B-9D66A004EED0}" dt="2022-11-22T09:48:00.071" v="371" actId="478"/>
          <ac:spMkLst>
            <pc:docMk/>
            <pc:sldMk cId="2471644895" sldId="262"/>
            <ac:spMk id="2" creationId="{000AA207-4125-EFA2-9E98-39906A0019E9}"/>
          </ac:spMkLst>
        </pc:spChg>
        <pc:spChg chg="mod">
          <ac:chgData name="KIRAN KUMAR GANTA" userId="04d4457b2c6f4d58" providerId="LiveId" clId="{415B0607-3D18-4380-816B-9D66A004EED0}" dt="2022-11-22T09:49:35.756" v="490" actId="113"/>
          <ac:spMkLst>
            <pc:docMk/>
            <pc:sldMk cId="2471644895" sldId="262"/>
            <ac:spMk id="3" creationId="{ED5E6109-DE52-D3E6-2B6D-0F9DD5E9BD64}"/>
          </ac:spMkLst>
        </pc:spChg>
      </pc:sldChg>
      <pc:sldChg chg="delSp modSp new mod">
        <pc:chgData name="KIRAN KUMAR GANTA" userId="04d4457b2c6f4d58" providerId="LiveId" clId="{415B0607-3D18-4380-816B-9D66A004EED0}" dt="2022-11-22T09:51:13.335" v="609" actId="113"/>
        <pc:sldMkLst>
          <pc:docMk/>
          <pc:sldMk cId="3406206606" sldId="263"/>
        </pc:sldMkLst>
        <pc:spChg chg="del mod">
          <ac:chgData name="KIRAN KUMAR GANTA" userId="04d4457b2c6f4d58" providerId="LiveId" clId="{415B0607-3D18-4380-816B-9D66A004EED0}" dt="2022-11-22T09:49:42.789" v="493" actId="478"/>
          <ac:spMkLst>
            <pc:docMk/>
            <pc:sldMk cId="3406206606" sldId="263"/>
            <ac:spMk id="2" creationId="{47AD252D-8EA7-E794-9CA2-A244515ADA72}"/>
          </ac:spMkLst>
        </pc:spChg>
        <pc:spChg chg="mod">
          <ac:chgData name="KIRAN KUMAR GANTA" userId="04d4457b2c6f4d58" providerId="LiveId" clId="{415B0607-3D18-4380-816B-9D66A004EED0}" dt="2022-11-22T09:51:13.335" v="609" actId="113"/>
          <ac:spMkLst>
            <pc:docMk/>
            <pc:sldMk cId="3406206606" sldId="263"/>
            <ac:spMk id="3" creationId="{83435682-F3C7-456E-8725-FBF18D75BED0}"/>
          </ac:spMkLst>
        </pc:spChg>
      </pc:sldChg>
      <pc:sldChg chg="delSp modSp new mod">
        <pc:chgData name="KIRAN KUMAR GANTA" userId="04d4457b2c6f4d58" providerId="LiveId" clId="{415B0607-3D18-4380-816B-9D66A004EED0}" dt="2022-11-22T09:52:56.447" v="734" actId="113"/>
        <pc:sldMkLst>
          <pc:docMk/>
          <pc:sldMk cId="2366335118" sldId="264"/>
        </pc:sldMkLst>
        <pc:spChg chg="del mod">
          <ac:chgData name="KIRAN KUMAR GANTA" userId="04d4457b2c6f4d58" providerId="LiveId" clId="{415B0607-3D18-4380-816B-9D66A004EED0}" dt="2022-11-22T09:51:26.456" v="612" actId="478"/>
          <ac:spMkLst>
            <pc:docMk/>
            <pc:sldMk cId="2366335118" sldId="264"/>
            <ac:spMk id="2" creationId="{700A2CCF-64AC-D193-C5D6-C51F72224C5B}"/>
          </ac:spMkLst>
        </pc:spChg>
        <pc:spChg chg="mod">
          <ac:chgData name="KIRAN KUMAR GANTA" userId="04d4457b2c6f4d58" providerId="LiveId" clId="{415B0607-3D18-4380-816B-9D66A004EED0}" dt="2022-11-22T09:52:56.447" v="734" actId="113"/>
          <ac:spMkLst>
            <pc:docMk/>
            <pc:sldMk cId="2366335118" sldId="264"/>
            <ac:spMk id="3" creationId="{12232249-F00A-336E-BF6A-27A16CE2F241}"/>
          </ac:spMkLst>
        </pc:spChg>
      </pc:sldChg>
      <pc:sldChg chg="delSp modSp new mod">
        <pc:chgData name="KIRAN KUMAR GANTA" userId="04d4457b2c6f4d58" providerId="LiveId" clId="{415B0607-3D18-4380-816B-9D66A004EED0}" dt="2022-11-22T09:54:43.339" v="856" actId="113"/>
        <pc:sldMkLst>
          <pc:docMk/>
          <pc:sldMk cId="3726046492" sldId="265"/>
        </pc:sldMkLst>
        <pc:spChg chg="del mod">
          <ac:chgData name="KIRAN KUMAR GANTA" userId="04d4457b2c6f4d58" providerId="LiveId" clId="{415B0607-3D18-4380-816B-9D66A004EED0}" dt="2022-11-22T09:53:05.392" v="737" actId="478"/>
          <ac:spMkLst>
            <pc:docMk/>
            <pc:sldMk cId="3726046492" sldId="265"/>
            <ac:spMk id="2" creationId="{A1B099E4-C240-C94B-53B7-D1EE52C04EBE}"/>
          </ac:spMkLst>
        </pc:spChg>
        <pc:spChg chg="mod">
          <ac:chgData name="KIRAN KUMAR GANTA" userId="04d4457b2c6f4d58" providerId="LiveId" clId="{415B0607-3D18-4380-816B-9D66A004EED0}" dt="2022-11-22T09:54:43.339" v="856" actId="113"/>
          <ac:spMkLst>
            <pc:docMk/>
            <pc:sldMk cId="3726046492" sldId="265"/>
            <ac:spMk id="3" creationId="{9F32EDFA-9473-79EE-0F35-48D6FE17308F}"/>
          </ac:spMkLst>
        </pc:spChg>
      </pc:sldChg>
      <pc:sldChg chg="delSp modSp new mod">
        <pc:chgData name="KIRAN KUMAR GANTA" userId="04d4457b2c6f4d58" providerId="LiveId" clId="{415B0607-3D18-4380-816B-9D66A004EED0}" dt="2022-11-22T09:56:56.173" v="987" actId="113"/>
        <pc:sldMkLst>
          <pc:docMk/>
          <pc:sldMk cId="1208186571" sldId="266"/>
        </pc:sldMkLst>
        <pc:spChg chg="del mod">
          <ac:chgData name="KIRAN KUMAR GANTA" userId="04d4457b2c6f4d58" providerId="LiveId" clId="{415B0607-3D18-4380-816B-9D66A004EED0}" dt="2022-11-22T09:55:10.225" v="859" actId="478"/>
          <ac:spMkLst>
            <pc:docMk/>
            <pc:sldMk cId="1208186571" sldId="266"/>
            <ac:spMk id="2" creationId="{51117EEC-5E2D-DC41-081A-DE5B29DCAD03}"/>
          </ac:spMkLst>
        </pc:spChg>
        <pc:spChg chg="mod">
          <ac:chgData name="KIRAN KUMAR GANTA" userId="04d4457b2c6f4d58" providerId="LiveId" clId="{415B0607-3D18-4380-816B-9D66A004EED0}" dt="2022-11-22T09:56:56.173" v="987" actId="113"/>
          <ac:spMkLst>
            <pc:docMk/>
            <pc:sldMk cId="1208186571" sldId="266"/>
            <ac:spMk id="3" creationId="{F1C208E4-8FE0-3F9B-F449-7A80C294134C}"/>
          </ac:spMkLst>
        </pc:spChg>
      </pc:sldChg>
      <pc:sldChg chg="delSp modSp new mod">
        <pc:chgData name="KIRAN KUMAR GANTA" userId="04d4457b2c6f4d58" providerId="LiveId" clId="{415B0607-3D18-4380-816B-9D66A004EED0}" dt="2022-11-22T09:59:46.615" v="1143" actId="113"/>
        <pc:sldMkLst>
          <pc:docMk/>
          <pc:sldMk cId="1105230622" sldId="267"/>
        </pc:sldMkLst>
        <pc:spChg chg="del mod">
          <ac:chgData name="KIRAN KUMAR GANTA" userId="04d4457b2c6f4d58" providerId="LiveId" clId="{415B0607-3D18-4380-816B-9D66A004EED0}" dt="2022-11-22T09:57:06.958" v="990" actId="478"/>
          <ac:spMkLst>
            <pc:docMk/>
            <pc:sldMk cId="1105230622" sldId="267"/>
            <ac:spMk id="2" creationId="{A9803699-48FA-E108-82F9-8F99BEB1DDE4}"/>
          </ac:spMkLst>
        </pc:spChg>
        <pc:spChg chg="mod">
          <ac:chgData name="KIRAN KUMAR GANTA" userId="04d4457b2c6f4d58" providerId="LiveId" clId="{415B0607-3D18-4380-816B-9D66A004EED0}" dt="2022-11-22T09:59:46.615" v="1143" actId="113"/>
          <ac:spMkLst>
            <pc:docMk/>
            <pc:sldMk cId="1105230622" sldId="267"/>
            <ac:spMk id="3" creationId="{4FE0DC40-B0EA-D63B-E4B6-70164DE9D2E3}"/>
          </ac:spMkLst>
        </pc:spChg>
      </pc:sldChg>
      <pc:sldChg chg="delSp modSp new mod">
        <pc:chgData name="KIRAN KUMAR GANTA" userId="04d4457b2c6f4d58" providerId="LiveId" clId="{415B0607-3D18-4380-816B-9D66A004EED0}" dt="2022-11-22T10:02:17.532" v="1283" actId="113"/>
        <pc:sldMkLst>
          <pc:docMk/>
          <pc:sldMk cId="921741312" sldId="268"/>
        </pc:sldMkLst>
        <pc:spChg chg="del mod">
          <ac:chgData name="KIRAN KUMAR GANTA" userId="04d4457b2c6f4d58" providerId="LiveId" clId="{415B0607-3D18-4380-816B-9D66A004EED0}" dt="2022-11-22T09:59:55.647" v="1146" actId="478"/>
          <ac:spMkLst>
            <pc:docMk/>
            <pc:sldMk cId="921741312" sldId="268"/>
            <ac:spMk id="2" creationId="{04D77D2A-BBD0-DE84-C6A0-43773C1F5757}"/>
          </ac:spMkLst>
        </pc:spChg>
        <pc:spChg chg="mod">
          <ac:chgData name="KIRAN KUMAR GANTA" userId="04d4457b2c6f4d58" providerId="LiveId" clId="{415B0607-3D18-4380-816B-9D66A004EED0}" dt="2022-11-22T10:02:17.532" v="1283" actId="113"/>
          <ac:spMkLst>
            <pc:docMk/>
            <pc:sldMk cId="921741312" sldId="268"/>
            <ac:spMk id="3" creationId="{837DD3FD-F0EB-8CF6-8476-A685D9C43EF1}"/>
          </ac:spMkLst>
        </pc:spChg>
      </pc:sldChg>
      <pc:sldChg chg="delSp modSp new mod">
        <pc:chgData name="KIRAN KUMAR GANTA" userId="04d4457b2c6f4d58" providerId="LiveId" clId="{415B0607-3D18-4380-816B-9D66A004EED0}" dt="2022-11-22T10:04:53.768" v="1456" actId="113"/>
        <pc:sldMkLst>
          <pc:docMk/>
          <pc:sldMk cId="3188229740" sldId="269"/>
        </pc:sldMkLst>
        <pc:spChg chg="del mod">
          <ac:chgData name="KIRAN KUMAR GANTA" userId="04d4457b2c6f4d58" providerId="LiveId" clId="{415B0607-3D18-4380-816B-9D66A004EED0}" dt="2022-11-22T10:02:25.180" v="1286" actId="478"/>
          <ac:spMkLst>
            <pc:docMk/>
            <pc:sldMk cId="3188229740" sldId="269"/>
            <ac:spMk id="2" creationId="{65A2866E-01DA-5730-F139-DAEA0DF26248}"/>
          </ac:spMkLst>
        </pc:spChg>
        <pc:spChg chg="mod">
          <ac:chgData name="KIRAN KUMAR GANTA" userId="04d4457b2c6f4d58" providerId="LiveId" clId="{415B0607-3D18-4380-816B-9D66A004EED0}" dt="2022-11-22T10:04:53.768" v="1456" actId="113"/>
          <ac:spMkLst>
            <pc:docMk/>
            <pc:sldMk cId="3188229740" sldId="269"/>
            <ac:spMk id="3" creationId="{4D6EDC61-D907-181C-909A-F0EF15A8407C}"/>
          </ac:spMkLst>
        </pc:spChg>
      </pc:sldChg>
      <pc:sldChg chg="delSp modSp new mod">
        <pc:chgData name="KIRAN KUMAR GANTA" userId="04d4457b2c6f4d58" providerId="LiveId" clId="{415B0607-3D18-4380-816B-9D66A004EED0}" dt="2022-11-22T10:07:37.006" v="1631" actId="123"/>
        <pc:sldMkLst>
          <pc:docMk/>
          <pc:sldMk cId="1343770880" sldId="270"/>
        </pc:sldMkLst>
        <pc:spChg chg="del mod">
          <ac:chgData name="KIRAN KUMAR GANTA" userId="04d4457b2c6f4d58" providerId="LiveId" clId="{415B0607-3D18-4380-816B-9D66A004EED0}" dt="2022-11-22T10:05:03.868" v="1459" actId="478"/>
          <ac:spMkLst>
            <pc:docMk/>
            <pc:sldMk cId="1343770880" sldId="270"/>
            <ac:spMk id="2" creationId="{70195E2B-9811-C77D-1275-65B827A46264}"/>
          </ac:spMkLst>
        </pc:spChg>
        <pc:spChg chg="mod">
          <ac:chgData name="KIRAN KUMAR GANTA" userId="04d4457b2c6f4d58" providerId="LiveId" clId="{415B0607-3D18-4380-816B-9D66A004EED0}" dt="2022-11-22T10:07:37.006" v="1631" actId="123"/>
          <ac:spMkLst>
            <pc:docMk/>
            <pc:sldMk cId="1343770880" sldId="270"/>
            <ac:spMk id="3" creationId="{1FEB0B71-DE53-634B-274E-6F27A9B49692}"/>
          </ac:spMkLst>
        </pc:spChg>
      </pc:sldChg>
      <pc:sldChg chg="delSp modSp new mod">
        <pc:chgData name="KIRAN KUMAR GANTA" userId="04d4457b2c6f4d58" providerId="LiveId" clId="{415B0607-3D18-4380-816B-9D66A004EED0}" dt="2022-11-22T10:10:35.974" v="1858" actId="123"/>
        <pc:sldMkLst>
          <pc:docMk/>
          <pc:sldMk cId="2758500736" sldId="271"/>
        </pc:sldMkLst>
        <pc:spChg chg="del mod">
          <ac:chgData name="KIRAN KUMAR GANTA" userId="04d4457b2c6f4d58" providerId="LiveId" clId="{415B0607-3D18-4380-816B-9D66A004EED0}" dt="2022-11-22T10:07:47.174" v="1634" actId="478"/>
          <ac:spMkLst>
            <pc:docMk/>
            <pc:sldMk cId="2758500736" sldId="271"/>
            <ac:spMk id="2" creationId="{EFDCD9D6-3741-07CB-6466-D105E37F06DA}"/>
          </ac:spMkLst>
        </pc:spChg>
        <pc:spChg chg="mod">
          <ac:chgData name="KIRAN KUMAR GANTA" userId="04d4457b2c6f4d58" providerId="LiveId" clId="{415B0607-3D18-4380-816B-9D66A004EED0}" dt="2022-11-22T10:10:35.974" v="1858" actId="123"/>
          <ac:spMkLst>
            <pc:docMk/>
            <pc:sldMk cId="2758500736" sldId="271"/>
            <ac:spMk id="3" creationId="{84B8E209-D197-54D2-FA90-614220DCAA3C}"/>
          </ac:spMkLst>
        </pc:spChg>
      </pc:sldChg>
      <pc:sldChg chg="delSp modSp new mod">
        <pc:chgData name="KIRAN KUMAR GANTA" userId="04d4457b2c6f4d58" providerId="LiveId" clId="{415B0607-3D18-4380-816B-9D66A004EED0}" dt="2022-11-22T10:13:59.747" v="2077" actId="123"/>
        <pc:sldMkLst>
          <pc:docMk/>
          <pc:sldMk cId="3653190127" sldId="272"/>
        </pc:sldMkLst>
        <pc:spChg chg="del mod">
          <ac:chgData name="KIRAN KUMAR GANTA" userId="04d4457b2c6f4d58" providerId="LiveId" clId="{415B0607-3D18-4380-816B-9D66A004EED0}" dt="2022-11-22T10:10:43.954" v="1861" actId="478"/>
          <ac:spMkLst>
            <pc:docMk/>
            <pc:sldMk cId="3653190127" sldId="272"/>
            <ac:spMk id="2" creationId="{78291E25-DB65-D67D-55E1-1C04E811F0A3}"/>
          </ac:spMkLst>
        </pc:spChg>
        <pc:spChg chg="mod">
          <ac:chgData name="KIRAN KUMAR GANTA" userId="04d4457b2c6f4d58" providerId="LiveId" clId="{415B0607-3D18-4380-816B-9D66A004EED0}" dt="2022-11-22T10:13:59.747" v="2077" actId="123"/>
          <ac:spMkLst>
            <pc:docMk/>
            <pc:sldMk cId="3653190127" sldId="272"/>
            <ac:spMk id="3" creationId="{506F231C-6208-F025-E6AF-A625BE35EB83}"/>
          </ac:spMkLst>
        </pc:spChg>
      </pc:sldChg>
      <pc:sldChg chg="addSp delSp modSp new mod">
        <pc:chgData name="KIRAN KUMAR GANTA" userId="04d4457b2c6f4d58" providerId="LiveId" clId="{415B0607-3D18-4380-816B-9D66A004EED0}" dt="2022-11-23T00:22:07.413" v="2634" actId="123"/>
        <pc:sldMkLst>
          <pc:docMk/>
          <pc:sldMk cId="3695859695" sldId="273"/>
        </pc:sldMkLst>
        <pc:spChg chg="del mod">
          <ac:chgData name="KIRAN KUMAR GANTA" userId="04d4457b2c6f4d58" providerId="LiveId" clId="{415B0607-3D18-4380-816B-9D66A004EED0}" dt="2022-11-22T10:14:55.718" v="2080" actId="478"/>
          <ac:spMkLst>
            <pc:docMk/>
            <pc:sldMk cId="3695859695" sldId="273"/>
            <ac:spMk id="2" creationId="{94BB2080-21D0-F1DE-A9D1-FCD4990E2124}"/>
          </ac:spMkLst>
        </pc:spChg>
        <pc:spChg chg="mod">
          <ac:chgData name="KIRAN KUMAR GANTA" userId="04d4457b2c6f4d58" providerId="LiveId" clId="{415B0607-3D18-4380-816B-9D66A004EED0}" dt="2022-11-23T00:22:07.413" v="2634" actId="123"/>
          <ac:spMkLst>
            <pc:docMk/>
            <pc:sldMk cId="3695859695" sldId="273"/>
            <ac:spMk id="3" creationId="{08FB23B5-8DA9-7542-5D8E-8BA2B36C5599}"/>
          </ac:spMkLst>
        </pc:spChg>
        <pc:spChg chg="add mod">
          <ac:chgData name="KIRAN KUMAR GANTA" userId="04d4457b2c6f4d58" providerId="LiveId" clId="{415B0607-3D18-4380-816B-9D66A004EED0}" dt="2022-11-22T10:47:23.601" v="2338" actId="20577"/>
          <ac:spMkLst>
            <pc:docMk/>
            <pc:sldMk cId="3695859695" sldId="273"/>
            <ac:spMk id="4" creationId="{0386C79C-5562-CBCF-7E50-5E77E83F5C66}"/>
          </ac:spMkLst>
        </pc:spChg>
      </pc:sldChg>
      <pc:sldChg chg="delSp modSp new mod">
        <pc:chgData name="KIRAN KUMAR GANTA" userId="04d4457b2c6f4d58" providerId="LiveId" clId="{415B0607-3D18-4380-816B-9D66A004EED0}" dt="2022-11-23T00:25:42.108" v="2859" actId="123"/>
        <pc:sldMkLst>
          <pc:docMk/>
          <pc:sldMk cId="2026968352" sldId="274"/>
        </pc:sldMkLst>
        <pc:spChg chg="del mod">
          <ac:chgData name="KIRAN KUMAR GANTA" userId="04d4457b2c6f4d58" providerId="LiveId" clId="{415B0607-3D18-4380-816B-9D66A004EED0}" dt="2022-11-23T00:22:23.940" v="2637" actId="478"/>
          <ac:spMkLst>
            <pc:docMk/>
            <pc:sldMk cId="2026968352" sldId="274"/>
            <ac:spMk id="2" creationId="{150100BA-6C40-A5E0-D970-7D222207E89F}"/>
          </ac:spMkLst>
        </pc:spChg>
        <pc:spChg chg="mod">
          <ac:chgData name="KIRAN KUMAR GANTA" userId="04d4457b2c6f4d58" providerId="LiveId" clId="{415B0607-3D18-4380-816B-9D66A004EED0}" dt="2022-11-23T00:25:42.108" v="2859" actId="123"/>
          <ac:spMkLst>
            <pc:docMk/>
            <pc:sldMk cId="2026968352" sldId="274"/>
            <ac:spMk id="3" creationId="{668703F4-1813-892A-D70C-11718D503101}"/>
          </ac:spMkLst>
        </pc:spChg>
      </pc:sldChg>
      <pc:sldChg chg="delSp modSp new mod">
        <pc:chgData name="KIRAN KUMAR GANTA" userId="04d4457b2c6f4d58" providerId="LiveId" clId="{415B0607-3D18-4380-816B-9D66A004EED0}" dt="2022-11-23T00:28:56.357" v="3087" actId="123"/>
        <pc:sldMkLst>
          <pc:docMk/>
          <pc:sldMk cId="2957383491" sldId="275"/>
        </pc:sldMkLst>
        <pc:spChg chg="del mod">
          <ac:chgData name="KIRAN KUMAR GANTA" userId="04d4457b2c6f4d58" providerId="LiveId" clId="{415B0607-3D18-4380-816B-9D66A004EED0}" dt="2022-11-23T00:25:52.933" v="2862" actId="478"/>
          <ac:spMkLst>
            <pc:docMk/>
            <pc:sldMk cId="2957383491" sldId="275"/>
            <ac:spMk id="2" creationId="{6B4DC175-5F8F-02D1-67EF-989E7DD6CB0E}"/>
          </ac:spMkLst>
        </pc:spChg>
        <pc:spChg chg="mod">
          <ac:chgData name="KIRAN KUMAR GANTA" userId="04d4457b2c6f4d58" providerId="LiveId" clId="{415B0607-3D18-4380-816B-9D66A004EED0}" dt="2022-11-23T00:28:56.357" v="3087" actId="123"/>
          <ac:spMkLst>
            <pc:docMk/>
            <pc:sldMk cId="2957383491" sldId="275"/>
            <ac:spMk id="3" creationId="{9C531A27-11BB-3D0C-6631-5379D78E199B}"/>
          </ac:spMkLst>
        </pc:spChg>
      </pc:sldChg>
      <pc:sldChg chg="delSp modSp new mod">
        <pc:chgData name="KIRAN KUMAR GANTA" userId="04d4457b2c6f4d58" providerId="LiveId" clId="{415B0607-3D18-4380-816B-9D66A004EED0}" dt="2022-11-23T00:34:22.033" v="3367" actId="14100"/>
        <pc:sldMkLst>
          <pc:docMk/>
          <pc:sldMk cId="2146524995" sldId="276"/>
        </pc:sldMkLst>
        <pc:spChg chg="del">
          <ac:chgData name="KIRAN KUMAR GANTA" userId="04d4457b2c6f4d58" providerId="LiveId" clId="{415B0607-3D18-4380-816B-9D66A004EED0}" dt="2022-11-23T00:29:08.611" v="3089" actId="478"/>
          <ac:spMkLst>
            <pc:docMk/>
            <pc:sldMk cId="2146524995" sldId="276"/>
            <ac:spMk id="2" creationId="{16BE8993-1ECF-8345-24B7-572F81021BD5}"/>
          </ac:spMkLst>
        </pc:spChg>
        <pc:spChg chg="mod">
          <ac:chgData name="KIRAN KUMAR GANTA" userId="04d4457b2c6f4d58" providerId="LiveId" clId="{415B0607-3D18-4380-816B-9D66A004EED0}" dt="2022-11-23T00:34:22.033" v="3367" actId="14100"/>
          <ac:spMkLst>
            <pc:docMk/>
            <pc:sldMk cId="2146524995" sldId="276"/>
            <ac:spMk id="3" creationId="{03CF843A-ACC6-4F63-ED60-590DDF5B439D}"/>
          </ac:spMkLst>
        </pc:spChg>
      </pc:sldChg>
      <pc:sldChg chg="delSp modSp new mod">
        <pc:chgData name="KIRAN KUMAR GANTA" userId="04d4457b2c6f4d58" providerId="LiveId" clId="{415B0607-3D18-4380-816B-9D66A004EED0}" dt="2022-11-23T00:41:50.348" v="3594" actId="123"/>
        <pc:sldMkLst>
          <pc:docMk/>
          <pc:sldMk cId="1414182164" sldId="277"/>
        </pc:sldMkLst>
        <pc:spChg chg="del mod">
          <ac:chgData name="KIRAN KUMAR GANTA" userId="04d4457b2c6f4d58" providerId="LiveId" clId="{415B0607-3D18-4380-816B-9D66A004EED0}" dt="2022-11-23T00:34:40.034" v="3370" actId="478"/>
          <ac:spMkLst>
            <pc:docMk/>
            <pc:sldMk cId="1414182164" sldId="277"/>
            <ac:spMk id="2" creationId="{6251E59C-7F51-2616-1C3F-48746BCD2CA9}"/>
          </ac:spMkLst>
        </pc:spChg>
        <pc:spChg chg="mod">
          <ac:chgData name="KIRAN KUMAR GANTA" userId="04d4457b2c6f4d58" providerId="LiveId" clId="{415B0607-3D18-4380-816B-9D66A004EED0}" dt="2022-11-23T00:41:50.348" v="3594" actId="123"/>
          <ac:spMkLst>
            <pc:docMk/>
            <pc:sldMk cId="1414182164" sldId="277"/>
            <ac:spMk id="3" creationId="{BBA4833D-A393-F722-CAA9-C34A2200418A}"/>
          </ac:spMkLst>
        </pc:spChg>
      </pc:sldChg>
      <pc:sldChg chg="delSp modSp new mod">
        <pc:chgData name="KIRAN KUMAR GANTA" userId="04d4457b2c6f4d58" providerId="LiveId" clId="{415B0607-3D18-4380-816B-9D66A004EED0}" dt="2022-11-23T00:45:58.846" v="3789" actId="123"/>
        <pc:sldMkLst>
          <pc:docMk/>
          <pc:sldMk cId="3434561862" sldId="278"/>
        </pc:sldMkLst>
        <pc:spChg chg="del mod">
          <ac:chgData name="KIRAN KUMAR GANTA" userId="04d4457b2c6f4d58" providerId="LiveId" clId="{415B0607-3D18-4380-816B-9D66A004EED0}" dt="2022-11-23T00:42:01.803" v="3597" actId="478"/>
          <ac:spMkLst>
            <pc:docMk/>
            <pc:sldMk cId="3434561862" sldId="278"/>
            <ac:spMk id="2" creationId="{51FD3476-EC2A-18A1-8DFC-50FFB694F4A4}"/>
          </ac:spMkLst>
        </pc:spChg>
        <pc:spChg chg="mod">
          <ac:chgData name="KIRAN KUMAR GANTA" userId="04d4457b2c6f4d58" providerId="LiveId" clId="{415B0607-3D18-4380-816B-9D66A004EED0}" dt="2022-11-23T00:45:58.846" v="3789" actId="123"/>
          <ac:spMkLst>
            <pc:docMk/>
            <pc:sldMk cId="3434561862" sldId="278"/>
            <ac:spMk id="3" creationId="{F1CC810F-4B1C-0B6C-E977-549B0ADCCC3B}"/>
          </ac:spMkLst>
        </pc:spChg>
      </pc:sldChg>
      <pc:sldChg chg="delSp modSp new mod">
        <pc:chgData name="KIRAN KUMAR GANTA" userId="04d4457b2c6f4d58" providerId="LiveId" clId="{415B0607-3D18-4380-816B-9D66A004EED0}" dt="2022-11-23T00:48:57.612" v="3974" actId="123"/>
        <pc:sldMkLst>
          <pc:docMk/>
          <pc:sldMk cId="3425082150" sldId="279"/>
        </pc:sldMkLst>
        <pc:spChg chg="del mod">
          <ac:chgData name="KIRAN KUMAR GANTA" userId="04d4457b2c6f4d58" providerId="LiveId" clId="{415B0607-3D18-4380-816B-9D66A004EED0}" dt="2022-11-23T00:46:06.762" v="3792" actId="478"/>
          <ac:spMkLst>
            <pc:docMk/>
            <pc:sldMk cId="3425082150" sldId="279"/>
            <ac:spMk id="2" creationId="{04D80463-BE7B-ED63-7CF7-8B00AAF58365}"/>
          </ac:spMkLst>
        </pc:spChg>
        <pc:spChg chg="mod">
          <ac:chgData name="KIRAN KUMAR GANTA" userId="04d4457b2c6f4d58" providerId="LiveId" clId="{415B0607-3D18-4380-816B-9D66A004EED0}" dt="2022-11-23T00:48:57.612" v="3974" actId="123"/>
          <ac:spMkLst>
            <pc:docMk/>
            <pc:sldMk cId="3425082150" sldId="279"/>
            <ac:spMk id="3" creationId="{98EAFA4C-BD9E-0554-C08A-C8929C9E1305}"/>
          </ac:spMkLst>
        </pc:spChg>
      </pc:sldChg>
      <pc:sldChg chg="delSp modSp new mod">
        <pc:chgData name="KIRAN KUMAR GANTA" userId="04d4457b2c6f4d58" providerId="LiveId" clId="{415B0607-3D18-4380-816B-9D66A004EED0}" dt="2022-11-23T00:51:35.466" v="4163" actId="123"/>
        <pc:sldMkLst>
          <pc:docMk/>
          <pc:sldMk cId="2076612004" sldId="280"/>
        </pc:sldMkLst>
        <pc:spChg chg="del mod">
          <ac:chgData name="KIRAN KUMAR GANTA" userId="04d4457b2c6f4d58" providerId="LiveId" clId="{415B0607-3D18-4380-816B-9D66A004EED0}" dt="2022-11-23T00:49:08.086" v="3977" actId="478"/>
          <ac:spMkLst>
            <pc:docMk/>
            <pc:sldMk cId="2076612004" sldId="280"/>
            <ac:spMk id="2" creationId="{32E994F3-2019-6BB5-6074-5471C45CE759}"/>
          </ac:spMkLst>
        </pc:spChg>
        <pc:spChg chg="mod">
          <ac:chgData name="KIRAN KUMAR GANTA" userId="04d4457b2c6f4d58" providerId="LiveId" clId="{415B0607-3D18-4380-816B-9D66A004EED0}" dt="2022-11-23T00:51:35.466" v="4163" actId="123"/>
          <ac:spMkLst>
            <pc:docMk/>
            <pc:sldMk cId="2076612004" sldId="280"/>
            <ac:spMk id="3" creationId="{C9242765-0CE3-2B9A-CE0B-990E2FFC66CC}"/>
          </ac:spMkLst>
        </pc:spChg>
      </pc:sldChg>
      <pc:sldChg chg="delSp modSp new mod">
        <pc:chgData name="KIRAN KUMAR GANTA" userId="04d4457b2c6f4d58" providerId="LiveId" clId="{415B0607-3D18-4380-816B-9D66A004EED0}" dt="2022-11-23T00:55:14.908" v="4405" actId="123"/>
        <pc:sldMkLst>
          <pc:docMk/>
          <pc:sldMk cId="2711076953" sldId="281"/>
        </pc:sldMkLst>
        <pc:spChg chg="del mod">
          <ac:chgData name="KIRAN KUMAR GANTA" userId="04d4457b2c6f4d58" providerId="LiveId" clId="{415B0607-3D18-4380-816B-9D66A004EED0}" dt="2022-11-23T00:51:44.714" v="4166" actId="478"/>
          <ac:spMkLst>
            <pc:docMk/>
            <pc:sldMk cId="2711076953" sldId="281"/>
            <ac:spMk id="2" creationId="{FF2080A3-272E-BDE3-98DB-B27B0EF8FD2A}"/>
          </ac:spMkLst>
        </pc:spChg>
        <pc:spChg chg="mod">
          <ac:chgData name="KIRAN KUMAR GANTA" userId="04d4457b2c6f4d58" providerId="LiveId" clId="{415B0607-3D18-4380-816B-9D66A004EED0}" dt="2022-11-23T00:55:14.908" v="4405" actId="123"/>
          <ac:spMkLst>
            <pc:docMk/>
            <pc:sldMk cId="2711076953" sldId="281"/>
            <ac:spMk id="3" creationId="{D50209E1-216A-4AEC-B69A-024ED48ABF25}"/>
          </ac:spMkLst>
        </pc:spChg>
      </pc:sldChg>
      <pc:sldChg chg="delSp modSp new mod">
        <pc:chgData name="KIRAN KUMAR GANTA" userId="04d4457b2c6f4d58" providerId="LiveId" clId="{415B0607-3D18-4380-816B-9D66A004EED0}" dt="2022-11-23T00:58:55.957" v="4644" actId="123"/>
        <pc:sldMkLst>
          <pc:docMk/>
          <pc:sldMk cId="2851204071" sldId="282"/>
        </pc:sldMkLst>
        <pc:spChg chg="del mod">
          <ac:chgData name="KIRAN KUMAR GANTA" userId="04d4457b2c6f4d58" providerId="LiveId" clId="{415B0607-3D18-4380-816B-9D66A004EED0}" dt="2022-11-23T00:55:24.765" v="4408" actId="478"/>
          <ac:spMkLst>
            <pc:docMk/>
            <pc:sldMk cId="2851204071" sldId="282"/>
            <ac:spMk id="2" creationId="{AE04B9A2-5ECE-C2B2-E826-56D8B800CA23}"/>
          </ac:spMkLst>
        </pc:spChg>
        <pc:spChg chg="mod">
          <ac:chgData name="KIRAN KUMAR GANTA" userId="04d4457b2c6f4d58" providerId="LiveId" clId="{415B0607-3D18-4380-816B-9D66A004EED0}" dt="2022-11-23T00:58:55.957" v="4644" actId="123"/>
          <ac:spMkLst>
            <pc:docMk/>
            <pc:sldMk cId="2851204071" sldId="282"/>
            <ac:spMk id="3" creationId="{F12BD6D4-CBAA-AEA2-A98E-E5FE37EC7961}"/>
          </ac:spMkLst>
        </pc:spChg>
      </pc:sldChg>
      <pc:sldChg chg="delSp modSp new mod">
        <pc:chgData name="KIRAN KUMAR GANTA" userId="04d4457b2c6f4d58" providerId="LiveId" clId="{415B0607-3D18-4380-816B-9D66A004EED0}" dt="2022-11-23T01:04:41.489" v="4902" actId="123"/>
        <pc:sldMkLst>
          <pc:docMk/>
          <pc:sldMk cId="554223680" sldId="283"/>
        </pc:sldMkLst>
        <pc:spChg chg="del mod">
          <ac:chgData name="KIRAN KUMAR GANTA" userId="04d4457b2c6f4d58" providerId="LiveId" clId="{415B0607-3D18-4380-816B-9D66A004EED0}" dt="2022-11-23T00:59:08.369" v="4647" actId="478"/>
          <ac:spMkLst>
            <pc:docMk/>
            <pc:sldMk cId="554223680" sldId="283"/>
            <ac:spMk id="2" creationId="{196DAEF5-56C2-DB92-93AA-6780322E9EF4}"/>
          </ac:spMkLst>
        </pc:spChg>
        <pc:spChg chg="mod">
          <ac:chgData name="KIRAN KUMAR GANTA" userId="04d4457b2c6f4d58" providerId="LiveId" clId="{415B0607-3D18-4380-816B-9D66A004EED0}" dt="2022-11-23T01:04:41.489" v="4902" actId="123"/>
          <ac:spMkLst>
            <pc:docMk/>
            <pc:sldMk cId="554223680" sldId="283"/>
            <ac:spMk id="3" creationId="{07EFD1C8-9DB6-76A3-652E-782D67431108}"/>
          </ac:spMkLst>
        </pc:spChg>
      </pc:sldChg>
      <pc:sldChg chg="delSp modSp new mod">
        <pc:chgData name="KIRAN KUMAR GANTA" userId="04d4457b2c6f4d58" providerId="LiveId" clId="{415B0607-3D18-4380-816B-9D66A004EED0}" dt="2022-11-23T01:08:07.642" v="5138" actId="123"/>
        <pc:sldMkLst>
          <pc:docMk/>
          <pc:sldMk cId="3048807994" sldId="284"/>
        </pc:sldMkLst>
        <pc:spChg chg="del mod">
          <ac:chgData name="KIRAN KUMAR GANTA" userId="04d4457b2c6f4d58" providerId="LiveId" clId="{415B0607-3D18-4380-816B-9D66A004EED0}" dt="2022-11-23T01:04:50.569" v="4905" actId="478"/>
          <ac:spMkLst>
            <pc:docMk/>
            <pc:sldMk cId="3048807994" sldId="284"/>
            <ac:spMk id="2" creationId="{3EB8A20C-1B53-A039-533F-016C23B9E282}"/>
          </ac:spMkLst>
        </pc:spChg>
        <pc:spChg chg="mod">
          <ac:chgData name="KIRAN KUMAR GANTA" userId="04d4457b2c6f4d58" providerId="LiveId" clId="{415B0607-3D18-4380-816B-9D66A004EED0}" dt="2022-11-23T01:08:07.642" v="5138" actId="123"/>
          <ac:spMkLst>
            <pc:docMk/>
            <pc:sldMk cId="3048807994" sldId="284"/>
            <ac:spMk id="3" creationId="{F1A50A26-F082-840C-73DB-10EA2A889E6D}"/>
          </ac:spMkLst>
        </pc:spChg>
      </pc:sldChg>
      <pc:sldChg chg="delSp modSp new mod">
        <pc:chgData name="KIRAN KUMAR GANTA" userId="04d4457b2c6f4d58" providerId="LiveId" clId="{415B0607-3D18-4380-816B-9D66A004EED0}" dt="2022-11-23T01:13:14.652" v="5413" actId="123"/>
        <pc:sldMkLst>
          <pc:docMk/>
          <pc:sldMk cId="3989849634" sldId="285"/>
        </pc:sldMkLst>
        <pc:spChg chg="del mod">
          <ac:chgData name="KIRAN KUMAR GANTA" userId="04d4457b2c6f4d58" providerId="LiveId" clId="{415B0607-3D18-4380-816B-9D66A004EED0}" dt="2022-11-23T01:08:17.001" v="5141" actId="478"/>
          <ac:spMkLst>
            <pc:docMk/>
            <pc:sldMk cId="3989849634" sldId="285"/>
            <ac:spMk id="2" creationId="{14128927-5B53-CE8A-5136-7B4C64070892}"/>
          </ac:spMkLst>
        </pc:spChg>
        <pc:spChg chg="mod">
          <ac:chgData name="KIRAN KUMAR GANTA" userId="04d4457b2c6f4d58" providerId="LiveId" clId="{415B0607-3D18-4380-816B-9D66A004EED0}" dt="2022-11-23T01:13:14.652" v="5413" actId="123"/>
          <ac:spMkLst>
            <pc:docMk/>
            <pc:sldMk cId="3989849634" sldId="285"/>
            <ac:spMk id="3" creationId="{E585D727-34B0-2473-5288-8831680C0560}"/>
          </ac:spMkLst>
        </pc:spChg>
      </pc:sldChg>
      <pc:sldChg chg="delSp modSp new mod">
        <pc:chgData name="KIRAN KUMAR GANTA" userId="04d4457b2c6f4d58" providerId="LiveId" clId="{415B0607-3D18-4380-816B-9D66A004EED0}" dt="2022-11-23T01:20:11.285" v="5761" actId="123"/>
        <pc:sldMkLst>
          <pc:docMk/>
          <pc:sldMk cId="2385653247" sldId="286"/>
        </pc:sldMkLst>
        <pc:spChg chg="del mod">
          <ac:chgData name="KIRAN KUMAR GANTA" userId="04d4457b2c6f4d58" providerId="LiveId" clId="{415B0607-3D18-4380-816B-9D66A004EED0}" dt="2022-11-23T01:13:23.214" v="5416" actId="478"/>
          <ac:spMkLst>
            <pc:docMk/>
            <pc:sldMk cId="2385653247" sldId="286"/>
            <ac:spMk id="2" creationId="{F5D3699B-8D4A-41D8-1DB2-8CA44D85E84E}"/>
          </ac:spMkLst>
        </pc:spChg>
        <pc:spChg chg="mod">
          <ac:chgData name="KIRAN KUMAR GANTA" userId="04d4457b2c6f4d58" providerId="LiveId" clId="{415B0607-3D18-4380-816B-9D66A004EED0}" dt="2022-11-23T01:20:11.285" v="5761" actId="123"/>
          <ac:spMkLst>
            <pc:docMk/>
            <pc:sldMk cId="2385653247" sldId="286"/>
            <ac:spMk id="3" creationId="{365A3785-C94D-22E4-D230-91E8CF97454C}"/>
          </ac:spMkLst>
        </pc:spChg>
      </pc:sldChg>
      <pc:sldChg chg="delSp modSp new mod">
        <pc:chgData name="KIRAN KUMAR GANTA" userId="04d4457b2c6f4d58" providerId="LiveId" clId="{415B0607-3D18-4380-816B-9D66A004EED0}" dt="2022-11-23T01:26:34.543" v="6035" actId="20577"/>
        <pc:sldMkLst>
          <pc:docMk/>
          <pc:sldMk cId="1075459983" sldId="287"/>
        </pc:sldMkLst>
        <pc:spChg chg="del mod">
          <ac:chgData name="KIRAN KUMAR GANTA" userId="04d4457b2c6f4d58" providerId="LiveId" clId="{415B0607-3D18-4380-816B-9D66A004EED0}" dt="2022-11-23T01:20:52.199" v="5764" actId="478"/>
          <ac:spMkLst>
            <pc:docMk/>
            <pc:sldMk cId="1075459983" sldId="287"/>
            <ac:spMk id="2" creationId="{618C51CF-C869-B4C1-72A7-13CFA0C2E98F}"/>
          </ac:spMkLst>
        </pc:spChg>
        <pc:spChg chg="mod">
          <ac:chgData name="KIRAN KUMAR GANTA" userId="04d4457b2c6f4d58" providerId="LiveId" clId="{415B0607-3D18-4380-816B-9D66A004EED0}" dt="2022-11-23T01:26:34.543" v="6035" actId="20577"/>
          <ac:spMkLst>
            <pc:docMk/>
            <pc:sldMk cId="1075459983" sldId="287"/>
            <ac:spMk id="3" creationId="{67861C45-1915-7E28-1458-CDD63317952B}"/>
          </ac:spMkLst>
        </pc:spChg>
      </pc:sldChg>
      <pc:sldChg chg="delSp modSp new mod">
        <pc:chgData name="KIRAN KUMAR GANTA" userId="04d4457b2c6f4d58" providerId="LiveId" clId="{415B0607-3D18-4380-816B-9D66A004EED0}" dt="2022-12-03T13:27:18.705" v="6110" actId="20577"/>
        <pc:sldMkLst>
          <pc:docMk/>
          <pc:sldMk cId="2121323624" sldId="288"/>
        </pc:sldMkLst>
        <pc:spChg chg="del mod">
          <ac:chgData name="KIRAN KUMAR GANTA" userId="04d4457b2c6f4d58" providerId="LiveId" clId="{415B0607-3D18-4380-816B-9D66A004EED0}" dt="2022-11-23T01:26:04.018" v="6032" actId="478"/>
          <ac:spMkLst>
            <pc:docMk/>
            <pc:sldMk cId="2121323624" sldId="288"/>
            <ac:spMk id="2" creationId="{D085BAA4-022D-23C4-1CB1-74F0D72F0B4B}"/>
          </ac:spMkLst>
        </pc:spChg>
        <pc:spChg chg="mod">
          <ac:chgData name="KIRAN KUMAR GANTA" userId="04d4457b2c6f4d58" providerId="LiveId" clId="{415B0607-3D18-4380-816B-9D66A004EED0}" dt="2022-12-03T13:27:18.705" v="6110" actId="20577"/>
          <ac:spMkLst>
            <pc:docMk/>
            <pc:sldMk cId="2121323624" sldId="288"/>
            <ac:spMk id="3" creationId="{D2CB2731-D2D5-7C95-FAB3-D88A823FF975}"/>
          </ac:spMkLst>
        </pc:spChg>
      </pc:sldChg>
    </pc:docChg>
  </pc:docChgLst>
  <pc:docChgLst>
    <pc:chgData name="KIRAN KUMAR GANTA" userId="04d4457b2c6f4d58" providerId="LiveId" clId="{7732D2CA-B0F2-4067-A0C8-DF1E5A25DBD1}"/>
    <pc:docChg chg="modSld">
      <pc:chgData name="KIRAN KUMAR GANTA" userId="04d4457b2c6f4d58" providerId="LiveId" clId="{7732D2CA-B0F2-4067-A0C8-DF1E5A25DBD1}" dt="2023-02-24T17:12:34.270" v="113" actId="14100"/>
      <pc:docMkLst>
        <pc:docMk/>
      </pc:docMkLst>
      <pc:sldChg chg="modSp mod">
        <pc:chgData name="KIRAN KUMAR GANTA" userId="04d4457b2c6f4d58" providerId="LiveId" clId="{7732D2CA-B0F2-4067-A0C8-DF1E5A25DBD1}" dt="2023-02-24T17:03:12.634" v="5" actId="20577"/>
        <pc:sldMkLst>
          <pc:docMk/>
          <pc:sldMk cId="254231029" sldId="257"/>
        </pc:sldMkLst>
        <pc:spChg chg="mod">
          <ac:chgData name="KIRAN KUMAR GANTA" userId="04d4457b2c6f4d58" providerId="LiveId" clId="{7732D2CA-B0F2-4067-A0C8-DF1E5A25DBD1}" dt="2023-02-24T17:03:12.634" v="5" actId="20577"/>
          <ac:spMkLst>
            <pc:docMk/>
            <pc:sldMk cId="254231029" sldId="257"/>
            <ac:spMk id="3" creationId="{8D25DC3E-2454-8DA3-9DD3-8254F51563EE}"/>
          </ac:spMkLst>
        </pc:spChg>
      </pc:sldChg>
      <pc:sldChg chg="modSp mod">
        <pc:chgData name="KIRAN KUMAR GANTA" userId="04d4457b2c6f4d58" providerId="LiveId" clId="{7732D2CA-B0F2-4067-A0C8-DF1E5A25DBD1}" dt="2023-02-24T17:03:31.551" v="8" actId="14100"/>
        <pc:sldMkLst>
          <pc:docMk/>
          <pc:sldMk cId="692752379" sldId="258"/>
        </pc:sldMkLst>
        <pc:spChg chg="mod">
          <ac:chgData name="KIRAN KUMAR GANTA" userId="04d4457b2c6f4d58" providerId="LiveId" clId="{7732D2CA-B0F2-4067-A0C8-DF1E5A25DBD1}" dt="2023-02-24T17:03:31.551" v="8" actId="14100"/>
          <ac:spMkLst>
            <pc:docMk/>
            <pc:sldMk cId="692752379" sldId="258"/>
            <ac:spMk id="3" creationId="{69CE144C-5F01-EF62-C9C7-477277A47638}"/>
          </ac:spMkLst>
        </pc:spChg>
      </pc:sldChg>
      <pc:sldChg chg="modSp mod">
        <pc:chgData name="KIRAN KUMAR GANTA" userId="04d4457b2c6f4d58" providerId="LiveId" clId="{7732D2CA-B0F2-4067-A0C8-DF1E5A25DBD1}" dt="2023-02-24T17:03:46.565" v="11" actId="14100"/>
        <pc:sldMkLst>
          <pc:docMk/>
          <pc:sldMk cId="2745039445" sldId="259"/>
        </pc:sldMkLst>
        <pc:spChg chg="mod">
          <ac:chgData name="KIRAN KUMAR GANTA" userId="04d4457b2c6f4d58" providerId="LiveId" clId="{7732D2CA-B0F2-4067-A0C8-DF1E5A25DBD1}" dt="2023-02-24T17:03:46.565" v="11" actId="14100"/>
          <ac:spMkLst>
            <pc:docMk/>
            <pc:sldMk cId="2745039445" sldId="259"/>
            <ac:spMk id="3" creationId="{3F7F7275-821A-7B23-BE3E-B9410147340D}"/>
          </ac:spMkLst>
        </pc:spChg>
      </pc:sldChg>
      <pc:sldChg chg="modSp mod">
        <pc:chgData name="KIRAN KUMAR GANTA" userId="04d4457b2c6f4d58" providerId="LiveId" clId="{7732D2CA-B0F2-4067-A0C8-DF1E5A25DBD1}" dt="2023-02-24T17:04:02.466" v="14" actId="14100"/>
        <pc:sldMkLst>
          <pc:docMk/>
          <pc:sldMk cId="3259336835" sldId="260"/>
        </pc:sldMkLst>
        <pc:spChg chg="mod">
          <ac:chgData name="KIRAN KUMAR GANTA" userId="04d4457b2c6f4d58" providerId="LiveId" clId="{7732D2CA-B0F2-4067-A0C8-DF1E5A25DBD1}" dt="2023-02-24T17:04:02.466" v="14" actId="14100"/>
          <ac:spMkLst>
            <pc:docMk/>
            <pc:sldMk cId="3259336835" sldId="260"/>
            <ac:spMk id="3" creationId="{BD0CAEFC-D594-A38A-CE5E-25A0316665E1}"/>
          </ac:spMkLst>
        </pc:spChg>
      </pc:sldChg>
      <pc:sldChg chg="modSp mod">
        <pc:chgData name="KIRAN KUMAR GANTA" userId="04d4457b2c6f4d58" providerId="LiveId" clId="{7732D2CA-B0F2-4067-A0C8-DF1E5A25DBD1}" dt="2023-02-24T17:04:16.622" v="17" actId="14100"/>
        <pc:sldMkLst>
          <pc:docMk/>
          <pc:sldMk cId="3231654361" sldId="261"/>
        </pc:sldMkLst>
        <pc:spChg chg="mod">
          <ac:chgData name="KIRAN KUMAR GANTA" userId="04d4457b2c6f4d58" providerId="LiveId" clId="{7732D2CA-B0F2-4067-A0C8-DF1E5A25DBD1}" dt="2023-02-24T17:04:16.622" v="17" actId="14100"/>
          <ac:spMkLst>
            <pc:docMk/>
            <pc:sldMk cId="3231654361" sldId="261"/>
            <ac:spMk id="3" creationId="{0A237550-1DE1-9F96-6294-BBF931B4F42B}"/>
          </ac:spMkLst>
        </pc:spChg>
      </pc:sldChg>
      <pc:sldChg chg="modSp mod">
        <pc:chgData name="KIRAN KUMAR GANTA" userId="04d4457b2c6f4d58" providerId="LiveId" clId="{7732D2CA-B0F2-4067-A0C8-DF1E5A25DBD1}" dt="2023-02-24T17:04:30.103" v="20" actId="14100"/>
        <pc:sldMkLst>
          <pc:docMk/>
          <pc:sldMk cId="2471644895" sldId="262"/>
        </pc:sldMkLst>
        <pc:spChg chg="mod">
          <ac:chgData name="KIRAN KUMAR GANTA" userId="04d4457b2c6f4d58" providerId="LiveId" clId="{7732D2CA-B0F2-4067-A0C8-DF1E5A25DBD1}" dt="2023-02-24T17:04:30.103" v="20" actId="14100"/>
          <ac:spMkLst>
            <pc:docMk/>
            <pc:sldMk cId="2471644895" sldId="262"/>
            <ac:spMk id="3" creationId="{ED5E6109-DE52-D3E6-2B6D-0F9DD5E9BD64}"/>
          </ac:spMkLst>
        </pc:spChg>
      </pc:sldChg>
      <pc:sldChg chg="modSp mod">
        <pc:chgData name="KIRAN KUMAR GANTA" userId="04d4457b2c6f4d58" providerId="LiveId" clId="{7732D2CA-B0F2-4067-A0C8-DF1E5A25DBD1}" dt="2023-02-24T17:04:43.647" v="23" actId="14100"/>
        <pc:sldMkLst>
          <pc:docMk/>
          <pc:sldMk cId="3406206606" sldId="263"/>
        </pc:sldMkLst>
        <pc:spChg chg="mod">
          <ac:chgData name="KIRAN KUMAR GANTA" userId="04d4457b2c6f4d58" providerId="LiveId" clId="{7732D2CA-B0F2-4067-A0C8-DF1E5A25DBD1}" dt="2023-02-24T17:04:43.647" v="23" actId="14100"/>
          <ac:spMkLst>
            <pc:docMk/>
            <pc:sldMk cId="3406206606" sldId="263"/>
            <ac:spMk id="3" creationId="{83435682-F3C7-456E-8725-FBF18D75BED0}"/>
          </ac:spMkLst>
        </pc:spChg>
      </pc:sldChg>
      <pc:sldChg chg="modSp mod">
        <pc:chgData name="KIRAN KUMAR GANTA" userId="04d4457b2c6f4d58" providerId="LiveId" clId="{7732D2CA-B0F2-4067-A0C8-DF1E5A25DBD1}" dt="2023-02-24T17:04:59.908" v="26" actId="14100"/>
        <pc:sldMkLst>
          <pc:docMk/>
          <pc:sldMk cId="2366335118" sldId="264"/>
        </pc:sldMkLst>
        <pc:spChg chg="mod">
          <ac:chgData name="KIRAN KUMAR GANTA" userId="04d4457b2c6f4d58" providerId="LiveId" clId="{7732D2CA-B0F2-4067-A0C8-DF1E5A25DBD1}" dt="2023-02-24T17:04:59.908" v="26" actId="14100"/>
          <ac:spMkLst>
            <pc:docMk/>
            <pc:sldMk cId="2366335118" sldId="264"/>
            <ac:spMk id="3" creationId="{12232249-F00A-336E-BF6A-27A16CE2F241}"/>
          </ac:spMkLst>
        </pc:spChg>
      </pc:sldChg>
      <pc:sldChg chg="modSp mod">
        <pc:chgData name="KIRAN KUMAR GANTA" userId="04d4457b2c6f4d58" providerId="LiveId" clId="{7732D2CA-B0F2-4067-A0C8-DF1E5A25DBD1}" dt="2023-02-24T17:05:19.355" v="30" actId="14100"/>
        <pc:sldMkLst>
          <pc:docMk/>
          <pc:sldMk cId="3726046492" sldId="265"/>
        </pc:sldMkLst>
        <pc:spChg chg="mod">
          <ac:chgData name="KIRAN KUMAR GANTA" userId="04d4457b2c6f4d58" providerId="LiveId" clId="{7732D2CA-B0F2-4067-A0C8-DF1E5A25DBD1}" dt="2023-02-24T17:05:19.355" v="30" actId="14100"/>
          <ac:spMkLst>
            <pc:docMk/>
            <pc:sldMk cId="3726046492" sldId="265"/>
            <ac:spMk id="3" creationId="{9F32EDFA-9473-79EE-0F35-48D6FE17308F}"/>
          </ac:spMkLst>
        </pc:spChg>
      </pc:sldChg>
      <pc:sldChg chg="modSp mod">
        <pc:chgData name="KIRAN KUMAR GANTA" userId="04d4457b2c6f4d58" providerId="LiveId" clId="{7732D2CA-B0F2-4067-A0C8-DF1E5A25DBD1}" dt="2023-02-24T17:05:39.297" v="34" actId="14100"/>
        <pc:sldMkLst>
          <pc:docMk/>
          <pc:sldMk cId="1208186571" sldId="266"/>
        </pc:sldMkLst>
        <pc:spChg chg="mod">
          <ac:chgData name="KIRAN KUMAR GANTA" userId="04d4457b2c6f4d58" providerId="LiveId" clId="{7732D2CA-B0F2-4067-A0C8-DF1E5A25DBD1}" dt="2023-02-24T17:05:39.297" v="34" actId="14100"/>
          <ac:spMkLst>
            <pc:docMk/>
            <pc:sldMk cId="1208186571" sldId="266"/>
            <ac:spMk id="3" creationId="{F1C208E4-8FE0-3F9B-F449-7A80C294134C}"/>
          </ac:spMkLst>
        </pc:spChg>
      </pc:sldChg>
      <pc:sldChg chg="modSp mod">
        <pc:chgData name="KIRAN KUMAR GANTA" userId="04d4457b2c6f4d58" providerId="LiveId" clId="{7732D2CA-B0F2-4067-A0C8-DF1E5A25DBD1}" dt="2023-02-24T17:05:59.654" v="37" actId="14100"/>
        <pc:sldMkLst>
          <pc:docMk/>
          <pc:sldMk cId="1105230622" sldId="267"/>
        </pc:sldMkLst>
        <pc:spChg chg="mod">
          <ac:chgData name="KIRAN KUMAR GANTA" userId="04d4457b2c6f4d58" providerId="LiveId" clId="{7732D2CA-B0F2-4067-A0C8-DF1E5A25DBD1}" dt="2023-02-24T17:05:59.654" v="37" actId="14100"/>
          <ac:spMkLst>
            <pc:docMk/>
            <pc:sldMk cId="1105230622" sldId="267"/>
            <ac:spMk id="3" creationId="{4FE0DC40-B0EA-D63B-E4B6-70164DE9D2E3}"/>
          </ac:spMkLst>
        </pc:spChg>
      </pc:sldChg>
      <pc:sldChg chg="modSp mod">
        <pc:chgData name="KIRAN KUMAR GANTA" userId="04d4457b2c6f4d58" providerId="LiveId" clId="{7732D2CA-B0F2-4067-A0C8-DF1E5A25DBD1}" dt="2023-02-24T17:06:15.554" v="40" actId="14100"/>
        <pc:sldMkLst>
          <pc:docMk/>
          <pc:sldMk cId="921741312" sldId="268"/>
        </pc:sldMkLst>
        <pc:spChg chg="mod">
          <ac:chgData name="KIRAN KUMAR GANTA" userId="04d4457b2c6f4d58" providerId="LiveId" clId="{7732D2CA-B0F2-4067-A0C8-DF1E5A25DBD1}" dt="2023-02-24T17:06:15.554" v="40" actId="14100"/>
          <ac:spMkLst>
            <pc:docMk/>
            <pc:sldMk cId="921741312" sldId="268"/>
            <ac:spMk id="3" creationId="{837DD3FD-F0EB-8CF6-8476-A685D9C43EF1}"/>
          </ac:spMkLst>
        </pc:spChg>
      </pc:sldChg>
      <pc:sldChg chg="modSp mod">
        <pc:chgData name="KIRAN KUMAR GANTA" userId="04d4457b2c6f4d58" providerId="LiveId" clId="{7732D2CA-B0F2-4067-A0C8-DF1E5A25DBD1}" dt="2023-02-24T17:06:38.871" v="43" actId="14100"/>
        <pc:sldMkLst>
          <pc:docMk/>
          <pc:sldMk cId="3188229740" sldId="269"/>
        </pc:sldMkLst>
        <pc:spChg chg="mod">
          <ac:chgData name="KIRAN KUMAR GANTA" userId="04d4457b2c6f4d58" providerId="LiveId" clId="{7732D2CA-B0F2-4067-A0C8-DF1E5A25DBD1}" dt="2023-02-24T17:06:38.871" v="43" actId="14100"/>
          <ac:spMkLst>
            <pc:docMk/>
            <pc:sldMk cId="3188229740" sldId="269"/>
            <ac:spMk id="3" creationId="{4D6EDC61-D907-181C-909A-F0EF15A8407C}"/>
          </ac:spMkLst>
        </pc:spChg>
      </pc:sldChg>
      <pc:sldChg chg="modSp mod">
        <pc:chgData name="KIRAN KUMAR GANTA" userId="04d4457b2c6f4d58" providerId="LiveId" clId="{7732D2CA-B0F2-4067-A0C8-DF1E5A25DBD1}" dt="2023-02-24T17:06:54.493" v="46" actId="14100"/>
        <pc:sldMkLst>
          <pc:docMk/>
          <pc:sldMk cId="1343770880" sldId="270"/>
        </pc:sldMkLst>
        <pc:spChg chg="mod">
          <ac:chgData name="KIRAN KUMAR GANTA" userId="04d4457b2c6f4d58" providerId="LiveId" clId="{7732D2CA-B0F2-4067-A0C8-DF1E5A25DBD1}" dt="2023-02-24T17:06:54.493" v="46" actId="14100"/>
          <ac:spMkLst>
            <pc:docMk/>
            <pc:sldMk cId="1343770880" sldId="270"/>
            <ac:spMk id="3" creationId="{1FEB0B71-DE53-634B-274E-6F27A9B49692}"/>
          </ac:spMkLst>
        </pc:spChg>
      </pc:sldChg>
      <pc:sldChg chg="modSp mod">
        <pc:chgData name="KIRAN KUMAR GANTA" userId="04d4457b2c6f4d58" providerId="LiveId" clId="{7732D2CA-B0F2-4067-A0C8-DF1E5A25DBD1}" dt="2023-02-24T17:07:10.669" v="49" actId="14100"/>
        <pc:sldMkLst>
          <pc:docMk/>
          <pc:sldMk cId="2758500736" sldId="271"/>
        </pc:sldMkLst>
        <pc:spChg chg="mod">
          <ac:chgData name="KIRAN KUMAR GANTA" userId="04d4457b2c6f4d58" providerId="LiveId" clId="{7732D2CA-B0F2-4067-A0C8-DF1E5A25DBD1}" dt="2023-02-24T17:07:10.669" v="49" actId="14100"/>
          <ac:spMkLst>
            <pc:docMk/>
            <pc:sldMk cId="2758500736" sldId="271"/>
            <ac:spMk id="3" creationId="{84B8E209-D197-54D2-FA90-614220DCAA3C}"/>
          </ac:spMkLst>
        </pc:spChg>
      </pc:sldChg>
      <pc:sldChg chg="modSp mod">
        <pc:chgData name="KIRAN KUMAR GANTA" userId="04d4457b2c6f4d58" providerId="LiveId" clId="{7732D2CA-B0F2-4067-A0C8-DF1E5A25DBD1}" dt="2023-02-24T17:07:27.253" v="52" actId="14100"/>
        <pc:sldMkLst>
          <pc:docMk/>
          <pc:sldMk cId="3653190127" sldId="272"/>
        </pc:sldMkLst>
        <pc:spChg chg="mod">
          <ac:chgData name="KIRAN KUMAR GANTA" userId="04d4457b2c6f4d58" providerId="LiveId" clId="{7732D2CA-B0F2-4067-A0C8-DF1E5A25DBD1}" dt="2023-02-24T17:07:27.253" v="52" actId="14100"/>
          <ac:spMkLst>
            <pc:docMk/>
            <pc:sldMk cId="3653190127" sldId="272"/>
            <ac:spMk id="3" creationId="{506F231C-6208-F025-E6AF-A625BE35EB83}"/>
          </ac:spMkLst>
        </pc:spChg>
      </pc:sldChg>
      <pc:sldChg chg="modSp mod">
        <pc:chgData name="KIRAN KUMAR GANTA" userId="04d4457b2c6f4d58" providerId="LiveId" clId="{7732D2CA-B0F2-4067-A0C8-DF1E5A25DBD1}" dt="2023-02-24T17:07:49.071" v="56" actId="14100"/>
        <pc:sldMkLst>
          <pc:docMk/>
          <pc:sldMk cId="3695859695" sldId="273"/>
        </pc:sldMkLst>
        <pc:spChg chg="mod">
          <ac:chgData name="KIRAN KUMAR GANTA" userId="04d4457b2c6f4d58" providerId="LiveId" clId="{7732D2CA-B0F2-4067-A0C8-DF1E5A25DBD1}" dt="2023-02-24T17:07:49.071" v="56" actId="14100"/>
          <ac:spMkLst>
            <pc:docMk/>
            <pc:sldMk cId="3695859695" sldId="273"/>
            <ac:spMk id="3" creationId="{08FB23B5-8DA9-7542-5D8E-8BA2B36C5599}"/>
          </ac:spMkLst>
        </pc:spChg>
      </pc:sldChg>
      <pc:sldChg chg="modSp mod">
        <pc:chgData name="KIRAN KUMAR GANTA" userId="04d4457b2c6f4d58" providerId="LiveId" clId="{7732D2CA-B0F2-4067-A0C8-DF1E5A25DBD1}" dt="2023-02-24T17:08:11.762" v="60" actId="14100"/>
        <pc:sldMkLst>
          <pc:docMk/>
          <pc:sldMk cId="2026968352" sldId="274"/>
        </pc:sldMkLst>
        <pc:spChg chg="mod">
          <ac:chgData name="KIRAN KUMAR GANTA" userId="04d4457b2c6f4d58" providerId="LiveId" clId="{7732D2CA-B0F2-4067-A0C8-DF1E5A25DBD1}" dt="2023-02-24T17:08:11.762" v="60" actId="14100"/>
          <ac:spMkLst>
            <pc:docMk/>
            <pc:sldMk cId="2026968352" sldId="274"/>
            <ac:spMk id="3" creationId="{668703F4-1813-892A-D70C-11718D503101}"/>
          </ac:spMkLst>
        </pc:spChg>
      </pc:sldChg>
      <pc:sldChg chg="modSp mod">
        <pc:chgData name="KIRAN KUMAR GANTA" userId="04d4457b2c6f4d58" providerId="LiveId" clId="{7732D2CA-B0F2-4067-A0C8-DF1E5A25DBD1}" dt="2023-02-24T17:08:29.604" v="64" actId="14100"/>
        <pc:sldMkLst>
          <pc:docMk/>
          <pc:sldMk cId="2957383491" sldId="275"/>
        </pc:sldMkLst>
        <pc:spChg chg="mod">
          <ac:chgData name="KIRAN KUMAR GANTA" userId="04d4457b2c6f4d58" providerId="LiveId" clId="{7732D2CA-B0F2-4067-A0C8-DF1E5A25DBD1}" dt="2023-02-24T17:08:29.604" v="64" actId="14100"/>
          <ac:spMkLst>
            <pc:docMk/>
            <pc:sldMk cId="2957383491" sldId="275"/>
            <ac:spMk id="3" creationId="{9C531A27-11BB-3D0C-6631-5379D78E199B}"/>
          </ac:spMkLst>
        </pc:spChg>
      </pc:sldChg>
      <pc:sldChg chg="modSp mod">
        <pc:chgData name="KIRAN KUMAR GANTA" userId="04d4457b2c6f4d58" providerId="LiveId" clId="{7732D2CA-B0F2-4067-A0C8-DF1E5A25DBD1}" dt="2023-02-24T17:08:47.273" v="68" actId="14100"/>
        <pc:sldMkLst>
          <pc:docMk/>
          <pc:sldMk cId="2146524995" sldId="276"/>
        </pc:sldMkLst>
        <pc:spChg chg="mod">
          <ac:chgData name="KIRAN KUMAR GANTA" userId="04d4457b2c6f4d58" providerId="LiveId" clId="{7732D2CA-B0F2-4067-A0C8-DF1E5A25DBD1}" dt="2023-02-24T17:08:47.273" v="68" actId="14100"/>
          <ac:spMkLst>
            <pc:docMk/>
            <pc:sldMk cId="2146524995" sldId="276"/>
            <ac:spMk id="3" creationId="{03CF843A-ACC6-4F63-ED60-590DDF5B439D}"/>
          </ac:spMkLst>
        </pc:spChg>
      </pc:sldChg>
      <pc:sldChg chg="modSp mod">
        <pc:chgData name="KIRAN KUMAR GANTA" userId="04d4457b2c6f4d58" providerId="LiveId" clId="{7732D2CA-B0F2-4067-A0C8-DF1E5A25DBD1}" dt="2023-02-24T17:09:06.537" v="72" actId="14100"/>
        <pc:sldMkLst>
          <pc:docMk/>
          <pc:sldMk cId="1414182164" sldId="277"/>
        </pc:sldMkLst>
        <pc:spChg chg="mod">
          <ac:chgData name="KIRAN KUMAR GANTA" userId="04d4457b2c6f4d58" providerId="LiveId" clId="{7732D2CA-B0F2-4067-A0C8-DF1E5A25DBD1}" dt="2023-02-24T17:09:06.537" v="72" actId="14100"/>
          <ac:spMkLst>
            <pc:docMk/>
            <pc:sldMk cId="1414182164" sldId="277"/>
            <ac:spMk id="3" creationId="{BBA4833D-A393-F722-CAA9-C34A2200418A}"/>
          </ac:spMkLst>
        </pc:spChg>
      </pc:sldChg>
      <pc:sldChg chg="modSp mod">
        <pc:chgData name="KIRAN KUMAR GANTA" userId="04d4457b2c6f4d58" providerId="LiveId" clId="{7732D2CA-B0F2-4067-A0C8-DF1E5A25DBD1}" dt="2023-02-24T17:09:32.334" v="76" actId="14100"/>
        <pc:sldMkLst>
          <pc:docMk/>
          <pc:sldMk cId="3434561862" sldId="278"/>
        </pc:sldMkLst>
        <pc:spChg chg="mod">
          <ac:chgData name="KIRAN KUMAR GANTA" userId="04d4457b2c6f4d58" providerId="LiveId" clId="{7732D2CA-B0F2-4067-A0C8-DF1E5A25DBD1}" dt="2023-02-24T17:09:32.334" v="76" actId="14100"/>
          <ac:spMkLst>
            <pc:docMk/>
            <pc:sldMk cId="3434561862" sldId="278"/>
            <ac:spMk id="3" creationId="{F1CC810F-4B1C-0B6C-E977-549B0ADCCC3B}"/>
          </ac:spMkLst>
        </pc:spChg>
      </pc:sldChg>
      <pc:sldChg chg="modSp mod">
        <pc:chgData name="KIRAN KUMAR GANTA" userId="04d4457b2c6f4d58" providerId="LiveId" clId="{7732D2CA-B0F2-4067-A0C8-DF1E5A25DBD1}" dt="2023-02-24T17:09:48.758" v="80" actId="14100"/>
        <pc:sldMkLst>
          <pc:docMk/>
          <pc:sldMk cId="3425082150" sldId="279"/>
        </pc:sldMkLst>
        <pc:spChg chg="mod">
          <ac:chgData name="KIRAN KUMAR GANTA" userId="04d4457b2c6f4d58" providerId="LiveId" clId="{7732D2CA-B0F2-4067-A0C8-DF1E5A25DBD1}" dt="2023-02-24T17:09:48.758" v="80" actId="14100"/>
          <ac:spMkLst>
            <pc:docMk/>
            <pc:sldMk cId="3425082150" sldId="279"/>
            <ac:spMk id="3" creationId="{98EAFA4C-BD9E-0554-C08A-C8929C9E1305}"/>
          </ac:spMkLst>
        </pc:spChg>
      </pc:sldChg>
      <pc:sldChg chg="modSp mod">
        <pc:chgData name="KIRAN KUMAR GANTA" userId="04d4457b2c6f4d58" providerId="LiveId" clId="{7732D2CA-B0F2-4067-A0C8-DF1E5A25DBD1}" dt="2023-02-24T17:10:06.144" v="84" actId="14100"/>
        <pc:sldMkLst>
          <pc:docMk/>
          <pc:sldMk cId="2076612004" sldId="280"/>
        </pc:sldMkLst>
        <pc:spChg chg="mod">
          <ac:chgData name="KIRAN KUMAR GANTA" userId="04d4457b2c6f4d58" providerId="LiveId" clId="{7732D2CA-B0F2-4067-A0C8-DF1E5A25DBD1}" dt="2023-02-24T17:10:06.144" v="84" actId="14100"/>
          <ac:spMkLst>
            <pc:docMk/>
            <pc:sldMk cId="2076612004" sldId="280"/>
            <ac:spMk id="3" creationId="{C9242765-0CE3-2B9A-CE0B-990E2FFC66CC}"/>
          </ac:spMkLst>
        </pc:spChg>
      </pc:sldChg>
      <pc:sldChg chg="modSp mod">
        <pc:chgData name="KIRAN KUMAR GANTA" userId="04d4457b2c6f4d58" providerId="LiveId" clId="{7732D2CA-B0F2-4067-A0C8-DF1E5A25DBD1}" dt="2023-02-24T17:10:30.935" v="89" actId="14100"/>
        <pc:sldMkLst>
          <pc:docMk/>
          <pc:sldMk cId="2711076953" sldId="281"/>
        </pc:sldMkLst>
        <pc:spChg chg="mod">
          <ac:chgData name="KIRAN KUMAR GANTA" userId="04d4457b2c6f4d58" providerId="LiveId" clId="{7732D2CA-B0F2-4067-A0C8-DF1E5A25DBD1}" dt="2023-02-24T17:10:30.935" v="89" actId="14100"/>
          <ac:spMkLst>
            <pc:docMk/>
            <pc:sldMk cId="2711076953" sldId="281"/>
            <ac:spMk id="3" creationId="{D50209E1-216A-4AEC-B69A-024ED48ABF25}"/>
          </ac:spMkLst>
        </pc:spChg>
      </pc:sldChg>
      <pc:sldChg chg="modSp mod">
        <pc:chgData name="KIRAN KUMAR GANTA" userId="04d4457b2c6f4d58" providerId="LiveId" clId="{7732D2CA-B0F2-4067-A0C8-DF1E5A25DBD1}" dt="2023-02-24T17:10:48.382" v="93" actId="14100"/>
        <pc:sldMkLst>
          <pc:docMk/>
          <pc:sldMk cId="2851204071" sldId="282"/>
        </pc:sldMkLst>
        <pc:spChg chg="mod">
          <ac:chgData name="KIRAN KUMAR GANTA" userId="04d4457b2c6f4d58" providerId="LiveId" clId="{7732D2CA-B0F2-4067-A0C8-DF1E5A25DBD1}" dt="2023-02-24T17:10:48.382" v="93" actId="14100"/>
          <ac:spMkLst>
            <pc:docMk/>
            <pc:sldMk cId="2851204071" sldId="282"/>
            <ac:spMk id="3" creationId="{F12BD6D4-CBAA-AEA2-A98E-E5FE37EC7961}"/>
          </ac:spMkLst>
        </pc:spChg>
      </pc:sldChg>
      <pc:sldChg chg="modSp mod">
        <pc:chgData name="KIRAN KUMAR GANTA" userId="04d4457b2c6f4d58" providerId="LiveId" clId="{7732D2CA-B0F2-4067-A0C8-DF1E5A25DBD1}" dt="2023-02-24T17:11:15.358" v="97" actId="14100"/>
        <pc:sldMkLst>
          <pc:docMk/>
          <pc:sldMk cId="554223680" sldId="283"/>
        </pc:sldMkLst>
        <pc:spChg chg="mod">
          <ac:chgData name="KIRAN KUMAR GANTA" userId="04d4457b2c6f4d58" providerId="LiveId" clId="{7732D2CA-B0F2-4067-A0C8-DF1E5A25DBD1}" dt="2023-02-24T17:11:15.358" v="97" actId="14100"/>
          <ac:spMkLst>
            <pc:docMk/>
            <pc:sldMk cId="554223680" sldId="283"/>
            <ac:spMk id="3" creationId="{07EFD1C8-9DB6-76A3-652E-782D67431108}"/>
          </ac:spMkLst>
        </pc:spChg>
      </pc:sldChg>
      <pc:sldChg chg="modSp mod">
        <pc:chgData name="KIRAN KUMAR GANTA" userId="04d4457b2c6f4d58" providerId="LiveId" clId="{7732D2CA-B0F2-4067-A0C8-DF1E5A25DBD1}" dt="2023-02-24T17:11:35.047" v="101" actId="14100"/>
        <pc:sldMkLst>
          <pc:docMk/>
          <pc:sldMk cId="3048807994" sldId="284"/>
        </pc:sldMkLst>
        <pc:spChg chg="mod">
          <ac:chgData name="KIRAN KUMAR GANTA" userId="04d4457b2c6f4d58" providerId="LiveId" clId="{7732D2CA-B0F2-4067-A0C8-DF1E5A25DBD1}" dt="2023-02-24T17:11:35.047" v="101" actId="14100"/>
          <ac:spMkLst>
            <pc:docMk/>
            <pc:sldMk cId="3048807994" sldId="284"/>
            <ac:spMk id="3" creationId="{F1A50A26-F082-840C-73DB-10EA2A889E6D}"/>
          </ac:spMkLst>
        </pc:spChg>
      </pc:sldChg>
      <pc:sldChg chg="modSp mod">
        <pc:chgData name="KIRAN KUMAR GANTA" userId="04d4457b2c6f4d58" providerId="LiveId" clId="{7732D2CA-B0F2-4067-A0C8-DF1E5A25DBD1}" dt="2023-02-24T17:11:55.034" v="105" actId="14100"/>
        <pc:sldMkLst>
          <pc:docMk/>
          <pc:sldMk cId="3989849634" sldId="285"/>
        </pc:sldMkLst>
        <pc:spChg chg="mod">
          <ac:chgData name="KIRAN KUMAR GANTA" userId="04d4457b2c6f4d58" providerId="LiveId" clId="{7732D2CA-B0F2-4067-A0C8-DF1E5A25DBD1}" dt="2023-02-24T17:11:55.034" v="105" actId="14100"/>
          <ac:spMkLst>
            <pc:docMk/>
            <pc:sldMk cId="3989849634" sldId="285"/>
            <ac:spMk id="3" creationId="{E585D727-34B0-2473-5288-8831680C0560}"/>
          </ac:spMkLst>
        </pc:spChg>
      </pc:sldChg>
      <pc:sldChg chg="modSp mod">
        <pc:chgData name="KIRAN KUMAR GANTA" userId="04d4457b2c6f4d58" providerId="LiveId" clId="{7732D2CA-B0F2-4067-A0C8-DF1E5A25DBD1}" dt="2023-02-24T17:12:13.890" v="109" actId="14100"/>
        <pc:sldMkLst>
          <pc:docMk/>
          <pc:sldMk cId="2385653247" sldId="286"/>
        </pc:sldMkLst>
        <pc:spChg chg="mod">
          <ac:chgData name="KIRAN KUMAR GANTA" userId="04d4457b2c6f4d58" providerId="LiveId" clId="{7732D2CA-B0F2-4067-A0C8-DF1E5A25DBD1}" dt="2023-02-24T17:12:13.890" v="109" actId="14100"/>
          <ac:spMkLst>
            <pc:docMk/>
            <pc:sldMk cId="2385653247" sldId="286"/>
            <ac:spMk id="3" creationId="{365A3785-C94D-22E4-D230-91E8CF97454C}"/>
          </ac:spMkLst>
        </pc:spChg>
      </pc:sldChg>
      <pc:sldChg chg="modSp mod">
        <pc:chgData name="KIRAN KUMAR GANTA" userId="04d4457b2c6f4d58" providerId="LiveId" clId="{7732D2CA-B0F2-4067-A0C8-DF1E5A25DBD1}" dt="2023-02-24T17:12:34.270" v="113" actId="14100"/>
        <pc:sldMkLst>
          <pc:docMk/>
          <pc:sldMk cId="1075459983" sldId="287"/>
        </pc:sldMkLst>
        <pc:spChg chg="mod">
          <ac:chgData name="KIRAN KUMAR GANTA" userId="04d4457b2c6f4d58" providerId="LiveId" clId="{7732D2CA-B0F2-4067-A0C8-DF1E5A25DBD1}" dt="2023-02-24T17:12:34.270" v="113" actId="14100"/>
          <ac:spMkLst>
            <pc:docMk/>
            <pc:sldMk cId="1075459983" sldId="287"/>
            <ac:spMk id="3" creationId="{67861C45-1915-7E28-1458-CDD63317952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40212-6B6A-4846-BD94-4FCC0F85ABBE}" type="datetimeFigureOut">
              <a:rPr lang="en-IN" smtClean="0"/>
              <a:t>25-05-2026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173711-F11C-4D9B-A169-56E1924FADED}" type="slidenum">
              <a:rPr lang="en-IN" smtClean="0"/>
              <a:t>‹#›</a:t>
            </a:fld>
            <a:endParaRPr lang="en-IN"/>
          </a:p>
        </p:txBody>
      </p:sp>
    </p:spTree>
    <p:extLst>
      <p:ext uri="{BB962C8B-B14F-4D97-AF65-F5344CB8AC3E}">
        <p14:creationId xmlns:p14="http://schemas.microsoft.com/office/powerpoint/2010/main" val="2399275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33173711-F11C-4D9B-A169-56E1924FADED}" type="slidenum">
              <a:rPr lang="en-IN" smtClean="0"/>
              <a:t>23</a:t>
            </a:fld>
            <a:endParaRPr lang="en-IN"/>
          </a:p>
        </p:txBody>
      </p:sp>
    </p:spTree>
    <p:extLst>
      <p:ext uri="{BB962C8B-B14F-4D97-AF65-F5344CB8AC3E}">
        <p14:creationId xmlns:p14="http://schemas.microsoft.com/office/powerpoint/2010/main" val="3275718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BF7BB9-7EC0-B0E9-D18C-F069DB3EC3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99CB35-61D3-8050-0CC3-56B7E09D5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A3654B-B34E-1A5E-CD3A-1273AD6F670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6CE4F92-6CFF-F730-41C4-222EDAC46198}"/>
              </a:ext>
            </a:extLst>
          </p:cNvPr>
          <p:cNvSpPr>
            <a:spLocks noGrp="1"/>
          </p:cNvSpPr>
          <p:nvPr>
            <p:ph type="sldNum" sz="quarter" idx="5"/>
          </p:nvPr>
        </p:nvSpPr>
        <p:spPr/>
        <p:txBody>
          <a:bodyPr/>
          <a:lstStyle/>
          <a:p>
            <a:fld id="{33173711-F11C-4D9B-A169-56E1924FADED}" type="slidenum">
              <a:rPr lang="en-IN" smtClean="0"/>
              <a:t>24</a:t>
            </a:fld>
            <a:endParaRPr lang="en-IN"/>
          </a:p>
        </p:txBody>
      </p:sp>
    </p:spTree>
    <p:extLst>
      <p:ext uri="{BB962C8B-B14F-4D97-AF65-F5344CB8AC3E}">
        <p14:creationId xmlns:p14="http://schemas.microsoft.com/office/powerpoint/2010/main" val="3469167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F271D-2B33-CCB7-6A9C-943BCA1C3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1EC907-AFD8-79E3-21C3-521902A308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7A287F-CDB8-9E75-DABF-22CDD1C2D02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3C8C9653-BD1E-70C9-48D3-859487B47C8A}"/>
              </a:ext>
            </a:extLst>
          </p:cNvPr>
          <p:cNvSpPr>
            <a:spLocks noGrp="1"/>
          </p:cNvSpPr>
          <p:nvPr>
            <p:ph type="sldNum" sz="quarter" idx="5"/>
          </p:nvPr>
        </p:nvSpPr>
        <p:spPr/>
        <p:txBody>
          <a:bodyPr/>
          <a:lstStyle/>
          <a:p>
            <a:fld id="{33173711-F11C-4D9B-A169-56E1924FADED}" type="slidenum">
              <a:rPr lang="en-IN" smtClean="0"/>
              <a:t>25</a:t>
            </a:fld>
            <a:endParaRPr lang="en-IN"/>
          </a:p>
        </p:txBody>
      </p:sp>
    </p:spTree>
    <p:extLst>
      <p:ext uri="{BB962C8B-B14F-4D97-AF65-F5344CB8AC3E}">
        <p14:creationId xmlns:p14="http://schemas.microsoft.com/office/powerpoint/2010/main" val="614727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DAC8B-9CF1-D0A8-AE4B-4AA56D352B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39EAB-74F0-9472-0F58-DB4483266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83988E-0E73-DB90-A343-C2CD4A9591A1}"/>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391218F-4932-A173-2C6A-A2FF764DCC7E}"/>
              </a:ext>
            </a:extLst>
          </p:cNvPr>
          <p:cNvSpPr>
            <a:spLocks noGrp="1"/>
          </p:cNvSpPr>
          <p:nvPr>
            <p:ph type="sldNum" sz="quarter" idx="5"/>
          </p:nvPr>
        </p:nvSpPr>
        <p:spPr/>
        <p:txBody>
          <a:bodyPr/>
          <a:lstStyle/>
          <a:p>
            <a:fld id="{33173711-F11C-4D9B-A169-56E1924FADED}" type="slidenum">
              <a:rPr lang="en-IN" smtClean="0"/>
              <a:t>26</a:t>
            </a:fld>
            <a:endParaRPr lang="en-IN"/>
          </a:p>
        </p:txBody>
      </p:sp>
    </p:spTree>
    <p:extLst>
      <p:ext uri="{BB962C8B-B14F-4D97-AF65-F5344CB8AC3E}">
        <p14:creationId xmlns:p14="http://schemas.microsoft.com/office/powerpoint/2010/main" val="15638856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BC01E-CDB9-6D6F-4185-6207FE703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BF57B-FCD8-551C-62FB-5D689CB658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F69F80-2168-F5DE-28EF-471EA307202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A6C8336-71EB-566C-AAFE-833340A0B810}"/>
              </a:ext>
            </a:extLst>
          </p:cNvPr>
          <p:cNvSpPr>
            <a:spLocks noGrp="1"/>
          </p:cNvSpPr>
          <p:nvPr>
            <p:ph type="sldNum" sz="quarter" idx="5"/>
          </p:nvPr>
        </p:nvSpPr>
        <p:spPr/>
        <p:txBody>
          <a:bodyPr/>
          <a:lstStyle/>
          <a:p>
            <a:fld id="{33173711-F11C-4D9B-A169-56E1924FADED}" type="slidenum">
              <a:rPr lang="en-IN" smtClean="0"/>
              <a:t>27</a:t>
            </a:fld>
            <a:endParaRPr lang="en-IN"/>
          </a:p>
        </p:txBody>
      </p:sp>
    </p:spTree>
    <p:extLst>
      <p:ext uri="{BB962C8B-B14F-4D97-AF65-F5344CB8AC3E}">
        <p14:creationId xmlns:p14="http://schemas.microsoft.com/office/powerpoint/2010/main" val="5310539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0C3DC1-D738-27F7-26BA-A62D234230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87623-4EE1-FF80-1B66-5ACBB59FE9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16CACC-3B73-FE11-21D1-F17A4772470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80BA9B-CA89-A30C-BF2D-33159C92753E}"/>
              </a:ext>
            </a:extLst>
          </p:cNvPr>
          <p:cNvSpPr>
            <a:spLocks noGrp="1"/>
          </p:cNvSpPr>
          <p:nvPr>
            <p:ph type="sldNum" sz="quarter" idx="5"/>
          </p:nvPr>
        </p:nvSpPr>
        <p:spPr/>
        <p:txBody>
          <a:bodyPr/>
          <a:lstStyle/>
          <a:p>
            <a:fld id="{33173711-F11C-4D9B-A169-56E1924FADED}" type="slidenum">
              <a:rPr lang="en-IN" smtClean="0"/>
              <a:t>28</a:t>
            </a:fld>
            <a:endParaRPr lang="en-IN"/>
          </a:p>
        </p:txBody>
      </p:sp>
    </p:spTree>
    <p:extLst>
      <p:ext uri="{BB962C8B-B14F-4D97-AF65-F5344CB8AC3E}">
        <p14:creationId xmlns:p14="http://schemas.microsoft.com/office/powerpoint/2010/main" val="610957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DFAE4B-7187-FD64-244B-4B47EF4C8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7BDFB-B658-FC7D-2A66-9B43CCE07B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712CFF-8901-5226-FEE7-40720CEA368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BB8369D-D43A-CB22-1578-165995CD3A63}"/>
              </a:ext>
            </a:extLst>
          </p:cNvPr>
          <p:cNvSpPr>
            <a:spLocks noGrp="1"/>
          </p:cNvSpPr>
          <p:nvPr>
            <p:ph type="sldNum" sz="quarter" idx="5"/>
          </p:nvPr>
        </p:nvSpPr>
        <p:spPr/>
        <p:txBody>
          <a:bodyPr/>
          <a:lstStyle/>
          <a:p>
            <a:fld id="{33173711-F11C-4D9B-A169-56E1924FADED}" type="slidenum">
              <a:rPr lang="en-IN" smtClean="0"/>
              <a:t>29</a:t>
            </a:fld>
            <a:endParaRPr lang="en-IN"/>
          </a:p>
        </p:txBody>
      </p:sp>
    </p:spTree>
    <p:extLst>
      <p:ext uri="{BB962C8B-B14F-4D97-AF65-F5344CB8AC3E}">
        <p14:creationId xmlns:p14="http://schemas.microsoft.com/office/powerpoint/2010/main" val="1395494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2CB6-FCD2-2519-72B6-1D12918F7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705F8-B766-60AD-E3DC-848716444D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0680D-D7A0-C4C8-25E9-DFA35592D8F5}"/>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C3BCD91-4085-F77D-4E41-21150E3BFD2C}"/>
              </a:ext>
            </a:extLst>
          </p:cNvPr>
          <p:cNvSpPr>
            <a:spLocks noGrp="1"/>
          </p:cNvSpPr>
          <p:nvPr>
            <p:ph type="sldNum" sz="quarter" idx="5"/>
          </p:nvPr>
        </p:nvSpPr>
        <p:spPr/>
        <p:txBody>
          <a:bodyPr/>
          <a:lstStyle/>
          <a:p>
            <a:fld id="{33173711-F11C-4D9B-A169-56E1924FADED}" type="slidenum">
              <a:rPr lang="en-IN" smtClean="0"/>
              <a:t>30</a:t>
            </a:fld>
            <a:endParaRPr lang="en-IN"/>
          </a:p>
        </p:txBody>
      </p:sp>
    </p:spTree>
    <p:extLst>
      <p:ext uri="{BB962C8B-B14F-4D97-AF65-F5344CB8AC3E}">
        <p14:creationId xmlns:p14="http://schemas.microsoft.com/office/powerpoint/2010/main" val="25087073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1E52A-2AF0-9E34-AA86-64AC0ADBDB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E36797-2C11-C7B7-BDBA-F873F17711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9F1D2E-D2EF-6CD3-CC45-536B7540AD5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1A59883-CA4A-A7F6-E089-FD1EF3DE955D}"/>
              </a:ext>
            </a:extLst>
          </p:cNvPr>
          <p:cNvSpPr>
            <a:spLocks noGrp="1"/>
          </p:cNvSpPr>
          <p:nvPr>
            <p:ph type="sldNum" sz="quarter" idx="5"/>
          </p:nvPr>
        </p:nvSpPr>
        <p:spPr/>
        <p:txBody>
          <a:bodyPr/>
          <a:lstStyle/>
          <a:p>
            <a:fld id="{33173711-F11C-4D9B-A169-56E1924FADED}" type="slidenum">
              <a:rPr lang="en-IN" smtClean="0"/>
              <a:t>31</a:t>
            </a:fld>
            <a:endParaRPr lang="en-IN"/>
          </a:p>
        </p:txBody>
      </p:sp>
    </p:spTree>
    <p:extLst>
      <p:ext uri="{BB962C8B-B14F-4D97-AF65-F5344CB8AC3E}">
        <p14:creationId xmlns:p14="http://schemas.microsoft.com/office/powerpoint/2010/main" val="923996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2418594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5991745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51196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345092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4179795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434412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17870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6490071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640357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84656254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46547809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0361384"/>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94311980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0566764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4909879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7460353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5/25/2026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919148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509A250-FF31-4206-8172-F9D3106AACB1}" type="datetimeFigureOut">
              <a:rPr lang="en-US" smtClean="0"/>
              <a:t>5/25/2026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130106805"/>
      </p:ext>
    </p:extLst>
  </p:cSld>
  <p:clrMap bg1="dk1" tx1="lt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Lst>
  <p:hf sldNum="0" hdr="0" ftr="0" dt="0"/>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376A0A9-866E-35A2-B545-C7DB27F4E71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1AC1FED5-8C91-B88B-5048-E1C2B47A15F3}"/>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6" name="Title 5">
            <a:extLst>
              <a:ext uri="{FF2B5EF4-FFF2-40B4-BE49-F238E27FC236}">
                <a16:creationId xmlns:a16="http://schemas.microsoft.com/office/drawing/2014/main" id="{D527DE88-029D-7DEF-48A9-4A2AB0B5DAFD}"/>
              </a:ext>
            </a:extLst>
          </p:cNvPr>
          <p:cNvSpPr>
            <a:spLocks noGrp="1"/>
          </p:cNvSpPr>
          <p:nvPr>
            <p:ph type="ctrTitle"/>
          </p:nvPr>
        </p:nvSpPr>
        <p:spPr>
          <a:xfrm>
            <a:off x="1442869" y="1563093"/>
            <a:ext cx="9001462" cy="930049"/>
          </a:xfrm>
        </p:spPr>
        <p:txBody>
          <a:bodyPr>
            <a:normAutofit/>
          </a:bodyPr>
          <a:lstStyle/>
          <a:p>
            <a:r>
              <a:rPr lang="en-US" sz="3400" dirty="0"/>
              <a:t>Compound Interest</a:t>
            </a:r>
            <a:endParaRPr lang="en-IN" sz="3400" dirty="0"/>
          </a:p>
        </p:txBody>
      </p:sp>
    </p:spTree>
    <p:extLst>
      <p:ext uri="{BB962C8B-B14F-4D97-AF65-F5344CB8AC3E}">
        <p14:creationId xmlns:p14="http://schemas.microsoft.com/office/powerpoint/2010/main" val="30962219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830C1-3F2D-2462-87F4-47607EA5D93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28597B1F-C001-A0C1-8565-FD41ACB9FD51}"/>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417BD1FC-8128-DD76-0D16-3F5BFA517EAB}"/>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843503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61042-B6E6-4FD4-20D7-5A23DED59C0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F370C2-89C9-8923-2690-1AB3316AC709}"/>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36F48AF7-8665-1245-593B-8925BDEEEB52}"/>
              </a:ext>
            </a:extLst>
          </p:cNvPr>
          <p:cNvPicPr>
            <a:picLocks noChangeAspect="1"/>
          </p:cNvPicPr>
          <p:nvPr/>
        </p:nvPicPr>
        <p:blipFill>
          <a:blip r:embed="rId2"/>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961505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C37DA1-43EE-E4AC-9F93-59D86B8383B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609598B-AC3E-124E-A6F7-CB922E4C4DE3}"/>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245ACCC5-5E94-63FF-BEAD-29E990FC5F3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A78268DF-646D-39E8-C416-ED625F80B2E9}"/>
              </a:ext>
            </a:extLst>
          </p:cNvPr>
          <p:cNvSpPr txBox="1"/>
          <p:nvPr/>
        </p:nvSpPr>
        <p:spPr>
          <a:xfrm>
            <a:off x="250009" y="275287"/>
            <a:ext cx="9633856" cy="4279569"/>
          </a:xfrm>
          <a:prstGeom prst="rect">
            <a:avLst/>
          </a:prstGeom>
          <a:noFill/>
        </p:spPr>
        <p:txBody>
          <a:bodyPr wrap="square">
            <a:spAutoFit/>
          </a:bodyPr>
          <a:lstStyle/>
          <a:p>
            <a:pPr>
              <a:lnSpc>
                <a:spcPct val="150000"/>
              </a:lnSpc>
            </a:pPr>
            <a:r>
              <a:rPr lang="en-US" sz="2300" b="1" dirty="0">
                <a:latin typeface="+mj-lt"/>
              </a:rPr>
              <a:t>1. A sum of Rs.900 is invested at compound interest for 2 years. If the rate of interest is 10% per annum, then what will be the amount.</a:t>
            </a:r>
          </a:p>
          <a:p>
            <a:pPr>
              <a:lnSpc>
                <a:spcPct val="150000"/>
              </a:lnSpc>
            </a:pPr>
            <a:r>
              <a:rPr lang="en-IN" sz="2300" b="1" dirty="0">
                <a:latin typeface="+mj-lt"/>
              </a:rPr>
              <a:t>a. 1071</a:t>
            </a:r>
          </a:p>
          <a:p>
            <a:pPr>
              <a:lnSpc>
                <a:spcPct val="150000"/>
              </a:lnSpc>
            </a:pPr>
            <a:r>
              <a:rPr lang="en-IN" sz="2300" b="1" dirty="0">
                <a:latin typeface="+mj-lt"/>
              </a:rPr>
              <a:t>b. 1089</a:t>
            </a:r>
          </a:p>
          <a:p>
            <a:pPr>
              <a:lnSpc>
                <a:spcPct val="150000"/>
              </a:lnSpc>
            </a:pPr>
            <a:r>
              <a:rPr lang="en-IN" sz="2300" b="1" dirty="0">
                <a:latin typeface="+mj-lt"/>
              </a:rPr>
              <a:t>c. 1289</a:t>
            </a:r>
          </a:p>
          <a:p>
            <a:pPr>
              <a:lnSpc>
                <a:spcPct val="150000"/>
              </a:lnSpc>
            </a:pPr>
            <a:r>
              <a:rPr lang="en-IN" sz="2300" b="1" dirty="0">
                <a:latin typeface="+mj-lt"/>
              </a:rPr>
              <a:t>d. 1121</a:t>
            </a:r>
          </a:p>
          <a:p>
            <a:pPr algn="just">
              <a:lnSpc>
                <a:spcPct val="150000"/>
              </a:lnSpc>
            </a:pPr>
            <a:endParaRPr lang="en-IN" sz="2300" b="1" dirty="0">
              <a:latin typeface="+mj-lt"/>
            </a:endParaRPr>
          </a:p>
        </p:txBody>
      </p:sp>
    </p:spTree>
    <p:extLst>
      <p:ext uri="{BB962C8B-B14F-4D97-AF65-F5344CB8AC3E}">
        <p14:creationId xmlns:p14="http://schemas.microsoft.com/office/powerpoint/2010/main" val="2875681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6DF2A-8C8B-2D35-50D4-22B27B880EE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89C203E-1F7A-2769-3798-C826E98E779E}"/>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A5C1E797-3DD8-F302-15A0-F9DFE7AAE578}"/>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F9B92BF6-A381-A27F-E4F4-6FB3253EBCA2}"/>
              </a:ext>
            </a:extLst>
          </p:cNvPr>
          <p:cNvSpPr txBox="1"/>
          <p:nvPr/>
        </p:nvSpPr>
        <p:spPr>
          <a:xfrm>
            <a:off x="250009" y="275287"/>
            <a:ext cx="9633856" cy="4807598"/>
          </a:xfrm>
          <a:prstGeom prst="rect">
            <a:avLst/>
          </a:prstGeom>
          <a:noFill/>
        </p:spPr>
        <p:txBody>
          <a:bodyPr wrap="square">
            <a:spAutoFit/>
          </a:bodyPr>
          <a:lstStyle/>
          <a:p>
            <a:pPr algn="just">
              <a:lnSpc>
                <a:spcPct val="150000"/>
              </a:lnSpc>
            </a:pPr>
            <a:r>
              <a:rPr lang="en-US" sz="2300" b="1" dirty="0">
                <a:latin typeface="+mj-lt"/>
              </a:rPr>
              <a:t>2. Amit borrows Rs.9000 from a </a:t>
            </a:r>
            <a:r>
              <a:rPr lang="en-US" sz="2300" b="1" dirty="0" err="1">
                <a:latin typeface="+mj-lt"/>
              </a:rPr>
              <a:t>seth</a:t>
            </a:r>
            <a:r>
              <a:rPr lang="en-US" sz="2300" b="1" dirty="0">
                <a:latin typeface="+mj-lt"/>
              </a:rPr>
              <a:t>. Seth adds 5% compound interest on it per annum. How much amount will </a:t>
            </a:r>
            <a:r>
              <a:rPr lang="en-US" sz="2300" b="1" dirty="0" err="1">
                <a:latin typeface="+mj-lt"/>
              </a:rPr>
              <a:t>amit</a:t>
            </a:r>
            <a:r>
              <a:rPr lang="en-US" sz="2300" b="1" dirty="0">
                <a:latin typeface="+mj-lt"/>
              </a:rPr>
              <a:t> return to </a:t>
            </a:r>
            <a:r>
              <a:rPr lang="en-US" sz="2300" b="1" dirty="0" err="1">
                <a:latin typeface="+mj-lt"/>
              </a:rPr>
              <a:t>seth</a:t>
            </a:r>
            <a:r>
              <a:rPr lang="en-US" sz="2300" b="1" dirty="0">
                <a:latin typeface="+mj-lt"/>
              </a:rPr>
              <a:t> after two years.</a:t>
            </a:r>
          </a:p>
          <a:p>
            <a:pPr algn="just">
              <a:lnSpc>
                <a:spcPct val="150000"/>
              </a:lnSpc>
            </a:pPr>
            <a:r>
              <a:rPr lang="en-IN" sz="2300" b="1" dirty="0">
                <a:latin typeface="+mj-lt"/>
              </a:rPr>
              <a:t>a. 9221.5</a:t>
            </a:r>
          </a:p>
          <a:p>
            <a:pPr algn="just">
              <a:lnSpc>
                <a:spcPct val="150000"/>
              </a:lnSpc>
            </a:pPr>
            <a:r>
              <a:rPr lang="en-IN" sz="2300" b="1" dirty="0">
                <a:latin typeface="+mj-lt"/>
              </a:rPr>
              <a:t>b. 9922.5</a:t>
            </a:r>
          </a:p>
          <a:p>
            <a:pPr algn="just">
              <a:lnSpc>
                <a:spcPct val="150000"/>
              </a:lnSpc>
            </a:pPr>
            <a:r>
              <a:rPr lang="en-IN" sz="2300" b="1" dirty="0">
                <a:latin typeface="+mj-lt"/>
              </a:rPr>
              <a:t>c. 921.5</a:t>
            </a:r>
          </a:p>
          <a:p>
            <a:pPr algn="just">
              <a:lnSpc>
                <a:spcPct val="150000"/>
              </a:lnSpc>
            </a:pPr>
            <a:r>
              <a:rPr lang="en-IN" sz="2300" b="1" dirty="0">
                <a:latin typeface="+mj-lt"/>
              </a:rPr>
              <a:t>d. 922.5</a:t>
            </a:r>
          </a:p>
          <a:p>
            <a:pPr algn="just">
              <a:lnSpc>
                <a:spcPct val="150000"/>
              </a:lnSpc>
            </a:pPr>
            <a:endParaRPr lang="en-IN" sz="2300" b="1" dirty="0">
              <a:latin typeface="+mj-lt"/>
            </a:endParaRPr>
          </a:p>
          <a:p>
            <a:pPr algn="just">
              <a:lnSpc>
                <a:spcPct val="150000"/>
              </a:lnSpc>
            </a:pPr>
            <a:endParaRPr lang="en-IN" sz="2300" b="1" dirty="0">
              <a:latin typeface="+mj-lt"/>
            </a:endParaRPr>
          </a:p>
        </p:txBody>
      </p:sp>
    </p:spTree>
    <p:extLst>
      <p:ext uri="{BB962C8B-B14F-4D97-AF65-F5344CB8AC3E}">
        <p14:creationId xmlns:p14="http://schemas.microsoft.com/office/powerpoint/2010/main" val="986344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CF0AE-CFD3-ACD1-AC19-06E24D62797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8BD2D759-4252-CF86-C58D-7EE1BB89D642}"/>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F2E653D7-62F7-2318-CB61-1B9F207CB2D6}"/>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E8D50120-ACDD-8921-039E-BA735EF2F644}"/>
              </a:ext>
            </a:extLst>
          </p:cNvPr>
          <p:cNvSpPr txBox="1"/>
          <p:nvPr/>
        </p:nvSpPr>
        <p:spPr>
          <a:xfrm>
            <a:off x="250009" y="275287"/>
            <a:ext cx="9633856" cy="3748655"/>
          </a:xfrm>
          <a:prstGeom prst="rect">
            <a:avLst/>
          </a:prstGeom>
          <a:noFill/>
        </p:spPr>
        <p:txBody>
          <a:bodyPr wrap="square">
            <a:spAutoFit/>
          </a:bodyPr>
          <a:lstStyle/>
          <a:p>
            <a:pPr>
              <a:lnSpc>
                <a:spcPct val="150000"/>
              </a:lnSpc>
            </a:pPr>
            <a:r>
              <a:rPr lang="en-US" sz="2300" b="1" dirty="0">
                <a:latin typeface="+mj-lt"/>
              </a:rPr>
              <a:t>3. If the compound interest on a certain sum of money for 2 years at 5% </a:t>
            </a:r>
            <a:r>
              <a:rPr lang="en-US" sz="2300" b="1" dirty="0" err="1">
                <a:latin typeface="+mj-lt"/>
              </a:rPr>
              <a:t>p.a</a:t>
            </a:r>
            <a:r>
              <a:rPr lang="en-US" sz="2300" b="1" dirty="0">
                <a:latin typeface="+mj-lt"/>
              </a:rPr>
              <a:t> is Rs.328, then the sum is equal to.</a:t>
            </a:r>
          </a:p>
          <a:p>
            <a:pPr>
              <a:lnSpc>
                <a:spcPct val="150000"/>
              </a:lnSpc>
            </a:pPr>
            <a:r>
              <a:rPr lang="en-IN" sz="2300" b="1" dirty="0">
                <a:latin typeface="+mj-lt"/>
              </a:rPr>
              <a:t>a. 3600</a:t>
            </a:r>
          </a:p>
          <a:p>
            <a:pPr>
              <a:lnSpc>
                <a:spcPct val="150000"/>
              </a:lnSpc>
            </a:pPr>
            <a:r>
              <a:rPr lang="en-IN" sz="2300" b="1" dirty="0">
                <a:latin typeface="+mj-lt"/>
              </a:rPr>
              <a:t>b. 3500</a:t>
            </a:r>
          </a:p>
          <a:p>
            <a:pPr>
              <a:lnSpc>
                <a:spcPct val="150000"/>
              </a:lnSpc>
            </a:pPr>
            <a:r>
              <a:rPr lang="en-IN" sz="2300" b="1" dirty="0">
                <a:latin typeface="+mj-lt"/>
              </a:rPr>
              <a:t>c. 3000</a:t>
            </a:r>
          </a:p>
          <a:p>
            <a:pPr>
              <a:lnSpc>
                <a:spcPct val="150000"/>
              </a:lnSpc>
            </a:pPr>
            <a:r>
              <a:rPr lang="en-IN" sz="2300" b="1" dirty="0">
                <a:latin typeface="+mj-lt"/>
              </a:rPr>
              <a:t>d. 3200</a:t>
            </a:r>
          </a:p>
          <a:p>
            <a:pPr algn="just">
              <a:lnSpc>
                <a:spcPct val="150000"/>
              </a:lnSpc>
            </a:pPr>
            <a:endParaRPr lang="en-IN" sz="2300" b="1" dirty="0">
              <a:latin typeface="+mj-lt"/>
            </a:endParaRPr>
          </a:p>
        </p:txBody>
      </p:sp>
    </p:spTree>
    <p:extLst>
      <p:ext uri="{BB962C8B-B14F-4D97-AF65-F5344CB8AC3E}">
        <p14:creationId xmlns:p14="http://schemas.microsoft.com/office/powerpoint/2010/main" val="10025745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ED8E8-1FEF-2E5A-9B6A-6D87020CE89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178CCAA-38C4-59FE-0E44-4C5626A9966B}"/>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6B404A40-AEF7-B04B-D5D2-B4561E7E5A9A}"/>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152AB961-C635-31E4-DA7D-5DB5F98FBB0A}"/>
              </a:ext>
            </a:extLst>
          </p:cNvPr>
          <p:cNvSpPr txBox="1"/>
          <p:nvPr/>
        </p:nvSpPr>
        <p:spPr>
          <a:xfrm>
            <a:off x="250009" y="275287"/>
            <a:ext cx="9633856" cy="4810484"/>
          </a:xfrm>
          <a:prstGeom prst="rect">
            <a:avLst/>
          </a:prstGeom>
          <a:noFill/>
        </p:spPr>
        <p:txBody>
          <a:bodyPr wrap="square">
            <a:spAutoFit/>
          </a:bodyPr>
          <a:lstStyle/>
          <a:p>
            <a:pPr algn="just">
              <a:lnSpc>
                <a:spcPct val="150000"/>
              </a:lnSpc>
            </a:pPr>
            <a:r>
              <a:rPr lang="en-US" sz="2300" b="1" dirty="0">
                <a:latin typeface="+mj-lt"/>
              </a:rPr>
              <a:t>4. A certain sum invested on compound interest (compounded annually) grows to rs.5040 in three years. If the rate of interest is 20% for the first year, 40% for the second year and 50% for the third year, then what is the sum.</a:t>
            </a:r>
          </a:p>
          <a:p>
            <a:pPr algn="just">
              <a:lnSpc>
                <a:spcPct val="150000"/>
              </a:lnSpc>
            </a:pPr>
            <a:r>
              <a:rPr lang="en-IN" sz="2300" b="1" dirty="0">
                <a:latin typeface="+mj-lt"/>
              </a:rPr>
              <a:t>a. 1210</a:t>
            </a:r>
          </a:p>
          <a:p>
            <a:pPr algn="just">
              <a:lnSpc>
                <a:spcPct val="150000"/>
              </a:lnSpc>
            </a:pPr>
            <a:r>
              <a:rPr lang="en-IN" sz="2300" b="1" dirty="0">
                <a:latin typeface="+mj-lt"/>
              </a:rPr>
              <a:t>b. 2566</a:t>
            </a:r>
          </a:p>
          <a:p>
            <a:pPr algn="just">
              <a:lnSpc>
                <a:spcPct val="150000"/>
              </a:lnSpc>
            </a:pPr>
            <a:r>
              <a:rPr lang="en-IN" sz="2300" b="1" dirty="0">
                <a:latin typeface="+mj-lt"/>
              </a:rPr>
              <a:t>c. 1800</a:t>
            </a:r>
          </a:p>
          <a:p>
            <a:pPr algn="just">
              <a:lnSpc>
                <a:spcPct val="150000"/>
              </a:lnSpc>
            </a:pPr>
            <a:r>
              <a:rPr lang="en-IN" sz="2300" b="1" dirty="0">
                <a:latin typeface="+mj-lt"/>
              </a:rPr>
              <a:t>d. 2000</a:t>
            </a:r>
          </a:p>
          <a:p>
            <a:pPr algn="just">
              <a:lnSpc>
                <a:spcPct val="150000"/>
              </a:lnSpc>
            </a:pPr>
            <a:endParaRPr lang="en-IN" sz="2300" b="1" dirty="0">
              <a:latin typeface="+mj-lt"/>
            </a:endParaRPr>
          </a:p>
        </p:txBody>
      </p:sp>
    </p:spTree>
    <p:extLst>
      <p:ext uri="{BB962C8B-B14F-4D97-AF65-F5344CB8AC3E}">
        <p14:creationId xmlns:p14="http://schemas.microsoft.com/office/powerpoint/2010/main" val="27402210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583DD6-540E-4F33-1AFA-D2268FEBAE0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7377016-7443-3290-E964-714A4DC2E232}"/>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E3B4E556-9A32-2BF2-5E95-04C65870E94A}"/>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E5261D18-A2BC-F727-53DB-8538F9AE512D}"/>
              </a:ext>
            </a:extLst>
          </p:cNvPr>
          <p:cNvSpPr txBox="1"/>
          <p:nvPr/>
        </p:nvSpPr>
        <p:spPr>
          <a:xfrm>
            <a:off x="250009" y="275287"/>
            <a:ext cx="9633856" cy="4279569"/>
          </a:xfrm>
          <a:prstGeom prst="rect">
            <a:avLst/>
          </a:prstGeom>
          <a:noFill/>
        </p:spPr>
        <p:txBody>
          <a:bodyPr wrap="square">
            <a:spAutoFit/>
          </a:bodyPr>
          <a:lstStyle/>
          <a:p>
            <a:pPr algn="just">
              <a:lnSpc>
                <a:spcPct val="150000"/>
              </a:lnSpc>
            </a:pPr>
            <a:r>
              <a:rPr lang="en-US" sz="2300" b="1" dirty="0">
                <a:latin typeface="+mj-lt"/>
              </a:rPr>
              <a:t>5. What will be the compound interest for 3 years on Rs.5120 at the rate of 12.5% compounded annually.</a:t>
            </a:r>
          </a:p>
          <a:p>
            <a:pPr algn="just">
              <a:lnSpc>
                <a:spcPct val="150000"/>
              </a:lnSpc>
            </a:pPr>
            <a:r>
              <a:rPr lang="en-IN" sz="2300" b="1" dirty="0">
                <a:latin typeface="+mj-lt"/>
              </a:rPr>
              <a:t>a. 2280</a:t>
            </a:r>
          </a:p>
          <a:p>
            <a:pPr algn="just">
              <a:lnSpc>
                <a:spcPct val="150000"/>
              </a:lnSpc>
            </a:pPr>
            <a:r>
              <a:rPr lang="en-IN" sz="2300" b="1" dirty="0">
                <a:latin typeface="+mj-lt"/>
              </a:rPr>
              <a:t>b. 1960</a:t>
            </a:r>
          </a:p>
          <a:p>
            <a:pPr algn="just">
              <a:lnSpc>
                <a:spcPct val="150000"/>
              </a:lnSpc>
            </a:pPr>
            <a:r>
              <a:rPr lang="en-IN" sz="2300" b="1" dirty="0">
                <a:latin typeface="+mj-lt"/>
              </a:rPr>
              <a:t>c. 2120</a:t>
            </a:r>
          </a:p>
          <a:p>
            <a:pPr algn="just">
              <a:lnSpc>
                <a:spcPct val="150000"/>
              </a:lnSpc>
            </a:pPr>
            <a:r>
              <a:rPr lang="en-IN" sz="2300" b="1" dirty="0">
                <a:latin typeface="+mj-lt"/>
              </a:rPr>
              <a:t>d. 2170</a:t>
            </a:r>
          </a:p>
          <a:p>
            <a:pPr algn="just">
              <a:lnSpc>
                <a:spcPct val="150000"/>
              </a:lnSpc>
            </a:pPr>
            <a:endParaRPr lang="en-IN" sz="2300" b="1" dirty="0">
              <a:latin typeface="+mj-lt"/>
            </a:endParaRPr>
          </a:p>
          <a:p>
            <a:pPr algn="just">
              <a:lnSpc>
                <a:spcPct val="150000"/>
              </a:lnSpc>
            </a:pPr>
            <a:endParaRPr lang="en-IN" sz="2300" b="1" dirty="0">
              <a:latin typeface="+mj-lt"/>
            </a:endParaRPr>
          </a:p>
        </p:txBody>
      </p:sp>
    </p:spTree>
    <p:extLst>
      <p:ext uri="{BB962C8B-B14F-4D97-AF65-F5344CB8AC3E}">
        <p14:creationId xmlns:p14="http://schemas.microsoft.com/office/powerpoint/2010/main" val="1151477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9F8BA-949B-05B0-090C-731BEAB8805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85A3F60-6779-734E-16A2-268817857DC6}"/>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0696CF8A-0420-02D7-97AE-478080D2BEBA}"/>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6CF00E3F-5654-41EC-4EC8-B5DC25A07F5F}"/>
              </a:ext>
            </a:extLst>
          </p:cNvPr>
          <p:cNvSpPr txBox="1"/>
          <p:nvPr/>
        </p:nvSpPr>
        <p:spPr>
          <a:xfrm>
            <a:off x="250009" y="275287"/>
            <a:ext cx="9633856" cy="4279569"/>
          </a:xfrm>
          <a:prstGeom prst="rect">
            <a:avLst/>
          </a:prstGeom>
          <a:noFill/>
        </p:spPr>
        <p:txBody>
          <a:bodyPr wrap="square">
            <a:spAutoFit/>
          </a:bodyPr>
          <a:lstStyle/>
          <a:p>
            <a:pPr>
              <a:lnSpc>
                <a:spcPct val="150000"/>
              </a:lnSpc>
            </a:pPr>
            <a:r>
              <a:rPr lang="en-US" sz="2300" b="1" dirty="0">
                <a:latin typeface="+mj-lt"/>
              </a:rPr>
              <a:t>6. what is the present value of Rs.14,739 payable in 3 years at the rate of 6.25% yearly compounded interest?</a:t>
            </a:r>
          </a:p>
          <a:p>
            <a:pPr>
              <a:lnSpc>
                <a:spcPct val="150000"/>
              </a:lnSpc>
            </a:pPr>
            <a:r>
              <a:rPr lang="en-IN" sz="2300" b="1" dirty="0">
                <a:latin typeface="+mj-lt"/>
              </a:rPr>
              <a:t>a. 12184</a:t>
            </a:r>
          </a:p>
          <a:p>
            <a:pPr>
              <a:lnSpc>
                <a:spcPct val="150000"/>
              </a:lnSpc>
            </a:pPr>
            <a:r>
              <a:rPr lang="en-IN" sz="2300" b="1" dirty="0">
                <a:latin typeface="+mj-lt"/>
              </a:rPr>
              <a:t>b. 12288</a:t>
            </a:r>
          </a:p>
          <a:p>
            <a:pPr>
              <a:lnSpc>
                <a:spcPct val="150000"/>
              </a:lnSpc>
            </a:pPr>
            <a:r>
              <a:rPr lang="en-IN" sz="2300" b="1" dirty="0">
                <a:latin typeface="+mj-lt"/>
              </a:rPr>
              <a:t>c. 12473</a:t>
            </a:r>
          </a:p>
          <a:p>
            <a:pPr>
              <a:lnSpc>
                <a:spcPct val="150000"/>
              </a:lnSpc>
            </a:pPr>
            <a:r>
              <a:rPr lang="en-IN" sz="2300" b="1" dirty="0">
                <a:latin typeface="+mj-lt"/>
              </a:rPr>
              <a:t>d. 12148</a:t>
            </a:r>
          </a:p>
          <a:p>
            <a:pPr>
              <a:lnSpc>
                <a:spcPct val="150000"/>
              </a:lnSpc>
            </a:pPr>
            <a:endParaRPr lang="en-IN" sz="2300" b="1" dirty="0">
              <a:latin typeface="+mj-lt"/>
            </a:endParaRPr>
          </a:p>
          <a:p>
            <a:pPr algn="just">
              <a:lnSpc>
                <a:spcPct val="150000"/>
              </a:lnSpc>
            </a:pPr>
            <a:endParaRPr lang="en-IN" sz="2300" b="1" dirty="0">
              <a:latin typeface="+mj-lt"/>
            </a:endParaRPr>
          </a:p>
        </p:txBody>
      </p:sp>
    </p:spTree>
    <p:extLst>
      <p:ext uri="{BB962C8B-B14F-4D97-AF65-F5344CB8AC3E}">
        <p14:creationId xmlns:p14="http://schemas.microsoft.com/office/powerpoint/2010/main" val="3532606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E3B5A-96FC-D7BB-9F8F-65A077A946D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A78F276-DD52-AEBF-670C-F37A49A35785}"/>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CB5338E6-27EC-7432-3243-DA5BCCF626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81BDB742-2D73-496B-B3A9-9912975CBBF2}"/>
              </a:ext>
            </a:extLst>
          </p:cNvPr>
          <p:cNvSpPr txBox="1"/>
          <p:nvPr/>
        </p:nvSpPr>
        <p:spPr>
          <a:xfrm>
            <a:off x="250009" y="275287"/>
            <a:ext cx="9633856" cy="4810484"/>
          </a:xfrm>
          <a:prstGeom prst="rect">
            <a:avLst/>
          </a:prstGeom>
          <a:noFill/>
        </p:spPr>
        <p:txBody>
          <a:bodyPr wrap="square">
            <a:spAutoFit/>
          </a:bodyPr>
          <a:lstStyle/>
          <a:p>
            <a:pPr algn="just">
              <a:lnSpc>
                <a:spcPct val="150000"/>
              </a:lnSpc>
            </a:pPr>
            <a:r>
              <a:rPr lang="en-US" sz="2300" b="1" dirty="0">
                <a:latin typeface="+mj-lt"/>
              </a:rPr>
              <a:t>7. A sum of Rs.2000 is invested at 10% per annum compound interest (compounded annually) for 2.5 years. How much interest will be received after 2.5 years ?.</a:t>
            </a:r>
          </a:p>
          <a:p>
            <a:pPr algn="just">
              <a:lnSpc>
                <a:spcPct val="150000"/>
              </a:lnSpc>
            </a:pPr>
            <a:r>
              <a:rPr lang="en-IN" sz="2300" b="1" dirty="0">
                <a:latin typeface="+mj-lt"/>
              </a:rPr>
              <a:t>a. Rs.541</a:t>
            </a:r>
          </a:p>
          <a:p>
            <a:pPr algn="just">
              <a:lnSpc>
                <a:spcPct val="150000"/>
              </a:lnSpc>
            </a:pPr>
            <a:r>
              <a:rPr lang="en-IN" sz="2300" b="1" dirty="0">
                <a:latin typeface="+mj-lt"/>
              </a:rPr>
              <a:t>b. Rs.241</a:t>
            </a:r>
          </a:p>
          <a:p>
            <a:pPr algn="just">
              <a:lnSpc>
                <a:spcPct val="150000"/>
              </a:lnSpc>
            </a:pPr>
            <a:r>
              <a:rPr lang="en-IN" sz="2300" b="1" dirty="0">
                <a:latin typeface="+mj-lt"/>
              </a:rPr>
              <a:t>c. Rs.310</a:t>
            </a:r>
          </a:p>
          <a:p>
            <a:pPr algn="just">
              <a:lnSpc>
                <a:spcPct val="150000"/>
              </a:lnSpc>
            </a:pPr>
            <a:r>
              <a:rPr lang="en-IN" sz="2300" b="1" dirty="0">
                <a:latin typeface="+mj-lt"/>
              </a:rPr>
              <a:t>d. Rs.2541</a:t>
            </a:r>
          </a:p>
          <a:p>
            <a:pPr algn="just">
              <a:lnSpc>
                <a:spcPct val="150000"/>
              </a:lnSpc>
            </a:pPr>
            <a:endParaRPr lang="en-IN" sz="2300" b="1" dirty="0">
              <a:latin typeface="+mj-lt"/>
            </a:endParaRPr>
          </a:p>
          <a:p>
            <a:pPr algn="just">
              <a:lnSpc>
                <a:spcPct val="150000"/>
              </a:lnSpc>
            </a:pPr>
            <a:endParaRPr lang="en-IN" sz="2300" b="1" dirty="0">
              <a:latin typeface="+mj-lt"/>
            </a:endParaRPr>
          </a:p>
        </p:txBody>
      </p:sp>
    </p:spTree>
    <p:extLst>
      <p:ext uri="{BB962C8B-B14F-4D97-AF65-F5344CB8AC3E}">
        <p14:creationId xmlns:p14="http://schemas.microsoft.com/office/powerpoint/2010/main" val="2269400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0A3481-8891-2120-81C3-394BB353BDC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83D3A9C-5D48-181C-C0AE-962DE74E79E7}"/>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A71E1B6A-A815-F801-1027-BE8B0E28D0C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8027582D-CBEB-039E-A9CA-8F7364A230A3}"/>
              </a:ext>
            </a:extLst>
          </p:cNvPr>
          <p:cNvSpPr txBox="1"/>
          <p:nvPr/>
        </p:nvSpPr>
        <p:spPr>
          <a:xfrm>
            <a:off x="250009" y="275287"/>
            <a:ext cx="9634220" cy="4276684"/>
          </a:xfrm>
          <a:prstGeom prst="rect">
            <a:avLst/>
          </a:prstGeom>
          <a:noFill/>
        </p:spPr>
        <p:txBody>
          <a:bodyPr wrap="square">
            <a:spAutoFit/>
          </a:bodyPr>
          <a:lstStyle/>
          <a:p>
            <a:pPr>
              <a:lnSpc>
                <a:spcPct val="150000"/>
              </a:lnSpc>
            </a:pPr>
            <a:r>
              <a:rPr lang="en-US" sz="2300" b="1" dirty="0">
                <a:latin typeface="+mj-lt"/>
              </a:rPr>
              <a:t>10. What is the compound interest on a sum of Rs.25000 for 3 2/5 years at 10% p.a. If the interest is compounded annually ?.</a:t>
            </a:r>
          </a:p>
          <a:p>
            <a:pPr>
              <a:lnSpc>
                <a:spcPct val="150000"/>
              </a:lnSpc>
            </a:pPr>
            <a:r>
              <a:rPr lang="en-IN" sz="2300" b="1" dirty="0">
                <a:latin typeface="+mj-lt"/>
              </a:rPr>
              <a:t>a. Rs.9606</a:t>
            </a:r>
          </a:p>
          <a:p>
            <a:pPr>
              <a:lnSpc>
                <a:spcPct val="150000"/>
              </a:lnSpc>
            </a:pPr>
            <a:r>
              <a:rPr lang="en-IN" sz="2300" b="1" dirty="0">
                <a:latin typeface="+mj-lt"/>
              </a:rPr>
              <a:t>b. Rs.8275</a:t>
            </a:r>
          </a:p>
          <a:p>
            <a:pPr>
              <a:lnSpc>
                <a:spcPct val="150000"/>
              </a:lnSpc>
            </a:pPr>
            <a:r>
              <a:rPr lang="en-IN" sz="2300" b="1" dirty="0">
                <a:latin typeface="+mj-lt"/>
              </a:rPr>
              <a:t>c. Rs.9516</a:t>
            </a:r>
          </a:p>
          <a:p>
            <a:pPr>
              <a:lnSpc>
                <a:spcPct val="150000"/>
              </a:lnSpc>
            </a:pPr>
            <a:r>
              <a:rPr lang="en-IN" sz="2300" b="1" dirty="0">
                <a:latin typeface="+mj-lt"/>
              </a:rPr>
              <a:t>d. Rs.8425</a:t>
            </a:r>
          </a:p>
          <a:p>
            <a:pPr algn="just">
              <a:lnSpc>
                <a:spcPct val="150000"/>
              </a:lnSpc>
            </a:pPr>
            <a:endParaRPr lang="en-IN" sz="2300" b="1" dirty="0">
              <a:latin typeface="+mj-lt"/>
            </a:endParaRPr>
          </a:p>
        </p:txBody>
      </p:sp>
    </p:spTree>
    <p:extLst>
      <p:ext uri="{BB962C8B-B14F-4D97-AF65-F5344CB8AC3E}">
        <p14:creationId xmlns:p14="http://schemas.microsoft.com/office/powerpoint/2010/main" val="1618580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80E19-F009-0F5F-C4B8-E2A324955AF4}"/>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DF9D640F-78DE-E810-24A2-6204687BEF89}"/>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43162A07-4AF8-DE11-1EE9-C0075D33B0A0}"/>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91770628-4ACC-5327-DBB0-135221864714}"/>
              </a:ext>
            </a:extLst>
          </p:cNvPr>
          <p:cNvSpPr txBox="1"/>
          <p:nvPr/>
        </p:nvSpPr>
        <p:spPr>
          <a:xfrm>
            <a:off x="250008" y="275287"/>
            <a:ext cx="9808391" cy="3748655"/>
          </a:xfrm>
          <a:prstGeom prst="rect">
            <a:avLst/>
          </a:prstGeom>
          <a:noFill/>
        </p:spPr>
        <p:txBody>
          <a:bodyPr wrap="square">
            <a:spAutoFit/>
          </a:bodyPr>
          <a:lstStyle/>
          <a:p>
            <a:pPr algn="just">
              <a:lnSpc>
                <a:spcPct val="150000"/>
              </a:lnSpc>
            </a:pPr>
            <a:r>
              <a:rPr lang="en-US" sz="2300" b="1" dirty="0">
                <a:latin typeface="+mj-lt"/>
              </a:rPr>
              <a:t>11. Find the compound interest on Rs. 24000 at 10% p.a. for 1 year 6 months, the interest being compounded half yearly?</a:t>
            </a:r>
          </a:p>
          <a:p>
            <a:pPr algn="just">
              <a:lnSpc>
                <a:spcPct val="150000"/>
              </a:lnSpc>
            </a:pPr>
            <a:r>
              <a:rPr lang="en-US" sz="2300" b="1" dirty="0">
                <a:latin typeface="+mj-lt"/>
              </a:rPr>
              <a:t>A.3783</a:t>
            </a:r>
          </a:p>
          <a:p>
            <a:pPr algn="just">
              <a:lnSpc>
                <a:spcPct val="150000"/>
              </a:lnSpc>
            </a:pPr>
            <a:r>
              <a:rPr lang="en-IN" sz="2300" b="1" dirty="0">
                <a:latin typeface="+mj-lt"/>
              </a:rPr>
              <a:t>B.2683</a:t>
            </a:r>
          </a:p>
          <a:p>
            <a:pPr algn="just">
              <a:lnSpc>
                <a:spcPct val="150000"/>
              </a:lnSpc>
            </a:pPr>
            <a:r>
              <a:rPr lang="en-IN" sz="2300" b="1" dirty="0">
                <a:latin typeface="+mj-lt"/>
              </a:rPr>
              <a:t>C.3463</a:t>
            </a:r>
          </a:p>
          <a:p>
            <a:pPr algn="just">
              <a:lnSpc>
                <a:spcPct val="150000"/>
              </a:lnSpc>
            </a:pPr>
            <a:r>
              <a:rPr lang="en-IN" sz="2300" b="1" dirty="0">
                <a:latin typeface="+mj-lt"/>
              </a:rPr>
              <a:t>D.4161</a:t>
            </a:r>
          </a:p>
          <a:p>
            <a:pPr algn="just">
              <a:lnSpc>
                <a:spcPct val="150000"/>
              </a:lnSpc>
            </a:pPr>
            <a:endParaRPr lang="en-IN" sz="2300" b="1" dirty="0">
              <a:latin typeface="+mj-lt"/>
            </a:endParaRPr>
          </a:p>
        </p:txBody>
      </p:sp>
    </p:spTree>
    <p:extLst>
      <p:ext uri="{BB962C8B-B14F-4D97-AF65-F5344CB8AC3E}">
        <p14:creationId xmlns:p14="http://schemas.microsoft.com/office/powerpoint/2010/main" val="562311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9A63B-2DD6-590B-D5AA-3D36254760B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FD2294B-5174-BABB-F81A-962D352E7AC5}"/>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0A4563BC-71BA-A719-0A4C-61DF2223C0EC}"/>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76B9AF14-F53D-AFA9-593E-5F18814F7C29}"/>
              </a:ext>
            </a:extLst>
          </p:cNvPr>
          <p:cNvSpPr txBox="1"/>
          <p:nvPr/>
        </p:nvSpPr>
        <p:spPr>
          <a:xfrm>
            <a:off x="250009" y="275287"/>
            <a:ext cx="9633856" cy="4279569"/>
          </a:xfrm>
          <a:prstGeom prst="rect">
            <a:avLst/>
          </a:prstGeom>
          <a:noFill/>
        </p:spPr>
        <p:txBody>
          <a:bodyPr wrap="square">
            <a:spAutoFit/>
          </a:bodyPr>
          <a:lstStyle/>
          <a:p>
            <a:pPr>
              <a:lnSpc>
                <a:spcPct val="150000"/>
              </a:lnSpc>
            </a:pPr>
            <a:r>
              <a:rPr lang="en-US" sz="2300" b="1" dirty="0">
                <a:latin typeface="+mj-lt"/>
              </a:rPr>
              <a:t>12. What is the compound interest on sum of Rs. 37,500 for 1 1/3 years at a rate of 12% p.a. If the interest is compounded 8-monthly?</a:t>
            </a:r>
          </a:p>
          <a:p>
            <a:pPr>
              <a:lnSpc>
                <a:spcPct val="150000"/>
              </a:lnSpc>
            </a:pPr>
            <a:r>
              <a:rPr lang="en-IN" sz="2300" b="1" dirty="0">
                <a:latin typeface="+mj-lt"/>
              </a:rPr>
              <a:t>a. 6440</a:t>
            </a:r>
          </a:p>
          <a:p>
            <a:pPr>
              <a:lnSpc>
                <a:spcPct val="150000"/>
              </a:lnSpc>
            </a:pPr>
            <a:r>
              <a:rPr lang="en-IN" sz="2300" b="1" dirty="0">
                <a:latin typeface="+mj-lt"/>
              </a:rPr>
              <a:t>b. 6240</a:t>
            </a:r>
          </a:p>
          <a:p>
            <a:pPr>
              <a:lnSpc>
                <a:spcPct val="150000"/>
              </a:lnSpc>
            </a:pPr>
            <a:r>
              <a:rPr lang="en-IN" sz="2300" b="1" dirty="0">
                <a:latin typeface="+mj-lt"/>
              </a:rPr>
              <a:t>c. 6420</a:t>
            </a:r>
          </a:p>
          <a:p>
            <a:pPr>
              <a:lnSpc>
                <a:spcPct val="150000"/>
              </a:lnSpc>
            </a:pPr>
            <a:r>
              <a:rPr lang="en-IN" sz="2300" b="1" dirty="0">
                <a:latin typeface="+mj-lt"/>
              </a:rPr>
              <a:t>d. 6448</a:t>
            </a:r>
          </a:p>
          <a:p>
            <a:pPr algn="just">
              <a:lnSpc>
                <a:spcPct val="150000"/>
              </a:lnSpc>
            </a:pPr>
            <a:endParaRPr lang="en-IN" sz="2300" b="1" dirty="0">
              <a:latin typeface="+mj-lt"/>
            </a:endParaRPr>
          </a:p>
        </p:txBody>
      </p:sp>
    </p:spTree>
    <p:extLst>
      <p:ext uri="{BB962C8B-B14F-4D97-AF65-F5344CB8AC3E}">
        <p14:creationId xmlns:p14="http://schemas.microsoft.com/office/powerpoint/2010/main" val="40191978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E6C09-1D79-53A9-227D-C6C5D800ECC0}"/>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7741D3C8-6077-0C09-76FF-AA944786F713}"/>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0FF07075-9B4C-72C4-38E0-E810C280C868}"/>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E42BE899-0171-9019-9037-B3111E751420}"/>
              </a:ext>
            </a:extLst>
          </p:cNvPr>
          <p:cNvSpPr txBox="1"/>
          <p:nvPr/>
        </p:nvSpPr>
        <p:spPr>
          <a:xfrm>
            <a:off x="250009" y="275287"/>
            <a:ext cx="9633856" cy="3748655"/>
          </a:xfrm>
          <a:prstGeom prst="rect">
            <a:avLst/>
          </a:prstGeom>
          <a:noFill/>
        </p:spPr>
        <p:txBody>
          <a:bodyPr wrap="square">
            <a:spAutoFit/>
          </a:bodyPr>
          <a:lstStyle/>
          <a:p>
            <a:pPr>
              <a:lnSpc>
                <a:spcPct val="150000"/>
              </a:lnSpc>
            </a:pPr>
            <a:r>
              <a:rPr lang="en-US" sz="2300" b="1" dirty="0">
                <a:latin typeface="+mj-lt"/>
              </a:rPr>
              <a:t>13. What is the Amount on sum of Rs. 12,000 for 2 years at a rate of 15% p.a. If the interest is compounded 8-monthly?</a:t>
            </a:r>
            <a:endParaRPr lang="en-IN" sz="2300" b="1" dirty="0">
              <a:latin typeface="+mj-lt"/>
            </a:endParaRPr>
          </a:p>
          <a:p>
            <a:pPr>
              <a:lnSpc>
                <a:spcPct val="150000"/>
              </a:lnSpc>
            </a:pPr>
            <a:r>
              <a:rPr lang="en-IN" sz="2300" b="1" dirty="0">
                <a:latin typeface="+mj-lt"/>
              </a:rPr>
              <a:t>a. 15792</a:t>
            </a:r>
          </a:p>
          <a:p>
            <a:pPr>
              <a:lnSpc>
                <a:spcPct val="150000"/>
              </a:lnSpc>
            </a:pPr>
            <a:r>
              <a:rPr lang="en-IN" sz="2300" b="1" dirty="0">
                <a:latin typeface="+mj-lt"/>
              </a:rPr>
              <a:t>b. 15927</a:t>
            </a:r>
          </a:p>
          <a:p>
            <a:pPr>
              <a:lnSpc>
                <a:spcPct val="150000"/>
              </a:lnSpc>
            </a:pPr>
            <a:r>
              <a:rPr lang="en-IN" sz="2300" b="1" dirty="0">
                <a:latin typeface="+mj-lt"/>
              </a:rPr>
              <a:t>c. 15752</a:t>
            </a:r>
          </a:p>
          <a:p>
            <a:pPr>
              <a:lnSpc>
                <a:spcPct val="150000"/>
              </a:lnSpc>
            </a:pPr>
            <a:r>
              <a:rPr lang="en-IN" sz="2300" b="1" dirty="0">
                <a:latin typeface="+mj-lt"/>
              </a:rPr>
              <a:t>d. 15972</a:t>
            </a:r>
          </a:p>
          <a:p>
            <a:pPr algn="just">
              <a:lnSpc>
                <a:spcPct val="150000"/>
              </a:lnSpc>
            </a:pPr>
            <a:endParaRPr lang="en-IN" sz="2300" b="1" dirty="0">
              <a:latin typeface="+mj-lt"/>
            </a:endParaRPr>
          </a:p>
        </p:txBody>
      </p:sp>
    </p:spTree>
    <p:extLst>
      <p:ext uri="{BB962C8B-B14F-4D97-AF65-F5344CB8AC3E}">
        <p14:creationId xmlns:p14="http://schemas.microsoft.com/office/powerpoint/2010/main" val="66237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2D4868-B830-3488-EFAA-6A32B41E9DC3}"/>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5A3103E-F37A-39ED-4A1A-E6226939D929}"/>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7E158D98-1937-6949-BC0E-CEDCBB44AD3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61534B03-430F-87D6-FBA6-EB253D38883F}"/>
              </a:ext>
            </a:extLst>
          </p:cNvPr>
          <p:cNvSpPr txBox="1"/>
          <p:nvPr/>
        </p:nvSpPr>
        <p:spPr>
          <a:xfrm>
            <a:off x="467723" y="253517"/>
            <a:ext cx="9633856" cy="3748655"/>
          </a:xfrm>
          <a:prstGeom prst="rect">
            <a:avLst/>
          </a:prstGeom>
          <a:noFill/>
        </p:spPr>
        <p:txBody>
          <a:bodyPr wrap="square">
            <a:spAutoFit/>
          </a:bodyPr>
          <a:lstStyle/>
          <a:p>
            <a:pPr>
              <a:lnSpc>
                <a:spcPct val="150000"/>
              </a:lnSpc>
            </a:pPr>
            <a:r>
              <a:rPr lang="en-US" sz="2300" b="1" dirty="0">
                <a:latin typeface="+mj-lt"/>
              </a:rPr>
              <a:t>14. At what rate percent per annum will Rs. 400 amounts to Rs. 441 in 2 years?</a:t>
            </a:r>
          </a:p>
          <a:p>
            <a:pPr>
              <a:lnSpc>
                <a:spcPct val="150000"/>
              </a:lnSpc>
            </a:pPr>
            <a:r>
              <a:rPr lang="en-IN" sz="2300" b="1" dirty="0">
                <a:latin typeface="+mj-lt"/>
              </a:rPr>
              <a:t>A. 10</a:t>
            </a:r>
          </a:p>
          <a:p>
            <a:pPr>
              <a:lnSpc>
                <a:spcPct val="150000"/>
              </a:lnSpc>
            </a:pPr>
            <a:r>
              <a:rPr lang="en-IN" sz="2300" b="1" dirty="0">
                <a:latin typeface="+mj-lt"/>
              </a:rPr>
              <a:t>B. 5</a:t>
            </a:r>
          </a:p>
          <a:p>
            <a:pPr>
              <a:lnSpc>
                <a:spcPct val="150000"/>
              </a:lnSpc>
            </a:pPr>
            <a:r>
              <a:rPr lang="en-IN" sz="2300" b="1" dirty="0">
                <a:latin typeface="+mj-lt"/>
              </a:rPr>
              <a:t>C. 12</a:t>
            </a:r>
          </a:p>
          <a:p>
            <a:pPr>
              <a:lnSpc>
                <a:spcPct val="150000"/>
              </a:lnSpc>
            </a:pPr>
            <a:r>
              <a:rPr lang="en-IN" sz="2300" b="1" dirty="0">
                <a:latin typeface="+mj-lt"/>
              </a:rPr>
              <a:t>D. 20</a:t>
            </a:r>
          </a:p>
          <a:p>
            <a:pPr algn="just">
              <a:lnSpc>
                <a:spcPct val="150000"/>
              </a:lnSpc>
            </a:pPr>
            <a:endParaRPr lang="en-IN" sz="2300" b="1" dirty="0">
              <a:latin typeface="+mj-lt"/>
            </a:endParaRPr>
          </a:p>
        </p:txBody>
      </p:sp>
    </p:spTree>
    <p:extLst>
      <p:ext uri="{BB962C8B-B14F-4D97-AF65-F5344CB8AC3E}">
        <p14:creationId xmlns:p14="http://schemas.microsoft.com/office/powerpoint/2010/main" val="2287013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B7E94-2211-0CF9-EA1A-E6AA1F01FA6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EEBB17E-3AB2-E8CA-4136-A7B882749338}"/>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F52E1D88-6734-C8B7-472D-E4E4AD9845C2}"/>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40D52208-4BC1-EE50-7D04-F50E9EFE7ADD}"/>
              </a:ext>
            </a:extLst>
          </p:cNvPr>
          <p:cNvSpPr txBox="1"/>
          <p:nvPr/>
        </p:nvSpPr>
        <p:spPr>
          <a:xfrm>
            <a:off x="467723" y="253517"/>
            <a:ext cx="9633856" cy="4279569"/>
          </a:xfrm>
          <a:prstGeom prst="rect">
            <a:avLst/>
          </a:prstGeom>
          <a:noFill/>
        </p:spPr>
        <p:txBody>
          <a:bodyPr wrap="square">
            <a:spAutoFit/>
          </a:bodyPr>
          <a:lstStyle/>
          <a:p>
            <a:pPr algn="just">
              <a:lnSpc>
                <a:spcPct val="150000"/>
              </a:lnSpc>
            </a:pPr>
            <a:r>
              <a:rPr lang="en-US" sz="2300" b="1" dirty="0">
                <a:latin typeface="+mj-lt"/>
              </a:rPr>
              <a:t>15. At what rate percent per annum will a sum of Rs. 15625 amount to Rs. 21952 in three years , if the interest is compounded annually?</a:t>
            </a:r>
          </a:p>
          <a:p>
            <a:pPr algn="just">
              <a:lnSpc>
                <a:spcPct val="150000"/>
              </a:lnSpc>
            </a:pPr>
            <a:r>
              <a:rPr lang="en-IN" sz="2300" b="1" dirty="0">
                <a:latin typeface="+mj-lt"/>
              </a:rPr>
              <a:t>A. 8%</a:t>
            </a:r>
          </a:p>
          <a:p>
            <a:pPr algn="just">
              <a:lnSpc>
                <a:spcPct val="150000"/>
              </a:lnSpc>
            </a:pPr>
            <a:r>
              <a:rPr lang="en-IN" sz="2300" b="1" dirty="0">
                <a:latin typeface="+mj-lt"/>
              </a:rPr>
              <a:t>B. 10%</a:t>
            </a:r>
          </a:p>
          <a:p>
            <a:pPr algn="just">
              <a:lnSpc>
                <a:spcPct val="150000"/>
              </a:lnSpc>
            </a:pPr>
            <a:r>
              <a:rPr lang="en-IN" sz="2300" b="1" dirty="0">
                <a:latin typeface="+mj-lt"/>
              </a:rPr>
              <a:t>C. 12%</a:t>
            </a:r>
          </a:p>
          <a:p>
            <a:pPr algn="just">
              <a:lnSpc>
                <a:spcPct val="150000"/>
              </a:lnSpc>
            </a:pPr>
            <a:r>
              <a:rPr lang="en-IN" sz="2300" b="1" dirty="0">
                <a:latin typeface="+mj-lt"/>
              </a:rPr>
              <a:t>D. 9%</a:t>
            </a:r>
          </a:p>
          <a:p>
            <a:pPr algn="just">
              <a:lnSpc>
                <a:spcPct val="150000"/>
              </a:lnSpc>
            </a:pPr>
            <a:endParaRPr lang="en-IN" sz="2300" b="1" dirty="0">
              <a:latin typeface="+mj-lt"/>
            </a:endParaRPr>
          </a:p>
        </p:txBody>
      </p:sp>
    </p:spTree>
    <p:extLst>
      <p:ext uri="{BB962C8B-B14F-4D97-AF65-F5344CB8AC3E}">
        <p14:creationId xmlns:p14="http://schemas.microsoft.com/office/powerpoint/2010/main" val="2607665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1D21F-668B-2762-1D57-B9F72C5A63B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B9D8356-BE86-7417-9431-56A78B443AB4}"/>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59A47FFD-6BF5-6DA5-68D3-6F53B27D6A7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3817D2D9-6CB5-C394-8D9E-DD4898CF5F8F}"/>
              </a:ext>
            </a:extLst>
          </p:cNvPr>
          <p:cNvSpPr txBox="1"/>
          <p:nvPr/>
        </p:nvSpPr>
        <p:spPr>
          <a:xfrm>
            <a:off x="467723" y="253517"/>
            <a:ext cx="9633856" cy="3748655"/>
          </a:xfrm>
          <a:prstGeom prst="rect">
            <a:avLst/>
          </a:prstGeom>
          <a:noFill/>
        </p:spPr>
        <p:txBody>
          <a:bodyPr wrap="square">
            <a:spAutoFit/>
          </a:bodyPr>
          <a:lstStyle/>
          <a:p>
            <a:pPr>
              <a:lnSpc>
                <a:spcPct val="150000"/>
              </a:lnSpc>
            </a:pPr>
            <a:r>
              <a:rPr lang="en-US" sz="2300" b="1" dirty="0">
                <a:latin typeface="+mj-lt"/>
              </a:rPr>
              <a:t>16. In what time will Rs. 2000 amount to Rs. 2420 at 10% p.a. compound interest?</a:t>
            </a:r>
          </a:p>
          <a:p>
            <a:pPr>
              <a:lnSpc>
                <a:spcPct val="150000"/>
              </a:lnSpc>
            </a:pPr>
            <a:r>
              <a:rPr lang="en-IN" sz="2300" b="1" dirty="0">
                <a:latin typeface="+mj-lt"/>
              </a:rPr>
              <a:t>A. 3 years</a:t>
            </a:r>
          </a:p>
          <a:p>
            <a:pPr>
              <a:lnSpc>
                <a:spcPct val="150000"/>
              </a:lnSpc>
            </a:pPr>
            <a:r>
              <a:rPr lang="en-IN" sz="2300" b="1" dirty="0">
                <a:latin typeface="+mj-lt"/>
              </a:rPr>
              <a:t>B. 4 years</a:t>
            </a:r>
          </a:p>
          <a:p>
            <a:pPr>
              <a:lnSpc>
                <a:spcPct val="150000"/>
              </a:lnSpc>
            </a:pPr>
            <a:r>
              <a:rPr lang="en-IN" sz="2300" b="1" dirty="0">
                <a:latin typeface="+mj-lt"/>
              </a:rPr>
              <a:t>C. 2 years</a:t>
            </a:r>
          </a:p>
          <a:p>
            <a:pPr>
              <a:lnSpc>
                <a:spcPct val="150000"/>
              </a:lnSpc>
            </a:pPr>
            <a:r>
              <a:rPr lang="en-IN" sz="2300" b="1" dirty="0">
                <a:latin typeface="+mj-lt"/>
              </a:rPr>
              <a:t>D. 5 years</a:t>
            </a:r>
          </a:p>
          <a:p>
            <a:pPr algn="just">
              <a:lnSpc>
                <a:spcPct val="150000"/>
              </a:lnSpc>
            </a:pPr>
            <a:endParaRPr lang="en-IN" sz="2300" b="1" dirty="0">
              <a:latin typeface="+mj-lt"/>
            </a:endParaRPr>
          </a:p>
        </p:txBody>
      </p:sp>
    </p:spTree>
    <p:extLst>
      <p:ext uri="{BB962C8B-B14F-4D97-AF65-F5344CB8AC3E}">
        <p14:creationId xmlns:p14="http://schemas.microsoft.com/office/powerpoint/2010/main" val="3237536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B09E6B-1A23-649F-D823-D70022702CC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155EB42-D7FA-2193-D017-630BEA2F3A7C}"/>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83CCF10F-DCED-0EF7-BC18-4E65844C805C}"/>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60D24936-260F-826E-464E-E3709927F7E3}"/>
              </a:ext>
            </a:extLst>
          </p:cNvPr>
          <p:cNvSpPr txBox="1"/>
          <p:nvPr/>
        </p:nvSpPr>
        <p:spPr>
          <a:xfrm>
            <a:off x="467723" y="253517"/>
            <a:ext cx="9633856" cy="3748655"/>
          </a:xfrm>
          <a:prstGeom prst="rect">
            <a:avLst/>
          </a:prstGeom>
          <a:noFill/>
        </p:spPr>
        <p:txBody>
          <a:bodyPr wrap="square">
            <a:spAutoFit/>
          </a:bodyPr>
          <a:lstStyle/>
          <a:p>
            <a:pPr algn="just">
              <a:lnSpc>
                <a:spcPct val="150000"/>
              </a:lnSpc>
            </a:pPr>
            <a:r>
              <a:rPr lang="en-US" sz="2300" b="1" dirty="0">
                <a:latin typeface="+mj-lt"/>
              </a:rPr>
              <a:t>17. In how many years will Rs. 25000 yield Rs. 8275 as compound interest at 10% per annum compounded annually?</a:t>
            </a:r>
          </a:p>
          <a:p>
            <a:pPr algn="just">
              <a:lnSpc>
                <a:spcPct val="150000"/>
              </a:lnSpc>
            </a:pPr>
            <a:r>
              <a:rPr lang="en-IN" sz="2300" b="1" dirty="0">
                <a:latin typeface="+mj-lt"/>
              </a:rPr>
              <a:t>A. 2</a:t>
            </a:r>
          </a:p>
          <a:p>
            <a:pPr algn="just">
              <a:lnSpc>
                <a:spcPct val="150000"/>
              </a:lnSpc>
            </a:pPr>
            <a:r>
              <a:rPr lang="en-IN" sz="2300" b="1" dirty="0">
                <a:latin typeface="+mj-lt"/>
              </a:rPr>
              <a:t>B. 4</a:t>
            </a:r>
          </a:p>
          <a:p>
            <a:pPr algn="just">
              <a:lnSpc>
                <a:spcPct val="150000"/>
              </a:lnSpc>
            </a:pPr>
            <a:r>
              <a:rPr lang="en-IN" sz="2300" b="1" dirty="0">
                <a:latin typeface="+mj-lt"/>
              </a:rPr>
              <a:t>C. 5</a:t>
            </a:r>
          </a:p>
          <a:p>
            <a:pPr algn="just">
              <a:lnSpc>
                <a:spcPct val="150000"/>
              </a:lnSpc>
            </a:pPr>
            <a:r>
              <a:rPr lang="en-IN" sz="2300" b="1" dirty="0">
                <a:latin typeface="+mj-lt"/>
              </a:rPr>
              <a:t>D. 3</a:t>
            </a:r>
          </a:p>
          <a:p>
            <a:pPr algn="just">
              <a:lnSpc>
                <a:spcPct val="150000"/>
              </a:lnSpc>
            </a:pPr>
            <a:endParaRPr lang="en-IN" sz="2300" b="1" dirty="0">
              <a:latin typeface="+mj-lt"/>
            </a:endParaRPr>
          </a:p>
        </p:txBody>
      </p:sp>
    </p:spTree>
    <p:extLst>
      <p:ext uri="{BB962C8B-B14F-4D97-AF65-F5344CB8AC3E}">
        <p14:creationId xmlns:p14="http://schemas.microsoft.com/office/powerpoint/2010/main" val="33790905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D1F1F0-4807-8C44-EE82-6262BA560AE9}"/>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32ADD59-4DB0-12AC-A0E2-102629A48954}"/>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AEA6AB7F-F88E-3F83-8A8F-72317E8F747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10D36787-0DEF-7BCE-8104-D290203A5774}"/>
              </a:ext>
            </a:extLst>
          </p:cNvPr>
          <p:cNvSpPr txBox="1"/>
          <p:nvPr/>
        </p:nvSpPr>
        <p:spPr>
          <a:xfrm>
            <a:off x="467723" y="253517"/>
            <a:ext cx="9633856" cy="4279569"/>
          </a:xfrm>
          <a:prstGeom prst="rect">
            <a:avLst/>
          </a:prstGeom>
          <a:noFill/>
        </p:spPr>
        <p:txBody>
          <a:bodyPr wrap="square">
            <a:spAutoFit/>
          </a:bodyPr>
          <a:lstStyle/>
          <a:p>
            <a:pPr algn="just">
              <a:lnSpc>
                <a:spcPct val="150000"/>
              </a:lnSpc>
            </a:pPr>
            <a:r>
              <a:rPr lang="en-US" sz="2300" b="1" dirty="0">
                <a:latin typeface="+mj-lt"/>
              </a:rPr>
              <a:t>18. In how many months will Rs. Rs. 8000 yield Rs. 2648 as compound interest at 20% per annum compounded semi-annually?</a:t>
            </a:r>
          </a:p>
          <a:p>
            <a:pPr algn="just">
              <a:lnSpc>
                <a:spcPct val="150000"/>
              </a:lnSpc>
            </a:pPr>
            <a:r>
              <a:rPr lang="en-US" sz="2300" b="1" dirty="0">
                <a:latin typeface="+mj-lt"/>
              </a:rPr>
              <a:t>A. 18</a:t>
            </a:r>
          </a:p>
          <a:p>
            <a:pPr algn="just">
              <a:lnSpc>
                <a:spcPct val="150000"/>
              </a:lnSpc>
            </a:pPr>
            <a:r>
              <a:rPr lang="en-IN" sz="2300" b="1" dirty="0">
                <a:latin typeface="+mj-lt"/>
              </a:rPr>
              <a:t>B. 24</a:t>
            </a:r>
          </a:p>
          <a:p>
            <a:pPr algn="just">
              <a:lnSpc>
                <a:spcPct val="150000"/>
              </a:lnSpc>
            </a:pPr>
            <a:r>
              <a:rPr lang="en-IN" sz="2300" b="1" dirty="0">
                <a:latin typeface="+mj-lt"/>
              </a:rPr>
              <a:t>C. 12</a:t>
            </a:r>
          </a:p>
          <a:p>
            <a:pPr algn="just">
              <a:lnSpc>
                <a:spcPct val="150000"/>
              </a:lnSpc>
            </a:pPr>
            <a:r>
              <a:rPr lang="en-IN" sz="2300" b="1" dirty="0">
                <a:latin typeface="+mj-lt"/>
              </a:rPr>
              <a:t>D. 30</a:t>
            </a:r>
          </a:p>
          <a:p>
            <a:pPr algn="just">
              <a:lnSpc>
                <a:spcPct val="150000"/>
              </a:lnSpc>
            </a:pPr>
            <a:endParaRPr lang="en-IN" sz="2300" b="1" dirty="0">
              <a:latin typeface="+mj-lt"/>
            </a:endParaRPr>
          </a:p>
        </p:txBody>
      </p:sp>
    </p:spTree>
    <p:extLst>
      <p:ext uri="{BB962C8B-B14F-4D97-AF65-F5344CB8AC3E}">
        <p14:creationId xmlns:p14="http://schemas.microsoft.com/office/powerpoint/2010/main" val="454133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FC8DBC-53B7-CFA8-636F-564F53BE364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DE66242-F23A-36F4-AE93-C7F4485F848F}"/>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5091F126-CD29-53E6-3313-79B6EDDAF5C9}"/>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C2C9259A-CC4D-EC83-1E57-65C048DF1A98}"/>
              </a:ext>
            </a:extLst>
          </p:cNvPr>
          <p:cNvSpPr txBox="1"/>
          <p:nvPr/>
        </p:nvSpPr>
        <p:spPr>
          <a:xfrm>
            <a:off x="250009" y="275287"/>
            <a:ext cx="9633856" cy="5341399"/>
          </a:xfrm>
          <a:prstGeom prst="rect">
            <a:avLst/>
          </a:prstGeom>
          <a:noFill/>
        </p:spPr>
        <p:txBody>
          <a:bodyPr wrap="square">
            <a:spAutoFit/>
          </a:bodyPr>
          <a:lstStyle/>
          <a:p>
            <a:pPr algn="just">
              <a:lnSpc>
                <a:spcPct val="150000"/>
              </a:lnSpc>
            </a:pPr>
            <a:r>
              <a:rPr lang="en-US" sz="2300" b="1" dirty="0">
                <a:latin typeface="+mj-lt"/>
              </a:rPr>
              <a:t>19. A sum of Rs 30000 invested in a scheme where the interest gets compounded annually and grows to Rs 51840 in three years. How much interest (in Rs) would have got accrued in six months in the same scheme had the interest been compounded quarterly?</a:t>
            </a:r>
          </a:p>
          <a:p>
            <a:pPr algn="just">
              <a:lnSpc>
                <a:spcPct val="150000"/>
              </a:lnSpc>
            </a:pPr>
            <a:r>
              <a:rPr lang="en-IN" sz="2300" b="1" dirty="0">
                <a:latin typeface="+mj-lt"/>
              </a:rPr>
              <a:t>a. 3024</a:t>
            </a:r>
          </a:p>
          <a:p>
            <a:pPr algn="just">
              <a:lnSpc>
                <a:spcPct val="150000"/>
              </a:lnSpc>
            </a:pPr>
            <a:r>
              <a:rPr lang="en-IN" sz="2300" b="1" dirty="0">
                <a:latin typeface="+mj-lt"/>
              </a:rPr>
              <a:t>b. 3075</a:t>
            </a:r>
          </a:p>
          <a:p>
            <a:pPr algn="just">
              <a:lnSpc>
                <a:spcPct val="150000"/>
              </a:lnSpc>
            </a:pPr>
            <a:r>
              <a:rPr lang="en-IN" sz="2300" b="1" dirty="0">
                <a:latin typeface="+mj-lt"/>
              </a:rPr>
              <a:t>c. 3124</a:t>
            </a:r>
          </a:p>
          <a:p>
            <a:pPr algn="just">
              <a:lnSpc>
                <a:spcPct val="150000"/>
              </a:lnSpc>
            </a:pPr>
            <a:r>
              <a:rPr lang="en-IN" sz="2300" b="1" dirty="0">
                <a:latin typeface="+mj-lt"/>
              </a:rPr>
              <a:t>d. 2975</a:t>
            </a:r>
          </a:p>
          <a:p>
            <a:pPr algn="just">
              <a:lnSpc>
                <a:spcPct val="150000"/>
              </a:lnSpc>
            </a:pPr>
            <a:endParaRPr lang="en-IN" sz="2300" b="1" dirty="0">
              <a:latin typeface="+mj-lt"/>
            </a:endParaRPr>
          </a:p>
        </p:txBody>
      </p:sp>
    </p:spTree>
    <p:extLst>
      <p:ext uri="{BB962C8B-B14F-4D97-AF65-F5344CB8AC3E}">
        <p14:creationId xmlns:p14="http://schemas.microsoft.com/office/powerpoint/2010/main" val="10901084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48937-7524-B2C3-4D7A-5A4B8A14484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CD13062D-9CAE-4E07-8593-B522AF985761}"/>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501A00B2-DE8C-648B-DB89-4E22D62B0D4F}"/>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218D5948-135B-9689-CF9A-6E96E5B20E65}"/>
              </a:ext>
            </a:extLst>
          </p:cNvPr>
          <p:cNvSpPr txBox="1"/>
          <p:nvPr/>
        </p:nvSpPr>
        <p:spPr>
          <a:xfrm>
            <a:off x="250009" y="275287"/>
            <a:ext cx="9633856" cy="4276684"/>
          </a:xfrm>
          <a:prstGeom prst="rect">
            <a:avLst/>
          </a:prstGeom>
          <a:noFill/>
        </p:spPr>
        <p:txBody>
          <a:bodyPr wrap="square">
            <a:spAutoFit/>
          </a:bodyPr>
          <a:lstStyle/>
          <a:p>
            <a:pPr algn="just">
              <a:lnSpc>
                <a:spcPct val="150000"/>
              </a:lnSpc>
            </a:pPr>
            <a:r>
              <a:rPr lang="en-US" sz="2300" b="1" dirty="0">
                <a:latin typeface="+mj-lt"/>
              </a:rPr>
              <a:t>20. A sum of Rs. 5000 was deposited for 3 years at 10% per annum compounded annually. The difference between the interest for 2 years and that for 3 years is.</a:t>
            </a:r>
          </a:p>
          <a:p>
            <a:pPr algn="just">
              <a:lnSpc>
                <a:spcPct val="150000"/>
              </a:lnSpc>
            </a:pPr>
            <a:r>
              <a:rPr lang="en-IN" sz="2300" b="1" dirty="0">
                <a:latin typeface="+mj-lt"/>
              </a:rPr>
              <a:t>a. 560</a:t>
            </a:r>
          </a:p>
          <a:p>
            <a:pPr algn="just">
              <a:lnSpc>
                <a:spcPct val="150000"/>
              </a:lnSpc>
            </a:pPr>
            <a:r>
              <a:rPr lang="en-IN" sz="2300" b="1" dirty="0">
                <a:latin typeface="+mj-lt"/>
              </a:rPr>
              <a:t>b. 506</a:t>
            </a:r>
          </a:p>
          <a:p>
            <a:pPr algn="just">
              <a:lnSpc>
                <a:spcPct val="150000"/>
              </a:lnSpc>
            </a:pPr>
            <a:r>
              <a:rPr lang="en-IN" sz="2300" b="1" dirty="0">
                <a:latin typeface="+mj-lt"/>
              </a:rPr>
              <a:t>c. 650</a:t>
            </a:r>
          </a:p>
          <a:p>
            <a:pPr algn="just">
              <a:lnSpc>
                <a:spcPct val="150000"/>
              </a:lnSpc>
            </a:pPr>
            <a:r>
              <a:rPr lang="en-IN" sz="2300" b="1" dirty="0">
                <a:latin typeface="+mj-lt"/>
              </a:rPr>
              <a:t>d. 605</a:t>
            </a:r>
          </a:p>
          <a:p>
            <a:pPr algn="just">
              <a:lnSpc>
                <a:spcPct val="150000"/>
              </a:lnSpc>
            </a:pPr>
            <a:endParaRPr lang="en-IN" sz="2300" b="1" dirty="0">
              <a:latin typeface="+mj-lt"/>
            </a:endParaRPr>
          </a:p>
        </p:txBody>
      </p:sp>
    </p:spTree>
    <p:extLst>
      <p:ext uri="{BB962C8B-B14F-4D97-AF65-F5344CB8AC3E}">
        <p14:creationId xmlns:p14="http://schemas.microsoft.com/office/powerpoint/2010/main" val="15654385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64AC3-680D-A7F6-3AE8-557AEACEA0AA}"/>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504744C-AC06-530B-DEB3-D9B7AA73646D}"/>
              </a:ext>
            </a:extLst>
          </p:cNvPr>
          <p:cNvSpPr>
            <a:spLocks noGrp="1"/>
          </p:cNvSpPr>
          <p:nvPr>
            <p:ph type="subTitle" idx="1"/>
          </p:nvPr>
        </p:nvSpPr>
        <p:spPr>
          <a:xfrm flipH="1">
            <a:off x="11255828" y="5018314"/>
            <a:ext cx="45719" cy="108857"/>
          </a:xfrm>
        </p:spPr>
        <p:txBody>
          <a:bodyPr>
            <a:normAutofit fontScale="25000" lnSpcReduction="20000"/>
          </a:bodyPr>
          <a:lstStyle/>
          <a:p>
            <a:r>
              <a:rPr lang="en-IN" b="1" dirty="0">
                <a:solidFill>
                  <a:schemeClr val="bg2">
                    <a:lumMod val="25000"/>
                  </a:schemeClr>
                </a:solidFill>
              </a:rPr>
              <a:t> </a:t>
            </a:r>
          </a:p>
        </p:txBody>
      </p:sp>
      <p:pic>
        <p:nvPicPr>
          <p:cNvPr id="4" name="Picture 3" descr="A yellow and blue sign with words">
            <a:extLst>
              <a:ext uri="{FF2B5EF4-FFF2-40B4-BE49-F238E27FC236}">
                <a16:creationId xmlns:a16="http://schemas.microsoft.com/office/drawing/2014/main" id="{302C74BA-8BBE-D570-FDE7-40DE8AE170FF}"/>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TextBox 4">
            <a:extLst>
              <a:ext uri="{FF2B5EF4-FFF2-40B4-BE49-F238E27FC236}">
                <a16:creationId xmlns:a16="http://schemas.microsoft.com/office/drawing/2014/main" id="{61F29B34-9B99-B687-AA84-AFB13DA45CF2}"/>
              </a:ext>
            </a:extLst>
          </p:cNvPr>
          <p:cNvSpPr txBox="1"/>
          <p:nvPr/>
        </p:nvSpPr>
        <p:spPr>
          <a:xfrm>
            <a:off x="250009" y="275287"/>
            <a:ext cx="9633856" cy="4810484"/>
          </a:xfrm>
          <a:prstGeom prst="rect">
            <a:avLst/>
          </a:prstGeom>
          <a:noFill/>
        </p:spPr>
        <p:txBody>
          <a:bodyPr wrap="square">
            <a:spAutoFit/>
          </a:bodyPr>
          <a:lstStyle/>
          <a:p>
            <a:pPr>
              <a:lnSpc>
                <a:spcPct val="150000"/>
              </a:lnSpc>
            </a:pPr>
            <a:r>
              <a:rPr lang="en-US" sz="2300" b="1" dirty="0">
                <a:latin typeface="+mj-lt"/>
              </a:rPr>
              <a:t>21. </a:t>
            </a:r>
            <a:r>
              <a:rPr lang="en-US" sz="2300" b="1" dirty="0" err="1">
                <a:latin typeface="+mj-lt"/>
              </a:rPr>
              <a:t>Mr</a:t>
            </a:r>
            <a:r>
              <a:rPr lang="en-US" sz="2300" b="1" dirty="0">
                <a:latin typeface="+mj-lt"/>
              </a:rPr>
              <a:t> Ramu invested Rs. 9000 at a certain rate of interest compounded annually for three years. If it amounts to Rs. 10,890 at the end of second year, what will be the interest for the third year?</a:t>
            </a:r>
            <a:endParaRPr lang="en-IN" sz="2300" b="1" dirty="0">
              <a:latin typeface="+mj-lt"/>
            </a:endParaRPr>
          </a:p>
          <a:p>
            <a:pPr>
              <a:lnSpc>
                <a:spcPct val="150000"/>
              </a:lnSpc>
            </a:pPr>
            <a:r>
              <a:rPr lang="en-IN" sz="2300" b="1" dirty="0">
                <a:latin typeface="+mj-lt"/>
              </a:rPr>
              <a:t>a. Rs. 990</a:t>
            </a:r>
          </a:p>
          <a:p>
            <a:pPr>
              <a:lnSpc>
                <a:spcPct val="150000"/>
              </a:lnSpc>
            </a:pPr>
            <a:r>
              <a:rPr lang="en-IN" sz="2300" b="1" dirty="0">
                <a:latin typeface="+mj-lt"/>
              </a:rPr>
              <a:t>b. Rs. 1331</a:t>
            </a:r>
          </a:p>
          <a:p>
            <a:pPr>
              <a:lnSpc>
                <a:spcPct val="150000"/>
              </a:lnSpc>
            </a:pPr>
            <a:r>
              <a:rPr lang="en-IN" sz="2300" b="1" dirty="0">
                <a:latin typeface="+mj-lt"/>
              </a:rPr>
              <a:t>c. Rs. 1089</a:t>
            </a:r>
          </a:p>
          <a:p>
            <a:pPr>
              <a:lnSpc>
                <a:spcPct val="150000"/>
              </a:lnSpc>
            </a:pPr>
            <a:r>
              <a:rPr lang="en-IN" sz="2300" b="1" dirty="0">
                <a:latin typeface="+mj-lt"/>
              </a:rPr>
              <a:t>d. Rs. 1,210</a:t>
            </a:r>
          </a:p>
          <a:p>
            <a:pPr algn="just">
              <a:lnSpc>
                <a:spcPct val="150000"/>
              </a:lnSpc>
            </a:pPr>
            <a:endParaRPr lang="en-IN" sz="2300" b="1" dirty="0">
              <a:latin typeface="+mj-lt"/>
            </a:endParaRPr>
          </a:p>
        </p:txBody>
      </p:sp>
    </p:spTree>
    <p:extLst>
      <p:ext uri="{BB962C8B-B14F-4D97-AF65-F5344CB8AC3E}">
        <p14:creationId xmlns:p14="http://schemas.microsoft.com/office/powerpoint/2010/main" val="19236228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25DC3E-2454-8DA3-9DD3-8254F51563EE}"/>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latin typeface="+mj-lt"/>
                <a:cs typeface="Times New Roman" panose="02020603050405020304" pitchFamily="18" charset="0"/>
              </a:rPr>
              <a:t>22. </a:t>
            </a:r>
            <a:r>
              <a:rPr lang="en-US" sz="2300" b="1" dirty="0">
                <a:latin typeface="+mj-lt"/>
              </a:rPr>
              <a:t>If a Sum on Compound interest (compounded yearly) becomes three times in 4 years, then with the same interest rate, the sum will become 81 times in ?</a:t>
            </a:r>
          </a:p>
          <a:p>
            <a:pPr marL="0" indent="0" algn="just">
              <a:buNone/>
            </a:pPr>
            <a:r>
              <a:rPr lang="en-IN" sz="2300" b="1" dirty="0">
                <a:latin typeface="+mj-lt"/>
              </a:rPr>
              <a:t>A.12 years</a:t>
            </a:r>
          </a:p>
          <a:p>
            <a:pPr marL="0" indent="0" algn="just">
              <a:buNone/>
            </a:pPr>
            <a:r>
              <a:rPr lang="en-IN" sz="2300" b="1" dirty="0">
                <a:latin typeface="+mj-lt"/>
              </a:rPr>
              <a:t>B.18 years</a:t>
            </a:r>
          </a:p>
          <a:p>
            <a:pPr marL="0" indent="0" algn="just">
              <a:buNone/>
            </a:pPr>
            <a:r>
              <a:rPr lang="en-IN" sz="2300" b="1" dirty="0">
                <a:latin typeface="+mj-lt"/>
              </a:rPr>
              <a:t>C.15 years</a:t>
            </a:r>
          </a:p>
          <a:p>
            <a:pPr marL="0" indent="0" algn="just">
              <a:buNone/>
            </a:pPr>
            <a:r>
              <a:rPr lang="en-IN" sz="2300" b="1" dirty="0">
                <a:latin typeface="+mj-lt"/>
              </a:rPr>
              <a:t>D.16 years</a:t>
            </a:r>
          </a:p>
          <a:p>
            <a:pPr marL="0" indent="0" algn="just">
              <a:buNone/>
            </a:pPr>
            <a:endParaRPr lang="en-IN" sz="2300" b="1" dirty="0">
              <a:latin typeface="+mj-lt"/>
            </a:endParaRPr>
          </a:p>
        </p:txBody>
      </p:sp>
      <p:pic>
        <p:nvPicPr>
          <p:cNvPr id="2" name="Picture 1" descr="A yellow and blue sign with words">
            <a:extLst>
              <a:ext uri="{FF2B5EF4-FFF2-40B4-BE49-F238E27FC236}">
                <a16:creationId xmlns:a16="http://schemas.microsoft.com/office/drawing/2014/main" id="{83D65938-E035-8E01-3D69-D2F21629A0F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542310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AC0CE-82D1-65F5-920A-99D97475868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A211B7-AE76-7AF9-B872-D651107BB62C}"/>
              </a:ext>
            </a:extLst>
          </p:cNvPr>
          <p:cNvSpPr>
            <a:spLocks noGrp="1"/>
          </p:cNvSpPr>
          <p:nvPr>
            <p:ph idx="1"/>
          </p:nvPr>
        </p:nvSpPr>
        <p:spPr>
          <a:xfrm>
            <a:off x="441506" y="255382"/>
            <a:ext cx="9714866" cy="4504426"/>
          </a:xfrm>
        </p:spPr>
        <p:txBody>
          <a:bodyPr>
            <a:normAutofit/>
          </a:bodyPr>
          <a:lstStyle/>
          <a:p>
            <a:pPr marL="0" indent="0">
              <a:buNone/>
            </a:pPr>
            <a:r>
              <a:rPr lang="en-IN" sz="2300" b="1" dirty="0">
                <a:latin typeface="+mj-lt"/>
                <a:cs typeface="Times New Roman" panose="02020603050405020304" pitchFamily="18" charset="0"/>
              </a:rPr>
              <a:t>23. </a:t>
            </a:r>
            <a:r>
              <a:rPr lang="en-US" sz="2300" b="1" dirty="0">
                <a:latin typeface="+mj-lt"/>
              </a:rPr>
              <a:t>If a Sum of money triples itself in 3 years at compound interest. In how many years will it become 9 times itself?</a:t>
            </a:r>
          </a:p>
          <a:p>
            <a:pPr marL="0" indent="0">
              <a:buNone/>
            </a:pPr>
            <a:r>
              <a:rPr lang="en-IN" sz="2300" b="1" dirty="0">
                <a:latin typeface="+mj-lt"/>
              </a:rPr>
              <a:t>A.4 years</a:t>
            </a:r>
          </a:p>
          <a:p>
            <a:pPr marL="0" indent="0">
              <a:buNone/>
            </a:pPr>
            <a:r>
              <a:rPr lang="en-IN" sz="2300" b="1" dirty="0">
                <a:latin typeface="+mj-lt"/>
              </a:rPr>
              <a:t>B.9 years</a:t>
            </a:r>
          </a:p>
          <a:p>
            <a:pPr marL="0" indent="0">
              <a:buNone/>
            </a:pPr>
            <a:r>
              <a:rPr lang="en-IN" sz="2300" b="1" dirty="0">
                <a:latin typeface="+mj-lt"/>
              </a:rPr>
              <a:t>C.6 years</a:t>
            </a:r>
          </a:p>
          <a:p>
            <a:pPr marL="0" indent="0">
              <a:buNone/>
            </a:pPr>
            <a:r>
              <a:rPr lang="en-IN" sz="2300" b="1" dirty="0">
                <a:latin typeface="+mj-lt"/>
              </a:rPr>
              <a:t>D.7 years</a:t>
            </a:r>
          </a:p>
          <a:p>
            <a:pPr marL="0" indent="0" algn="just">
              <a:buNone/>
            </a:pPr>
            <a:endParaRPr lang="en-IN" sz="2300" b="1" dirty="0">
              <a:latin typeface="+mj-lt"/>
            </a:endParaRPr>
          </a:p>
        </p:txBody>
      </p:sp>
      <p:pic>
        <p:nvPicPr>
          <p:cNvPr id="2" name="Picture 1" descr="A yellow and blue sign with words">
            <a:extLst>
              <a:ext uri="{FF2B5EF4-FFF2-40B4-BE49-F238E27FC236}">
                <a16:creationId xmlns:a16="http://schemas.microsoft.com/office/drawing/2014/main" id="{D7F22BDE-FEF9-7522-6080-801AC56FF542}"/>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614023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3BBC2-4009-6654-2535-29522B42F6A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1EFA9-23CC-1905-5564-BF070CB5C3F8}"/>
              </a:ext>
            </a:extLst>
          </p:cNvPr>
          <p:cNvSpPr>
            <a:spLocks noGrp="1"/>
          </p:cNvSpPr>
          <p:nvPr>
            <p:ph idx="1"/>
          </p:nvPr>
        </p:nvSpPr>
        <p:spPr>
          <a:xfrm>
            <a:off x="441506" y="255382"/>
            <a:ext cx="9714866" cy="4504426"/>
          </a:xfrm>
        </p:spPr>
        <p:txBody>
          <a:bodyPr>
            <a:normAutofit/>
          </a:bodyPr>
          <a:lstStyle/>
          <a:p>
            <a:pPr marL="0" indent="0">
              <a:buNone/>
            </a:pPr>
            <a:r>
              <a:rPr lang="en-IN" sz="2300" b="1" dirty="0">
                <a:latin typeface="+mj-lt"/>
                <a:cs typeface="Times New Roman" panose="02020603050405020304" pitchFamily="18" charset="0"/>
              </a:rPr>
              <a:t>24. </a:t>
            </a:r>
            <a:r>
              <a:rPr lang="en-US" sz="2300" b="1" dirty="0">
                <a:latin typeface="+mj-lt"/>
              </a:rPr>
              <a:t>A Sum becomes Rs.4500 after two years and Rs.6750 after four years at the same compound interest. The Sum is ?</a:t>
            </a:r>
          </a:p>
          <a:p>
            <a:pPr marL="0" indent="0">
              <a:buNone/>
            </a:pPr>
            <a:r>
              <a:rPr lang="en-IN" sz="2300" b="1" dirty="0">
                <a:latin typeface="+mj-lt"/>
              </a:rPr>
              <a:t>A. Rs.4000</a:t>
            </a:r>
          </a:p>
          <a:p>
            <a:pPr marL="0" indent="0">
              <a:buNone/>
            </a:pPr>
            <a:r>
              <a:rPr lang="en-IN" sz="2300" b="1" dirty="0">
                <a:latin typeface="+mj-lt"/>
              </a:rPr>
              <a:t>B.Rs.2500</a:t>
            </a:r>
          </a:p>
          <a:p>
            <a:pPr marL="0" indent="0">
              <a:buNone/>
            </a:pPr>
            <a:r>
              <a:rPr lang="en-IN" sz="2300" b="1" dirty="0">
                <a:latin typeface="+mj-lt"/>
              </a:rPr>
              <a:t>C.Rs.3000</a:t>
            </a:r>
          </a:p>
          <a:p>
            <a:pPr marL="0" indent="0">
              <a:buNone/>
            </a:pPr>
            <a:r>
              <a:rPr lang="en-IN" sz="2300" b="1" dirty="0">
                <a:latin typeface="+mj-lt"/>
              </a:rPr>
              <a:t>D.Rs.3050</a:t>
            </a:r>
          </a:p>
        </p:txBody>
      </p:sp>
      <p:pic>
        <p:nvPicPr>
          <p:cNvPr id="2" name="Picture 1" descr="A yellow and blue sign with words">
            <a:extLst>
              <a:ext uri="{FF2B5EF4-FFF2-40B4-BE49-F238E27FC236}">
                <a16:creationId xmlns:a16="http://schemas.microsoft.com/office/drawing/2014/main" id="{DB390BB9-7BE8-280E-8EBC-F243BA320413}"/>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522228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18DB3-A3DC-936A-48D4-922C542FD63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C0539D-63CE-D915-1CB5-0CBC5E87FBB7}"/>
              </a:ext>
            </a:extLst>
          </p:cNvPr>
          <p:cNvSpPr>
            <a:spLocks noGrp="1"/>
          </p:cNvSpPr>
          <p:nvPr>
            <p:ph idx="1"/>
          </p:nvPr>
        </p:nvSpPr>
        <p:spPr>
          <a:xfrm>
            <a:off x="441506" y="255382"/>
            <a:ext cx="9714866" cy="4504426"/>
          </a:xfrm>
        </p:spPr>
        <p:txBody>
          <a:bodyPr>
            <a:normAutofit/>
          </a:bodyPr>
          <a:lstStyle/>
          <a:p>
            <a:pPr marL="0" indent="0">
              <a:buNone/>
            </a:pPr>
            <a:r>
              <a:rPr lang="en-IN" sz="2300" b="1" dirty="0">
                <a:latin typeface="+mj-lt"/>
                <a:cs typeface="Times New Roman" panose="02020603050405020304" pitchFamily="18" charset="0"/>
              </a:rPr>
              <a:t>25. </a:t>
            </a:r>
            <a:r>
              <a:rPr lang="en-US" sz="2300" b="1" dirty="0">
                <a:latin typeface="+mj-lt"/>
              </a:rPr>
              <a:t>A Sum becomes Rs.4840 in 2 years and Rs.5856.4 in 4 years when compounded annually. What is the sum.</a:t>
            </a:r>
          </a:p>
          <a:p>
            <a:pPr marL="0" indent="0">
              <a:buNone/>
            </a:pPr>
            <a:r>
              <a:rPr lang="en-IN" sz="2300" b="1" dirty="0">
                <a:latin typeface="+mj-lt"/>
              </a:rPr>
              <a:t>A.3000</a:t>
            </a:r>
          </a:p>
          <a:p>
            <a:pPr marL="0" indent="0">
              <a:buNone/>
            </a:pPr>
            <a:r>
              <a:rPr lang="en-IN" sz="2300" b="1" dirty="0">
                <a:latin typeface="+mj-lt"/>
              </a:rPr>
              <a:t>B.4000</a:t>
            </a:r>
          </a:p>
          <a:p>
            <a:pPr marL="0" indent="0">
              <a:buNone/>
            </a:pPr>
            <a:r>
              <a:rPr lang="en-IN" sz="2300" b="1" dirty="0">
                <a:latin typeface="+mj-lt"/>
              </a:rPr>
              <a:t>C.6000</a:t>
            </a:r>
          </a:p>
          <a:p>
            <a:pPr marL="0" indent="0">
              <a:buNone/>
            </a:pPr>
            <a:r>
              <a:rPr lang="en-IN" sz="2300" b="1" dirty="0">
                <a:latin typeface="+mj-lt"/>
              </a:rPr>
              <a:t>D.4500</a:t>
            </a:r>
          </a:p>
        </p:txBody>
      </p:sp>
      <p:pic>
        <p:nvPicPr>
          <p:cNvPr id="2" name="Picture 1" descr="A yellow and blue sign with words">
            <a:extLst>
              <a:ext uri="{FF2B5EF4-FFF2-40B4-BE49-F238E27FC236}">
                <a16:creationId xmlns:a16="http://schemas.microsoft.com/office/drawing/2014/main" id="{AA102D68-B77E-C653-622B-32EE82666EBE}"/>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7006219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B42D9-7967-8BDE-A268-137B9646044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80AA4D-A4A4-8509-25DD-B2E83F9A9F34}"/>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latin typeface="+mj-lt"/>
                <a:cs typeface="Times New Roman" panose="02020603050405020304" pitchFamily="18" charset="0"/>
              </a:rPr>
              <a:t>26. </a:t>
            </a:r>
            <a:r>
              <a:rPr lang="en-US" sz="2300" b="1" dirty="0">
                <a:latin typeface="+mj-lt"/>
              </a:rPr>
              <a:t>A sum of money becomes Rs. 11,880 after 4 years and Rs. 17,820 after 6 years on compound interest, if the interest is compounded annually. What is the half of the sum.</a:t>
            </a:r>
          </a:p>
          <a:p>
            <a:pPr marL="0" indent="0" algn="just">
              <a:buNone/>
            </a:pPr>
            <a:r>
              <a:rPr lang="en-IN" sz="2300" b="1" dirty="0">
                <a:latin typeface="+mj-lt"/>
              </a:rPr>
              <a:t>a. 2,410</a:t>
            </a:r>
          </a:p>
          <a:p>
            <a:pPr marL="0" indent="0" algn="just">
              <a:buNone/>
            </a:pPr>
            <a:r>
              <a:rPr lang="en-IN" sz="2300" b="1" dirty="0">
                <a:latin typeface="+mj-lt"/>
              </a:rPr>
              <a:t>b. 2,750</a:t>
            </a:r>
          </a:p>
          <a:p>
            <a:pPr marL="0" indent="0" algn="just">
              <a:buNone/>
            </a:pPr>
            <a:r>
              <a:rPr lang="en-IN" sz="2300" b="1" dirty="0">
                <a:latin typeface="+mj-lt"/>
              </a:rPr>
              <a:t>c. 2,530</a:t>
            </a:r>
          </a:p>
          <a:p>
            <a:pPr marL="0" indent="0" algn="just">
              <a:buNone/>
            </a:pPr>
            <a:r>
              <a:rPr lang="en-IN" sz="2300" b="1" dirty="0">
                <a:latin typeface="+mj-lt"/>
              </a:rPr>
              <a:t>d. 2,640</a:t>
            </a:r>
          </a:p>
          <a:p>
            <a:pPr marL="0" indent="0" algn="just">
              <a:buNone/>
            </a:pPr>
            <a:endParaRPr lang="en-IN" sz="2300" b="1" dirty="0">
              <a:latin typeface="+mj-lt"/>
            </a:endParaRPr>
          </a:p>
        </p:txBody>
      </p:sp>
      <p:pic>
        <p:nvPicPr>
          <p:cNvPr id="2" name="Picture 1" descr="A yellow and blue sign with words">
            <a:extLst>
              <a:ext uri="{FF2B5EF4-FFF2-40B4-BE49-F238E27FC236}">
                <a16:creationId xmlns:a16="http://schemas.microsoft.com/office/drawing/2014/main" id="{44379BAF-6FDC-64C9-CB40-ACE5CA8BD95C}"/>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3362355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65081-CC00-55BE-B3D5-B591A92C33D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4D6044-705A-CBC6-C6E7-9100BFCF7299}"/>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latin typeface="+mj-lt"/>
                <a:cs typeface="Times New Roman" panose="02020603050405020304" pitchFamily="18" charset="0"/>
              </a:rPr>
              <a:t>27. </a:t>
            </a:r>
            <a:r>
              <a:rPr lang="en-US" sz="2300" b="1" dirty="0">
                <a:latin typeface="+mj-lt"/>
              </a:rPr>
              <a:t>A certain sum of money amounts to Rs.7260 in 2 years and to Rs.7986 In 3 years, interest being compounded annually. Find the rate percent per annum?</a:t>
            </a:r>
          </a:p>
          <a:p>
            <a:pPr marL="0" indent="0" algn="just">
              <a:buNone/>
            </a:pPr>
            <a:r>
              <a:rPr lang="en-IN" sz="2300" b="1" dirty="0">
                <a:latin typeface="+mj-lt"/>
              </a:rPr>
              <a:t>A.8%</a:t>
            </a:r>
          </a:p>
          <a:p>
            <a:pPr marL="0" indent="0" algn="just">
              <a:buNone/>
            </a:pPr>
            <a:r>
              <a:rPr lang="en-IN" sz="2300" b="1" dirty="0">
                <a:latin typeface="+mj-lt"/>
              </a:rPr>
              <a:t>B.12%</a:t>
            </a:r>
          </a:p>
          <a:p>
            <a:pPr marL="0" indent="0" algn="just">
              <a:buNone/>
            </a:pPr>
            <a:r>
              <a:rPr lang="en-IN" sz="2300" b="1" dirty="0">
                <a:latin typeface="+mj-lt"/>
              </a:rPr>
              <a:t>C.10%</a:t>
            </a:r>
          </a:p>
          <a:p>
            <a:pPr marL="0" indent="0" algn="just">
              <a:buNone/>
            </a:pPr>
            <a:r>
              <a:rPr lang="en-IN" sz="2300" b="1" dirty="0">
                <a:latin typeface="+mj-lt"/>
              </a:rPr>
              <a:t>D.8.5%</a:t>
            </a:r>
          </a:p>
          <a:p>
            <a:pPr marL="0" indent="0" algn="just">
              <a:buNone/>
            </a:pPr>
            <a:endParaRPr lang="en-IN" sz="2300" b="1" dirty="0">
              <a:latin typeface="+mj-lt"/>
            </a:endParaRPr>
          </a:p>
        </p:txBody>
      </p:sp>
      <p:pic>
        <p:nvPicPr>
          <p:cNvPr id="2" name="Picture 1" descr="A yellow and blue sign with words">
            <a:extLst>
              <a:ext uri="{FF2B5EF4-FFF2-40B4-BE49-F238E27FC236}">
                <a16:creationId xmlns:a16="http://schemas.microsoft.com/office/drawing/2014/main" id="{5526245D-76C9-685A-1881-3889881A9AA0}"/>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1334880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9732F-987A-A1E2-CC23-1FB07524DC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229A8E-F532-D4DE-61A8-C81B51301B1F}"/>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effectLst/>
                <a:latin typeface="+mj-lt"/>
                <a:cs typeface="Times New Roman" panose="02020603050405020304" pitchFamily="18" charset="0"/>
              </a:rPr>
              <a:t>28. </a:t>
            </a:r>
            <a:r>
              <a:rPr lang="en-US" sz="2300" b="1" dirty="0">
                <a:effectLst/>
                <a:latin typeface="+mj-lt"/>
              </a:rPr>
              <a:t>The difference between the compound interest compounded annually and the simple interest on a certain sum 2 years at 6% per annum is Rs.18. Find the sum.</a:t>
            </a:r>
          </a:p>
          <a:p>
            <a:pPr marL="0" indent="0" algn="just">
              <a:buNone/>
            </a:pPr>
            <a:r>
              <a:rPr lang="en-IN" sz="2300" b="1" dirty="0">
                <a:effectLst/>
                <a:latin typeface="+mj-lt"/>
              </a:rPr>
              <a:t>a. 5000</a:t>
            </a:r>
          </a:p>
          <a:p>
            <a:pPr marL="0" indent="0" algn="just">
              <a:buNone/>
            </a:pPr>
            <a:r>
              <a:rPr lang="en-IN" sz="2300" b="1" dirty="0">
                <a:effectLst/>
                <a:latin typeface="+mj-lt"/>
              </a:rPr>
              <a:t>b. 4,500</a:t>
            </a:r>
          </a:p>
          <a:p>
            <a:pPr marL="0" indent="0" algn="just">
              <a:buNone/>
            </a:pPr>
            <a:r>
              <a:rPr lang="en-IN" sz="2300" b="1" dirty="0">
                <a:effectLst/>
                <a:latin typeface="+mj-lt"/>
              </a:rPr>
              <a:t>c. 6000</a:t>
            </a:r>
          </a:p>
          <a:p>
            <a:pPr marL="0" indent="0" algn="just">
              <a:buNone/>
            </a:pPr>
            <a:r>
              <a:rPr lang="en-IN" sz="2300" b="1" dirty="0">
                <a:effectLst/>
                <a:latin typeface="+mj-lt"/>
              </a:rPr>
              <a:t>d. 8000</a:t>
            </a:r>
          </a:p>
          <a:p>
            <a:pPr marL="0" indent="0" algn="just">
              <a:buNone/>
            </a:pPr>
            <a:endParaRPr lang="en-IN" sz="2300" b="1" dirty="0">
              <a:effectLst/>
              <a:latin typeface="+mj-lt"/>
            </a:endParaRPr>
          </a:p>
        </p:txBody>
      </p:sp>
      <p:pic>
        <p:nvPicPr>
          <p:cNvPr id="2" name="Picture 1" descr="A yellow and blue sign with words">
            <a:extLst>
              <a:ext uri="{FF2B5EF4-FFF2-40B4-BE49-F238E27FC236}">
                <a16:creationId xmlns:a16="http://schemas.microsoft.com/office/drawing/2014/main" id="{340E699C-B2A4-A7D6-48F1-061E5E3CA28A}"/>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9532823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947E0-E112-B488-DF0B-44F49668F86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B1B509-01DA-EB98-CE1F-0C807CAF40DD}"/>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effectLst/>
                <a:latin typeface="+mj-lt"/>
                <a:cs typeface="Times New Roman" panose="02020603050405020304" pitchFamily="18" charset="0"/>
              </a:rPr>
              <a:t>29. </a:t>
            </a:r>
            <a:r>
              <a:rPr lang="en-US" sz="2300" b="1" dirty="0">
                <a:effectLst/>
                <a:latin typeface="+mj-lt"/>
              </a:rPr>
              <a:t>The difference between simple interest and compound interest on a certain sum of money for 3 years at 5% per annum is Rs. 122. Find the sum ?</a:t>
            </a:r>
          </a:p>
          <a:p>
            <a:pPr marL="0" indent="0" algn="just">
              <a:buNone/>
            </a:pPr>
            <a:r>
              <a:rPr lang="en-IN" sz="2300" b="1" dirty="0">
                <a:effectLst/>
                <a:latin typeface="+mj-lt"/>
              </a:rPr>
              <a:t>A. Rs. 15,000</a:t>
            </a:r>
          </a:p>
          <a:p>
            <a:pPr marL="0" indent="0" algn="just">
              <a:buNone/>
            </a:pPr>
            <a:r>
              <a:rPr lang="en-IN" sz="2300" b="1" dirty="0">
                <a:effectLst/>
                <a:latin typeface="+mj-lt"/>
              </a:rPr>
              <a:t>B. Rs. 16,500</a:t>
            </a:r>
          </a:p>
          <a:p>
            <a:pPr marL="0" indent="0" algn="just">
              <a:buNone/>
            </a:pPr>
            <a:r>
              <a:rPr lang="en-IN" sz="2300" b="1" dirty="0">
                <a:effectLst/>
                <a:latin typeface="+mj-lt"/>
              </a:rPr>
              <a:t>C. Rs. 16,000</a:t>
            </a:r>
          </a:p>
          <a:p>
            <a:pPr marL="0" indent="0" algn="just">
              <a:buNone/>
            </a:pPr>
            <a:r>
              <a:rPr lang="en-IN" sz="2300" b="1" dirty="0">
                <a:effectLst/>
                <a:latin typeface="+mj-lt"/>
              </a:rPr>
              <a:t>D. Rs. 12,200</a:t>
            </a:r>
          </a:p>
          <a:p>
            <a:pPr marL="0" indent="0" algn="just">
              <a:buNone/>
            </a:pPr>
            <a:endParaRPr lang="en-IN" sz="2300" b="1" dirty="0">
              <a:effectLst/>
              <a:latin typeface="+mj-lt"/>
            </a:endParaRPr>
          </a:p>
        </p:txBody>
      </p:sp>
      <p:pic>
        <p:nvPicPr>
          <p:cNvPr id="2" name="Picture 1" descr="A yellow and blue sign with words">
            <a:extLst>
              <a:ext uri="{FF2B5EF4-FFF2-40B4-BE49-F238E27FC236}">
                <a16:creationId xmlns:a16="http://schemas.microsoft.com/office/drawing/2014/main" id="{318FF321-D673-A056-4A55-5521F3540E1D}"/>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16492021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756E-7562-3C40-6A7E-3DE216E4365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16CB3D-64CF-DFDF-6777-D77A146EC3AF}"/>
              </a:ext>
            </a:extLst>
          </p:cNvPr>
          <p:cNvSpPr>
            <a:spLocks noGrp="1"/>
          </p:cNvSpPr>
          <p:nvPr>
            <p:ph idx="1"/>
          </p:nvPr>
        </p:nvSpPr>
        <p:spPr>
          <a:xfrm>
            <a:off x="441506" y="255382"/>
            <a:ext cx="9714866" cy="4504426"/>
          </a:xfrm>
        </p:spPr>
        <p:txBody>
          <a:bodyPr>
            <a:normAutofit/>
          </a:bodyPr>
          <a:lstStyle/>
          <a:p>
            <a:pPr marL="0" indent="0" algn="just">
              <a:buNone/>
            </a:pPr>
            <a:r>
              <a:rPr lang="en-IN" sz="2300" b="1" dirty="0">
                <a:effectLst/>
                <a:latin typeface="+mj-lt"/>
                <a:cs typeface="Times New Roman" panose="02020603050405020304" pitchFamily="18" charset="0"/>
              </a:rPr>
              <a:t>30. </a:t>
            </a:r>
            <a:r>
              <a:rPr lang="en-US" sz="2300" b="1" dirty="0">
                <a:effectLst/>
                <a:latin typeface="+mj-lt"/>
              </a:rPr>
              <a:t>A sum was to be lent through two schemes – compound and simple interest both @ 10% per annum for a period of three years, and the difference in interests turns out to be 1736. What was the sum?</a:t>
            </a:r>
          </a:p>
          <a:p>
            <a:pPr marL="0" indent="0" algn="just">
              <a:buNone/>
            </a:pPr>
            <a:r>
              <a:rPr lang="en-IN" sz="2300" b="1" dirty="0">
                <a:effectLst/>
                <a:latin typeface="+mj-lt"/>
              </a:rPr>
              <a:t>A) 52000</a:t>
            </a:r>
          </a:p>
          <a:p>
            <a:pPr marL="0" indent="0" algn="just">
              <a:buNone/>
            </a:pPr>
            <a:r>
              <a:rPr lang="en-IN" sz="2300" b="1" dirty="0">
                <a:effectLst/>
                <a:latin typeface="+mj-lt"/>
              </a:rPr>
              <a:t>B) 56000</a:t>
            </a:r>
          </a:p>
          <a:p>
            <a:pPr marL="0" indent="0" algn="just">
              <a:buNone/>
            </a:pPr>
            <a:r>
              <a:rPr lang="en-IN" sz="2300" b="1" dirty="0">
                <a:effectLst/>
                <a:latin typeface="+mj-lt"/>
              </a:rPr>
              <a:t>C) 48000</a:t>
            </a:r>
          </a:p>
          <a:p>
            <a:pPr marL="0" indent="0" algn="just">
              <a:buNone/>
            </a:pPr>
            <a:r>
              <a:rPr lang="en-IN" sz="2300" b="1" dirty="0">
                <a:effectLst/>
                <a:latin typeface="+mj-lt"/>
              </a:rPr>
              <a:t>D) 50000</a:t>
            </a:r>
          </a:p>
          <a:p>
            <a:pPr marL="0" indent="0" algn="just">
              <a:buNone/>
            </a:pPr>
            <a:endParaRPr lang="en-IN" sz="2300" b="1" dirty="0">
              <a:effectLst/>
              <a:latin typeface="+mj-lt"/>
            </a:endParaRPr>
          </a:p>
        </p:txBody>
      </p:sp>
      <p:pic>
        <p:nvPicPr>
          <p:cNvPr id="2" name="Picture 1" descr="A yellow and blue sign with words">
            <a:extLst>
              <a:ext uri="{FF2B5EF4-FFF2-40B4-BE49-F238E27FC236}">
                <a16:creationId xmlns:a16="http://schemas.microsoft.com/office/drawing/2014/main" id="{686C8E04-1EC6-A8BB-1ECA-2CE1A6A4ED6E}"/>
              </a:ext>
            </a:extLst>
          </p:cNvPr>
          <p:cNvPicPr>
            <a:picLocks noChangeAspect="1"/>
          </p:cNvPicPr>
          <p:nvPr/>
        </p:nvPicPr>
        <p:blipFill>
          <a:blip r:embed="rId3"/>
          <a:stretch>
            <a:fillRect/>
          </a:stretch>
        </p:blipFill>
        <p:spPr>
          <a:xfrm>
            <a:off x="10260511" y="110213"/>
            <a:ext cx="1681480" cy="1452880"/>
          </a:xfrm>
          <a:prstGeom prst="rect">
            <a:avLst/>
          </a:prstGeom>
        </p:spPr>
      </p:pic>
    </p:spTree>
    <p:extLst>
      <p:ext uri="{BB962C8B-B14F-4D97-AF65-F5344CB8AC3E}">
        <p14:creationId xmlns:p14="http://schemas.microsoft.com/office/powerpoint/2010/main" val="2714827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1CB20316-8E6F-4A0C-309F-DC56D61F65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B85D3678-82EE-54B8-6920-CFFC6D22BCD8}"/>
              </a:ext>
            </a:extLst>
          </p:cNvPr>
          <p:cNvSpPr>
            <a:spLocks noGrp="1"/>
          </p:cNvSpPr>
          <p:nvPr>
            <p:ph idx="1"/>
          </p:nvPr>
        </p:nvSpPr>
        <p:spPr>
          <a:xfrm>
            <a:off x="3591681" y="376122"/>
            <a:ext cx="3658205" cy="614479"/>
          </a:xfrm>
        </p:spPr>
        <p:txBody>
          <a:bodyPr>
            <a:noAutofit/>
          </a:bodyPr>
          <a:lstStyle/>
          <a:p>
            <a:pPr marL="0" indent="0" algn="ctr">
              <a:buNone/>
            </a:pPr>
            <a:r>
              <a:rPr lang="en-US" sz="3400" b="1" dirty="0">
                <a:effectLst/>
              </a:rPr>
              <a:t>Instalments</a:t>
            </a:r>
            <a:endParaRPr lang="en-IN" sz="3400" b="1" dirty="0">
              <a:effectLst/>
            </a:endParaRPr>
          </a:p>
        </p:txBody>
      </p:sp>
    </p:spTree>
    <p:extLst>
      <p:ext uri="{BB962C8B-B14F-4D97-AF65-F5344CB8AC3E}">
        <p14:creationId xmlns:p14="http://schemas.microsoft.com/office/powerpoint/2010/main" val="21213236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8F8E18-2E47-AA81-CD9F-F83135C353F3}"/>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0EE66F2A-D9D6-4C09-F7EE-2DDF87DE848D}"/>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E9D5176B-4F51-2E69-140E-805F04694A01}"/>
              </a:ext>
            </a:extLst>
          </p:cNvPr>
          <p:cNvSpPr txBox="1"/>
          <p:nvPr/>
        </p:nvSpPr>
        <p:spPr>
          <a:xfrm>
            <a:off x="522514" y="282752"/>
            <a:ext cx="9579429" cy="3748655"/>
          </a:xfrm>
          <a:prstGeom prst="rect">
            <a:avLst/>
          </a:prstGeom>
          <a:noFill/>
        </p:spPr>
        <p:txBody>
          <a:bodyPr wrap="square">
            <a:spAutoFit/>
          </a:bodyPr>
          <a:lstStyle/>
          <a:p>
            <a:pPr algn="just">
              <a:lnSpc>
                <a:spcPct val="150000"/>
              </a:lnSpc>
            </a:pPr>
            <a:r>
              <a:rPr lang="en-US" sz="2300" b="1" dirty="0">
                <a:latin typeface="+mj-lt"/>
              </a:rPr>
              <a:t>1. A sum of Rs. 2100 is to be paid back in 2 equal annual installments. How much is each installment if the interest is compounded annually at 10% per annum?</a:t>
            </a:r>
          </a:p>
          <a:p>
            <a:pPr algn="just">
              <a:lnSpc>
                <a:spcPct val="150000"/>
              </a:lnSpc>
            </a:pPr>
            <a:r>
              <a:rPr lang="en-IN" sz="2300" b="1" dirty="0">
                <a:latin typeface="+mj-lt"/>
              </a:rPr>
              <a:t>(a) Rs. 1210</a:t>
            </a:r>
          </a:p>
          <a:p>
            <a:pPr algn="just">
              <a:lnSpc>
                <a:spcPct val="150000"/>
              </a:lnSpc>
            </a:pPr>
            <a:r>
              <a:rPr lang="en-IN" sz="2300" b="1" dirty="0">
                <a:latin typeface="+mj-lt"/>
              </a:rPr>
              <a:t>(b) Rs. 1240</a:t>
            </a:r>
          </a:p>
          <a:p>
            <a:pPr algn="just">
              <a:lnSpc>
                <a:spcPct val="150000"/>
              </a:lnSpc>
            </a:pPr>
            <a:r>
              <a:rPr lang="en-IN" sz="2300" b="1" dirty="0">
                <a:latin typeface="+mj-lt"/>
              </a:rPr>
              <a:t>(c) Rs. 1230</a:t>
            </a:r>
          </a:p>
          <a:p>
            <a:pPr algn="just">
              <a:lnSpc>
                <a:spcPct val="150000"/>
              </a:lnSpc>
            </a:pPr>
            <a:r>
              <a:rPr lang="en-IN" sz="2300" b="1" dirty="0">
                <a:latin typeface="+mj-lt"/>
              </a:rPr>
              <a:t>(d) Rs. 1220</a:t>
            </a:r>
          </a:p>
        </p:txBody>
      </p:sp>
    </p:spTree>
    <p:extLst>
      <p:ext uri="{BB962C8B-B14F-4D97-AF65-F5344CB8AC3E}">
        <p14:creationId xmlns:p14="http://schemas.microsoft.com/office/powerpoint/2010/main" val="27637868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4E26EB-D3EE-368C-6D29-F2E6F099476D}"/>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AFB75A30-EE47-380C-09ED-09DD3D6C3FF1}"/>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E0F5982A-2587-D2C7-8138-7B036713CFD2}"/>
              </a:ext>
            </a:extLst>
          </p:cNvPr>
          <p:cNvSpPr txBox="1"/>
          <p:nvPr/>
        </p:nvSpPr>
        <p:spPr>
          <a:xfrm>
            <a:off x="522514" y="282752"/>
            <a:ext cx="9579429" cy="4279569"/>
          </a:xfrm>
          <a:prstGeom prst="rect">
            <a:avLst/>
          </a:prstGeom>
          <a:noFill/>
        </p:spPr>
        <p:txBody>
          <a:bodyPr wrap="square">
            <a:spAutoFit/>
          </a:bodyPr>
          <a:lstStyle/>
          <a:p>
            <a:pPr>
              <a:lnSpc>
                <a:spcPct val="150000"/>
              </a:lnSpc>
            </a:pPr>
            <a:r>
              <a:rPr lang="en-US" sz="2300" b="1" dirty="0">
                <a:latin typeface="+mj-lt"/>
              </a:rPr>
              <a:t>2. A sum of Rs. 25500 is to be paid back in 2 equal annual installments. How much is each installment if the interest is compounded annually at 4% per annum?</a:t>
            </a:r>
          </a:p>
          <a:p>
            <a:pPr>
              <a:lnSpc>
                <a:spcPct val="150000"/>
              </a:lnSpc>
            </a:pPr>
            <a:r>
              <a:rPr lang="en-IN" sz="2300" b="1" dirty="0">
                <a:latin typeface="+mj-lt"/>
              </a:rPr>
              <a:t>(a) Rs. 13530</a:t>
            </a:r>
          </a:p>
          <a:p>
            <a:pPr>
              <a:lnSpc>
                <a:spcPct val="150000"/>
              </a:lnSpc>
            </a:pPr>
            <a:r>
              <a:rPr lang="en-IN" sz="2300" b="1" dirty="0">
                <a:latin typeface="+mj-lt"/>
              </a:rPr>
              <a:t>(b) Rs. 13570</a:t>
            </a:r>
          </a:p>
          <a:p>
            <a:pPr>
              <a:lnSpc>
                <a:spcPct val="150000"/>
              </a:lnSpc>
            </a:pPr>
            <a:r>
              <a:rPr lang="en-IN" sz="2300" b="1" dirty="0">
                <a:latin typeface="+mj-lt"/>
              </a:rPr>
              <a:t>(c) Rs. 13510</a:t>
            </a:r>
          </a:p>
          <a:p>
            <a:pPr>
              <a:lnSpc>
                <a:spcPct val="150000"/>
              </a:lnSpc>
            </a:pPr>
            <a:r>
              <a:rPr lang="en-IN" sz="2300" b="1" dirty="0">
                <a:latin typeface="+mj-lt"/>
              </a:rPr>
              <a:t>(d) Rs. 13520</a:t>
            </a:r>
          </a:p>
          <a:p>
            <a:pPr algn="just">
              <a:lnSpc>
                <a:spcPct val="150000"/>
              </a:lnSpc>
            </a:pPr>
            <a:endParaRPr lang="en-IN" sz="2300" b="1" dirty="0">
              <a:latin typeface="+mj-lt"/>
            </a:endParaRPr>
          </a:p>
        </p:txBody>
      </p:sp>
    </p:spTree>
    <p:extLst>
      <p:ext uri="{BB962C8B-B14F-4D97-AF65-F5344CB8AC3E}">
        <p14:creationId xmlns:p14="http://schemas.microsoft.com/office/powerpoint/2010/main" val="23329167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2DADC-E2A1-45A7-1D40-E940A9E05A10}"/>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B2EF0C85-A424-811A-6A02-5EE11DAB4539}"/>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A3E3C117-553C-2C46-8BC0-120284C2FEF3}"/>
              </a:ext>
            </a:extLst>
          </p:cNvPr>
          <p:cNvSpPr txBox="1"/>
          <p:nvPr/>
        </p:nvSpPr>
        <p:spPr>
          <a:xfrm>
            <a:off x="522514" y="282752"/>
            <a:ext cx="9579429" cy="4807598"/>
          </a:xfrm>
          <a:prstGeom prst="rect">
            <a:avLst/>
          </a:prstGeom>
          <a:noFill/>
        </p:spPr>
        <p:txBody>
          <a:bodyPr wrap="square">
            <a:spAutoFit/>
          </a:bodyPr>
          <a:lstStyle/>
          <a:p>
            <a:pPr algn="just">
              <a:lnSpc>
                <a:spcPct val="150000"/>
              </a:lnSpc>
            </a:pPr>
            <a:r>
              <a:rPr lang="en-US" sz="2300" b="1" dirty="0">
                <a:latin typeface="+mj-lt"/>
              </a:rPr>
              <a:t>3. A loan is to be repaid in two equal yearly installments. If the rate of interest is 10% per annum, compounded annually, and each installment is ₹6,897, find the total interest charged.</a:t>
            </a:r>
          </a:p>
          <a:p>
            <a:pPr algn="just">
              <a:lnSpc>
                <a:spcPct val="150000"/>
              </a:lnSpc>
            </a:pPr>
            <a:r>
              <a:rPr lang="en-IN" sz="2300" b="1" dirty="0">
                <a:latin typeface="+mj-lt"/>
              </a:rPr>
              <a:t>(a) ₹1,644</a:t>
            </a:r>
          </a:p>
          <a:p>
            <a:pPr algn="just">
              <a:lnSpc>
                <a:spcPct val="150000"/>
              </a:lnSpc>
            </a:pPr>
            <a:r>
              <a:rPr lang="en-IN" sz="2300" b="1" dirty="0">
                <a:latin typeface="+mj-lt"/>
              </a:rPr>
              <a:t>(b) ₹1,824</a:t>
            </a:r>
          </a:p>
          <a:p>
            <a:pPr algn="just">
              <a:lnSpc>
                <a:spcPct val="150000"/>
              </a:lnSpc>
            </a:pPr>
            <a:r>
              <a:rPr lang="en-IN" sz="2300" b="1" dirty="0">
                <a:latin typeface="+mj-lt"/>
              </a:rPr>
              <a:t>(c) ₹1,914</a:t>
            </a:r>
          </a:p>
          <a:p>
            <a:pPr algn="just">
              <a:lnSpc>
                <a:spcPct val="150000"/>
              </a:lnSpc>
            </a:pPr>
            <a:r>
              <a:rPr lang="en-IN" sz="2300" b="1" dirty="0">
                <a:latin typeface="+mj-lt"/>
              </a:rPr>
              <a:t>(d) ₹1,734</a:t>
            </a:r>
          </a:p>
          <a:p>
            <a:pPr algn="just">
              <a:lnSpc>
                <a:spcPct val="150000"/>
              </a:lnSpc>
            </a:pPr>
            <a:endParaRPr lang="en-IN" sz="2300" b="1" dirty="0">
              <a:latin typeface="+mj-lt"/>
            </a:endParaRPr>
          </a:p>
        </p:txBody>
      </p:sp>
    </p:spTree>
    <p:extLst>
      <p:ext uri="{BB962C8B-B14F-4D97-AF65-F5344CB8AC3E}">
        <p14:creationId xmlns:p14="http://schemas.microsoft.com/office/powerpoint/2010/main" val="18552408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F04EE-E357-12FD-B6F6-02ED0D2934E9}"/>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C1E455B8-1CE8-0576-CDF0-D854C2F189A6}"/>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28B2AC28-A3D9-6C15-0CA7-69350A0A379F}"/>
              </a:ext>
            </a:extLst>
          </p:cNvPr>
          <p:cNvSpPr txBox="1"/>
          <p:nvPr/>
        </p:nvSpPr>
        <p:spPr>
          <a:xfrm>
            <a:off x="522514" y="282752"/>
            <a:ext cx="9579429" cy="4810484"/>
          </a:xfrm>
          <a:prstGeom prst="rect">
            <a:avLst/>
          </a:prstGeom>
          <a:noFill/>
        </p:spPr>
        <p:txBody>
          <a:bodyPr wrap="square">
            <a:spAutoFit/>
          </a:bodyPr>
          <a:lstStyle/>
          <a:p>
            <a:pPr algn="just">
              <a:lnSpc>
                <a:spcPct val="150000"/>
              </a:lnSpc>
            </a:pPr>
            <a:r>
              <a:rPr lang="en-US" sz="2300" b="1" dirty="0">
                <a:latin typeface="+mj-lt"/>
              </a:rPr>
              <a:t>4. A loan of INR 19,125 is to be paid back in two equal half-yearly installments. If the rate of interest is 8% per annum and the interest is compounded half-yearly, then how much is each installment (in INR)?</a:t>
            </a:r>
          </a:p>
          <a:p>
            <a:pPr algn="just">
              <a:lnSpc>
                <a:spcPct val="150000"/>
              </a:lnSpc>
            </a:pPr>
            <a:r>
              <a:rPr lang="en-IN" sz="2300" b="1" dirty="0">
                <a:latin typeface="+mj-lt"/>
              </a:rPr>
              <a:t>A. 10155</a:t>
            </a:r>
          </a:p>
          <a:p>
            <a:pPr algn="just">
              <a:lnSpc>
                <a:spcPct val="150000"/>
              </a:lnSpc>
            </a:pPr>
            <a:r>
              <a:rPr lang="en-IN" sz="2300" b="1" dirty="0">
                <a:latin typeface="+mj-lt"/>
              </a:rPr>
              <a:t>B. 10125</a:t>
            </a:r>
          </a:p>
          <a:p>
            <a:pPr algn="just">
              <a:lnSpc>
                <a:spcPct val="150000"/>
              </a:lnSpc>
            </a:pPr>
            <a:r>
              <a:rPr lang="en-IN" sz="2300" b="1" dirty="0">
                <a:latin typeface="+mj-lt"/>
              </a:rPr>
              <a:t>C. 10140</a:t>
            </a:r>
          </a:p>
          <a:p>
            <a:pPr algn="just">
              <a:lnSpc>
                <a:spcPct val="150000"/>
              </a:lnSpc>
            </a:pPr>
            <a:r>
              <a:rPr lang="en-IN" sz="2300" b="1" dirty="0">
                <a:latin typeface="+mj-lt"/>
              </a:rPr>
              <a:t>D. 10120</a:t>
            </a:r>
          </a:p>
          <a:p>
            <a:pPr algn="just">
              <a:lnSpc>
                <a:spcPct val="150000"/>
              </a:lnSpc>
            </a:pPr>
            <a:endParaRPr lang="en-IN" sz="2300" b="1" dirty="0">
              <a:latin typeface="+mj-lt"/>
            </a:endParaRPr>
          </a:p>
        </p:txBody>
      </p:sp>
    </p:spTree>
    <p:extLst>
      <p:ext uri="{BB962C8B-B14F-4D97-AF65-F5344CB8AC3E}">
        <p14:creationId xmlns:p14="http://schemas.microsoft.com/office/powerpoint/2010/main" val="6953260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54F5C-FE74-FC73-D0DD-44153C11588A}"/>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2D149734-2D9C-C428-73F6-B0996805F1C4}"/>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DED534B9-B815-E670-1BEE-719152B7A523}"/>
              </a:ext>
            </a:extLst>
          </p:cNvPr>
          <p:cNvSpPr txBox="1"/>
          <p:nvPr/>
        </p:nvSpPr>
        <p:spPr>
          <a:xfrm>
            <a:off x="522514" y="282752"/>
            <a:ext cx="9579429" cy="5869427"/>
          </a:xfrm>
          <a:prstGeom prst="rect">
            <a:avLst/>
          </a:prstGeom>
          <a:noFill/>
        </p:spPr>
        <p:txBody>
          <a:bodyPr wrap="square">
            <a:spAutoFit/>
          </a:bodyPr>
          <a:lstStyle/>
          <a:p>
            <a:pPr algn="just">
              <a:lnSpc>
                <a:spcPct val="150000"/>
              </a:lnSpc>
            </a:pPr>
            <a:r>
              <a:rPr lang="en-US" sz="2300" b="1" dirty="0">
                <a:latin typeface="+mj-lt"/>
              </a:rPr>
              <a:t>5. A sum was lent to X for three years by an organization who fixed a yearly rate of 10% compound interest for repayment along with the condition of recovery in equal installments of Rs.31944. What percentage (correct to two decimal places) above the borrowed amount had X to pay the organization?</a:t>
            </a:r>
          </a:p>
          <a:p>
            <a:pPr algn="just">
              <a:lnSpc>
                <a:spcPct val="150000"/>
              </a:lnSpc>
            </a:pPr>
            <a:r>
              <a:rPr lang="en-IN" sz="2300" b="1" dirty="0">
                <a:latin typeface="+mj-lt"/>
              </a:rPr>
              <a:t>A. 18.43</a:t>
            </a:r>
          </a:p>
          <a:p>
            <a:pPr algn="just">
              <a:lnSpc>
                <a:spcPct val="150000"/>
              </a:lnSpc>
            </a:pPr>
            <a:r>
              <a:rPr lang="en-IN" sz="2300" b="1" dirty="0">
                <a:latin typeface="+mj-lt"/>
              </a:rPr>
              <a:t>B. 21.25</a:t>
            </a:r>
          </a:p>
          <a:p>
            <a:pPr algn="just">
              <a:lnSpc>
                <a:spcPct val="150000"/>
              </a:lnSpc>
            </a:pPr>
            <a:r>
              <a:rPr lang="en-IN" sz="2300" b="1" dirty="0">
                <a:latin typeface="+mj-lt"/>
              </a:rPr>
              <a:t>C. 16.52</a:t>
            </a:r>
          </a:p>
          <a:p>
            <a:pPr algn="just">
              <a:lnSpc>
                <a:spcPct val="150000"/>
              </a:lnSpc>
            </a:pPr>
            <a:r>
              <a:rPr lang="en-IN" sz="2300" b="1" dirty="0">
                <a:latin typeface="+mj-lt"/>
              </a:rPr>
              <a:t>D. 20.63</a:t>
            </a:r>
          </a:p>
          <a:p>
            <a:pPr algn="just">
              <a:lnSpc>
                <a:spcPct val="150000"/>
              </a:lnSpc>
            </a:pPr>
            <a:endParaRPr lang="en-IN" sz="2300" b="1" dirty="0">
              <a:latin typeface="+mj-lt"/>
            </a:endParaRPr>
          </a:p>
        </p:txBody>
      </p:sp>
    </p:spTree>
    <p:extLst>
      <p:ext uri="{BB962C8B-B14F-4D97-AF65-F5344CB8AC3E}">
        <p14:creationId xmlns:p14="http://schemas.microsoft.com/office/powerpoint/2010/main" val="29251013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64FBE-1D79-6B4A-27CB-090069A26660}"/>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7098A2C2-416B-868E-E4E1-8D92C60A4B3C}"/>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7" name="TextBox 6">
            <a:extLst>
              <a:ext uri="{FF2B5EF4-FFF2-40B4-BE49-F238E27FC236}">
                <a16:creationId xmlns:a16="http://schemas.microsoft.com/office/drawing/2014/main" id="{24ACE653-729F-E585-6E6C-44405B5CE029}"/>
              </a:ext>
            </a:extLst>
          </p:cNvPr>
          <p:cNvSpPr txBox="1"/>
          <p:nvPr/>
        </p:nvSpPr>
        <p:spPr>
          <a:xfrm>
            <a:off x="522514" y="282752"/>
            <a:ext cx="9579429" cy="2686826"/>
          </a:xfrm>
          <a:prstGeom prst="rect">
            <a:avLst/>
          </a:prstGeom>
          <a:noFill/>
        </p:spPr>
        <p:txBody>
          <a:bodyPr wrap="square">
            <a:spAutoFit/>
          </a:bodyPr>
          <a:lstStyle/>
          <a:p>
            <a:pPr algn="just">
              <a:lnSpc>
                <a:spcPct val="150000"/>
              </a:lnSpc>
            </a:pPr>
            <a:r>
              <a:rPr lang="en-US" sz="2300" b="1" dirty="0">
                <a:latin typeface="+mj-lt"/>
              </a:rPr>
              <a:t>6. A man wants to buy a car costing ₹36480. He pays a down payment of ₹10,000. The remaining amount is to be paid in 3 equal installments at a rate of interest of 10% per annum, compounded annually. Each installment is ?</a:t>
            </a:r>
          </a:p>
          <a:p>
            <a:pPr algn="just">
              <a:lnSpc>
                <a:spcPct val="150000"/>
              </a:lnSpc>
            </a:pPr>
            <a:endParaRPr lang="en-IN" sz="2300" b="1" dirty="0">
              <a:latin typeface="+mj-lt"/>
            </a:endParaRPr>
          </a:p>
        </p:txBody>
      </p:sp>
    </p:spTree>
    <p:extLst>
      <p:ext uri="{BB962C8B-B14F-4D97-AF65-F5344CB8AC3E}">
        <p14:creationId xmlns:p14="http://schemas.microsoft.com/office/powerpoint/2010/main" val="180927679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18BE8-5D77-1360-F996-1578BFE62B5B}"/>
            </a:ext>
          </a:extLst>
        </p:cNvPr>
        <p:cNvGrpSpPr/>
        <p:nvPr/>
      </p:nvGrpSpPr>
      <p:grpSpPr>
        <a:xfrm>
          <a:off x="0" y="0"/>
          <a:ext cx="0" cy="0"/>
          <a:chOff x="0" y="0"/>
          <a:chExt cx="0" cy="0"/>
        </a:xfrm>
      </p:grpSpPr>
      <p:pic>
        <p:nvPicPr>
          <p:cNvPr id="2" name="Picture 1" descr="A yellow and blue sign with words">
            <a:extLst>
              <a:ext uri="{FF2B5EF4-FFF2-40B4-BE49-F238E27FC236}">
                <a16:creationId xmlns:a16="http://schemas.microsoft.com/office/drawing/2014/main" id="{F44C2EFF-D7B8-8950-5542-7E2601868A05}"/>
              </a:ext>
            </a:extLst>
          </p:cNvPr>
          <p:cNvPicPr>
            <a:picLocks noChangeAspect="1"/>
          </p:cNvPicPr>
          <p:nvPr/>
        </p:nvPicPr>
        <p:blipFill>
          <a:blip r:embed="rId2"/>
          <a:stretch>
            <a:fillRect/>
          </a:stretch>
        </p:blipFill>
        <p:spPr>
          <a:xfrm>
            <a:off x="10260511" y="110213"/>
            <a:ext cx="1681480" cy="1452880"/>
          </a:xfrm>
          <a:prstGeom prst="rect">
            <a:avLst/>
          </a:prstGeom>
        </p:spPr>
      </p:pic>
      <p:sp>
        <p:nvSpPr>
          <p:cNvPr id="5" name="Content Placeholder 4">
            <a:extLst>
              <a:ext uri="{FF2B5EF4-FFF2-40B4-BE49-F238E27FC236}">
                <a16:creationId xmlns:a16="http://schemas.microsoft.com/office/drawing/2014/main" id="{F9E6096A-D316-A681-2F80-A210313462F7}"/>
              </a:ext>
            </a:extLst>
          </p:cNvPr>
          <p:cNvSpPr>
            <a:spLocks noGrp="1"/>
          </p:cNvSpPr>
          <p:nvPr>
            <p:ph idx="1"/>
          </p:nvPr>
        </p:nvSpPr>
        <p:spPr>
          <a:xfrm>
            <a:off x="4125081" y="2498836"/>
            <a:ext cx="3658205" cy="614479"/>
          </a:xfrm>
        </p:spPr>
        <p:txBody>
          <a:bodyPr>
            <a:noAutofit/>
          </a:bodyPr>
          <a:lstStyle/>
          <a:p>
            <a:pPr marL="0" indent="0" algn="ctr">
              <a:buNone/>
            </a:pPr>
            <a:r>
              <a:rPr lang="en-US" sz="3400" b="1" dirty="0">
                <a:effectLst/>
              </a:rPr>
              <a:t>THE END</a:t>
            </a:r>
            <a:endParaRPr lang="en-IN" sz="3400" b="1" dirty="0">
              <a:effectLst/>
            </a:endParaRPr>
          </a:p>
        </p:txBody>
      </p:sp>
    </p:spTree>
    <p:extLst>
      <p:ext uri="{BB962C8B-B14F-4D97-AF65-F5344CB8AC3E}">
        <p14:creationId xmlns:p14="http://schemas.microsoft.com/office/powerpoint/2010/main" val="186054016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Damask</Template>
  <TotalTime>2203</TotalTime>
  <Words>1724</Words>
  <Application>Microsoft Office PowerPoint</Application>
  <PresentationFormat>Widescreen</PresentationFormat>
  <Paragraphs>200</Paragraphs>
  <Slides>39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Bookman Old Style</vt:lpstr>
      <vt:lpstr>Calibri</vt:lpstr>
      <vt:lpstr>Rockwell</vt:lpstr>
      <vt:lpstr>Damask</vt:lpstr>
      <vt:lpstr>Compound Interest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AVERAGES </dc:title>
  <dc:creator>KIRAN KUMAR GANTA</dc:creator>
  <cp:lastModifiedBy>harikrishnareddy pagadam</cp:lastModifiedBy>
  <cp:revision>166</cp:revision>
  <dcterms:created xsi:type="dcterms:W3CDTF">2022-11-22T09:07:37Z</dcterms:created>
  <dcterms:modified xsi:type="dcterms:W3CDTF">2026-05-25T16:41:57Z</dcterms:modified>
</cp:coreProperties>
</file>